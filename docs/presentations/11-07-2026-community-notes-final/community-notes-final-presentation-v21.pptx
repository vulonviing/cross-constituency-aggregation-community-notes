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Gemma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977F6"/>
                </a:solidFill>
                <a:latin typeface="Helvetica Neue"/>
              </a:rPr>
              <a:t>RECHECK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44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0098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STAGE 1.5 · SOURCED FACTUAL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93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0507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0974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prompts · model-based validation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13648" y="1627632"/>
            <a:ext cx="0" cy="150876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42832" y="1700784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FA873"/>
                </a:solidFill>
                <a:latin typeface="Helvetica Neue"/>
              </a:rPr>
              <a:t>62.7%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245059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20" b="1">
                <a:solidFill>
                  <a:srgbClr val="73777F"/>
                </a:solidFill>
                <a:latin typeface="Helvetica Neue"/>
              </a:rPr>
              <a:t>of candidates validated by the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288036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8,558 / 13,655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3621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060" b="1">
                <a:solidFill>
                  <a:srgbClr val="73777F"/>
                </a:solidFill>
                <a:latin typeface="Helvetica Neue"/>
              </a:rPr>
              <a:t>0–100 holistic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9136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060" b="1">
                <a:solidFill>
                  <a:srgbClr val="111318"/>
                </a:solidFill>
                <a:latin typeface="Helvetica Neue"/>
              </a:rPr>
              <a:t>≥50 → validated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1728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6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60" b="1">
                <a:solidFill>
                  <a:srgbClr val="73777F"/>
                </a:solidFill>
                <a:latin typeface="Helvetica Neue"/>
              </a:rPr>
              <a:t>&lt;50 → stopped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Stage-2 prompt ·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GEMMA  82/100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canonical Gemma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