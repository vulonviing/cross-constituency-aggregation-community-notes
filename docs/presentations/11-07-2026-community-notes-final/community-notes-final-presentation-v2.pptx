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7" y="2926079"/>
            <a:ext cx="512064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7" y="3364991"/>
            <a:ext cx="43891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800" y="10058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3" y="10058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1" y="1389888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800" y="1773935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5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3" y="1773935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5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5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1" y="215798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800" y="4315967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3" y="4315967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1" y="4700015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800" y="5084064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3" y="5084064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1" cy="1481329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3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85" cy="1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4" y="2203704"/>
            <a:ext cx="1088137" cy="74066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7" y="3611879"/>
            <a:ext cx="1216153" cy="151790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5" y="2413252"/>
            <a:ext cx="246889" cy="24688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40"/>
            <a:ext cx="1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7" y="2832961"/>
            <a:ext cx="345644" cy="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78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5" y="3550472"/>
            <a:ext cx="635001" cy="635001"/>
            <a:chOff x="0" y="0"/>
            <a:chExt cx="635000" cy="635000"/>
          </a:xfrm>
        </p:grpSpPr>
        <p:sp>
          <p:nvSpPr>
            <p:cNvPr id="148" name="Oval 19"/>
            <p:cNvSpPr/>
            <p:nvPr/>
          </p:nvSpPr>
          <p:spPr>
            <a:xfrm>
              <a:off x="0" y="0"/>
              <a:ext cx="635001" cy="63500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6"/>
              <a:ext cx="169334" cy="16933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1" cy="33866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1" cy="63500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1" cy="1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63" y="2846068"/>
            <a:ext cx="1371602" cy="1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8" y="2654044"/>
            <a:ext cx="29260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2" y="4403166"/>
            <a:ext cx="256032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1"/>
            <a:ext cx="29260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3" y="4413015"/>
            <a:ext cx="2834640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9" y="1462276"/>
            <a:ext cx="2834641" cy="3968497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4" y="1454865"/>
            <a:ext cx="6103245" cy="46945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5" y="2413252"/>
            <a:ext cx="246889" cy="24688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40"/>
            <a:ext cx="1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7" y="2832961"/>
            <a:ext cx="345644" cy="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78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5" y="3550472"/>
            <a:ext cx="635001" cy="635001"/>
            <a:chOff x="0" y="0"/>
            <a:chExt cx="635000" cy="635000"/>
          </a:xfrm>
        </p:grpSpPr>
        <p:sp>
          <p:nvSpPr>
            <p:cNvPr id="171" name="Oval 19"/>
            <p:cNvSpPr/>
            <p:nvPr/>
          </p:nvSpPr>
          <p:spPr>
            <a:xfrm>
              <a:off x="0" y="0"/>
              <a:ext cx="635001" cy="63500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6"/>
              <a:ext cx="169334" cy="16933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1" cy="33866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1" cy="63500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1" cy="1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63" y="2846068"/>
            <a:ext cx="1371602" cy="1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8" y="2654044"/>
            <a:ext cx="29260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2" y="4403166"/>
            <a:ext cx="256032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1"/>
            <a:ext cx="29260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3" y="4413015"/>
            <a:ext cx="2834640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9" y="1462276"/>
            <a:ext cx="2834641" cy="3968497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4" y="3673616"/>
            <a:ext cx="3417917" cy="18965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9"/>
            <a:ext cx="3417917" cy="18965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5" y="2413252"/>
            <a:ext cx="246889" cy="24688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40"/>
            <a:ext cx="1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7" y="2832961"/>
            <a:ext cx="345644" cy="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78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5" y="3550472"/>
            <a:ext cx="635001" cy="635001"/>
            <a:chOff x="0" y="0"/>
            <a:chExt cx="635000" cy="635000"/>
          </a:xfrm>
        </p:grpSpPr>
        <p:sp>
          <p:nvSpPr>
            <p:cNvPr id="195" name="Oval 19"/>
            <p:cNvSpPr/>
            <p:nvPr/>
          </p:nvSpPr>
          <p:spPr>
            <a:xfrm>
              <a:off x="0" y="0"/>
              <a:ext cx="635001" cy="63500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6"/>
              <a:ext cx="169334" cy="16933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1" cy="33866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1" cy="63500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1" cy="1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63" y="2846068"/>
            <a:ext cx="1371602" cy="1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8" y="2654044"/>
            <a:ext cx="29260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2" y="4403166"/>
            <a:ext cx="256032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1"/>
            <a:ext cx="29260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3" y="4413015"/>
            <a:ext cx="2834640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9" y="1462276"/>
            <a:ext cx="2834641" cy="39684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5" y="2413252"/>
            <a:ext cx="246889" cy="24688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40"/>
            <a:ext cx="1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7" y="2832961"/>
            <a:ext cx="345644" cy="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79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78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2" y="698308"/>
            <a:ext cx="635001" cy="635001"/>
            <a:chOff x="0" y="0"/>
            <a:chExt cx="635000" cy="635000"/>
          </a:xfrm>
        </p:grpSpPr>
        <p:sp>
          <p:nvSpPr>
            <p:cNvPr id="217" name="Oval 19"/>
            <p:cNvSpPr/>
            <p:nvPr/>
          </p:nvSpPr>
          <p:spPr>
            <a:xfrm>
              <a:off x="0" y="0"/>
              <a:ext cx="635001" cy="63500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6"/>
              <a:ext cx="169334" cy="16933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1" cy="33866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9" y="698308"/>
            <a:ext cx="635001" cy="635001"/>
            <a:chOff x="0" y="0"/>
            <a:chExt cx="635000" cy="635000"/>
          </a:xfrm>
        </p:grpSpPr>
        <p:sp>
          <p:nvSpPr>
            <p:cNvPr id="221" name="Oval 22"/>
            <p:cNvSpPr/>
            <p:nvPr/>
          </p:nvSpPr>
          <p:spPr>
            <a:xfrm>
              <a:off x="0" y="0"/>
              <a:ext cx="635000" cy="635000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6998" y="317499"/>
              <a:ext cx="381001" cy="1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63" y="2846068"/>
            <a:ext cx="1371602" cy="1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8" y="2654044"/>
            <a:ext cx="29260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2" y="4403166"/>
            <a:ext cx="256032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8" y="5824268"/>
            <a:ext cx="283464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1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3" y="1781142"/>
            <a:ext cx="2568085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7"/>
            <a:ext cx="192025" cy="1920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1" cy="316840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35" cy="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17" cy="20162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2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9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9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9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1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9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9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1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9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9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8"/>
            <a:ext cx="77724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1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8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9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9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1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9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9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25" cy="7772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1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1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45" cy="1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85" cy="1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41"/>
            <a:ext cx="2430019" cy="126873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41" y="2215134"/>
            <a:ext cx="1533907" cy="8755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3" y="3001518"/>
            <a:ext cx="5758435" cy="8915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41" y="3090672"/>
            <a:ext cx="4734308" cy="30403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3" y="3090671"/>
            <a:ext cx="3838195" cy="69723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2"/>
            <a:ext cx="1661923" cy="109042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7" y="3090672"/>
            <a:ext cx="5886451" cy="187680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1000" y="5614415"/>
            <a:ext cx="3474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92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But the crowd is not equal</a:t>
            </a:r>
          </a:p>
        </p:txBody>
      </p:sp>
      <p:sp>
        <p:nvSpPr>
          <p:cNvPr id="393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4" name="Oval 4"/>
          <p:cNvSpPr/>
          <p:nvPr/>
        </p:nvSpPr>
        <p:spPr>
          <a:xfrm>
            <a:off x="868680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Oval 5"/>
          <p:cNvSpPr/>
          <p:nvPr/>
        </p:nvSpPr>
        <p:spPr>
          <a:xfrm>
            <a:off x="1261872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Oval 6"/>
          <p:cNvSpPr/>
          <p:nvPr/>
        </p:nvSpPr>
        <p:spPr>
          <a:xfrm>
            <a:off x="1655064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Oval 7"/>
          <p:cNvSpPr/>
          <p:nvPr/>
        </p:nvSpPr>
        <p:spPr>
          <a:xfrm>
            <a:off x="2048255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Oval 8"/>
          <p:cNvSpPr/>
          <p:nvPr/>
        </p:nvSpPr>
        <p:spPr>
          <a:xfrm>
            <a:off x="2441448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Oval 9"/>
          <p:cNvSpPr/>
          <p:nvPr/>
        </p:nvSpPr>
        <p:spPr>
          <a:xfrm>
            <a:off x="2834638" y="1737360"/>
            <a:ext cx="140589" cy="1405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Oval 10"/>
          <p:cNvSpPr/>
          <p:nvPr/>
        </p:nvSpPr>
        <p:spPr>
          <a:xfrm>
            <a:off x="3227832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Oval 11"/>
          <p:cNvSpPr/>
          <p:nvPr/>
        </p:nvSpPr>
        <p:spPr>
          <a:xfrm>
            <a:off x="3621023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Oval 12"/>
          <p:cNvSpPr/>
          <p:nvPr/>
        </p:nvSpPr>
        <p:spPr>
          <a:xfrm>
            <a:off x="4014215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Oval 13"/>
          <p:cNvSpPr/>
          <p:nvPr/>
        </p:nvSpPr>
        <p:spPr>
          <a:xfrm>
            <a:off x="4407408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Oval 14"/>
          <p:cNvSpPr/>
          <p:nvPr/>
        </p:nvSpPr>
        <p:spPr>
          <a:xfrm>
            <a:off x="4800600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Oval 15"/>
          <p:cNvSpPr/>
          <p:nvPr/>
        </p:nvSpPr>
        <p:spPr>
          <a:xfrm>
            <a:off x="5193791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Oval 16"/>
          <p:cNvSpPr/>
          <p:nvPr/>
        </p:nvSpPr>
        <p:spPr>
          <a:xfrm>
            <a:off x="5586984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Oval 17"/>
          <p:cNvSpPr/>
          <p:nvPr/>
        </p:nvSpPr>
        <p:spPr>
          <a:xfrm>
            <a:off x="5980176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Oval 18"/>
          <p:cNvSpPr/>
          <p:nvPr/>
        </p:nvSpPr>
        <p:spPr>
          <a:xfrm>
            <a:off x="6373367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Oval 19"/>
          <p:cNvSpPr/>
          <p:nvPr/>
        </p:nvSpPr>
        <p:spPr>
          <a:xfrm>
            <a:off x="6766559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Oval 20"/>
          <p:cNvSpPr/>
          <p:nvPr/>
        </p:nvSpPr>
        <p:spPr>
          <a:xfrm>
            <a:off x="7159752" y="173736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Oval 21"/>
          <p:cNvSpPr/>
          <p:nvPr/>
        </p:nvSpPr>
        <p:spPr>
          <a:xfrm>
            <a:off x="996694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Oval 22"/>
          <p:cNvSpPr/>
          <p:nvPr/>
        </p:nvSpPr>
        <p:spPr>
          <a:xfrm>
            <a:off x="1389888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Oval 23"/>
          <p:cNvSpPr/>
          <p:nvPr/>
        </p:nvSpPr>
        <p:spPr>
          <a:xfrm>
            <a:off x="1783079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Oval 24"/>
          <p:cNvSpPr/>
          <p:nvPr/>
        </p:nvSpPr>
        <p:spPr>
          <a:xfrm>
            <a:off x="2176272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Oval 25"/>
          <p:cNvSpPr/>
          <p:nvPr/>
        </p:nvSpPr>
        <p:spPr>
          <a:xfrm>
            <a:off x="2569464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Oval 26"/>
          <p:cNvSpPr/>
          <p:nvPr/>
        </p:nvSpPr>
        <p:spPr>
          <a:xfrm>
            <a:off x="2962655" y="2130551"/>
            <a:ext cx="140589" cy="1405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Oval 27"/>
          <p:cNvSpPr/>
          <p:nvPr/>
        </p:nvSpPr>
        <p:spPr>
          <a:xfrm>
            <a:off x="3355847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Oval 28"/>
          <p:cNvSpPr/>
          <p:nvPr/>
        </p:nvSpPr>
        <p:spPr>
          <a:xfrm>
            <a:off x="3749038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Oval 29"/>
          <p:cNvSpPr/>
          <p:nvPr/>
        </p:nvSpPr>
        <p:spPr>
          <a:xfrm>
            <a:off x="4142230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Oval 30"/>
          <p:cNvSpPr/>
          <p:nvPr/>
        </p:nvSpPr>
        <p:spPr>
          <a:xfrm>
            <a:off x="4535423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Oval 31"/>
          <p:cNvSpPr/>
          <p:nvPr/>
        </p:nvSpPr>
        <p:spPr>
          <a:xfrm>
            <a:off x="4928615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Oval 32"/>
          <p:cNvSpPr/>
          <p:nvPr/>
        </p:nvSpPr>
        <p:spPr>
          <a:xfrm>
            <a:off x="5321806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Oval 33"/>
          <p:cNvSpPr/>
          <p:nvPr/>
        </p:nvSpPr>
        <p:spPr>
          <a:xfrm>
            <a:off x="5715000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Oval 34"/>
          <p:cNvSpPr/>
          <p:nvPr/>
        </p:nvSpPr>
        <p:spPr>
          <a:xfrm>
            <a:off x="6108191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Oval 35"/>
          <p:cNvSpPr/>
          <p:nvPr/>
        </p:nvSpPr>
        <p:spPr>
          <a:xfrm>
            <a:off x="6501383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Oval 36"/>
          <p:cNvSpPr/>
          <p:nvPr/>
        </p:nvSpPr>
        <p:spPr>
          <a:xfrm>
            <a:off x="6894576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Oval 37"/>
          <p:cNvSpPr/>
          <p:nvPr/>
        </p:nvSpPr>
        <p:spPr>
          <a:xfrm>
            <a:off x="7287768" y="213055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Oval 38"/>
          <p:cNvSpPr/>
          <p:nvPr/>
        </p:nvSpPr>
        <p:spPr>
          <a:xfrm>
            <a:off x="868680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Oval 39"/>
          <p:cNvSpPr/>
          <p:nvPr/>
        </p:nvSpPr>
        <p:spPr>
          <a:xfrm>
            <a:off x="1261872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Oval 40"/>
          <p:cNvSpPr/>
          <p:nvPr/>
        </p:nvSpPr>
        <p:spPr>
          <a:xfrm>
            <a:off x="1655064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Oval 41"/>
          <p:cNvSpPr/>
          <p:nvPr/>
        </p:nvSpPr>
        <p:spPr>
          <a:xfrm>
            <a:off x="2048255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Oval 42"/>
          <p:cNvSpPr/>
          <p:nvPr/>
        </p:nvSpPr>
        <p:spPr>
          <a:xfrm>
            <a:off x="2441448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Oval 43"/>
          <p:cNvSpPr/>
          <p:nvPr/>
        </p:nvSpPr>
        <p:spPr>
          <a:xfrm>
            <a:off x="2834638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Oval 44"/>
          <p:cNvSpPr/>
          <p:nvPr/>
        </p:nvSpPr>
        <p:spPr>
          <a:xfrm>
            <a:off x="3227832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Oval 45"/>
          <p:cNvSpPr/>
          <p:nvPr/>
        </p:nvSpPr>
        <p:spPr>
          <a:xfrm>
            <a:off x="3621023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Oval 46"/>
          <p:cNvSpPr/>
          <p:nvPr/>
        </p:nvSpPr>
        <p:spPr>
          <a:xfrm>
            <a:off x="4014215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Oval 47"/>
          <p:cNvSpPr/>
          <p:nvPr/>
        </p:nvSpPr>
        <p:spPr>
          <a:xfrm>
            <a:off x="4407408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Oval 48"/>
          <p:cNvSpPr/>
          <p:nvPr/>
        </p:nvSpPr>
        <p:spPr>
          <a:xfrm>
            <a:off x="4800600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Oval 49"/>
          <p:cNvSpPr/>
          <p:nvPr/>
        </p:nvSpPr>
        <p:spPr>
          <a:xfrm>
            <a:off x="5193791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Oval 50"/>
          <p:cNvSpPr/>
          <p:nvPr/>
        </p:nvSpPr>
        <p:spPr>
          <a:xfrm>
            <a:off x="5586984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Oval 51"/>
          <p:cNvSpPr/>
          <p:nvPr/>
        </p:nvSpPr>
        <p:spPr>
          <a:xfrm>
            <a:off x="5980176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Oval 52"/>
          <p:cNvSpPr/>
          <p:nvPr/>
        </p:nvSpPr>
        <p:spPr>
          <a:xfrm>
            <a:off x="6373367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Oval 53"/>
          <p:cNvSpPr/>
          <p:nvPr/>
        </p:nvSpPr>
        <p:spPr>
          <a:xfrm>
            <a:off x="6766559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Oval 54"/>
          <p:cNvSpPr/>
          <p:nvPr/>
        </p:nvSpPr>
        <p:spPr>
          <a:xfrm>
            <a:off x="7159752" y="2523744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Oval 55"/>
          <p:cNvSpPr/>
          <p:nvPr/>
        </p:nvSpPr>
        <p:spPr>
          <a:xfrm>
            <a:off x="996694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Oval 56"/>
          <p:cNvSpPr/>
          <p:nvPr/>
        </p:nvSpPr>
        <p:spPr>
          <a:xfrm>
            <a:off x="1389888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Oval 57"/>
          <p:cNvSpPr/>
          <p:nvPr/>
        </p:nvSpPr>
        <p:spPr>
          <a:xfrm>
            <a:off x="1783079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Oval 58"/>
          <p:cNvSpPr/>
          <p:nvPr/>
        </p:nvSpPr>
        <p:spPr>
          <a:xfrm>
            <a:off x="2176272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Oval 59"/>
          <p:cNvSpPr/>
          <p:nvPr/>
        </p:nvSpPr>
        <p:spPr>
          <a:xfrm>
            <a:off x="2569464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Oval 60"/>
          <p:cNvSpPr/>
          <p:nvPr/>
        </p:nvSpPr>
        <p:spPr>
          <a:xfrm>
            <a:off x="2962655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Oval 61"/>
          <p:cNvSpPr/>
          <p:nvPr/>
        </p:nvSpPr>
        <p:spPr>
          <a:xfrm>
            <a:off x="3355847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Oval 62"/>
          <p:cNvSpPr/>
          <p:nvPr/>
        </p:nvSpPr>
        <p:spPr>
          <a:xfrm>
            <a:off x="3749038" y="2916935"/>
            <a:ext cx="140589" cy="1405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Oval 63"/>
          <p:cNvSpPr/>
          <p:nvPr/>
        </p:nvSpPr>
        <p:spPr>
          <a:xfrm>
            <a:off x="4142230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Oval 64"/>
          <p:cNvSpPr/>
          <p:nvPr/>
        </p:nvSpPr>
        <p:spPr>
          <a:xfrm>
            <a:off x="4535423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Oval 65"/>
          <p:cNvSpPr/>
          <p:nvPr/>
        </p:nvSpPr>
        <p:spPr>
          <a:xfrm>
            <a:off x="4928615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Oval 66"/>
          <p:cNvSpPr/>
          <p:nvPr/>
        </p:nvSpPr>
        <p:spPr>
          <a:xfrm>
            <a:off x="5321806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Oval 67"/>
          <p:cNvSpPr/>
          <p:nvPr/>
        </p:nvSpPr>
        <p:spPr>
          <a:xfrm>
            <a:off x="5715000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Oval 68"/>
          <p:cNvSpPr/>
          <p:nvPr/>
        </p:nvSpPr>
        <p:spPr>
          <a:xfrm>
            <a:off x="6108191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Oval 69"/>
          <p:cNvSpPr/>
          <p:nvPr/>
        </p:nvSpPr>
        <p:spPr>
          <a:xfrm>
            <a:off x="6501383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Oval 70"/>
          <p:cNvSpPr/>
          <p:nvPr/>
        </p:nvSpPr>
        <p:spPr>
          <a:xfrm>
            <a:off x="6894576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Oval 71"/>
          <p:cNvSpPr/>
          <p:nvPr/>
        </p:nvSpPr>
        <p:spPr>
          <a:xfrm>
            <a:off x="7287768" y="2916935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Oval 72"/>
          <p:cNvSpPr/>
          <p:nvPr/>
        </p:nvSpPr>
        <p:spPr>
          <a:xfrm>
            <a:off x="868680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Oval 73"/>
          <p:cNvSpPr/>
          <p:nvPr/>
        </p:nvSpPr>
        <p:spPr>
          <a:xfrm>
            <a:off x="1261872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Oval 74"/>
          <p:cNvSpPr/>
          <p:nvPr/>
        </p:nvSpPr>
        <p:spPr>
          <a:xfrm>
            <a:off x="1655064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Oval 75"/>
          <p:cNvSpPr/>
          <p:nvPr/>
        </p:nvSpPr>
        <p:spPr>
          <a:xfrm>
            <a:off x="2048255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Oval 76"/>
          <p:cNvSpPr/>
          <p:nvPr/>
        </p:nvSpPr>
        <p:spPr>
          <a:xfrm>
            <a:off x="2441448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Oval 77"/>
          <p:cNvSpPr/>
          <p:nvPr/>
        </p:nvSpPr>
        <p:spPr>
          <a:xfrm>
            <a:off x="2834638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Oval 78"/>
          <p:cNvSpPr/>
          <p:nvPr/>
        </p:nvSpPr>
        <p:spPr>
          <a:xfrm>
            <a:off x="3227832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Oval 79"/>
          <p:cNvSpPr/>
          <p:nvPr/>
        </p:nvSpPr>
        <p:spPr>
          <a:xfrm>
            <a:off x="3621023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Oval 80"/>
          <p:cNvSpPr/>
          <p:nvPr/>
        </p:nvSpPr>
        <p:spPr>
          <a:xfrm>
            <a:off x="4014215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Oval 81"/>
          <p:cNvSpPr/>
          <p:nvPr/>
        </p:nvSpPr>
        <p:spPr>
          <a:xfrm>
            <a:off x="4407408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Oval 82"/>
          <p:cNvSpPr/>
          <p:nvPr/>
        </p:nvSpPr>
        <p:spPr>
          <a:xfrm>
            <a:off x="4800600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Oval 83"/>
          <p:cNvSpPr/>
          <p:nvPr/>
        </p:nvSpPr>
        <p:spPr>
          <a:xfrm>
            <a:off x="5193791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Oval 84"/>
          <p:cNvSpPr/>
          <p:nvPr/>
        </p:nvSpPr>
        <p:spPr>
          <a:xfrm>
            <a:off x="5586984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Oval 85"/>
          <p:cNvSpPr/>
          <p:nvPr/>
        </p:nvSpPr>
        <p:spPr>
          <a:xfrm>
            <a:off x="5980176" y="3310128"/>
            <a:ext cx="140589" cy="1405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Oval 86"/>
          <p:cNvSpPr/>
          <p:nvPr/>
        </p:nvSpPr>
        <p:spPr>
          <a:xfrm>
            <a:off x="6373367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Oval 87"/>
          <p:cNvSpPr/>
          <p:nvPr/>
        </p:nvSpPr>
        <p:spPr>
          <a:xfrm>
            <a:off x="6766559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Oval 88"/>
          <p:cNvSpPr/>
          <p:nvPr/>
        </p:nvSpPr>
        <p:spPr>
          <a:xfrm>
            <a:off x="7159752" y="331012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Oval 89"/>
          <p:cNvSpPr/>
          <p:nvPr/>
        </p:nvSpPr>
        <p:spPr>
          <a:xfrm>
            <a:off x="996694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0" name="Oval 90"/>
          <p:cNvSpPr/>
          <p:nvPr/>
        </p:nvSpPr>
        <p:spPr>
          <a:xfrm>
            <a:off x="1389888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1" name="Oval 91"/>
          <p:cNvSpPr/>
          <p:nvPr/>
        </p:nvSpPr>
        <p:spPr>
          <a:xfrm>
            <a:off x="1783079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Oval 92"/>
          <p:cNvSpPr/>
          <p:nvPr/>
        </p:nvSpPr>
        <p:spPr>
          <a:xfrm>
            <a:off x="2176272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Oval 93"/>
          <p:cNvSpPr/>
          <p:nvPr/>
        </p:nvSpPr>
        <p:spPr>
          <a:xfrm>
            <a:off x="2569464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Oval 94"/>
          <p:cNvSpPr/>
          <p:nvPr/>
        </p:nvSpPr>
        <p:spPr>
          <a:xfrm>
            <a:off x="2962655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Oval 95"/>
          <p:cNvSpPr/>
          <p:nvPr/>
        </p:nvSpPr>
        <p:spPr>
          <a:xfrm>
            <a:off x="3355847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Oval 96"/>
          <p:cNvSpPr/>
          <p:nvPr/>
        </p:nvSpPr>
        <p:spPr>
          <a:xfrm>
            <a:off x="3749038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Oval 97"/>
          <p:cNvSpPr/>
          <p:nvPr/>
        </p:nvSpPr>
        <p:spPr>
          <a:xfrm>
            <a:off x="4142230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Oval 98"/>
          <p:cNvSpPr/>
          <p:nvPr/>
        </p:nvSpPr>
        <p:spPr>
          <a:xfrm>
            <a:off x="4535423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9" name="Oval 99"/>
          <p:cNvSpPr/>
          <p:nvPr/>
        </p:nvSpPr>
        <p:spPr>
          <a:xfrm>
            <a:off x="4928615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Oval 100"/>
          <p:cNvSpPr/>
          <p:nvPr/>
        </p:nvSpPr>
        <p:spPr>
          <a:xfrm>
            <a:off x="5321806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Oval 101"/>
          <p:cNvSpPr/>
          <p:nvPr/>
        </p:nvSpPr>
        <p:spPr>
          <a:xfrm>
            <a:off x="5715000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Oval 102"/>
          <p:cNvSpPr/>
          <p:nvPr/>
        </p:nvSpPr>
        <p:spPr>
          <a:xfrm>
            <a:off x="6108191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Oval 103"/>
          <p:cNvSpPr/>
          <p:nvPr/>
        </p:nvSpPr>
        <p:spPr>
          <a:xfrm>
            <a:off x="6501383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Oval 104"/>
          <p:cNvSpPr/>
          <p:nvPr/>
        </p:nvSpPr>
        <p:spPr>
          <a:xfrm>
            <a:off x="6894576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Oval 105"/>
          <p:cNvSpPr/>
          <p:nvPr/>
        </p:nvSpPr>
        <p:spPr>
          <a:xfrm>
            <a:off x="7287768" y="3703320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Oval 106"/>
          <p:cNvSpPr/>
          <p:nvPr/>
        </p:nvSpPr>
        <p:spPr>
          <a:xfrm>
            <a:off x="868680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Oval 107"/>
          <p:cNvSpPr/>
          <p:nvPr/>
        </p:nvSpPr>
        <p:spPr>
          <a:xfrm>
            <a:off x="1261872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Oval 108"/>
          <p:cNvSpPr/>
          <p:nvPr/>
        </p:nvSpPr>
        <p:spPr>
          <a:xfrm>
            <a:off x="1655064" y="4096511"/>
            <a:ext cx="140589" cy="1405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Oval 109"/>
          <p:cNvSpPr/>
          <p:nvPr/>
        </p:nvSpPr>
        <p:spPr>
          <a:xfrm>
            <a:off x="2048255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Oval 110"/>
          <p:cNvSpPr/>
          <p:nvPr/>
        </p:nvSpPr>
        <p:spPr>
          <a:xfrm>
            <a:off x="2441448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1" name="Oval 111"/>
          <p:cNvSpPr/>
          <p:nvPr/>
        </p:nvSpPr>
        <p:spPr>
          <a:xfrm>
            <a:off x="2834638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Oval 112"/>
          <p:cNvSpPr/>
          <p:nvPr/>
        </p:nvSpPr>
        <p:spPr>
          <a:xfrm>
            <a:off x="3227832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Oval 113"/>
          <p:cNvSpPr/>
          <p:nvPr/>
        </p:nvSpPr>
        <p:spPr>
          <a:xfrm>
            <a:off x="3621023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Oval 114"/>
          <p:cNvSpPr/>
          <p:nvPr/>
        </p:nvSpPr>
        <p:spPr>
          <a:xfrm>
            <a:off x="4014215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Oval 115"/>
          <p:cNvSpPr/>
          <p:nvPr/>
        </p:nvSpPr>
        <p:spPr>
          <a:xfrm>
            <a:off x="4407408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Oval 116"/>
          <p:cNvSpPr/>
          <p:nvPr/>
        </p:nvSpPr>
        <p:spPr>
          <a:xfrm>
            <a:off x="4800600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Oval 117"/>
          <p:cNvSpPr/>
          <p:nvPr/>
        </p:nvSpPr>
        <p:spPr>
          <a:xfrm>
            <a:off x="5193791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Oval 118"/>
          <p:cNvSpPr/>
          <p:nvPr/>
        </p:nvSpPr>
        <p:spPr>
          <a:xfrm>
            <a:off x="5586984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Oval 119"/>
          <p:cNvSpPr/>
          <p:nvPr/>
        </p:nvSpPr>
        <p:spPr>
          <a:xfrm>
            <a:off x="5980176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Oval 120"/>
          <p:cNvSpPr/>
          <p:nvPr/>
        </p:nvSpPr>
        <p:spPr>
          <a:xfrm>
            <a:off x="6373367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1" name="Oval 121"/>
          <p:cNvSpPr/>
          <p:nvPr/>
        </p:nvSpPr>
        <p:spPr>
          <a:xfrm>
            <a:off x="6766559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Oval 122"/>
          <p:cNvSpPr/>
          <p:nvPr/>
        </p:nvSpPr>
        <p:spPr>
          <a:xfrm>
            <a:off x="7159752" y="4096511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Oval 123"/>
          <p:cNvSpPr/>
          <p:nvPr/>
        </p:nvSpPr>
        <p:spPr>
          <a:xfrm>
            <a:off x="996694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Oval 124"/>
          <p:cNvSpPr/>
          <p:nvPr/>
        </p:nvSpPr>
        <p:spPr>
          <a:xfrm>
            <a:off x="1389888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Oval 125"/>
          <p:cNvSpPr/>
          <p:nvPr/>
        </p:nvSpPr>
        <p:spPr>
          <a:xfrm>
            <a:off x="1783079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6" name="Oval 126"/>
          <p:cNvSpPr/>
          <p:nvPr/>
        </p:nvSpPr>
        <p:spPr>
          <a:xfrm>
            <a:off x="2176272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Oval 127"/>
          <p:cNvSpPr/>
          <p:nvPr/>
        </p:nvSpPr>
        <p:spPr>
          <a:xfrm>
            <a:off x="2569464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Oval 128"/>
          <p:cNvSpPr/>
          <p:nvPr/>
        </p:nvSpPr>
        <p:spPr>
          <a:xfrm>
            <a:off x="2962655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9" name="Oval 129"/>
          <p:cNvSpPr/>
          <p:nvPr/>
        </p:nvSpPr>
        <p:spPr>
          <a:xfrm>
            <a:off x="3355847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Oval 130"/>
          <p:cNvSpPr/>
          <p:nvPr/>
        </p:nvSpPr>
        <p:spPr>
          <a:xfrm>
            <a:off x="3749038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Oval 131"/>
          <p:cNvSpPr/>
          <p:nvPr/>
        </p:nvSpPr>
        <p:spPr>
          <a:xfrm>
            <a:off x="4142230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Oval 132"/>
          <p:cNvSpPr/>
          <p:nvPr/>
        </p:nvSpPr>
        <p:spPr>
          <a:xfrm>
            <a:off x="4535423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Oval 133"/>
          <p:cNvSpPr/>
          <p:nvPr/>
        </p:nvSpPr>
        <p:spPr>
          <a:xfrm>
            <a:off x="4928615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Oval 134"/>
          <p:cNvSpPr/>
          <p:nvPr/>
        </p:nvSpPr>
        <p:spPr>
          <a:xfrm>
            <a:off x="5321806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5" name="Oval 135"/>
          <p:cNvSpPr/>
          <p:nvPr/>
        </p:nvSpPr>
        <p:spPr>
          <a:xfrm>
            <a:off x="5715000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Oval 136"/>
          <p:cNvSpPr/>
          <p:nvPr/>
        </p:nvSpPr>
        <p:spPr>
          <a:xfrm>
            <a:off x="6108191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Oval 137"/>
          <p:cNvSpPr/>
          <p:nvPr/>
        </p:nvSpPr>
        <p:spPr>
          <a:xfrm>
            <a:off x="6501383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Oval 138"/>
          <p:cNvSpPr/>
          <p:nvPr/>
        </p:nvSpPr>
        <p:spPr>
          <a:xfrm>
            <a:off x="6894576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Oval 139"/>
          <p:cNvSpPr/>
          <p:nvPr/>
        </p:nvSpPr>
        <p:spPr>
          <a:xfrm>
            <a:off x="7287768" y="4489703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Oval 140"/>
          <p:cNvSpPr/>
          <p:nvPr/>
        </p:nvSpPr>
        <p:spPr>
          <a:xfrm>
            <a:off x="868680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1" name="Oval 141"/>
          <p:cNvSpPr/>
          <p:nvPr/>
        </p:nvSpPr>
        <p:spPr>
          <a:xfrm>
            <a:off x="1261872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Oval 142"/>
          <p:cNvSpPr/>
          <p:nvPr/>
        </p:nvSpPr>
        <p:spPr>
          <a:xfrm>
            <a:off x="1655064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Oval 143"/>
          <p:cNvSpPr/>
          <p:nvPr/>
        </p:nvSpPr>
        <p:spPr>
          <a:xfrm>
            <a:off x="2048255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Oval 144"/>
          <p:cNvSpPr/>
          <p:nvPr/>
        </p:nvSpPr>
        <p:spPr>
          <a:xfrm>
            <a:off x="2441448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5" name="Oval 145"/>
          <p:cNvSpPr/>
          <p:nvPr/>
        </p:nvSpPr>
        <p:spPr>
          <a:xfrm>
            <a:off x="2834638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Oval 146"/>
          <p:cNvSpPr/>
          <p:nvPr/>
        </p:nvSpPr>
        <p:spPr>
          <a:xfrm>
            <a:off x="3227832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Oval 147"/>
          <p:cNvSpPr/>
          <p:nvPr/>
        </p:nvSpPr>
        <p:spPr>
          <a:xfrm>
            <a:off x="3621023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Oval 148"/>
          <p:cNvSpPr/>
          <p:nvPr/>
        </p:nvSpPr>
        <p:spPr>
          <a:xfrm>
            <a:off x="4014215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Oval 149"/>
          <p:cNvSpPr/>
          <p:nvPr/>
        </p:nvSpPr>
        <p:spPr>
          <a:xfrm>
            <a:off x="4407408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Oval 150"/>
          <p:cNvSpPr/>
          <p:nvPr/>
        </p:nvSpPr>
        <p:spPr>
          <a:xfrm>
            <a:off x="4800600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1" name="Oval 151"/>
          <p:cNvSpPr/>
          <p:nvPr/>
        </p:nvSpPr>
        <p:spPr>
          <a:xfrm>
            <a:off x="5193791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Oval 152"/>
          <p:cNvSpPr/>
          <p:nvPr/>
        </p:nvSpPr>
        <p:spPr>
          <a:xfrm>
            <a:off x="5586984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3" name="Oval 153"/>
          <p:cNvSpPr/>
          <p:nvPr/>
        </p:nvSpPr>
        <p:spPr>
          <a:xfrm>
            <a:off x="5980176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Oval 154"/>
          <p:cNvSpPr/>
          <p:nvPr/>
        </p:nvSpPr>
        <p:spPr>
          <a:xfrm>
            <a:off x="6373367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Oval 155"/>
          <p:cNvSpPr/>
          <p:nvPr/>
        </p:nvSpPr>
        <p:spPr>
          <a:xfrm>
            <a:off x="6766559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Oval 156"/>
          <p:cNvSpPr/>
          <p:nvPr/>
        </p:nvSpPr>
        <p:spPr>
          <a:xfrm>
            <a:off x="7159752" y="4882896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Oval 157"/>
          <p:cNvSpPr/>
          <p:nvPr/>
        </p:nvSpPr>
        <p:spPr>
          <a:xfrm>
            <a:off x="996694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Oval 158"/>
          <p:cNvSpPr/>
          <p:nvPr/>
        </p:nvSpPr>
        <p:spPr>
          <a:xfrm>
            <a:off x="1389888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9" name="Oval 159"/>
          <p:cNvSpPr/>
          <p:nvPr/>
        </p:nvSpPr>
        <p:spPr>
          <a:xfrm>
            <a:off x="1783079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0" name="Oval 160"/>
          <p:cNvSpPr/>
          <p:nvPr/>
        </p:nvSpPr>
        <p:spPr>
          <a:xfrm>
            <a:off x="2176272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1" name="Oval 161"/>
          <p:cNvSpPr/>
          <p:nvPr/>
        </p:nvSpPr>
        <p:spPr>
          <a:xfrm>
            <a:off x="2569464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Oval 162"/>
          <p:cNvSpPr/>
          <p:nvPr/>
        </p:nvSpPr>
        <p:spPr>
          <a:xfrm>
            <a:off x="2962655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" name="Oval 163"/>
          <p:cNvSpPr/>
          <p:nvPr/>
        </p:nvSpPr>
        <p:spPr>
          <a:xfrm>
            <a:off x="3355847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4" name="Oval 164"/>
          <p:cNvSpPr/>
          <p:nvPr/>
        </p:nvSpPr>
        <p:spPr>
          <a:xfrm>
            <a:off x="3749038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" name="Oval 165"/>
          <p:cNvSpPr/>
          <p:nvPr/>
        </p:nvSpPr>
        <p:spPr>
          <a:xfrm>
            <a:off x="4142230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" name="Oval 166"/>
          <p:cNvSpPr/>
          <p:nvPr/>
        </p:nvSpPr>
        <p:spPr>
          <a:xfrm>
            <a:off x="4535423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Oval 167"/>
          <p:cNvSpPr/>
          <p:nvPr/>
        </p:nvSpPr>
        <p:spPr>
          <a:xfrm>
            <a:off x="4928615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" name="Oval 168"/>
          <p:cNvSpPr/>
          <p:nvPr/>
        </p:nvSpPr>
        <p:spPr>
          <a:xfrm>
            <a:off x="5321806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Oval 169"/>
          <p:cNvSpPr/>
          <p:nvPr/>
        </p:nvSpPr>
        <p:spPr>
          <a:xfrm>
            <a:off x="5715000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Oval 170"/>
          <p:cNvSpPr/>
          <p:nvPr/>
        </p:nvSpPr>
        <p:spPr>
          <a:xfrm>
            <a:off x="6108191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Oval 171"/>
          <p:cNvSpPr/>
          <p:nvPr/>
        </p:nvSpPr>
        <p:spPr>
          <a:xfrm>
            <a:off x="6501383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Oval 172"/>
          <p:cNvSpPr/>
          <p:nvPr/>
        </p:nvSpPr>
        <p:spPr>
          <a:xfrm>
            <a:off x="6894576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" name="Oval 173"/>
          <p:cNvSpPr/>
          <p:nvPr/>
        </p:nvSpPr>
        <p:spPr>
          <a:xfrm>
            <a:off x="7287768" y="5276088"/>
            <a:ext cx="68581" cy="685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4" name="Rounded Rectangle 174"/>
          <p:cNvSpPr/>
          <p:nvPr/>
        </p:nvSpPr>
        <p:spPr>
          <a:xfrm>
            <a:off x="8814816" y="2267711"/>
            <a:ext cx="1417321" cy="182880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Connector 175"/>
          <p:cNvSpPr/>
          <p:nvPr/>
        </p:nvSpPr>
        <p:spPr>
          <a:xfrm>
            <a:off x="9070847" y="2770632"/>
            <a:ext cx="886968" cy="1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" name="Connector 176"/>
          <p:cNvSpPr/>
          <p:nvPr/>
        </p:nvSpPr>
        <p:spPr>
          <a:xfrm>
            <a:off x="9070847" y="3118104"/>
            <a:ext cx="731521" cy="1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" name="Connector 177"/>
          <p:cNvSpPr/>
          <p:nvPr/>
        </p:nvSpPr>
        <p:spPr>
          <a:xfrm>
            <a:off x="9070847" y="3465576"/>
            <a:ext cx="813817" cy="1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" name="Connector 178"/>
          <p:cNvSpPr/>
          <p:nvPr/>
        </p:nvSpPr>
        <p:spPr>
          <a:xfrm>
            <a:off x="2868928" y="1716786"/>
            <a:ext cx="5945889" cy="1465326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" name="Connector 179"/>
          <p:cNvSpPr/>
          <p:nvPr/>
        </p:nvSpPr>
        <p:spPr>
          <a:xfrm>
            <a:off x="2868929" y="1789937"/>
            <a:ext cx="5945887" cy="1392176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" name="Connector 180"/>
          <p:cNvSpPr/>
          <p:nvPr/>
        </p:nvSpPr>
        <p:spPr>
          <a:xfrm>
            <a:off x="2868928" y="1863090"/>
            <a:ext cx="5945889" cy="1319023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" name="Connector 181"/>
          <p:cNvSpPr/>
          <p:nvPr/>
        </p:nvSpPr>
        <p:spPr>
          <a:xfrm>
            <a:off x="4048504" y="1771649"/>
            <a:ext cx="4766312" cy="141046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" name="Connector 182"/>
          <p:cNvSpPr/>
          <p:nvPr/>
        </p:nvSpPr>
        <p:spPr>
          <a:xfrm>
            <a:off x="2996945" y="2109977"/>
            <a:ext cx="5817872" cy="1072136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" name="Connector 183"/>
          <p:cNvSpPr/>
          <p:nvPr/>
        </p:nvSpPr>
        <p:spPr>
          <a:xfrm>
            <a:off x="2996945" y="2183130"/>
            <a:ext cx="5817871" cy="998982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" name="Connector 184"/>
          <p:cNvSpPr/>
          <p:nvPr/>
        </p:nvSpPr>
        <p:spPr>
          <a:xfrm>
            <a:off x="2996946" y="2256281"/>
            <a:ext cx="5817870" cy="925832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" name="Connector 185"/>
          <p:cNvSpPr/>
          <p:nvPr/>
        </p:nvSpPr>
        <p:spPr>
          <a:xfrm>
            <a:off x="3655314" y="2558034"/>
            <a:ext cx="5159503" cy="62407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" name="Connector 186"/>
          <p:cNvSpPr/>
          <p:nvPr/>
        </p:nvSpPr>
        <p:spPr>
          <a:xfrm>
            <a:off x="3783328" y="2896362"/>
            <a:ext cx="5031489" cy="285750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" name="Connector 187"/>
          <p:cNvSpPr/>
          <p:nvPr/>
        </p:nvSpPr>
        <p:spPr>
          <a:xfrm>
            <a:off x="3783329" y="2969514"/>
            <a:ext cx="5031488" cy="212598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" name="Connector 188"/>
          <p:cNvSpPr/>
          <p:nvPr/>
        </p:nvSpPr>
        <p:spPr>
          <a:xfrm>
            <a:off x="3783329" y="3042666"/>
            <a:ext cx="5031488" cy="139446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" name="Connector 189"/>
          <p:cNvSpPr/>
          <p:nvPr/>
        </p:nvSpPr>
        <p:spPr>
          <a:xfrm flipV="1">
            <a:off x="4048504" y="3182112"/>
            <a:ext cx="4766312" cy="16230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" name="Connector 190"/>
          <p:cNvSpPr/>
          <p:nvPr/>
        </p:nvSpPr>
        <p:spPr>
          <a:xfrm flipV="1">
            <a:off x="6014465" y="3182111"/>
            <a:ext cx="2800351" cy="107443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" name="Connector 191"/>
          <p:cNvSpPr/>
          <p:nvPr/>
        </p:nvSpPr>
        <p:spPr>
          <a:xfrm flipV="1">
            <a:off x="6014465" y="3182111"/>
            <a:ext cx="2800351" cy="180595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" name="Connector 192"/>
          <p:cNvSpPr/>
          <p:nvPr/>
        </p:nvSpPr>
        <p:spPr>
          <a:xfrm flipV="1">
            <a:off x="6014465" y="3182111"/>
            <a:ext cx="2800351" cy="253747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" name="Connector 193"/>
          <p:cNvSpPr/>
          <p:nvPr/>
        </p:nvSpPr>
        <p:spPr>
          <a:xfrm flipV="1">
            <a:off x="1689354" y="3182112"/>
            <a:ext cx="7125463" cy="893826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" name="Connector 194"/>
          <p:cNvSpPr/>
          <p:nvPr/>
        </p:nvSpPr>
        <p:spPr>
          <a:xfrm flipV="1">
            <a:off x="1689354" y="3182112"/>
            <a:ext cx="7125463" cy="966978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" name="Connector 195"/>
          <p:cNvSpPr/>
          <p:nvPr/>
        </p:nvSpPr>
        <p:spPr>
          <a:xfrm flipV="1">
            <a:off x="1689354" y="3182112"/>
            <a:ext cx="7125462" cy="104013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" name="Connector 196"/>
          <p:cNvSpPr/>
          <p:nvPr/>
        </p:nvSpPr>
        <p:spPr>
          <a:xfrm flipV="1">
            <a:off x="1296161" y="3182111"/>
            <a:ext cx="7518656" cy="173507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" name="TextBox 198"/>
          <p:cNvSpPr txBox="1"/>
          <p:nvPr/>
        </p:nvSpPr>
        <p:spPr>
          <a:xfrm>
            <a:off x="8081771" y="4426458"/>
            <a:ext cx="1701180" cy="559148"/>
          </a:xfrm>
          <a:prstGeom prst="rect">
            <a:avLst/>
          </a:prstGeom>
          <a:solidFill>
            <a:schemeClr val="accent2"/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• power raters dominating</a:t>
            </a:r>
          </a:p>
        </p:txBody>
      </p:sp>
      <p:sp>
        <p:nvSpPr>
          <p:cNvPr id="588" name="TextBox 201"/>
          <p:cNvSpPr txBox="1"/>
          <p:nvPr/>
        </p:nvSpPr>
        <p:spPr>
          <a:xfrm>
            <a:off x="914399" y="5715000"/>
            <a:ext cx="29260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 few rate constantly</a:t>
            </a:r>
          </a:p>
        </p:txBody>
      </p:sp>
      <p:sp>
        <p:nvSpPr>
          <p:cNvPr id="589" name="TextBox 202"/>
          <p:cNvSpPr txBox="1"/>
          <p:nvPr/>
        </p:nvSpPr>
        <p:spPr>
          <a:xfrm>
            <a:off x="4480559" y="5715000"/>
            <a:ext cx="30175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Most rate occasionally</a:t>
            </a:r>
          </a:p>
        </p:txBody>
      </p:sp>
      <p:sp>
        <p:nvSpPr>
          <p:cNvPr id="590" name="TextBox 203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CURRENT BRIDGING</a:t>
            </a:r>
          </a:p>
        </p:txBody>
      </p:sp>
      <p:sp>
        <p:nvSpPr>
          <p:cNvPr id="593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map inherits the imbalance</a:t>
            </a:r>
          </a:p>
        </p:txBody>
      </p:sp>
      <p:sp>
        <p:nvSpPr>
          <p:cNvPr id="594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95" name="Connector 4"/>
          <p:cNvSpPr/>
          <p:nvPr/>
        </p:nvSpPr>
        <p:spPr>
          <a:xfrm flipV="1">
            <a:off x="868680" y="2304288"/>
            <a:ext cx="9966961" cy="2066545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" name="Oval 5"/>
          <p:cNvSpPr/>
          <p:nvPr/>
        </p:nvSpPr>
        <p:spPr>
          <a:xfrm>
            <a:off x="1005839" y="4498847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Oval 6"/>
          <p:cNvSpPr/>
          <p:nvPr/>
        </p:nvSpPr>
        <p:spPr>
          <a:xfrm>
            <a:off x="1508760" y="4014215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Oval 7"/>
          <p:cNvSpPr/>
          <p:nvPr/>
        </p:nvSpPr>
        <p:spPr>
          <a:xfrm>
            <a:off x="2011679" y="3913632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Oval 8"/>
          <p:cNvSpPr/>
          <p:nvPr/>
        </p:nvSpPr>
        <p:spPr>
          <a:xfrm>
            <a:off x="2514600" y="4197096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Oval 9"/>
          <p:cNvSpPr/>
          <p:nvPr/>
        </p:nvSpPr>
        <p:spPr>
          <a:xfrm>
            <a:off x="3017520" y="3712462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Oval 10"/>
          <p:cNvSpPr/>
          <p:nvPr/>
        </p:nvSpPr>
        <p:spPr>
          <a:xfrm>
            <a:off x="3520440" y="36118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Oval 11"/>
          <p:cNvSpPr/>
          <p:nvPr/>
        </p:nvSpPr>
        <p:spPr>
          <a:xfrm>
            <a:off x="4023359" y="3895344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Oval 12"/>
          <p:cNvSpPr/>
          <p:nvPr/>
        </p:nvSpPr>
        <p:spPr>
          <a:xfrm>
            <a:off x="4526279" y="3410711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Oval 13"/>
          <p:cNvSpPr/>
          <p:nvPr/>
        </p:nvSpPr>
        <p:spPr>
          <a:xfrm>
            <a:off x="5029200" y="3310128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Oval 14"/>
          <p:cNvSpPr/>
          <p:nvPr/>
        </p:nvSpPr>
        <p:spPr>
          <a:xfrm>
            <a:off x="5532120" y="3593591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Oval 15"/>
          <p:cNvSpPr/>
          <p:nvPr/>
        </p:nvSpPr>
        <p:spPr>
          <a:xfrm>
            <a:off x="6035040" y="31089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Oval 16"/>
          <p:cNvSpPr/>
          <p:nvPr/>
        </p:nvSpPr>
        <p:spPr>
          <a:xfrm>
            <a:off x="6537959" y="3008376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Oval 17"/>
          <p:cNvSpPr/>
          <p:nvPr/>
        </p:nvSpPr>
        <p:spPr>
          <a:xfrm>
            <a:off x="7040880" y="3291838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Oval 18"/>
          <p:cNvSpPr/>
          <p:nvPr/>
        </p:nvSpPr>
        <p:spPr>
          <a:xfrm>
            <a:off x="7543800" y="2807207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Oval 19"/>
          <p:cNvSpPr/>
          <p:nvPr/>
        </p:nvSpPr>
        <p:spPr>
          <a:xfrm>
            <a:off x="8046719" y="2706623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" name="Oval 20"/>
          <p:cNvSpPr/>
          <p:nvPr/>
        </p:nvSpPr>
        <p:spPr>
          <a:xfrm>
            <a:off x="8549640" y="2990088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Oval 21"/>
          <p:cNvSpPr/>
          <p:nvPr/>
        </p:nvSpPr>
        <p:spPr>
          <a:xfrm>
            <a:off x="9052559" y="2505455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Oval 22"/>
          <p:cNvSpPr/>
          <p:nvPr/>
        </p:nvSpPr>
        <p:spPr>
          <a:xfrm>
            <a:off x="9555480" y="2404872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Oval 23"/>
          <p:cNvSpPr/>
          <p:nvPr/>
        </p:nvSpPr>
        <p:spPr>
          <a:xfrm>
            <a:off x="7178040" y="1783079"/>
            <a:ext cx="246889" cy="2468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24"/>
          <p:cNvSpPr/>
          <p:nvPr/>
        </p:nvSpPr>
        <p:spPr>
          <a:xfrm flipH="1">
            <a:off x="7223759" y="2029966"/>
            <a:ext cx="73154" cy="103327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" name="Oval 25"/>
          <p:cNvSpPr/>
          <p:nvPr/>
        </p:nvSpPr>
        <p:spPr>
          <a:xfrm>
            <a:off x="7635240" y="1572767"/>
            <a:ext cx="246889" cy="2468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" name="Connector 26"/>
          <p:cNvSpPr/>
          <p:nvPr/>
        </p:nvSpPr>
        <p:spPr>
          <a:xfrm flipH="1">
            <a:off x="7680960" y="1819656"/>
            <a:ext cx="73153" cy="124358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" name="Oval 27"/>
          <p:cNvSpPr/>
          <p:nvPr/>
        </p:nvSpPr>
        <p:spPr>
          <a:xfrm>
            <a:off x="7973568" y="1874518"/>
            <a:ext cx="246889" cy="24688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28"/>
          <p:cNvSpPr/>
          <p:nvPr/>
        </p:nvSpPr>
        <p:spPr>
          <a:xfrm flipH="1">
            <a:off x="8019287" y="2121407"/>
            <a:ext cx="73153" cy="94183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TextBox 29"/>
          <p:cNvSpPr txBox="1"/>
          <p:nvPr/>
        </p:nvSpPr>
        <p:spPr>
          <a:xfrm>
            <a:off x="896111" y="4617720"/>
            <a:ext cx="28346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LATENT VIEWPOINT MAP</a:t>
            </a:r>
          </a:p>
        </p:txBody>
      </p:sp>
      <p:sp>
        <p:nvSpPr>
          <p:cNvPr id="621" name="TextBox 30"/>
          <p:cNvSpPr txBox="1"/>
          <p:nvPr/>
        </p:nvSpPr>
        <p:spPr>
          <a:xfrm>
            <a:off x="914400" y="5532120"/>
            <a:ext cx="301752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Activity shapes the map</a:t>
            </a:r>
          </a:p>
        </p:txBody>
      </p:sp>
      <p:sp>
        <p:nvSpPr>
          <p:cNvPr id="622" name="TextBox 31"/>
          <p:cNvSpPr txBox="1"/>
          <p:nvPr/>
        </p:nvSpPr>
        <p:spPr>
          <a:xfrm>
            <a:off x="5989320" y="5532120"/>
            <a:ext cx="374904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map defines ‘bridging’</a:t>
            </a:r>
          </a:p>
        </p:txBody>
      </p:sp>
      <p:sp>
        <p:nvSpPr>
          <p:cNvPr id="623" name="TextBox 3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(2026); Nudo et al.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626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627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628" name="Oval 4"/>
          <p:cNvSpPr/>
          <p:nvPr/>
        </p:nvSpPr>
        <p:spPr>
          <a:xfrm>
            <a:off x="960119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Oval 5"/>
          <p:cNvSpPr/>
          <p:nvPr/>
        </p:nvSpPr>
        <p:spPr>
          <a:xfrm>
            <a:off x="1344167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Oval 6"/>
          <p:cNvSpPr/>
          <p:nvPr/>
        </p:nvSpPr>
        <p:spPr>
          <a:xfrm>
            <a:off x="1728216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Oval 7"/>
          <p:cNvSpPr/>
          <p:nvPr/>
        </p:nvSpPr>
        <p:spPr>
          <a:xfrm>
            <a:off x="2112264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Oval 8"/>
          <p:cNvSpPr/>
          <p:nvPr/>
        </p:nvSpPr>
        <p:spPr>
          <a:xfrm>
            <a:off x="2496311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3" name="Oval 9"/>
          <p:cNvSpPr/>
          <p:nvPr/>
        </p:nvSpPr>
        <p:spPr>
          <a:xfrm>
            <a:off x="2880360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Oval 10"/>
          <p:cNvSpPr/>
          <p:nvPr/>
        </p:nvSpPr>
        <p:spPr>
          <a:xfrm>
            <a:off x="3264408" y="18288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5" name="Oval 11"/>
          <p:cNvSpPr/>
          <p:nvPr/>
        </p:nvSpPr>
        <p:spPr>
          <a:xfrm>
            <a:off x="1088136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Oval 12"/>
          <p:cNvSpPr/>
          <p:nvPr/>
        </p:nvSpPr>
        <p:spPr>
          <a:xfrm>
            <a:off x="1472183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Oval 13"/>
          <p:cNvSpPr/>
          <p:nvPr/>
        </p:nvSpPr>
        <p:spPr>
          <a:xfrm>
            <a:off x="1856232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Oval 14"/>
          <p:cNvSpPr/>
          <p:nvPr/>
        </p:nvSpPr>
        <p:spPr>
          <a:xfrm>
            <a:off x="2240279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9" name="Oval 15"/>
          <p:cNvSpPr/>
          <p:nvPr/>
        </p:nvSpPr>
        <p:spPr>
          <a:xfrm>
            <a:off x="2624327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Oval 16"/>
          <p:cNvSpPr/>
          <p:nvPr/>
        </p:nvSpPr>
        <p:spPr>
          <a:xfrm>
            <a:off x="3008376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1" name="Oval 17"/>
          <p:cNvSpPr/>
          <p:nvPr/>
        </p:nvSpPr>
        <p:spPr>
          <a:xfrm>
            <a:off x="3392423" y="22402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2" name="Oval 18"/>
          <p:cNvSpPr/>
          <p:nvPr/>
        </p:nvSpPr>
        <p:spPr>
          <a:xfrm>
            <a:off x="960119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Oval 19"/>
          <p:cNvSpPr/>
          <p:nvPr/>
        </p:nvSpPr>
        <p:spPr>
          <a:xfrm>
            <a:off x="1344167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4" name="Oval 20"/>
          <p:cNvSpPr/>
          <p:nvPr/>
        </p:nvSpPr>
        <p:spPr>
          <a:xfrm>
            <a:off x="1728216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5" name="Oval 21"/>
          <p:cNvSpPr/>
          <p:nvPr/>
        </p:nvSpPr>
        <p:spPr>
          <a:xfrm>
            <a:off x="2112264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Oval 22"/>
          <p:cNvSpPr/>
          <p:nvPr/>
        </p:nvSpPr>
        <p:spPr>
          <a:xfrm>
            <a:off x="2496311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Oval 23"/>
          <p:cNvSpPr/>
          <p:nvPr/>
        </p:nvSpPr>
        <p:spPr>
          <a:xfrm>
            <a:off x="2880360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8" name="Oval 24"/>
          <p:cNvSpPr/>
          <p:nvPr/>
        </p:nvSpPr>
        <p:spPr>
          <a:xfrm>
            <a:off x="3264408" y="265176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Oval 25"/>
          <p:cNvSpPr/>
          <p:nvPr/>
        </p:nvSpPr>
        <p:spPr>
          <a:xfrm>
            <a:off x="1088136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0" name="Oval 26"/>
          <p:cNvSpPr/>
          <p:nvPr/>
        </p:nvSpPr>
        <p:spPr>
          <a:xfrm>
            <a:off x="1472183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Oval 27"/>
          <p:cNvSpPr/>
          <p:nvPr/>
        </p:nvSpPr>
        <p:spPr>
          <a:xfrm>
            <a:off x="1856232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Oval 28"/>
          <p:cNvSpPr/>
          <p:nvPr/>
        </p:nvSpPr>
        <p:spPr>
          <a:xfrm>
            <a:off x="2240279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Oval 29"/>
          <p:cNvSpPr/>
          <p:nvPr/>
        </p:nvSpPr>
        <p:spPr>
          <a:xfrm>
            <a:off x="2624327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4" name="Oval 30"/>
          <p:cNvSpPr/>
          <p:nvPr/>
        </p:nvSpPr>
        <p:spPr>
          <a:xfrm>
            <a:off x="3008376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5" name="Oval 31"/>
          <p:cNvSpPr/>
          <p:nvPr/>
        </p:nvSpPr>
        <p:spPr>
          <a:xfrm>
            <a:off x="3392423" y="306323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Oval 32"/>
          <p:cNvSpPr/>
          <p:nvPr/>
        </p:nvSpPr>
        <p:spPr>
          <a:xfrm>
            <a:off x="960119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7" name="Oval 33"/>
          <p:cNvSpPr/>
          <p:nvPr/>
        </p:nvSpPr>
        <p:spPr>
          <a:xfrm>
            <a:off x="1344167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Oval 34"/>
          <p:cNvSpPr/>
          <p:nvPr/>
        </p:nvSpPr>
        <p:spPr>
          <a:xfrm>
            <a:off x="1728216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9" name="Oval 35"/>
          <p:cNvSpPr/>
          <p:nvPr/>
        </p:nvSpPr>
        <p:spPr>
          <a:xfrm>
            <a:off x="2112264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Oval 36"/>
          <p:cNvSpPr/>
          <p:nvPr/>
        </p:nvSpPr>
        <p:spPr>
          <a:xfrm>
            <a:off x="2496311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1" name="Oval 37"/>
          <p:cNvSpPr/>
          <p:nvPr/>
        </p:nvSpPr>
        <p:spPr>
          <a:xfrm>
            <a:off x="2880360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2" name="Oval 38"/>
          <p:cNvSpPr/>
          <p:nvPr/>
        </p:nvSpPr>
        <p:spPr>
          <a:xfrm>
            <a:off x="3264408" y="347472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3" name="Oval 39"/>
          <p:cNvSpPr/>
          <p:nvPr/>
        </p:nvSpPr>
        <p:spPr>
          <a:xfrm>
            <a:off x="1088136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4" name="Oval 40"/>
          <p:cNvSpPr/>
          <p:nvPr/>
        </p:nvSpPr>
        <p:spPr>
          <a:xfrm>
            <a:off x="1472183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5" name="Oval 41"/>
          <p:cNvSpPr/>
          <p:nvPr/>
        </p:nvSpPr>
        <p:spPr>
          <a:xfrm>
            <a:off x="1856232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6" name="Oval 42"/>
          <p:cNvSpPr/>
          <p:nvPr/>
        </p:nvSpPr>
        <p:spPr>
          <a:xfrm>
            <a:off x="2240279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Oval 43"/>
          <p:cNvSpPr/>
          <p:nvPr/>
        </p:nvSpPr>
        <p:spPr>
          <a:xfrm>
            <a:off x="2624327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8" name="Oval 44"/>
          <p:cNvSpPr/>
          <p:nvPr/>
        </p:nvSpPr>
        <p:spPr>
          <a:xfrm>
            <a:off x="3008376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9" name="Oval 45"/>
          <p:cNvSpPr/>
          <p:nvPr/>
        </p:nvSpPr>
        <p:spPr>
          <a:xfrm>
            <a:off x="3392423" y="3886200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0" name="Oval 46"/>
          <p:cNvSpPr/>
          <p:nvPr/>
        </p:nvSpPr>
        <p:spPr>
          <a:xfrm>
            <a:off x="960119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Oval 47"/>
          <p:cNvSpPr/>
          <p:nvPr/>
        </p:nvSpPr>
        <p:spPr>
          <a:xfrm>
            <a:off x="1344167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Oval 48"/>
          <p:cNvSpPr/>
          <p:nvPr/>
        </p:nvSpPr>
        <p:spPr>
          <a:xfrm>
            <a:off x="1728216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3" name="Oval 49"/>
          <p:cNvSpPr/>
          <p:nvPr/>
        </p:nvSpPr>
        <p:spPr>
          <a:xfrm>
            <a:off x="2112264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4" name="Oval 50"/>
          <p:cNvSpPr/>
          <p:nvPr/>
        </p:nvSpPr>
        <p:spPr>
          <a:xfrm>
            <a:off x="2496311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Oval 51"/>
          <p:cNvSpPr/>
          <p:nvPr/>
        </p:nvSpPr>
        <p:spPr>
          <a:xfrm>
            <a:off x="2880360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Oval 52"/>
          <p:cNvSpPr/>
          <p:nvPr/>
        </p:nvSpPr>
        <p:spPr>
          <a:xfrm>
            <a:off x="3264408" y="4297679"/>
            <a:ext cx="91441" cy="9144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" name="Oval 53"/>
          <p:cNvSpPr/>
          <p:nvPr/>
        </p:nvSpPr>
        <p:spPr>
          <a:xfrm>
            <a:off x="7909559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" name="Oval 54"/>
          <p:cNvSpPr/>
          <p:nvPr/>
        </p:nvSpPr>
        <p:spPr>
          <a:xfrm>
            <a:off x="8293607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9" name="Oval 55"/>
          <p:cNvSpPr/>
          <p:nvPr/>
        </p:nvSpPr>
        <p:spPr>
          <a:xfrm>
            <a:off x="8677656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0" name="Oval 56"/>
          <p:cNvSpPr/>
          <p:nvPr/>
        </p:nvSpPr>
        <p:spPr>
          <a:xfrm>
            <a:off x="9061704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Oval 57"/>
          <p:cNvSpPr/>
          <p:nvPr/>
        </p:nvSpPr>
        <p:spPr>
          <a:xfrm>
            <a:off x="9445752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2" name="Oval 58"/>
          <p:cNvSpPr/>
          <p:nvPr/>
        </p:nvSpPr>
        <p:spPr>
          <a:xfrm>
            <a:off x="9829800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3" name="Oval 59"/>
          <p:cNvSpPr/>
          <p:nvPr/>
        </p:nvSpPr>
        <p:spPr>
          <a:xfrm>
            <a:off x="10213847" y="18288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Oval 60"/>
          <p:cNvSpPr/>
          <p:nvPr/>
        </p:nvSpPr>
        <p:spPr>
          <a:xfrm>
            <a:off x="8037576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5" name="Oval 61"/>
          <p:cNvSpPr/>
          <p:nvPr/>
        </p:nvSpPr>
        <p:spPr>
          <a:xfrm>
            <a:off x="8421623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6" name="Oval 62"/>
          <p:cNvSpPr/>
          <p:nvPr/>
        </p:nvSpPr>
        <p:spPr>
          <a:xfrm>
            <a:off x="8805671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7" name="Oval 63"/>
          <p:cNvSpPr/>
          <p:nvPr/>
        </p:nvSpPr>
        <p:spPr>
          <a:xfrm>
            <a:off x="9189719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8" name="Oval 64"/>
          <p:cNvSpPr/>
          <p:nvPr/>
        </p:nvSpPr>
        <p:spPr>
          <a:xfrm>
            <a:off x="9573768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9" name="Oval 65"/>
          <p:cNvSpPr/>
          <p:nvPr/>
        </p:nvSpPr>
        <p:spPr>
          <a:xfrm>
            <a:off x="9957816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0" name="Oval 66"/>
          <p:cNvSpPr/>
          <p:nvPr/>
        </p:nvSpPr>
        <p:spPr>
          <a:xfrm>
            <a:off x="10341864" y="22402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1" name="Oval 67"/>
          <p:cNvSpPr/>
          <p:nvPr/>
        </p:nvSpPr>
        <p:spPr>
          <a:xfrm>
            <a:off x="7909559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Oval 68"/>
          <p:cNvSpPr/>
          <p:nvPr/>
        </p:nvSpPr>
        <p:spPr>
          <a:xfrm>
            <a:off x="8293607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3" name="Oval 69"/>
          <p:cNvSpPr/>
          <p:nvPr/>
        </p:nvSpPr>
        <p:spPr>
          <a:xfrm>
            <a:off x="8677656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4" name="Oval 70"/>
          <p:cNvSpPr/>
          <p:nvPr/>
        </p:nvSpPr>
        <p:spPr>
          <a:xfrm>
            <a:off x="9061704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5" name="Oval 71"/>
          <p:cNvSpPr/>
          <p:nvPr/>
        </p:nvSpPr>
        <p:spPr>
          <a:xfrm>
            <a:off x="9445752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Oval 72"/>
          <p:cNvSpPr/>
          <p:nvPr/>
        </p:nvSpPr>
        <p:spPr>
          <a:xfrm>
            <a:off x="9829800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7" name="Oval 73"/>
          <p:cNvSpPr/>
          <p:nvPr/>
        </p:nvSpPr>
        <p:spPr>
          <a:xfrm>
            <a:off x="10213847" y="265176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8" name="Oval 74"/>
          <p:cNvSpPr/>
          <p:nvPr/>
        </p:nvSpPr>
        <p:spPr>
          <a:xfrm>
            <a:off x="8037576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Oval 75"/>
          <p:cNvSpPr/>
          <p:nvPr/>
        </p:nvSpPr>
        <p:spPr>
          <a:xfrm>
            <a:off x="8421623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0" name="Oval 76"/>
          <p:cNvSpPr/>
          <p:nvPr/>
        </p:nvSpPr>
        <p:spPr>
          <a:xfrm>
            <a:off x="8805671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1" name="Oval 77"/>
          <p:cNvSpPr/>
          <p:nvPr/>
        </p:nvSpPr>
        <p:spPr>
          <a:xfrm>
            <a:off x="9189719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2" name="Oval 78"/>
          <p:cNvSpPr/>
          <p:nvPr/>
        </p:nvSpPr>
        <p:spPr>
          <a:xfrm>
            <a:off x="9573768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3" name="Oval 79"/>
          <p:cNvSpPr/>
          <p:nvPr/>
        </p:nvSpPr>
        <p:spPr>
          <a:xfrm>
            <a:off x="9957816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4" name="Oval 80"/>
          <p:cNvSpPr/>
          <p:nvPr/>
        </p:nvSpPr>
        <p:spPr>
          <a:xfrm>
            <a:off x="10341864" y="306323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Oval 81"/>
          <p:cNvSpPr/>
          <p:nvPr/>
        </p:nvSpPr>
        <p:spPr>
          <a:xfrm>
            <a:off x="7909559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Oval 82"/>
          <p:cNvSpPr/>
          <p:nvPr/>
        </p:nvSpPr>
        <p:spPr>
          <a:xfrm>
            <a:off x="8293607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7" name="Oval 83"/>
          <p:cNvSpPr/>
          <p:nvPr/>
        </p:nvSpPr>
        <p:spPr>
          <a:xfrm>
            <a:off x="8677656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8" name="Oval 84"/>
          <p:cNvSpPr/>
          <p:nvPr/>
        </p:nvSpPr>
        <p:spPr>
          <a:xfrm>
            <a:off x="9061704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9" name="Oval 85"/>
          <p:cNvSpPr/>
          <p:nvPr/>
        </p:nvSpPr>
        <p:spPr>
          <a:xfrm>
            <a:off x="9445752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Oval 86"/>
          <p:cNvSpPr/>
          <p:nvPr/>
        </p:nvSpPr>
        <p:spPr>
          <a:xfrm>
            <a:off x="9829800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Oval 87"/>
          <p:cNvSpPr/>
          <p:nvPr/>
        </p:nvSpPr>
        <p:spPr>
          <a:xfrm>
            <a:off x="10213847" y="347472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2" name="Oval 88"/>
          <p:cNvSpPr/>
          <p:nvPr/>
        </p:nvSpPr>
        <p:spPr>
          <a:xfrm>
            <a:off x="8037576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3" name="Oval 89"/>
          <p:cNvSpPr/>
          <p:nvPr/>
        </p:nvSpPr>
        <p:spPr>
          <a:xfrm>
            <a:off x="8421623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4" name="Oval 90"/>
          <p:cNvSpPr/>
          <p:nvPr/>
        </p:nvSpPr>
        <p:spPr>
          <a:xfrm>
            <a:off x="8805671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Oval 91"/>
          <p:cNvSpPr/>
          <p:nvPr/>
        </p:nvSpPr>
        <p:spPr>
          <a:xfrm>
            <a:off x="9189719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6" name="Oval 92"/>
          <p:cNvSpPr/>
          <p:nvPr/>
        </p:nvSpPr>
        <p:spPr>
          <a:xfrm>
            <a:off x="9573768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7" name="Oval 93"/>
          <p:cNvSpPr/>
          <p:nvPr/>
        </p:nvSpPr>
        <p:spPr>
          <a:xfrm>
            <a:off x="9957816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8" name="Oval 94"/>
          <p:cNvSpPr/>
          <p:nvPr/>
        </p:nvSpPr>
        <p:spPr>
          <a:xfrm>
            <a:off x="10341864" y="3886200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9" name="Oval 95"/>
          <p:cNvSpPr/>
          <p:nvPr/>
        </p:nvSpPr>
        <p:spPr>
          <a:xfrm>
            <a:off x="7909559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0" name="Oval 96"/>
          <p:cNvSpPr/>
          <p:nvPr/>
        </p:nvSpPr>
        <p:spPr>
          <a:xfrm>
            <a:off x="8293607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1" name="Oval 97"/>
          <p:cNvSpPr/>
          <p:nvPr/>
        </p:nvSpPr>
        <p:spPr>
          <a:xfrm>
            <a:off x="8677656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2" name="Oval 98"/>
          <p:cNvSpPr/>
          <p:nvPr/>
        </p:nvSpPr>
        <p:spPr>
          <a:xfrm>
            <a:off x="9061704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3" name="Oval 99"/>
          <p:cNvSpPr/>
          <p:nvPr/>
        </p:nvSpPr>
        <p:spPr>
          <a:xfrm>
            <a:off x="9445752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4" name="Oval 100"/>
          <p:cNvSpPr/>
          <p:nvPr/>
        </p:nvSpPr>
        <p:spPr>
          <a:xfrm>
            <a:off x="9829800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5" name="Oval 101"/>
          <p:cNvSpPr/>
          <p:nvPr/>
        </p:nvSpPr>
        <p:spPr>
          <a:xfrm>
            <a:off x="10213847" y="4297679"/>
            <a:ext cx="91441" cy="9144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Rounded Rectangle 102"/>
          <p:cNvSpPr/>
          <p:nvPr/>
        </p:nvSpPr>
        <p:spPr>
          <a:xfrm>
            <a:off x="5413247" y="2304288"/>
            <a:ext cx="1371601" cy="1755649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7" name="Connector 103"/>
          <p:cNvSpPr/>
          <p:nvPr/>
        </p:nvSpPr>
        <p:spPr>
          <a:xfrm>
            <a:off x="5669279" y="2788920"/>
            <a:ext cx="868681" cy="1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" name="Connector 104"/>
          <p:cNvSpPr/>
          <p:nvPr/>
        </p:nvSpPr>
        <p:spPr>
          <a:xfrm>
            <a:off x="5669279" y="3108960"/>
            <a:ext cx="731521" cy="1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" name="Connector 105"/>
          <p:cNvSpPr/>
          <p:nvPr/>
        </p:nvSpPr>
        <p:spPr>
          <a:xfrm>
            <a:off x="5669279" y="3429000"/>
            <a:ext cx="822961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" name="Connector 106"/>
          <p:cNvSpPr/>
          <p:nvPr/>
        </p:nvSpPr>
        <p:spPr>
          <a:xfrm flipV="1">
            <a:off x="3310128" y="2907792"/>
            <a:ext cx="2103121" cy="143560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" name="Connector 107"/>
          <p:cNvSpPr/>
          <p:nvPr/>
        </p:nvSpPr>
        <p:spPr>
          <a:xfrm flipH="1">
            <a:off x="6784847" y="1874518"/>
            <a:ext cx="1170433" cy="103327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TextBox 108"/>
          <p:cNvSpPr txBox="1"/>
          <p:nvPr/>
        </p:nvSpPr>
        <p:spPr>
          <a:xfrm>
            <a:off x="960119" y="5193791"/>
            <a:ext cx="2286001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733" name="TextBox 109"/>
          <p:cNvSpPr txBox="1"/>
          <p:nvPr/>
        </p:nvSpPr>
        <p:spPr>
          <a:xfrm>
            <a:off x="4700015" y="5193791"/>
            <a:ext cx="2377441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734" name="TextBox 110"/>
          <p:cNvSpPr txBox="1"/>
          <p:nvPr/>
        </p:nvSpPr>
        <p:spPr>
          <a:xfrm>
            <a:off x="8467343" y="5193791"/>
            <a:ext cx="2743201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735" name="TextBox 111"/>
          <p:cNvSpPr txBox="1"/>
          <p:nvPr/>
        </p:nvSpPr>
        <p:spPr>
          <a:xfrm>
            <a:off x="3035807" y="5806440"/>
            <a:ext cx="62179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Switzerland · Belgium · Bosnia · Northern Ireland</a:t>
            </a:r>
          </a:p>
        </p:txBody>
      </p:sp>
      <p:sp>
        <p:nvSpPr>
          <p:cNvPr id="736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PHILOSOPHY</a:t>
            </a:r>
          </a:p>
        </p:txBody>
      </p:sp>
      <p:sp>
        <p:nvSpPr>
          <p:cNvPr id="739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740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741" name="Connector 4"/>
          <p:cNvSpPr/>
          <p:nvPr/>
        </p:nvSpPr>
        <p:spPr>
          <a:xfrm flipH="1">
            <a:off x="1298447" y="1709927"/>
            <a:ext cx="1" cy="4023360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" name="Oval 5"/>
          <p:cNvSpPr/>
          <p:nvPr/>
        </p:nvSpPr>
        <p:spPr>
          <a:xfrm>
            <a:off x="1216150" y="190195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3" name="TextBox 6"/>
          <p:cNvSpPr txBox="1"/>
          <p:nvPr/>
        </p:nvSpPr>
        <p:spPr>
          <a:xfrm>
            <a:off x="1700783" y="1810511"/>
            <a:ext cx="594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44" name="TextBox 7"/>
          <p:cNvSpPr txBox="1"/>
          <p:nvPr/>
        </p:nvSpPr>
        <p:spPr>
          <a:xfrm>
            <a:off x="2377439" y="1737360"/>
            <a:ext cx="324612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745" name="TextBox 8"/>
          <p:cNvSpPr txBox="1"/>
          <p:nvPr/>
        </p:nvSpPr>
        <p:spPr>
          <a:xfrm>
            <a:off x="6400800" y="1773935"/>
            <a:ext cx="320040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746" name="Oval 9"/>
          <p:cNvSpPr/>
          <p:nvPr/>
        </p:nvSpPr>
        <p:spPr>
          <a:xfrm>
            <a:off x="1216150" y="2871216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" name="TextBox 10"/>
          <p:cNvSpPr txBox="1"/>
          <p:nvPr/>
        </p:nvSpPr>
        <p:spPr>
          <a:xfrm>
            <a:off x="1700783" y="2779776"/>
            <a:ext cx="59436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48" name="TextBox 11"/>
          <p:cNvSpPr txBox="1"/>
          <p:nvPr/>
        </p:nvSpPr>
        <p:spPr>
          <a:xfrm>
            <a:off x="2377439" y="2706623"/>
            <a:ext cx="3246122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749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750" name="Oval 13"/>
          <p:cNvSpPr/>
          <p:nvPr/>
        </p:nvSpPr>
        <p:spPr>
          <a:xfrm>
            <a:off x="1216150" y="3840479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1" name="TextBox 14"/>
          <p:cNvSpPr txBox="1"/>
          <p:nvPr/>
        </p:nvSpPr>
        <p:spPr>
          <a:xfrm>
            <a:off x="1700783" y="3749040"/>
            <a:ext cx="59436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52" name="TextBox 15"/>
          <p:cNvSpPr txBox="1"/>
          <p:nvPr/>
        </p:nvSpPr>
        <p:spPr>
          <a:xfrm>
            <a:off x="2377439" y="3675888"/>
            <a:ext cx="324612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753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754" name="Oval 17"/>
          <p:cNvSpPr/>
          <p:nvPr/>
        </p:nvSpPr>
        <p:spPr>
          <a:xfrm>
            <a:off x="1216150" y="4809744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5" name="TextBox 18"/>
          <p:cNvSpPr txBox="1"/>
          <p:nvPr/>
        </p:nvSpPr>
        <p:spPr>
          <a:xfrm>
            <a:off x="1700783" y="4718303"/>
            <a:ext cx="5943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56" name="TextBox 19"/>
          <p:cNvSpPr txBox="1"/>
          <p:nvPr/>
        </p:nvSpPr>
        <p:spPr>
          <a:xfrm>
            <a:off x="2377439" y="4645152"/>
            <a:ext cx="324612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757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760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761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762" name="Connector 4"/>
          <p:cNvSpPr/>
          <p:nvPr/>
        </p:nvSpPr>
        <p:spPr>
          <a:xfrm flipH="1">
            <a:off x="1298447" y="1664208"/>
            <a:ext cx="1" cy="3621025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3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4" name="TextBox 6"/>
          <p:cNvSpPr txBox="1"/>
          <p:nvPr/>
        </p:nvSpPr>
        <p:spPr>
          <a:xfrm>
            <a:off x="1700783" y="172821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765" name="TextBox 7"/>
          <p:cNvSpPr txBox="1"/>
          <p:nvPr/>
        </p:nvSpPr>
        <p:spPr>
          <a:xfrm>
            <a:off x="2359151" y="1682494"/>
            <a:ext cx="26974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766" name="TextBox 8"/>
          <p:cNvSpPr txBox="1"/>
          <p:nvPr/>
        </p:nvSpPr>
        <p:spPr>
          <a:xfrm>
            <a:off x="5120640" y="1709927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767" name="Oval 9"/>
          <p:cNvSpPr/>
          <p:nvPr/>
        </p:nvSpPr>
        <p:spPr>
          <a:xfrm>
            <a:off x="1216150" y="2633472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8" name="TextBox 10"/>
          <p:cNvSpPr txBox="1"/>
          <p:nvPr/>
        </p:nvSpPr>
        <p:spPr>
          <a:xfrm>
            <a:off x="1700783" y="255117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769" name="TextBox 11"/>
          <p:cNvSpPr txBox="1"/>
          <p:nvPr/>
        </p:nvSpPr>
        <p:spPr>
          <a:xfrm>
            <a:off x="2359151" y="2505455"/>
            <a:ext cx="26974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770" name="TextBox 12"/>
          <p:cNvSpPr txBox="1"/>
          <p:nvPr/>
        </p:nvSpPr>
        <p:spPr>
          <a:xfrm>
            <a:off x="5120640" y="2532888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771" name="Oval 13"/>
          <p:cNvSpPr/>
          <p:nvPr/>
        </p:nvSpPr>
        <p:spPr>
          <a:xfrm>
            <a:off x="1216150" y="3456432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TextBox 14"/>
          <p:cNvSpPr txBox="1"/>
          <p:nvPr/>
        </p:nvSpPr>
        <p:spPr>
          <a:xfrm>
            <a:off x="1700783" y="3374135"/>
            <a:ext cx="54864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773" name="TextBox 15"/>
          <p:cNvSpPr txBox="1"/>
          <p:nvPr/>
        </p:nvSpPr>
        <p:spPr>
          <a:xfrm>
            <a:off x="2359151" y="3328415"/>
            <a:ext cx="26974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774" name="TextBox 16"/>
          <p:cNvSpPr txBox="1"/>
          <p:nvPr/>
        </p:nvSpPr>
        <p:spPr>
          <a:xfrm>
            <a:off x="5120640" y="3355847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775" name="Oval 17"/>
          <p:cNvSpPr/>
          <p:nvPr/>
        </p:nvSpPr>
        <p:spPr>
          <a:xfrm>
            <a:off x="1216150" y="4279391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TextBox 18"/>
          <p:cNvSpPr txBox="1"/>
          <p:nvPr/>
        </p:nvSpPr>
        <p:spPr>
          <a:xfrm>
            <a:off x="1700783" y="419709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777" name="TextBox 19"/>
          <p:cNvSpPr txBox="1"/>
          <p:nvPr/>
        </p:nvSpPr>
        <p:spPr>
          <a:xfrm>
            <a:off x="2359151" y="4151376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778" name="TextBox 20"/>
          <p:cNvSpPr txBox="1"/>
          <p:nvPr/>
        </p:nvSpPr>
        <p:spPr>
          <a:xfrm>
            <a:off x="5120640" y="4178808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779" name="TextBox 21"/>
          <p:cNvSpPr txBox="1"/>
          <p:nvPr/>
        </p:nvSpPr>
        <p:spPr>
          <a:xfrm>
            <a:off x="7845552" y="1965960"/>
            <a:ext cx="914401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780" name="TextBox 22"/>
          <p:cNvSpPr txBox="1"/>
          <p:nvPr/>
        </p:nvSpPr>
        <p:spPr>
          <a:xfrm>
            <a:off x="8759952" y="1984248"/>
            <a:ext cx="310897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781" name="TextBox 23"/>
          <p:cNvSpPr txBox="1"/>
          <p:nvPr/>
        </p:nvSpPr>
        <p:spPr>
          <a:xfrm>
            <a:off x="9125711" y="1965960"/>
            <a:ext cx="914401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782" name="TextBox 24"/>
          <p:cNvSpPr txBox="1"/>
          <p:nvPr/>
        </p:nvSpPr>
        <p:spPr>
          <a:xfrm>
            <a:off x="10058400" y="1984248"/>
            <a:ext cx="329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83" name="TextBox 25"/>
          <p:cNvSpPr txBox="1"/>
          <p:nvPr/>
        </p:nvSpPr>
        <p:spPr>
          <a:xfrm>
            <a:off x="10469880" y="1920239"/>
            <a:ext cx="91440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784" name="TextBox 26"/>
          <p:cNvSpPr txBox="1"/>
          <p:nvPr/>
        </p:nvSpPr>
        <p:spPr>
          <a:xfrm>
            <a:off x="8705088" y="2816351"/>
            <a:ext cx="2194561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not 50%</a:t>
            </a:r>
          </a:p>
        </p:txBody>
      </p:sp>
      <p:sp>
        <p:nvSpPr>
          <p:cNvPr id="785" name="Connector 27"/>
          <p:cNvSpPr/>
          <p:nvPr/>
        </p:nvSpPr>
        <p:spPr>
          <a:xfrm>
            <a:off x="7882126" y="3794759"/>
            <a:ext cx="3364994" cy="1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6" name="TextBox 28"/>
          <p:cNvSpPr txBox="1"/>
          <p:nvPr/>
        </p:nvSpPr>
        <p:spPr>
          <a:xfrm>
            <a:off x="7845552" y="4087367"/>
            <a:ext cx="3520441" cy="407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100k notes  →  200k raters  →  &gt; .5  →  Gabriel</a:t>
            </a:r>
          </a:p>
        </p:txBody>
      </p:sp>
      <p:sp>
        <p:nvSpPr>
          <p:cNvPr id="787" name="TextBox 2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790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791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792" name="Connector 4"/>
          <p:cNvSpPr/>
          <p:nvPr/>
        </p:nvSpPr>
        <p:spPr>
          <a:xfrm>
            <a:off x="1234439" y="3063239"/>
            <a:ext cx="9464042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" name="Oval 5"/>
          <p:cNvSpPr/>
          <p:nvPr/>
        </p:nvSpPr>
        <p:spPr>
          <a:xfrm>
            <a:off x="1371600" y="2980944"/>
            <a:ext cx="164593" cy="164593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795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796" name="Oval 8"/>
          <p:cNvSpPr/>
          <p:nvPr/>
        </p:nvSpPr>
        <p:spPr>
          <a:xfrm>
            <a:off x="4325111" y="2980944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7" name="TextBox 9"/>
          <p:cNvSpPr txBox="1"/>
          <p:nvPr/>
        </p:nvSpPr>
        <p:spPr>
          <a:xfrm>
            <a:off x="3794759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798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799" name="Oval 11"/>
          <p:cNvSpPr/>
          <p:nvPr/>
        </p:nvSpPr>
        <p:spPr>
          <a:xfrm>
            <a:off x="7342630" y="298094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0" name="TextBox 12"/>
          <p:cNvSpPr txBox="1"/>
          <p:nvPr/>
        </p:nvSpPr>
        <p:spPr>
          <a:xfrm>
            <a:off x="681228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801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802" name="Oval 14"/>
          <p:cNvSpPr/>
          <p:nvPr/>
        </p:nvSpPr>
        <p:spPr>
          <a:xfrm>
            <a:off x="10131552" y="2980944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804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805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06" name="TextBox 18"/>
          <p:cNvSpPr txBox="1"/>
          <p:nvPr/>
        </p:nvSpPr>
        <p:spPr>
          <a:xfrm>
            <a:off x="6016752" y="2788920"/>
            <a:ext cx="27432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807" name="TextBox 19"/>
          <p:cNvSpPr txBox="1"/>
          <p:nvPr/>
        </p:nvSpPr>
        <p:spPr>
          <a:xfrm>
            <a:off x="886968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08" name="TextBox 20"/>
          <p:cNvSpPr txBox="1"/>
          <p:nvPr/>
        </p:nvSpPr>
        <p:spPr>
          <a:xfrm>
            <a:off x="914400" y="4846320"/>
            <a:ext cx="40233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809" name="TextBox 21"/>
          <p:cNvSpPr txBox="1"/>
          <p:nvPr/>
        </p:nvSpPr>
        <p:spPr>
          <a:xfrm>
            <a:off x="6812280" y="4846320"/>
            <a:ext cx="3200401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810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Box 1"/>
          <p:cNvSpPr txBox="1"/>
          <p:nvPr/>
        </p:nvSpPr>
        <p:spPr>
          <a:xfrm>
            <a:off x="603504" y="420623"/>
            <a:ext cx="4297680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813" name="TextBox 2"/>
          <p:cNvSpPr txBox="1"/>
          <p:nvPr/>
        </p:nvSpPr>
        <p:spPr>
          <a:xfrm>
            <a:off x="603504" y="786383"/>
            <a:ext cx="10424160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aggregation problem</a:t>
            </a:r>
          </a:p>
        </p:txBody>
      </p:sp>
      <p:sp>
        <p:nvSpPr>
          <p:cNvPr id="814" name="TextBox 3"/>
          <p:cNvSpPr txBox="1"/>
          <p:nvPr/>
        </p:nvSpPr>
        <p:spPr>
          <a:xfrm>
            <a:off x="11082528" y="457200"/>
            <a:ext cx="43891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815" name="Oval 4"/>
          <p:cNvSpPr/>
          <p:nvPr/>
        </p:nvSpPr>
        <p:spPr>
          <a:xfrm>
            <a:off x="868680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6" name="Oval 5"/>
          <p:cNvSpPr/>
          <p:nvPr/>
        </p:nvSpPr>
        <p:spPr>
          <a:xfrm>
            <a:off x="1252727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7" name="Oval 6"/>
          <p:cNvSpPr/>
          <p:nvPr/>
        </p:nvSpPr>
        <p:spPr>
          <a:xfrm>
            <a:off x="1636776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8" name="Oval 7"/>
          <p:cNvSpPr/>
          <p:nvPr/>
        </p:nvSpPr>
        <p:spPr>
          <a:xfrm>
            <a:off x="2020823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9" name="Oval 8"/>
          <p:cNvSpPr/>
          <p:nvPr/>
        </p:nvSpPr>
        <p:spPr>
          <a:xfrm>
            <a:off x="2404872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Oval 9"/>
          <p:cNvSpPr/>
          <p:nvPr/>
        </p:nvSpPr>
        <p:spPr>
          <a:xfrm>
            <a:off x="2788920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1" name="Oval 10"/>
          <p:cNvSpPr/>
          <p:nvPr/>
        </p:nvSpPr>
        <p:spPr>
          <a:xfrm>
            <a:off x="3172967" y="18288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2" name="Oval 11"/>
          <p:cNvSpPr/>
          <p:nvPr/>
        </p:nvSpPr>
        <p:spPr>
          <a:xfrm>
            <a:off x="996694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3" name="Oval 12"/>
          <p:cNvSpPr/>
          <p:nvPr/>
        </p:nvSpPr>
        <p:spPr>
          <a:xfrm>
            <a:off x="1380743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4" name="Oval 13"/>
          <p:cNvSpPr/>
          <p:nvPr/>
        </p:nvSpPr>
        <p:spPr>
          <a:xfrm>
            <a:off x="1764792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5" name="Oval 14"/>
          <p:cNvSpPr/>
          <p:nvPr/>
        </p:nvSpPr>
        <p:spPr>
          <a:xfrm>
            <a:off x="2148839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6" name="Oval 15"/>
          <p:cNvSpPr/>
          <p:nvPr/>
        </p:nvSpPr>
        <p:spPr>
          <a:xfrm>
            <a:off x="2532888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7" name="Oval 16"/>
          <p:cNvSpPr/>
          <p:nvPr/>
        </p:nvSpPr>
        <p:spPr>
          <a:xfrm>
            <a:off x="2916935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8" name="Oval 17"/>
          <p:cNvSpPr/>
          <p:nvPr/>
        </p:nvSpPr>
        <p:spPr>
          <a:xfrm>
            <a:off x="3300984" y="22402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9" name="Oval 18"/>
          <p:cNvSpPr/>
          <p:nvPr/>
        </p:nvSpPr>
        <p:spPr>
          <a:xfrm>
            <a:off x="868680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Oval 19"/>
          <p:cNvSpPr/>
          <p:nvPr/>
        </p:nvSpPr>
        <p:spPr>
          <a:xfrm>
            <a:off x="1252727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1" name="Oval 20"/>
          <p:cNvSpPr/>
          <p:nvPr/>
        </p:nvSpPr>
        <p:spPr>
          <a:xfrm>
            <a:off x="1636776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2" name="Oval 21"/>
          <p:cNvSpPr/>
          <p:nvPr/>
        </p:nvSpPr>
        <p:spPr>
          <a:xfrm>
            <a:off x="2020823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3" name="Oval 22"/>
          <p:cNvSpPr/>
          <p:nvPr/>
        </p:nvSpPr>
        <p:spPr>
          <a:xfrm>
            <a:off x="2404872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4" name="Oval 23"/>
          <p:cNvSpPr/>
          <p:nvPr/>
        </p:nvSpPr>
        <p:spPr>
          <a:xfrm>
            <a:off x="2788920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Oval 24"/>
          <p:cNvSpPr/>
          <p:nvPr/>
        </p:nvSpPr>
        <p:spPr>
          <a:xfrm>
            <a:off x="3172967" y="265176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6" name="Oval 25"/>
          <p:cNvSpPr/>
          <p:nvPr/>
        </p:nvSpPr>
        <p:spPr>
          <a:xfrm>
            <a:off x="996694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7" name="Oval 26"/>
          <p:cNvSpPr/>
          <p:nvPr/>
        </p:nvSpPr>
        <p:spPr>
          <a:xfrm>
            <a:off x="1380743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8" name="Oval 27"/>
          <p:cNvSpPr/>
          <p:nvPr/>
        </p:nvSpPr>
        <p:spPr>
          <a:xfrm>
            <a:off x="1764792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Oval 28"/>
          <p:cNvSpPr/>
          <p:nvPr/>
        </p:nvSpPr>
        <p:spPr>
          <a:xfrm>
            <a:off x="2148839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0" name="Oval 29"/>
          <p:cNvSpPr/>
          <p:nvPr/>
        </p:nvSpPr>
        <p:spPr>
          <a:xfrm>
            <a:off x="2532888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1" name="Oval 30"/>
          <p:cNvSpPr/>
          <p:nvPr/>
        </p:nvSpPr>
        <p:spPr>
          <a:xfrm>
            <a:off x="2916935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Oval 31"/>
          <p:cNvSpPr/>
          <p:nvPr/>
        </p:nvSpPr>
        <p:spPr>
          <a:xfrm>
            <a:off x="3300984" y="306323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3" name="Oval 32"/>
          <p:cNvSpPr/>
          <p:nvPr/>
        </p:nvSpPr>
        <p:spPr>
          <a:xfrm>
            <a:off x="868680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4" name="Oval 33"/>
          <p:cNvSpPr/>
          <p:nvPr/>
        </p:nvSpPr>
        <p:spPr>
          <a:xfrm>
            <a:off x="1252727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5" name="Oval 34"/>
          <p:cNvSpPr/>
          <p:nvPr/>
        </p:nvSpPr>
        <p:spPr>
          <a:xfrm>
            <a:off x="1636776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6" name="Oval 35"/>
          <p:cNvSpPr/>
          <p:nvPr/>
        </p:nvSpPr>
        <p:spPr>
          <a:xfrm>
            <a:off x="2020823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7" name="Oval 36"/>
          <p:cNvSpPr/>
          <p:nvPr/>
        </p:nvSpPr>
        <p:spPr>
          <a:xfrm>
            <a:off x="2404872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8" name="Oval 37"/>
          <p:cNvSpPr/>
          <p:nvPr/>
        </p:nvSpPr>
        <p:spPr>
          <a:xfrm>
            <a:off x="2788920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9" name="Oval 38"/>
          <p:cNvSpPr/>
          <p:nvPr/>
        </p:nvSpPr>
        <p:spPr>
          <a:xfrm>
            <a:off x="3172967" y="347472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0" name="Oval 39"/>
          <p:cNvSpPr/>
          <p:nvPr/>
        </p:nvSpPr>
        <p:spPr>
          <a:xfrm>
            <a:off x="996694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1" name="Oval 40"/>
          <p:cNvSpPr/>
          <p:nvPr/>
        </p:nvSpPr>
        <p:spPr>
          <a:xfrm>
            <a:off x="1380743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Oval 41"/>
          <p:cNvSpPr/>
          <p:nvPr/>
        </p:nvSpPr>
        <p:spPr>
          <a:xfrm>
            <a:off x="1764792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3" name="Oval 42"/>
          <p:cNvSpPr/>
          <p:nvPr/>
        </p:nvSpPr>
        <p:spPr>
          <a:xfrm>
            <a:off x="2148839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4" name="Oval 43"/>
          <p:cNvSpPr/>
          <p:nvPr/>
        </p:nvSpPr>
        <p:spPr>
          <a:xfrm>
            <a:off x="2532888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5" name="Oval 44"/>
          <p:cNvSpPr/>
          <p:nvPr/>
        </p:nvSpPr>
        <p:spPr>
          <a:xfrm>
            <a:off x="2916935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6" name="Oval 45"/>
          <p:cNvSpPr/>
          <p:nvPr/>
        </p:nvSpPr>
        <p:spPr>
          <a:xfrm>
            <a:off x="3300984" y="3886200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Oval 46"/>
          <p:cNvSpPr/>
          <p:nvPr/>
        </p:nvSpPr>
        <p:spPr>
          <a:xfrm>
            <a:off x="868680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8" name="Oval 47"/>
          <p:cNvSpPr/>
          <p:nvPr/>
        </p:nvSpPr>
        <p:spPr>
          <a:xfrm>
            <a:off x="1252727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9" name="Oval 48"/>
          <p:cNvSpPr/>
          <p:nvPr/>
        </p:nvSpPr>
        <p:spPr>
          <a:xfrm>
            <a:off x="1636776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0" name="Oval 49"/>
          <p:cNvSpPr/>
          <p:nvPr/>
        </p:nvSpPr>
        <p:spPr>
          <a:xfrm>
            <a:off x="2020823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Oval 50"/>
          <p:cNvSpPr/>
          <p:nvPr/>
        </p:nvSpPr>
        <p:spPr>
          <a:xfrm>
            <a:off x="2404872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2" name="Oval 51"/>
          <p:cNvSpPr/>
          <p:nvPr/>
        </p:nvSpPr>
        <p:spPr>
          <a:xfrm>
            <a:off x="2788920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3" name="Oval 52"/>
          <p:cNvSpPr/>
          <p:nvPr/>
        </p:nvSpPr>
        <p:spPr>
          <a:xfrm>
            <a:off x="3172967" y="4297679"/>
            <a:ext cx="86869" cy="868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4" name="Oval 53"/>
          <p:cNvSpPr/>
          <p:nvPr/>
        </p:nvSpPr>
        <p:spPr>
          <a:xfrm>
            <a:off x="7955278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5" name="Oval 54"/>
          <p:cNvSpPr/>
          <p:nvPr/>
        </p:nvSpPr>
        <p:spPr>
          <a:xfrm>
            <a:off x="8339326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Oval 55"/>
          <p:cNvSpPr/>
          <p:nvPr/>
        </p:nvSpPr>
        <p:spPr>
          <a:xfrm>
            <a:off x="8723376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7" name="Oval 56"/>
          <p:cNvSpPr/>
          <p:nvPr/>
        </p:nvSpPr>
        <p:spPr>
          <a:xfrm>
            <a:off x="9107423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Oval 57"/>
          <p:cNvSpPr/>
          <p:nvPr/>
        </p:nvSpPr>
        <p:spPr>
          <a:xfrm>
            <a:off x="9491471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9" name="Oval 58"/>
          <p:cNvSpPr/>
          <p:nvPr/>
        </p:nvSpPr>
        <p:spPr>
          <a:xfrm>
            <a:off x="9875518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0" name="Oval 59"/>
          <p:cNvSpPr/>
          <p:nvPr/>
        </p:nvSpPr>
        <p:spPr>
          <a:xfrm>
            <a:off x="10259566" y="18288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1" name="Oval 60"/>
          <p:cNvSpPr/>
          <p:nvPr/>
        </p:nvSpPr>
        <p:spPr>
          <a:xfrm>
            <a:off x="8083295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2" name="Oval 61"/>
          <p:cNvSpPr/>
          <p:nvPr/>
        </p:nvSpPr>
        <p:spPr>
          <a:xfrm>
            <a:off x="8467343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Oval 62"/>
          <p:cNvSpPr/>
          <p:nvPr/>
        </p:nvSpPr>
        <p:spPr>
          <a:xfrm>
            <a:off x="8851392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4" name="Oval 63"/>
          <p:cNvSpPr/>
          <p:nvPr/>
        </p:nvSpPr>
        <p:spPr>
          <a:xfrm>
            <a:off x="9235440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5" name="Oval 64"/>
          <p:cNvSpPr/>
          <p:nvPr/>
        </p:nvSpPr>
        <p:spPr>
          <a:xfrm>
            <a:off x="9619488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6" name="Oval 65"/>
          <p:cNvSpPr/>
          <p:nvPr/>
        </p:nvSpPr>
        <p:spPr>
          <a:xfrm>
            <a:off x="10003535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7" name="Oval 66"/>
          <p:cNvSpPr/>
          <p:nvPr/>
        </p:nvSpPr>
        <p:spPr>
          <a:xfrm>
            <a:off x="10387583" y="22402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8" name="Oval 67"/>
          <p:cNvSpPr/>
          <p:nvPr/>
        </p:nvSpPr>
        <p:spPr>
          <a:xfrm>
            <a:off x="7955278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9" name="Oval 68"/>
          <p:cNvSpPr/>
          <p:nvPr/>
        </p:nvSpPr>
        <p:spPr>
          <a:xfrm>
            <a:off x="8339326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Oval 69"/>
          <p:cNvSpPr/>
          <p:nvPr/>
        </p:nvSpPr>
        <p:spPr>
          <a:xfrm>
            <a:off x="8723376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Oval 70"/>
          <p:cNvSpPr/>
          <p:nvPr/>
        </p:nvSpPr>
        <p:spPr>
          <a:xfrm>
            <a:off x="9107423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2" name="Oval 71"/>
          <p:cNvSpPr/>
          <p:nvPr/>
        </p:nvSpPr>
        <p:spPr>
          <a:xfrm>
            <a:off x="9491471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3" name="Oval 72"/>
          <p:cNvSpPr/>
          <p:nvPr/>
        </p:nvSpPr>
        <p:spPr>
          <a:xfrm>
            <a:off x="9875518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4" name="Oval 73"/>
          <p:cNvSpPr/>
          <p:nvPr/>
        </p:nvSpPr>
        <p:spPr>
          <a:xfrm>
            <a:off x="10259566" y="265176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5" name="Oval 74"/>
          <p:cNvSpPr/>
          <p:nvPr/>
        </p:nvSpPr>
        <p:spPr>
          <a:xfrm>
            <a:off x="8083295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6" name="Oval 75"/>
          <p:cNvSpPr/>
          <p:nvPr/>
        </p:nvSpPr>
        <p:spPr>
          <a:xfrm>
            <a:off x="8467343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7" name="Oval 76"/>
          <p:cNvSpPr/>
          <p:nvPr/>
        </p:nvSpPr>
        <p:spPr>
          <a:xfrm>
            <a:off x="8851392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8" name="Oval 77"/>
          <p:cNvSpPr/>
          <p:nvPr/>
        </p:nvSpPr>
        <p:spPr>
          <a:xfrm>
            <a:off x="9235440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Oval 78"/>
          <p:cNvSpPr/>
          <p:nvPr/>
        </p:nvSpPr>
        <p:spPr>
          <a:xfrm>
            <a:off x="9619488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0" name="Oval 79"/>
          <p:cNvSpPr/>
          <p:nvPr/>
        </p:nvSpPr>
        <p:spPr>
          <a:xfrm>
            <a:off x="10003535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1" name="Oval 80"/>
          <p:cNvSpPr/>
          <p:nvPr/>
        </p:nvSpPr>
        <p:spPr>
          <a:xfrm>
            <a:off x="10387583" y="306323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2" name="Oval 81"/>
          <p:cNvSpPr/>
          <p:nvPr/>
        </p:nvSpPr>
        <p:spPr>
          <a:xfrm>
            <a:off x="7955278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3" name="Oval 82"/>
          <p:cNvSpPr/>
          <p:nvPr/>
        </p:nvSpPr>
        <p:spPr>
          <a:xfrm>
            <a:off x="8339326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Oval 83"/>
          <p:cNvSpPr/>
          <p:nvPr/>
        </p:nvSpPr>
        <p:spPr>
          <a:xfrm>
            <a:off x="8723376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5" name="Oval 84"/>
          <p:cNvSpPr/>
          <p:nvPr/>
        </p:nvSpPr>
        <p:spPr>
          <a:xfrm>
            <a:off x="9107423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6" name="Oval 85"/>
          <p:cNvSpPr/>
          <p:nvPr/>
        </p:nvSpPr>
        <p:spPr>
          <a:xfrm>
            <a:off x="9491471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7" name="Oval 86"/>
          <p:cNvSpPr/>
          <p:nvPr/>
        </p:nvSpPr>
        <p:spPr>
          <a:xfrm>
            <a:off x="9875518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8" name="Oval 87"/>
          <p:cNvSpPr/>
          <p:nvPr/>
        </p:nvSpPr>
        <p:spPr>
          <a:xfrm>
            <a:off x="10259566" y="347472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Oval 88"/>
          <p:cNvSpPr/>
          <p:nvPr/>
        </p:nvSpPr>
        <p:spPr>
          <a:xfrm>
            <a:off x="8083295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0" name="Oval 89"/>
          <p:cNvSpPr/>
          <p:nvPr/>
        </p:nvSpPr>
        <p:spPr>
          <a:xfrm>
            <a:off x="8467343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1" name="Oval 90"/>
          <p:cNvSpPr/>
          <p:nvPr/>
        </p:nvSpPr>
        <p:spPr>
          <a:xfrm>
            <a:off x="8851392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2" name="Oval 91"/>
          <p:cNvSpPr/>
          <p:nvPr/>
        </p:nvSpPr>
        <p:spPr>
          <a:xfrm>
            <a:off x="9235440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3" name="Oval 92"/>
          <p:cNvSpPr/>
          <p:nvPr/>
        </p:nvSpPr>
        <p:spPr>
          <a:xfrm>
            <a:off x="9619488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Oval 93"/>
          <p:cNvSpPr/>
          <p:nvPr/>
        </p:nvSpPr>
        <p:spPr>
          <a:xfrm>
            <a:off x="10003535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5" name="Oval 94"/>
          <p:cNvSpPr/>
          <p:nvPr/>
        </p:nvSpPr>
        <p:spPr>
          <a:xfrm>
            <a:off x="10387583" y="3886200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6" name="Oval 95"/>
          <p:cNvSpPr/>
          <p:nvPr/>
        </p:nvSpPr>
        <p:spPr>
          <a:xfrm>
            <a:off x="7955278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7" name="Oval 96"/>
          <p:cNvSpPr/>
          <p:nvPr/>
        </p:nvSpPr>
        <p:spPr>
          <a:xfrm>
            <a:off x="8339326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8" name="Oval 97"/>
          <p:cNvSpPr/>
          <p:nvPr/>
        </p:nvSpPr>
        <p:spPr>
          <a:xfrm>
            <a:off x="8723376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Oval 98"/>
          <p:cNvSpPr/>
          <p:nvPr/>
        </p:nvSpPr>
        <p:spPr>
          <a:xfrm>
            <a:off x="9107423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0" name="Oval 99"/>
          <p:cNvSpPr/>
          <p:nvPr/>
        </p:nvSpPr>
        <p:spPr>
          <a:xfrm>
            <a:off x="9491471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1" name="Oval 100"/>
          <p:cNvSpPr/>
          <p:nvPr/>
        </p:nvSpPr>
        <p:spPr>
          <a:xfrm>
            <a:off x="9875518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2" name="Oval 101"/>
          <p:cNvSpPr/>
          <p:nvPr/>
        </p:nvSpPr>
        <p:spPr>
          <a:xfrm>
            <a:off x="10259566" y="4297679"/>
            <a:ext cx="86869" cy="868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3" name="Rounded Rectangle 102"/>
          <p:cNvSpPr/>
          <p:nvPr/>
        </p:nvSpPr>
        <p:spPr>
          <a:xfrm>
            <a:off x="5468111" y="2286000"/>
            <a:ext cx="1298449" cy="1737361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103"/>
          <p:cNvSpPr/>
          <p:nvPr/>
        </p:nvSpPr>
        <p:spPr>
          <a:xfrm>
            <a:off x="5715000" y="2788920"/>
            <a:ext cx="795528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5" name="Connector 104"/>
          <p:cNvSpPr/>
          <p:nvPr/>
        </p:nvSpPr>
        <p:spPr>
          <a:xfrm>
            <a:off x="5715000" y="3108960"/>
            <a:ext cx="667513" cy="1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" name="Connector 105"/>
          <p:cNvSpPr/>
          <p:nvPr/>
        </p:nvSpPr>
        <p:spPr>
          <a:xfrm>
            <a:off x="5715000" y="3429000"/>
            <a:ext cx="758953" cy="0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7" name="Connector 106"/>
          <p:cNvSpPr/>
          <p:nvPr/>
        </p:nvSpPr>
        <p:spPr>
          <a:xfrm flipV="1">
            <a:off x="3216400" y="2907792"/>
            <a:ext cx="2251712" cy="143332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8" name="Connector 107"/>
          <p:cNvSpPr/>
          <p:nvPr/>
        </p:nvSpPr>
        <p:spPr>
          <a:xfrm flipH="1">
            <a:off x="6766559" y="1872233"/>
            <a:ext cx="1232154" cy="10355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9" name="TextBox 108"/>
          <p:cNvSpPr txBox="1"/>
          <p:nvPr/>
        </p:nvSpPr>
        <p:spPr>
          <a:xfrm>
            <a:off x="896111" y="5230367"/>
            <a:ext cx="2743201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Make groups explicit</a:t>
            </a:r>
          </a:p>
        </p:txBody>
      </p:sp>
      <p:sp>
        <p:nvSpPr>
          <p:cNvPr id="920" name="TextBox 109"/>
          <p:cNvSpPr txBox="1"/>
          <p:nvPr/>
        </p:nvSpPr>
        <p:spPr>
          <a:xfrm>
            <a:off x="4297679" y="5230367"/>
            <a:ext cx="3474721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Require cross-group support</a:t>
            </a:r>
          </a:p>
        </p:txBody>
      </p:sp>
      <p:sp>
        <p:nvSpPr>
          <p:cNvPr id="921" name="TextBox 110"/>
          <p:cNvSpPr txBox="1"/>
          <p:nvPr/>
        </p:nvSpPr>
        <p:spPr>
          <a:xfrm>
            <a:off x="8302752" y="5230367"/>
            <a:ext cx="3200401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Validate content separately</a:t>
            </a:r>
          </a:p>
        </p:txBody>
      </p:sp>
      <p:sp>
        <p:nvSpPr>
          <p:cNvPr id="922" name="TextBox 111"/>
          <p:cNvSpPr txBox="1"/>
          <p:nvPr/>
        </p:nvSpPr>
        <p:spPr>
          <a:xfrm>
            <a:off x="2770632" y="5961888"/>
            <a:ext cx="67208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PRESERVE DISAGREEMENT BEFORE AGGREGATING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