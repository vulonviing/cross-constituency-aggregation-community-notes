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6" y="2926078"/>
            <a:ext cx="5120644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7" y="3364991"/>
            <a:ext cx="438912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4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2" cy="148133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4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6" cy="2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38" cy="74066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4" cy="151790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48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4"/>
            <a:ext cx="6103246" cy="46945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71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95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1" y="698308"/>
            <a:ext cx="635003" cy="635003"/>
            <a:chOff x="0" y="0"/>
            <a:chExt cx="635001" cy="635001"/>
          </a:xfrm>
        </p:grpSpPr>
        <p:sp>
          <p:nvSpPr>
            <p:cNvPr id="217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8" y="698308"/>
            <a:ext cx="635003" cy="635002"/>
            <a:chOff x="0" y="0"/>
            <a:chExt cx="635001" cy="635001"/>
          </a:xfrm>
        </p:grpSpPr>
        <p:sp>
          <p:nvSpPr>
            <p:cNvPr id="221" name="Oval 22"/>
            <p:cNvSpPr/>
            <p:nvPr/>
          </p:nvSpPr>
          <p:spPr>
            <a:xfrm>
              <a:off x="0" y="0"/>
              <a:ext cx="635002" cy="635002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8" y="317499"/>
              <a:ext cx="381002" cy="2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2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86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6"/>
            <a:ext cx="192027" cy="1920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2" cy="31684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6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18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2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6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6" cy="2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40"/>
            <a:ext cx="2430020" cy="12687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40" y="2215133"/>
            <a:ext cx="1533908" cy="87553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7"/>
            <a:ext cx="5758437" cy="8915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41" y="3090672"/>
            <a:ext cx="4734309" cy="3040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2" y="3090671"/>
            <a:ext cx="3838197" cy="69723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1"/>
            <a:ext cx="1661924" cy="109042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7" y="3090671"/>
            <a:ext cx="5886452" cy="187680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3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Connector 4"/>
          <p:cNvSpPr/>
          <p:nvPr/>
        </p:nvSpPr>
        <p:spPr>
          <a:xfrm flipH="1">
            <a:off x="6099047" y="1627632"/>
            <a:ext cx="1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extBox 5"/>
          <p:cNvSpPr txBox="1"/>
          <p:nvPr/>
        </p:nvSpPr>
        <p:spPr>
          <a:xfrm>
            <a:off x="822959" y="1572767"/>
            <a:ext cx="16459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6" name="Oval 6"/>
          <p:cNvSpPr/>
          <p:nvPr/>
        </p:nvSpPr>
        <p:spPr>
          <a:xfrm>
            <a:off x="1234439" y="2221992"/>
            <a:ext cx="228601" cy="22860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Connector 7"/>
          <p:cNvSpPr/>
          <p:nvPr/>
        </p:nvSpPr>
        <p:spPr>
          <a:xfrm>
            <a:off x="1348739" y="2450592"/>
            <a:ext cx="1" cy="3771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8"/>
          <p:cNvSpPr/>
          <p:nvPr/>
        </p:nvSpPr>
        <p:spPr>
          <a:xfrm>
            <a:off x="1188719" y="2610611"/>
            <a:ext cx="320041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9"/>
          <p:cNvSpPr/>
          <p:nvPr/>
        </p:nvSpPr>
        <p:spPr>
          <a:xfrm flipH="1">
            <a:off x="1200149" y="2827782"/>
            <a:ext cx="148591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Connector 10"/>
          <p:cNvSpPr/>
          <p:nvPr/>
        </p:nvSpPr>
        <p:spPr>
          <a:xfrm>
            <a:off x="1348739" y="2827782"/>
            <a:ext cx="148591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Rounded Rectangle 11"/>
          <p:cNvSpPr/>
          <p:nvPr/>
        </p:nvSpPr>
        <p:spPr>
          <a:xfrm>
            <a:off x="3310128" y="2011679"/>
            <a:ext cx="1353313" cy="1719073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Connector 12"/>
          <p:cNvSpPr/>
          <p:nvPr/>
        </p:nvSpPr>
        <p:spPr>
          <a:xfrm>
            <a:off x="3529584" y="2450592"/>
            <a:ext cx="914400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3"/>
          <p:cNvSpPr/>
          <p:nvPr/>
        </p:nvSpPr>
        <p:spPr>
          <a:xfrm>
            <a:off x="3529584" y="2761488"/>
            <a:ext cx="786385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Connector 14"/>
          <p:cNvSpPr/>
          <p:nvPr/>
        </p:nvSpPr>
        <p:spPr>
          <a:xfrm>
            <a:off x="3529584" y="3072383"/>
            <a:ext cx="877824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Oval 15"/>
          <p:cNvSpPr/>
          <p:nvPr/>
        </p:nvSpPr>
        <p:spPr>
          <a:xfrm>
            <a:off x="2331720" y="258775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Connector 16"/>
          <p:cNvSpPr/>
          <p:nvPr/>
        </p:nvSpPr>
        <p:spPr>
          <a:xfrm>
            <a:off x="2372867" y="269747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Connector 17"/>
          <p:cNvSpPr/>
          <p:nvPr/>
        </p:nvSpPr>
        <p:spPr>
          <a:xfrm flipV="1">
            <a:off x="2418588" y="264261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" name="TextBox 18"/>
          <p:cNvSpPr txBox="1"/>
          <p:nvPr/>
        </p:nvSpPr>
        <p:spPr>
          <a:xfrm>
            <a:off x="2103120" y="2907792"/>
            <a:ext cx="71323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9" name="Connector 19"/>
          <p:cNvSpPr/>
          <p:nvPr/>
        </p:nvSpPr>
        <p:spPr>
          <a:xfrm>
            <a:off x="1837943" y="2688335"/>
            <a:ext cx="411482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Connector 20"/>
          <p:cNvSpPr/>
          <p:nvPr/>
        </p:nvSpPr>
        <p:spPr>
          <a:xfrm>
            <a:off x="2578607" y="2688335"/>
            <a:ext cx="694945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1" name="TextBox 21"/>
          <p:cNvSpPr txBox="1"/>
          <p:nvPr/>
        </p:nvSpPr>
        <p:spPr>
          <a:xfrm>
            <a:off x="1051560" y="4087367"/>
            <a:ext cx="13716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412" name="TextBox 22"/>
          <p:cNvSpPr txBox="1"/>
          <p:nvPr/>
        </p:nvSpPr>
        <p:spPr>
          <a:xfrm>
            <a:off x="2487167" y="3931920"/>
            <a:ext cx="1188721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3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4" name="Connector 24"/>
          <p:cNvSpPr/>
          <p:nvPr/>
        </p:nvSpPr>
        <p:spPr>
          <a:xfrm>
            <a:off x="2240279" y="4160520"/>
            <a:ext cx="228601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25"/>
          <p:cNvSpPr/>
          <p:nvPr/>
        </p:nvSpPr>
        <p:spPr>
          <a:xfrm>
            <a:off x="3657599" y="4160520"/>
            <a:ext cx="274322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26"/>
          <p:cNvSpPr txBox="1"/>
          <p:nvPr/>
        </p:nvSpPr>
        <p:spPr>
          <a:xfrm>
            <a:off x="987552" y="4773167"/>
            <a:ext cx="320040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417" name="TextBox 27"/>
          <p:cNvSpPr txBox="1"/>
          <p:nvPr/>
        </p:nvSpPr>
        <p:spPr>
          <a:xfrm>
            <a:off x="6419087" y="1572767"/>
            <a:ext cx="246888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8" name="Oval 28"/>
          <p:cNvSpPr/>
          <p:nvPr/>
        </p:nvSpPr>
        <p:spPr>
          <a:xfrm>
            <a:off x="6903719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Connector 29"/>
          <p:cNvSpPr/>
          <p:nvPr/>
        </p:nvSpPr>
        <p:spPr>
          <a:xfrm>
            <a:off x="7011619" y="2437789"/>
            <a:ext cx="1" cy="35606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Connector 30"/>
          <p:cNvSpPr/>
          <p:nvPr/>
        </p:nvSpPr>
        <p:spPr>
          <a:xfrm>
            <a:off x="6860560" y="2588848"/>
            <a:ext cx="302119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Connector 31"/>
          <p:cNvSpPr/>
          <p:nvPr/>
        </p:nvSpPr>
        <p:spPr>
          <a:xfrm flipH="1">
            <a:off x="6871350" y="2793856"/>
            <a:ext cx="140270" cy="22659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2"/>
          <p:cNvSpPr/>
          <p:nvPr/>
        </p:nvSpPr>
        <p:spPr>
          <a:xfrm>
            <a:off x="7011619" y="2793856"/>
            <a:ext cx="140270" cy="22659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Rounded Rectangle 33"/>
          <p:cNvSpPr/>
          <p:nvPr/>
        </p:nvSpPr>
        <p:spPr>
          <a:xfrm>
            <a:off x="8320327" y="2009139"/>
            <a:ext cx="1353313" cy="1719073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Connector 34"/>
          <p:cNvSpPr/>
          <p:nvPr/>
        </p:nvSpPr>
        <p:spPr>
          <a:xfrm>
            <a:off x="8539782" y="2448052"/>
            <a:ext cx="914401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Connector 35"/>
          <p:cNvSpPr/>
          <p:nvPr/>
        </p:nvSpPr>
        <p:spPr>
          <a:xfrm>
            <a:off x="8539782" y="2758948"/>
            <a:ext cx="786385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6"/>
          <p:cNvSpPr/>
          <p:nvPr/>
        </p:nvSpPr>
        <p:spPr>
          <a:xfrm>
            <a:off x="8539782" y="3069843"/>
            <a:ext cx="877825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Oval 37"/>
          <p:cNvSpPr/>
          <p:nvPr/>
        </p:nvSpPr>
        <p:spPr>
          <a:xfrm>
            <a:off x="10602502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Connector 38"/>
          <p:cNvSpPr/>
          <p:nvPr/>
        </p:nvSpPr>
        <p:spPr>
          <a:xfrm>
            <a:off x="10710401" y="2441915"/>
            <a:ext cx="1" cy="35606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Connector 39"/>
          <p:cNvSpPr/>
          <p:nvPr/>
        </p:nvSpPr>
        <p:spPr>
          <a:xfrm>
            <a:off x="10559342" y="2592974"/>
            <a:ext cx="302119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" name="Connector 40"/>
          <p:cNvSpPr/>
          <p:nvPr/>
        </p:nvSpPr>
        <p:spPr>
          <a:xfrm flipH="1">
            <a:off x="10570132" y="2797982"/>
            <a:ext cx="140270" cy="22659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1"/>
          <p:cNvSpPr/>
          <p:nvPr/>
        </p:nvSpPr>
        <p:spPr>
          <a:xfrm>
            <a:off x="10710401" y="2797982"/>
            <a:ext cx="140270" cy="22659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2"/>
          <p:cNvSpPr/>
          <p:nvPr/>
        </p:nvSpPr>
        <p:spPr>
          <a:xfrm>
            <a:off x="7973568" y="258775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Connector 43"/>
          <p:cNvSpPr/>
          <p:nvPr/>
        </p:nvSpPr>
        <p:spPr>
          <a:xfrm>
            <a:off x="8014716" y="269747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4"/>
          <p:cNvSpPr/>
          <p:nvPr/>
        </p:nvSpPr>
        <p:spPr>
          <a:xfrm flipV="1">
            <a:off x="8060435" y="264261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Oval 45"/>
          <p:cNvSpPr/>
          <p:nvPr/>
        </p:nvSpPr>
        <p:spPr>
          <a:xfrm>
            <a:off x="9737647" y="258521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Connector 46"/>
          <p:cNvSpPr/>
          <p:nvPr/>
        </p:nvSpPr>
        <p:spPr>
          <a:xfrm>
            <a:off x="9778794" y="269493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Connector 47"/>
          <p:cNvSpPr/>
          <p:nvPr/>
        </p:nvSpPr>
        <p:spPr>
          <a:xfrm flipV="1">
            <a:off x="9824515" y="264007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Connector 48"/>
          <p:cNvSpPr/>
          <p:nvPr/>
        </p:nvSpPr>
        <p:spPr>
          <a:xfrm>
            <a:off x="7452359" y="2688335"/>
            <a:ext cx="429768" cy="1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9" name="Connector 50"/>
          <p:cNvSpPr/>
          <p:nvPr/>
        </p:nvSpPr>
        <p:spPr>
          <a:xfrm>
            <a:off x="10042906" y="2679445"/>
            <a:ext cx="448057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" name="TextBox 51"/>
          <p:cNvSpPr txBox="1"/>
          <p:nvPr/>
        </p:nvSpPr>
        <p:spPr>
          <a:xfrm>
            <a:off x="6748271" y="4087367"/>
            <a:ext cx="1627633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4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42" name="TextBox 53"/>
          <p:cNvSpPr txBox="1"/>
          <p:nvPr/>
        </p:nvSpPr>
        <p:spPr>
          <a:xfrm>
            <a:off x="10241280" y="3904486"/>
            <a:ext cx="914401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3" name="Connector 54"/>
          <p:cNvSpPr/>
          <p:nvPr/>
        </p:nvSpPr>
        <p:spPr>
          <a:xfrm>
            <a:off x="8119871" y="4160520"/>
            <a:ext cx="219455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" name="Connector 55"/>
          <p:cNvSpPr/>
          <p:nvPr/>
        </p:nvSpPr>
        <p:spPr>
          <a:xfrm>
            <a:off x="10058399" y="4160520"/>
            <a:ext cx="164594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" name="TextBox 56"/>
          <p:cNvSpPr txBox="1"/>
          <p:nvPr/>
        </p:nvSpPr>
        <p:spPr>
          <a:xfrm>
            <a:off x="6784847" y="4773167"/>
            <a:ext cx="310896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6" name="Connector 57"/>
          <p:cNvSpPr/>
          <p:nvPr/>
        </p:nvSpPr>
        <p:spPr>
          <a:xfrm>
            <a:off x="749807" y="5413247"/>
            <a:ext cx="10680194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7" name="TextBox 58"/>
          <p:cNvSpPr txBox="1"/>
          <p:nvPr/>
        </p:nvSpPr>
        <p:spPr>
          <a:xfrm>
            <a:off x="841247" y="5669279"/>
            <a:ext cx="41148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448" name="TextBox 59"/>
          <p:cNvSpPr txBox="1"/>
          <p:nvPr/>
        </p:nvSpPr>
        <p:spPr>
          <a:xfrm>
            <a:off x="6784847" y="5669279"/>
            <a:ext cx="374904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Box 1"/>
          <p:cNvSpPr txBox="1"/>
          <p:nvPr/>
        </p:nvSpPr>
        <p:spPr>
          <a:xfrm>
            <a:off x="603504" y="420623"/>
            <a:ext cx="118872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452" name="TextBox 2"/>
          <p:cNvSpPr txBox="1"/>
          <p:nvPr/>
        </p:nvSpPr>
        <p:spPr>
          <a:xfrm>
            <a:off x="1773935" y="420623"/>
            <a:ext cx="18288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3" name="TextBox 3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454" name="TextBox 4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55" name="TextBox 5"/>
          <p:cNvSpPr txBox="1"/>
          <p:nvPr/>
        </p:nvSpPr>
        <p:spPr>
          <a:xfrm>
            <a:off x="804671" y="1554480"/>
            <a:ext cx="210312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456" name="Oval 6"/>
          <p:cNvSpPr/>
          <p:nvPr/>
        </p:nvSpPr>
        <p:spPr>
          <a:xfrm>
            <a:off x="868680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Connector 7"/>
          <p:cNvSpPr/>
          <p:nvPr/>
        </p:nvSpPr>
        <p:spPr>
          <a:xfrm>
            <a:off x="934516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Connector 8"/>
          <p:cNvSpPr/>
          <p:nvPr/>
        </p:nvSpPr>
        <p:spPr>
          <a:xfrm>
            <a:off x="842344" y="2189805"/>
            <a:ext cx="184345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9"/>
          <p:cNvSpPr/>
          <p:nvPr/>
        </p:nvSpPr>
        <p:spPr>
          <a:xfrm flipH="1">
            <a:off x="848928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0"/>
          <p:cNvSpPr/>
          <p:nvPr/>
        </p:nvSpPr>
        <p:spPr>
          <a:xfrm>
            <a:off x="934516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1"/>
          <p:cNvSpPr/>
          <p:nvPr/>
        </p:nvSpPr>
        <p:spPr>
          <a:xfrm>
            <a:off x="1490472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Connector 12"/>
          <p:cNvSpPr/>
          <p:nvPr/>
        </p:nvSpPr>
        <p:spPr>
          <a:xfrm>
            <a:off x="1556308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3"/>
          <p:cNvSpPr/>
          <p:nvPr/>
        </p:nvSpPr>
        <p:spPr>
          <a:xfrm>
            <a:off x="1464136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Connector 14"/>
          <p:cNvSpPr/>
          <p:nvPr/>
        </p:nvSpPr>
        <p:spPr>
          <a:xfrm flipH="1">
            <a:off x="1470720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Connector 15"/>
          <p:cNvSpPr/>
          <p:nvPr/>
        </p:nvSpPr>
        <p:spPr>
          <a:xfrm>
            <a:off x="1556308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Oval 16"/>
          <p:cNvSpPr/>
          <p:nvPr/>
        </p:nvSpPr>
        <p:spPr>
          <a:xfrm>
            <a:off x="2112264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Connector 17"/>
          <p:cNvSpPr/>
          <p:nvPr/>
        </p:nvSpPr>
        <p:spPr>
          <a:xfrm>
            <a:off x="2178099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" name="Connector 18"/>
          <p:cNvSpPr/>
          <p:nvPr/>
        </p:nvSpPr>
        <p:spPr>
          <a:xfrm>
            <a:off x="2085929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" name="Connector 19"/>
          <p:cNvSpPr/>
          <p:nvPr/>
        </p:nvSpPr>
        <p:spPr>
          <a:xfrm flipH="1">
            <a:off x="2092512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0"/>
          <p:cNvSpPr/>
          <p:nvPr/>
        </p:nvSpPr>
        <p:spPr>
          <a:xfrm>
            <a:off x="2178099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Oval 21"/>
          <p:cNvSpPr/>
          <p:nvPr/>
        </p:nvSpPr>
        <p:spPr>
          <a:xfrm>
            <a:off x="2734055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Connector 22"/>
          <p:cNvSpPr/>
          <p:nvPr/>
        </p:nvSpPr>
        <p:spPr>
          <a:xfrm>
            <a:off x="2799892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" name="Connector 23"/>
          <p:cNvSpPr/>
          <p:nvPr/>
        </p:nvSpPr>
        <p:spPr>
          <a:xfrm>
            <a:off x="2707720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24"/>
          <p:cNvSpPr/>
          <p:nvPr/>
        </p:nvSpPr>
        <p:spPr>
          <a:xfrm flipH="1">
            <a:off x="2714304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25"/>
          <p:cNvSpPr/>
          <p:nvPr/>
        </p:nvSpPr>
        <p:spPr>
          <a:xfrm>
            <a:off x="2799892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Oval 26"/>
          <p:cNvSpPr/>
          <p:nvPr/>
        </p:nvSpPr>
        <p:spPr>
          <a:xfrm>
            <a:off x="3355847" y="1965960"/>
            <a:ext cx="131675" cy="1316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Connector 27"/>
          <p:cNvSpPr/>
          <p:nvPr/>
        </p:nvSpPr>
        <p:spPr>
          <a:xfrm>
            <a:off x="3421684" y="2097633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Connector 28"/>
          <p:cNvSpPr/>
          <p:nvPr/>
        </p:nvSpPr>
        <p:spPr>
          <a:xfrm>
            <a:off x="3329513" y="2189805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29"/>
          <p:cNvSpPr/>
          <p:nvPr/>
        </p:nvSpPr>
        <p:spPr>
          <a:xfrm flipV="1">
            <a:off x="3474353" y="1998877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0"/>
          <p:cNvSpPr/>
          <p:nvPr/>
        </p:nvSpPr>
        <p:spPr>
          <a:xfrm flipH="1">
            <a:off x="3336095" y="231489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Connector 31"/>
          <p:cNvSpPr/>
          <p:nvPr/>
        </p:nvSpPr>
        <p:spPr>
          <a:xfrm>
            <a:off x="3421684" y="231489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" name="Connector 32"/>
          <p:cNvSpPr/>
          <p:nvPr/>
        </p:nvSpPr>
        <p:spPr>
          <a:xfrm>
            <a:off x="3749038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3"/>
          <p:cNvSpPr/>
          <p:nvPr/>
        </p:nvSpPr>
        <p:spPr>
          <a:xfrm>
            <a:off x="3813047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34"/>
          <p:cNvSpPr/>
          <p:nvPr/>
        </p:nvSpPr>
        <p:spPr>
          <a:xfrm>
            <a:off x="3877054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35"/>
          <p:cNvSpPr/>
          <p:nvPr/>
        </p:nvSpPr>
        <p:spPr>
          <a:xfrm>
            <a:off x="3941062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36"/>
          <p:cNvSpPr/>
          <p:nvPr/>
        </p:nvSpPr>
        <p:spPr>
          <a:xfrm>
            <a:off x="3977640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Connector 37"/>
          <p:cNvSpPr/>
          <p:nvPr/>
        </p:nvSpPr>
        <p:spPr>
          <a:xfrm>
            <a:off x="4043476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38"/>
          <p:cNvSpPr/>
          <p:nvPr/>
        </p:nvSpPr>
        <p:spPr>
          <a:xfrm>
            <a:off x="3951304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Connector 39"/>
          <p:cNvSpPr/>
          <p:nvPr/>
        </p:nvSpPr>
        <p:spPr>
          <a:xfrm flipH="1">
            <a:off x="3957887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Connector 40"/>
          <p:cNvSpPr/>
          <p:nvPr/>
        </p:nvSpPr>
        <p:spPr>
          <a:xfrm>
            <a:off x="4043476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Oval 41"/>
          <p:cNvSpPr/>
          <p:nvPr/>
        </p:nvSpPr>
        <p:spPr>
          <a:xfrm>
            <a:off x="4599432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Connector 42"/>
          <p:cNvSpPr/>
          <p:nvPr/>
        </p:nvSpPr>
        <p:spPr>
          <a:xfrm>
            <a:off x="4665267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43"/>
          <p:cNvSpPr/>
          <p:nvPr/>
        </p:nvSpPr>
        <p:spPr>
          <a:xfrm>
            <a:off x="4573096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Connector 44"/>
          <p:cNvSpPr/>
          <p:nvPr/>
        </p:nvSpPr>
        <p:spPr>
          <a:xfrm flipH="1">
            <a:off x="4579680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" name="Connector 45"/>
          <p:cNvSpPr/>
          <p:nvPr/>
        </p:nvSpPr>
        <p:spPr>
          <a:xfrm>
            <a:off x="4665267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" name="Oval 46"/>
          <p:cNvSpPr/>
          <p:nvPr/>
        </p:nvSpPr>
        <p:spPr>
          <a:xfrm>
            <a:off x="1033271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Connector 47"/>
          <p:cNvSpPr/>
          <p:nvPr/>
        </p:nvSpPr>
        <p:spPr>
          <a:xfrm>
            <a:off x="1099108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48"/>
          <p:cNvSpPr/>
          <p:nvPr/>
        </p:nvSpPr>
        <p:spPr>
          <a:xfrm>
            <a:off x="1006936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Connector 49"/>
          <p:cNvSpPr/>
          <p:nvPr/>
        </p:nvSpPr>
        <p:spPr>
          <a:xfrm flipH="1">
            <a:off x="1013520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" name="Connector 50"/>
          <p:cNvSpPr/>
          <p:nvPr/>
        </p:nvSpPr>
        <p:spPr>
          <a:xfrm>
            <a:off x="1099108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Oval 51"/>
          <p:cNvSpPr/>
          <p:nvPr/>
        </p:nvSpPr>
        <p:spPr>
          <a:xfrm>
            <a:off x="1655062" y="2697479"/>
            <a:ext cx="131675" cy="1316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Connector 52"/>
          <p:cNvSpPr/>
          <p:nvPr/>
        </p:nvSpPr>
        <p:spPr>
          <a:xfrm>
            <a:off x="1720899" y="2829153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" name="Connector 53"/>
          <p:cNvSpPr/>
          <p:nvPr/>
        </p:nvSpPr>
        <p:spPr>
          <a:xfrm>
            <a:off x="1628729" y="2921324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4" name="Connector 54"/>
          <p:cNvSpPr/>
          <p:nvPr/>
        </p:nvSpPr>
        <p:spPr>
          <a:xfrm flipV="1">
            <a:off x="1773570" y="2730398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" name="Connector 55"/>
          <p:cNvSpPr/>
          <p:nvPr/>
        </p:nvSpPr>
        <p:spPr>
          <a:xfrm flipH="1">
            <a:off x="1635312" y="3046415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" name="Connector 56"/>
          <p:cNvSpPr/>
          <p:nvPr/>
        </p:nvSpPr>
        <p:spPr>
          <a:xfrm>
            <a:off x="1720899" y="3046415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" name="Connector 57"/>
          <p:cNvSpPr/>
          <p:nvPr/>
        </p:nvSpPr>
        <p:spPr>
          <a:xfrm>
            <a:off x="2048255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Connector 58"/>
          <p:cNvSpPr/>
          <p:nvPr/>
        </p:nvSpPr>
        <p:spPr>
          <a:xfrm>
            <a:off x="2112262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" name="Connector 59"/>
          <p:cNvSpPr/>
          <p:nvPr/>
        </p:nvSpPr>
        <p:spPr>
          <a:xfrm>
            <a:off x="2176272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Connector 60"/>
          <p:cNvSpPr/>
          <p:nvPr/>
        </p:nvSpPr>
        <p:spPr>
          <a:xfrm>
            <a:off x="2240278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" name="Oval 61"/>
          <p:cNvSpPr/>
          <p:nvPr/>
        </p:nvSpPr>
        <p:spPr>
          <a:xfrm>
            <a:off x="2276855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Connector 62"/>
          <p:cNvSpPr/>
          <p:nvPr/>
        </p:nvSpPr>
        <p:spPr>
          <a:xfrm>
            <a:off x="2342692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63"/>
          <p:cNvSpPr/>
          <p:nvPr/>
        </p:nvSpPr>
        <p:spPr>
          <a:xfrm>
            <a:off x="2250520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64"/>
          <p:cNvSpPr/>
          <p:nvPr/>
        </p:nvSpPr>
        <p:spPr>
          <a:xfrm flipH="1">
            <a:off x="2257104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65"/>
          <p:cNvSpPr/>
          <p:nvPr/>
        </p:nvSpPr>
        <p:spPr>
          <a:xfrm>
            <a:off x="2342692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Oval 66"/>
          <p:cNvSpPr/>
          <p:nvPr/>
        </p:nvSpPr>
        <p:spPr>
          <a:xfrm>
            <a:off x="2898648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Connector 67"/>
          <p:cNvSpPr/>
          <p:nvPr/>
        </p:nvSpPr>
        <p:spPr>
          <a:xfrm>
            <a:off x="2964483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68"/>
          <p:cNvSpPr/>
          <p:nvPr/>
        </p:nvSpPr>
        <p:spPr>
          <a:xfrm>
            <a:off x="2872313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69"/>
          <p:cNvSpPr/>
          <p:nvPr/>
        </p:nvSpPr>
        <p:spPr>
          <a:xfrm flipH="1">
            <a:off x="2878895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Connector 70"/>
          <p:cNvSpPr/>
          <p:nvPr/>
        </p:nvSpPr>
        <p:spPr>
          <a:xfrm>
            <a:off x="2964483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" name="Oval 71"/>
          <p:cNvSpPr/>
          <p:nvPr/>
        </p:nvSpPr>
        <p:spPr>
          <a:xfrm>
            <a:off x="3520440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Connector 72"/>
          <p:cNvSpPr/>
          <p:nvPr/>
        </p:nvSpPr>
        <p:spPr>
          <a:xfrm>
            <a:off x="3586276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Connector 73"/>
          <p:cNvSpPr/>
          <p:nvPr/>
        </p:nvSpPr>
        <p:spPr>
          <a:xfrm>
            <a:off x="3494104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Connector 74"/>
          <p:cNvSpPr/>
          <p:nvPr/>
        </p:nvSpPr>
        <p:spPr>
          <a:xfrm flipH="1">
            <a:off x="3500687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75"/>
          <p:cNvSpPr/>
          <p:nvPr/>
        </p:nvSpPr>
        <p:spPr>
          <a:xfrm>
            <a:off x="3586276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Oval 76"/>
          <p:cNvSpPr/>
          <p:nvPr/>
        </p:nvSpPr>
        <p:spPr>
          <a:xfrm>
            <a:off x="4142232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Connector 77"/>
          <p:cNvSpPr/>
          <p:nvPr/>
        </p:nvSpPr>
        <p:spPr>
          <a:xfrm>
            <a:off x="4208067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" name="Connector 78"/>
          <p:cNvSpPr/>
          <p:nvPr/>
        </p:nvSpPr>
        <p:spPr>
          <a:xfrm>
            <a:off x="4115896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" name="Connector 79"/>
          <p:cNvSpPr/>
          <p:nvPr/>
        </p:nvSpPr>
        <p:spPr>
          <a:xfrm flipH="1">
            <a:off x="4122480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80"/>
          <p:cNvSpPr/>
          <p:nvPr/>
        </p:nvSpPr>
        <p:spPr>
          <a:xfrm>
            <a:off x="4208067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Oval 81"/>
          <p:cNvSpPr/>
          <p:nvPr/>
        </p:nvSpPr>
        <p:spPr>
          <a:xfrm>
            <a:off x="4764023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Connector 82"/>
          <p:cNvSpPr/>
          <p:nvPr/>
        </p:nvSpPr>
        <p:spPr>
          <a:xfrm>
            <a:off x="4829859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3" name="Connector 83"/>
          <p:cNvSpPr/>
          <p:nvPr/>
        </p:nvSpPr>
        <p:spPr>
          <a:xfrm>
            <a:off x="4737689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" name="Connector 84"/>
          <p:cNvSpPr/>
          <p:nvPr/>
        </p:nvSpPr>
        <p:spPr>
          <a:xfrm flipH="1">
            <a:off x="4744272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85"/>
          <p:cNvSpPr/>
          <p:nvPr/>
        </p:nvSpPr>
        <p:spPr>
          <a:xfrm>
            <a:off x="4829859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Oval 86"/>
          <p:cNvSpPr/>
          <p:nvPr/>
        </p:nvSpPr>
        <p:spPr>
          <a:xfrm>
            <a:off x="868680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Connector 87"/>
          <p:cNvSpPr/>
          <p:nvPr/>
        </p:nvSpPr>
        <p:spPr>
          <a:xfrm>
            <a:off x="934516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Connector 88"/>
          <p:cNvSpPr/>
          <p:nvPr/>
        </p:nvSpPr>
        <p:spPr>
          <a:xfrm>
            <a:off x="842344" y="3652844"/>
            <a:ext cx="184345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9" name="Connector 89"/>
          <p:cNvSpPr/>
          <p:nvPr/>
        </p:nvSpPr>
        <p:spPr>
          <a:xfrm flipH="1">
            <a:off x="848928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90"/>
          <p:cNvSpPr/>
          <p:nvPr/>
        </p:nvSpPr>
        <p:spPr>
          <a:xfrm>
            <a:off x="934516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Oval 91"/>
          <p:cNvSpPr/>
          <p:nvPr/>
        </p:nvSpPr>
        <p:spPr>
          <a:xfrm>
            <a:off x="1490472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Connector 92"/>
          <p:cNvSpPr/>
          <p:nvPr/>
        </p:nvSpPr>
        <p:spPr>
          <a:xfrm>
            <a:off x="1556308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" name="Connector 93"/>
          <p:cNvSpPr/>
          <p:nvPr/>
        </p:nvSpPr>
        <p:spPr>
          <a:xfrm>
            <a:off x="1464136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94"/>
          <p:cNvSpPr/>
          <p:nvPr/>
        </p:nvSpPr>
        <p:spPr>
          <a:xfrm flipH="1">
            <a:off x="1470720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95"/>
          <p:cNvSpPr/>
          <p:nvPr/>
        </p:nvSpPr>
        <p:spPr>
          <a:xfrm>
            <a:off x="1556308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Oval 96"/>
          <p:cNvSpPr/>
          <p:nvPr/>
        </p:nvSpPr>
        <p:spPr>
          <a:xfrm>
            <a:off x="2112264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Connector 97"/>
          <p:cNvSpPr/>
          <p:nvPr/>
        </p:nvSpPr>
        <p:spPr>
          <a:xfrm>
            <a:off x="2178099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" name="Connector 98"/>
          <p:cNvSpPr/>
          <p:nvPr/>
        </p:nvSpPr>
        <p:spPr>
          <a:xfrm>
            <a:off x="2085929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99"/>
          <p:cNvSpPr/>
          <p:nvPr/>
        </p:nvSpPr>
        <p:spPr>
          <a:xfrm flipH="1">
            <a:off x="2092512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Connector 100"/>
          <p:cNvSpPr/>
          <p:nvPr/>
        </p:nvSpPr>
        <p:spPr>
          <a:xfrm>
            <a:off x="2178099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" name="Oval 101"/>
          <p:cNvSpPr/>
          <p:nvPr/>
        </p:nvSpPr>
        <p:spPr>
          <a:xfrm>
            <a:off x="2734055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Connector 102"/>
          <p:cNvSpPr/>
          <p:nvPr/>
        </p:nvSpPr>
        <p:spPr>
          <a:xfrm>
            <a:off x="2799892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103"/>
          <p:cNvSpPr/>
          <p:nvPr/>
        </p:nvSpPr>
        <p:spPr>
          <a:xfrm>
            <a:off x="2707720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04"/>
          <p:cNvSpPr/>
          <p:nvPr/>
        </p:nvSpPr>
        <p:spPr>
          <a:xfrm flipH="1">
            <a:off x="2714304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05"/>
          <p:cNvSpPr/>
          <p:nvPr/>
        </p:nvSpPr>
        <p:spPr>
          <a:xfrm>
            <a:off x="2799892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Oval 106"/>
          <p:cNvSpPr/>
          <p:nvPr/>
        </p:nvSpPr>
        <p:spPr>
          <a:xfrm>
            <a:off x="3355847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Connector 107"/>
          <p:cNvSpPr/>
          <p:nvPr/>
        </p:nvSpPr>
        <p:spPr>
          <a:xfrm>
            <a:off x="3421684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08"/>
          <p:cNvSpPr/>
          <p:nvPr/>
        </p:nvSpPr>
        <p:spPr>
          <a:xfrm>
            <a:off x="3329513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09"/>
          <p:cNvSpPr/>
          <p:nvPr/>
        </p:nvSpPr>
        <p:spPr>
          <a:xfrm flipH="1">
            <a:off x="3336095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10"/>
          <p:cNvSpPr/>
          <p:nvPr/>
        </p:nvSpPr>
        <p:spPr>
          <a:xfrm>
            <a:off x="3421684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Oval 111"/>
          <p:cNvSpPr/>
          <p:nvPr/>
        </p:nvSpPr>
        <p:spPr>
          <a:xfrm>
            <a:off x="3977640" y="3429000"/>
            <a:ext cx="131675" cy="13167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Connector 112"/>
          <p:cNvSpPr/>
          <p:nvPr/>
        </p:nvSpPr>
        <p:spPr>
          <a:xfrm>
            <a:off x="4043476" y="3560672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Connector 113"/>
          <p:cNvSpPr/>
          <p:nvPr/>
        </p:nvSpPr>
        <p:spPr>
          <a:xfrm>
            <a:off x="3951304" y="3652844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" name="Connector 114"/>
          <p:cNvSpPr/>
          <p:nvPr/>
        </p:nvSpPr>
        <p:spPr>
          <a:xfrm flipV="1">
            <a:off x="4096146" y="3461918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" name="Connector 115"/>
          <p:cNvSpPr/>
          <p:nvPr/>
        </p:nvSpPr>
        <p:spPr>
          <a:xfrm flipH="1">
            <a:off x="3957887" y="377793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Connector 116"/>
          <p:cNvSpPr/>
          <p:nvPr/>
        </p:nvSpPr>
        <p:spPr>
          <a:xfrm>
            <a:off x="4043476" y="377793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Connector 117"/>
          <p:cNvSpPr/>
          <p:nvPr/>
        </p:nvSpPr>
        <p:spPr>
          <a:xfrm>
            <a:off x="4370832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Connector 118"/>
          <p:cNvSpPr/>
          <p:nvPr/>
        </p:nvSpPr>
        <p:spPr>
          <a:xfrm>
            <a:off x="4434840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Connector 119"/>
          <p:cNvSpPr/>
          <p:nvPr/>
        </p:nvSpPr>
        <p:spPr>
          <a:xfrm>
            <a:off x="4498847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Connector 120"/>
          <p:cNvSpPr/>
          <p:nvPr/>
        </p:nvSpPr>
        <p:spPr>
          <a:xfrm>
            <a:off x="4562855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Oval 121"/>
          <p:cNvSpPr/>
          <p:nvPr/>
        </p:nvSpPr>
        <p:spPr>
          <a:xfrm>
            <a:off x="4599432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Connector 122"/>
          <p:cNvSpPr/>
          <p:nvPr/>
        </p:nvSpPr>
        <p:spPr>
          <a:xfrm>
            <a:off x="4665267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Connector 123"/>
          <p:cNvSpPr/>
          <p:nvPr/>
        </p:nvSpPr>
        <p:spPr>
          <a:xfrm>
            <a:off x="4573096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124"/>
          <p:cNvSpPr/>
          <p:nvPr/>
        </p:nvSpPr>
        <p:spPr>
          <a:xfrm flipH="1">
            <a:off x="4579680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125"/>
          <p:cNvSpPr/>
          <p:nvPr/>
        </p:nvSpPr>
        <p:spPr>
          <a:xfrm>
            <a:off x="4665267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Oval 126"/>
          <p:cNvSpPr/>
          <p:nvPr/>
        </p:nvSpPr>
        <p:spPr>
          <a:xfrm>
            <a:off x="1033271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7" name="Connector 127"/>
          <p:cNvSpPr/>
          <p:nvPr/>
        </p:nvSpPr>
        <p:spPr>
          <a:xfrm>
            <a:off x="1099108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Connector 128"/>
          <p:cNvSpPr/>
          <p:nvPr/>
        </p:nvSpPr>
        <p:spPr>
          <a:xfrm>
            <a:off x="1006936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29"/>
          <p:cNvSpPr/>
          <p:nvPr/>
        </p:nvSpPr>
        <p:spPr>
          <a:xfrm flipH="1">
            <a:off x="1013520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30"/>
          <p:cNvSpPr/>
          <p:nvPr/>
        </p:nvSpPr>
        <p:spPr>
          <a:xfrm>
            <a:off x="1099108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31"/>
          <p:cNvSpPr/>
          <p:nvPr/>
        </p:nvSpPr>
        <p:spPr>
          <a:xfrm>
            <a:off x="1655062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Connector 132"/>
          <p:cNvSpPr/>
          <p:nvPr/>
        </p:nvSpPr>
        <p:spPr>
          <a:xfrm>
            <a:off x="1720899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33"/>
          <p:cNvSpPr/>
          <p:nvPr/>
        </p:nvSpPr>
        <p:spPr>
          <a:xfrm>
            <a:off x="1628729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Connector 134"/>
          <p:cNvSpPr/>
          <p:nvPr/>
        </p:nvSpPr>
        <p:spPr>
          <a:xfrm flipH="1">
            <a:off x="163531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" name="Connector 135"/>
          <p:cNvSpPr/>
          <p:nvPr/>
        </p:nvSpPr>
        <p:spPr>
          <a:xfrm>
            <a:off x="1720899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Oval 136"/>
          <p:cNvSpPr/>
          <p:nvPr/>
        </p:nvSpPr>
        <p:spPr>
          <a:xfrm>
            <a:off x="2276855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Connector 137"/>
          <p:cNvSpPr/>
          <p:nvPr/>
        </p:nvSpPr>
        <p:spPr>
          <a:xfrm>
            <a:off x="2342692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Connector 138"/>
          <p:cNvSpPr/>
          <p:nvPr/>
        </p:nvSpPr>
        <p:spPr>
          <a:xfrm>
            <a:off x="2250520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" name="Connector 139"/>
          <p:cNvSpPr/>
          <p:nvPr/>
        </p:nvSpPr>
        <p:spPr>
          <a:xfrm flipH="1">
            <a:off x="2257104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" name="Connector 140"/>
          <p:cNvSpPr/>
          <p:nvPr/>
        </p:nvSpPr>
        <p:spPr>
          <a:xfrm>
            <a:off x="234269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Oval 141"/>
          <p:cNvSpPr/>
          <p:nvPr/>
        </p:nvSpPr>
        <p:spPr>
          <a:xfrm>
            <a:off x="2898648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Connector 142"/>
          <p:cNvSpPr/>
          <p:nvPr/>
        </p:nvSpPr>
        <p:spPr>
          <a:xfrm>
            <a:off x="2964483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43"/>
          <p:cNvSpPr/>
          <p:nvPr/>
        </p:nvSpPr>
        <p:spPr>
          <a:xfrm>
            <a:off x="2872313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Connector 144"/>
          <p:cNvSpPr/>
          <p:nvPr/>
        </p:nvSpPr>
        <p:spPr>
          <a:xfrm flipH="1">
            <a:off x="2878895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" name="Connector 145"/>
          <p:cNvSpPr/>
          <p:nvPr/>
        </p:nvSpPr>
        <p:spPr>
          <a:xfrm>
            <a:off x="2964483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Oval 146"/>
          <p:cNvSpPr/>
          <p:nvPr/>
        </p:nvSpPr>
        <p:spPr>
          <a:xfrm>
            <a:off x="3520440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Connector 147"/>
          <p:cNvSpPr/>
          <p:nvPr/>
        </p:nvSpPr>
        <p:spPr>
          <a:xfrm>
            <a:off x="3586276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148"/>
          <p:cNvSpPr/>
          <p:nvPr/>
        </p:nvSpPr>
        <p:spPr>
          <a:xfrm>
            <a:off x="3494104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Connector 149"/>
          <p:cNvSpPr/>
          <p:nvPr/>
        </p:nvSpPr>
        <p:spPr>
          <a:xfrm flipH="1">
            <a:off x="3500687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50"/>
          <p:cNvSpPr/>
          <p:nvPr/>
        </p:nvSpPr>
        <p:spPr>
          <a:xfrm>
            <a:off x="3586276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Oval 151"/>
          <p:cNvSpPr/>
          <p:nvPr/>
        </p:nvSpPr>
        <p:spPr>
          <a:xfrm>
            <a:off x="4142232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Connector 152"/>
          <p:cNvSpPr/>
          <p:nvPr/>
        </p:nvSpPr>
        <p:spPr>
          <a:xfrm>
            <a:off x="4208067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153"/>
          <p:cNvSpPr/>
          <p:nvPr/>
        </p:nvSpPr>
        <p:spPr>
          <a:xfrm>
            <a:off x="4115896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Connector 154"/>
          <p:cNvSpPr/>
          <p:nvPr/>
        </p:nvSpPr>
        <p:spPr>
          <a:xfrm flipH="1">
            <a:off x="4122480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155"/>
          <p:cNvSpPr/>
          <p:nvPr/>
        </p:nvSpPr>
        <p:spPr>
          <a:xfrm>
            <a:off x="4208067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Oval 156"/>
          <p:cNvSpPr/>
          <p:nvPr/>
        </p:nvSpPr>
        <p:spPr>
          <a:xfrm>
            <a:off x="4764023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Connector 157"/>
          <p:cNvSpPr/>
          <p:nvPr/>
        </p:nvSpPr>
        <p:spPr>
          <a:xfrm>
            <a:off x="4829859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Connector 158"/>
          <p:cNvSpPr/>
          <p:nvPr/>
        </p:nvSpPr>
        <p:spPr>
          <a:xfrm>
            <a:off x="4737689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" name="Connector 159"/>
          <p:cNvSpPr/>
          <p:nvPr/>
        </p:nvSpPr>
        <p:spPr>
          <a:xfrm flipH="1">
            <a:off x="474427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160"/>
          <p:cNvSpPr/>
          <p:nvPr/>
        </p:nvSpPr>
        <p:spPr>
          <a:xfrm>
            <a:off x="4829859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161"/>
          <p:cNvSpPr/>
          <p:nvPr/>
        </p:nvSpPr>
        <p:spPr>
          <a:xfrm>
            <a:off x="6492240" y="3246120"/>
            <a:ext cx="4681729" cy="1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162"/>
          <p:cNvSpPr/>
          <p:nvPr/>
        </p:nvSpPr>
        <p:spPr>
          <a:xfrm>
            <a:off x="3767328" y="2185416"/>
            <a:ext cx="2724913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163"/>
          <p:cNvSpPr/>
          <p:nvPr/>
        </p:nvSpPr>
        <p:spPr>
          <a:xfrm>
            <a:off x="3803904" y="2249423"/>
            <a:ext cx="2688336" cy="105156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Connector 164"/>
          <p:cNvSpPr/>
          <p:nvPr/>
        </p:nvSpPr>
        <p:spPr>
          <a:xfrm>
            <a:off x="2066543" y="2916935"/>
            <a:ext cx="4425698" cy="329185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" name="Connector 165"/>
          <p:cNvSpPr/>
          <p:nvPr/>
        </p:nvSpPr>
        <p:spPr>
          <a:xfrm>
            <a:off x="2103120" y="2980944"/>
            <a:ext cx="4389121" cy="32004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166"/>
          <p:cNvSpPr/>
          <p:nvPr/>
        </p:nvSpPr>
        <p:spPr>
          <a:xfrm flipV="1">
            <a:off x="4389120" y="3246120"/>
            <a:ext cx="2103121" cy="40233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167"/>
          <p:cNvSpPr/>
          <p:nvPr/>
        </p:nvSpPr>
        <p:spPr>
          <a:xfrm flipV="1">
            <a:off x="4425696" y="3300984"/>
            <a:ext cx="2066545" cy="41148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Connector 168"/>
          <p:cNvSpPr/>
          <p:nvPr/>
        </p:nvSpPr>
        <p:spPr>
          <a:xfrm flipV="1">
            <a:off x="4352544" y="3374135"/>
            <a:ext cx="2139697" cy="9235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" name="Connector 169"/>
          <p:cNvSpPr/>
          <p:nvPr/>
        </p:nvSpPr>
        <p:spPr>
          <a:xfrm>
            <a:off x="1810511" y="2834639"/>
            <a:ext cx="4681729" cy="30175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Oval 170"/>
          <p:cNvSpPr/>
          <p:nvPr/>
        </p:nvSpPr>
        <p:spPr>
          <a:xfrm>
            <a:off x="6784847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Oval 171"/>
          <p:cNvSpPr/>
          <p:nvPr/>
        </p:nvSpPr>
        <p:spPr>
          <a:xfrm>
            <a:off x="7205471" y="3456432"/>
            <a:ext cx="82297" cy="822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Oval 172"/>
          <p:cNvSpPr/>
          <p:nvPr/>
        </p:nvSpPr>
        <p:spPr>
          <a:xfrm>
            <a:off x="7626095" y="3017520"/>
            <a:ext cx="100585" cy="10058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3" name="Oval 173"/>
          <p:cNvSpPr/>
          <p:nvPr/>
        </p:nvSpPr>
        <p:spPr>
          <a:xfrm>
            <a:off x="8247888" y="3364991"/>
            <a:ext cx="73153" cy="7315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Oval 174"/>
          <p:cNvSpPr/>
          <p:nvPr/>
        </p:nvSpPr>
        <p:spPr>
          <a:xfrm>
            <a:off x="8887968" y="2926079"/>
            <a:ext cx="128017" cy="128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Oval 175"/>
          <p:cNvSpPr/>
          <p:nvPr/>
        </p:nvSpPr>
        <p:spPr>
          <a:xfrm>
            <a:off x="9290304" y="34107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Oval 176"/>
          <p:cNvSpPr/>
          <p:nvPr/>
        </p:nvSpPr>
        <p:spPr>
          <a:xfrm>
            <a:off x="9765792" y="2889504"/>
            <a:ext cx="146305" cy="1463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Oval 177"/>
          <p:cNvSpPr/>
          <p:nvPr/>
        </p:nvSpPr>
        <p:spPr>
          <a:xfrm>
            <a:off x="10241280" y="3310128"/>
            <a:ext cx="128017" cy="128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Oval 178"/>
          <p:cNvSpPr/>
          <p:nvPr/>
        </p:nvSpPr>
        <p:spPr>
          <a:xfrm>
            <a:off x="10735056" y="2980944"/>
            <a:ext cx="137161" cy="13716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TextBox 179"/>
          <p:cNvSpPr txBox="1"/>
          <p:nvPr/>
        </p:nvSpPr>
        <p:spPr>
          <a:xfrm>
            <a:off x="6473952" y="3822191"/>
            <a:ext cx="18288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630" name="TextBox 180"/>
          <p:cNvSpPr txBox="1"/>
          <p:nvPr/>
        </p:nvSpPr>
        <p:spPr>
          <a:xfrm>
            <a:off x="7424926" y="4315967"/>
            <a:ext cx="914401" cy="50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631" name="TextBox 181"/>
          <p:cNvSpPr txBox="1"/>
          <p:nvPr/>
        </p:nvSpPr>
        <p:spPr>
          <a:xfrm>
            <a:off x="8321040" y="4489703"/>
            <a:ext cx="15087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632" name="TextBox 182"/>
          <p:cNvSpPr txBox="1"/>
          <p:nvPr/>
        </p:nvSpPr>
        <p:spPr>
          <a:xfrm>
            <a:off x="9802368" y="4315967"/>
            <a:ext cx="1024129" cy="50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633" name="TextBox 183"/>
          <p:cNvSpPr txBox="1"/>
          <p:nvPr/>
        </p:nvSpPr>
        <p:spPr>
          <a:xfrm>
            <a:off x="10634471" y="4489703"/>
            <a:ext cx="10515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634" name="Connector 184"/>
          <p:cNvSpPr/>
          <p:nvPr/>
        </p:nvSpPr>
        <p:spPr>
          <a:xfrm>
            <a:off x="749807" y="5257800"/>
            <a:ext cx="10680194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TextBox 185"/>
          <p:cNvSpPr txBox="1"/>
          <p:nvPr/>
        </p:nvSpPr>
        <p:spPr>
          <a:xfrm>
            <a:off x="841247" y="5577840"/>
            <a:ext cx="43891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6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6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6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64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42" name="Oval 4"/>
          <p:cNvSpPr/>
          <p:nvPr/>
        </p:nvSpPr>
        <p:spPr>
          <a:xfrm>
            <a:off x="960119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3" name="Oval 5"/>
          <p:cNvSpPr/>
          <p:nvPr/>
        </p:nvSpPr>
        <p:spPr>
          <a:xfrm>
            <a:off x="134416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4" name="Oval 6"/>
          <p:cNvSpPr/>
          <p:nvPr/>
        </p:nvSpPr>
        <p:spPr>
          <a:xfrm>
            <a:off x="172821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5" name="Oval 7"/>
          <p:cNvSpPr/>
          <p:nvPr/>
        </p:nvSpPr>
        <p:spPr>
          <a:xfrm>
            <a:off x="2112264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6" name="Oval 8"/>
          <p:cNvSpPr/>
          <p:nvPr/>
        </p:nvSpPr>
        <p:spPr>
          <a:xfrm>
            <a:off x="2496310" y="1828799"/>
            <a:ext cx="91444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7" name="Oval 9"/>
          <p:cNvSpPr/>
          <p:nvPr/>
        </p:nvSpPr>
        <p:spPr>
          <a:xfrm>
            <a:off x="2880360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8" name="Oval 10"/>
          <p:cNvSpPr/>
          <p:nvPr/>
        </p:nvSpPr>
        <p:spPr>
          <a:xfrm>
            <a:off x="3264408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9" name="Oval 11"/>
          <p:cNvSpPr/>
          <p:nvPr/>
        </p:nvSpPr>
        <p:spPr>
          <a:xfrm>
            <a:off x="108813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0" name="Oval 12"/>
          <p:cNvSpPr/>
          <p:nvPr/>
        </p:nvSpPr>
        <p:spPr>
          <a:xfrm>
            <a:off x="147218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1" name="Oval 13"/>
          <p:cNvSpPr/>
          <p:nvPr/>
        </p:nvSpPr>
        <p:spPr>
          <a:xfrm>
            <a:off x="1856232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2" name="Oval 14"/>
          <p:cNvSpPr/>
          <p:nvPr/>
        </p:nvSpPr>
        <p:spPr>
          <a:xfrm>
            <a:off x="2240278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3" name="Oval 15"/>
          <p:cNvSpPr/>
          <p:nvPr/>
        </p:nvSpPr>
        <p:spPr>
          <a:xfrm>
            <a:off x="2624327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4" name="Oval 16"/>
          <p:cNvSpPr/>
          <p:nvPr/>
        </p:nvSpPr>
        <p:spPr>
          <a:xfrm>
            <a:off x="300837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5" name="Oval 17"/>
          <p:cNvSpPr/>
          <p:nvPr/>
        </p:nvSpPr>
        <p:spPr>
          <a:xfrm>
            <a:off x="339242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6" name="Oval 18"/>
          <p:cNvSpPr/>
          <p:nvPr/>
        </p:nvSpPr>
        <p:spPr>
          <a:xfrm>
            <a:off x="960119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7" name="Oval 19"/>
          <p:cNvSpPr/>
          <p:nvPr/>
        </p:nvSpPr>
        <p:spPr>
          <a:xfrm>
            <a:off x="134416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8" name="Oval 20"/>
          <p:cNvSpPr/>
          <p:nvPr/>
        </p:nvSpPr>
        <p:spPr>
          <a:xfrm>
            <a:off x="172821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9" name="Oval 21"/>
          <p:cNvSpPr/>
          <p:nvPr/>
        </p:nvSpPr>
        <p:spPr>
          <a:xfrm>
            <a:off x="2112264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0" name="Oval 22"/>
          <p:cNvSpPr/>
          <p:nvPr/>
        </p:nvSpPr>
        <p:spPr>
          <a:xfrm>
            <a:off x="2496310" y="265176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1" name="Oval 23"/>
          <p:cNvSpPr/>
          <p:nvPr/>
        </p:nvSpPr>
        <p:spPr>
          <a:xfrm>
            <a:off x="2880360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2" name="Oval 24"/>
          <p:cNvSpPr/>
          <p:nvPr/>
        </p:nvSpPr>
        <p:spPr>
          <a:xfrm>
            <a:off x="3264408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3" name="Oval 25"/>
          <p:cNvSpPr/>
          <p:nvPr/>
        </p:nvSpPr>
        <p:spPr>
          <a:xfrm>
            <a:off x="108813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4" name="Oval 26"/>
          <p:cNvSpPr/>
          <p:nvPr/>
        </p:nvSpPr>
        <p:spPr>
          <a:xfrm>
            <a:off x="147218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5" name="Oval 27"/>
          <p:cNvSpPr/>
          <p:nvPr/>
        </p:nvSpPr>
        <p:spPr>
          <a:xfrm>
            <a:off x="1856232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6" name="Oval 28"/>
          <p:cNvSpPr/>
          <p:nvPr/>
        </p:nvSpPr>
        <p:spPr>
          <a:xfrm>
            <a:off x="2240278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7" name="Oval 29"/>
          <p:cNvSpPr/>
          <p:nvPr/>
        </p:nvSpPr>
        <p:spPr>
          <a:xfrm>
            <a:off x="2624327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8" name="Oval 30"/>
          <p:cNvSpPr/>
          <p:nvPr/>
        </p:nvSpPr>
        <p:spPr>
          <a:xfrm>
            <a:off x="300837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9" name="Oval 31"/>
          <p:cNvSpPr/>
          <p:nvPr/>
        </p:nvSpPr>
        <p:spPr>
          <a:xfrm>
            <a:off x="339242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0" name="Oval 32"/>
          <p:cNvSpPr/>
          <p:nvPr/>
        </p:nvSpPr>
        <p:spPr>
          <a:xfrm>
            <a:off x="960119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1" name="Oval 33"/>
          <p:cNvSpPr/>
          <p:nvPr/>
        </p:nvSpPr>
        <p:spPr>
          <a:xfrm>
            <a:off x="134416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2" name="Oval 34"/>
          <p:cNvSpPr/>
          <p:nvPr/>
        </p:nvSpPr>
        <p:spPr>
          <a:xfrm>
            <a:off x="172821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3" name="Oval 35"/>
          <p:cNvSpPr/>
          <p:nvPr/>
        </p:nvSpPr>
        <p:spPr>
          <a:xfrm>
            <a:off x="2112264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4" name="Oval 36"/>
          <p:cNvSpPr/>
          <p:nvPr/>
        </p:nvSpPr>
        <p:spPr>
          <a:xfrm>
            <a:off x="2496310" y="347472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5" name="Oval 37"/>
          <p:cNvSpPr/>
          <p:nvPr/>
        </p:nvSpPr>
        <p:spPr>
          <a:xfrm>
            <a:off x="2880360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6" name="Oval 38"/>
          <p:cNvSpPr/>
          <p:nvPr/>
        </p:nvSpPr>
        <p:spPr>
          <a:xfrm>
            <a:off x="3264408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7" name="Oval 39"/>
          <p:cNvSpPr/>
          <p:nvPr/>
        </p:nvSpPr>
        <p:spPr>
          <a:xfrm>
            <a:off x="108813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8" name="Oval 40"/>
          <p:cNvSpPr/>
          <p:nvPr/>
        </p:nvSpPr>
        <p:spPr>
          <a:xfrm>
            <a:off x="147218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9" name="Oval 41"/>
          <p:cNvSpPr/>
          <p:nvPr/>
        </p:nvSpPr>
        <p:spPr>
          <a:xfrm>
            <a:off x="1856232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0" name="Oval 42"/>
          <p:cNvSpPr/>
          <p:nvPr/>
        </p:nvSpPr>
        <p:spPr>
          <a:xfrm>
            <a:off x="2240278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1" name="Oval 43"/>
          <p:cNvSpPr/>
          <p:nvPr/>
        </p:nvSpPr>
        <p:spPr>
          <a:xfrm>
            <a:off x="2624327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2" name="Oval 44"/>
          <p:cNvSpPr/>
          <p:nvPr/>
        </p:nvSpPr>
        <p:spPr>
          <a:xfrm>
            <a:off x="300837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3" name="Oval 45"/>
          <p:cNvSpPr/>
          <p:nvPr/>
        </p:nvSpPr>
        <p:spPr>
          <a:xfrm>
            <a:off x="339242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4" name="Oval 46"/>
          <p:cNvSpPr/>
          <p:nvPr/>
        </p:nvSpPr>
        <p:spPr>
          <a:xfrm>
            <a:off x="960119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5" name="Oval 47"/>
          <p:cNvSpPr/>
          <p:nvPr/>
        </p:nvSpPr>
        <p:spPr>
          <a:xfrm>
            <a:off x="134416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6" name="Oval 48"/>
          <p:cNvSpPr/>
          <p:nvPr/>
        </p:nvSpPr>
        <p:spPr>
          <a:xfrm>
            <a:off x="172821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7" name="Oval 49"/>
          <p:cNvSpPr/>
          <p:nvPr/>
        </p:nvSpPr>
        <p:spPr>
          <a:xfrm>
            <a:off x="2112264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8" name="Oval 50"/>
          <p:cNvSpPr/>
          <p:nvPr/>
        </p:nvSpPr>
        <p:spPr>
          <a:xfrm>
            <a:off x="2496310" y="4297679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9" name="Oval 51"/>
          <p:cNvSpPr/>
          <p:nvPr/>
        </p:nvSpPr>
        <p:spPr>
          <a:xfrm>
            <a:off x="2880360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0" name="Oval 52"/>
          <p:cNvSpPr/>
          <p:nvPr/>
        </p:nvSpPr>
        <p:spPr>
          <a:xfrm>
            <a:off x="3264408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1" name="Oval 53"/>
          <p:cNvSpPr/>
          <p:nvPr/>
        </p:nvSpPr>
        <p:spPr>
          <a:xfrm>
            <a:off x="7909559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2" name="Oval 54"/>
          <p:cNvSpPr/>
          <p:nvPr/>
        </p:nvSpPr>
        <p:spPr>
          <a:xfrm>
            <a:off x="829360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3" name="Oval 55"/>
          <p:cNvSpPr/>
          <p:nvPr/>
        </p:nvSpPr>
        <p:spPr>
          <a:xfrm>
            <a:off x="867765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4" name="Oval 56"/>
          <p:cNvSpPr/>
          <p:nvPr/>
        </p:nvSpPr>
        <p:spPr>
          <a:xfrm>
            <a:off x="9061704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5" name="Oval 57"/>
          <p:cNvSpPr/>
          <p:nvPr/>
        </p:nvSpPr>
        <p:spPr>
          <a:xfrm>
            <a:off x="9445752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6" name="Oval 58"/>
          <p:cNvSpPr/>
          <p:nvPr/>
        </p:nvSpPr>
        <p:spPr>
          <a:xfrm>
            <a:off x="9829799" y="1828799"/>
            <a:ext cx="91444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Oval 59"/>
          <p:cNvSpPr/>
          <p:nvPr/>
        </p:nvSpPr>
        <p:spPr>
          <a:xfrm>
            <a:off x="10213847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8" name="Oval 60"/>
          <p:cNvSpPr/>
          <p:nvPr/>
        </p:nvSpPr>
        <p:spPr>
          <a:xfrm>
            <a:off x="803757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9" name="Oval 61"/>
          <p:cNvSpPr/>
          <p:nvPr/>
        </p:nvSpPr>
        <p:spPr>
          <a:xfrm>
            <a:off x="8421623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0" name="Oval 62"/>
          <p:cNvSpPr/>
          <p:nvPr/>
        </p:nvSpPr>
        <p:spPr>
          <a:xfrm>
            <a:off x="8805671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1" name="Oval 63"/>
          <p:cNvSpPr/>
          <p:nvPr/>
        </p:nvSpPr>
        <p:spPr>
          <a:xfrm>
            <a:off x="918971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2" name="Oval 64"/>
          <p:cNvSpPr/>
          <p:nvPr/>
        </p:nvSpPr>
        <p:spPr>
          <a:xfrm>
            <a:off x="957376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3" name="Oval 65"/>
          <p:cNvSpPr/>
          <p:nvPr/>
        </p:nvSpPr>
        <p:spPr>
          <a:xfrm>
            <a:off x="995781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4" name="Oval 66"/>
          <p:cNvSpPr/>
          <p:nvPr/>
        </p:nvSpPr>
        <p:spPr>
          <a:xfrm>
            <a:off x="10341864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5" name="Oval 67"/>
          <p:cNvSpPr/>
          <p:nvPr/>
        </p:nvSpPr>
        <p:spPr>
          <a:xfrm>
            <a:off x="7909559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6" name="Oval 68"/>
          <p:cNvSpPr/>
          <p:nvPr/>
        </p:nvSpPr>
        <p:spPr>
          <a:xfrm>
            <a:off x="829360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7" name="Oval 69"/>
          <p:cNvSpPr/>
          <p:nvPr/>
        </p:nvSpPr>
        <p:spPr>
          <a:xfrm>
            <a:off x="867765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8" name="Oval 70"/>
          <p:cNvSpPr/>
          <p:nvPr/>
        </p:nvSpPr>
        <p:spPr>
          <a:xfrm>
            <a:off x="9061704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9" name="Oval 71"/>
          <p:cNvSpPr/>
          <p:nvPr/>
        </p:nvSpPr>
        <p:spPr>
          <a:xfrm>
            <a:off x="9445752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0" name="Oval 72"/>
          <p:cNvSpPr/>
          <p:nvPr/>
        </p:nvSpPr>
        <p:spPr>
          <a:xfrm>
            <a:off x="9829799" y="265176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1" name="Oval 73"/>
          <p:cNvSpPr/>
          <p:nvPr/>
        </p:nvSpPr>
        <p:spPr>
          <a:xfrm>
            <a:off x="10213847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2" name="Oval 74"/>
          <p:cNvSpPr/>
          <p:nvPr/>
        </p:nvSpPr>
        <p:spPr>
          <a:xfrm>
            <a:off x="803757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3" name="Oval 75"/>
          <p:cNvSpPr/>
          <p:nvPr/>
        </p:nvSpPr>
        <p:spPr>
          <a:xfrm>
            <a:off x="8421623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4" name="Oval 76"/>
          <p:cNvSpPr/>
          <p:nvPr/>
        </p:nvSpPr>
        <p:spPr>
          <a:xfrm>
            <a:off x="8805671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5" name="Oval 77"/>
          <p:cNvSpPr/>
          <p:nvPr/>
        </p:nvSpPr>
        <p:spPr>
          <a:xfrm>
            <a:off x="918971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6" name="Oval 78"/>
          <p:cNvSpPr/>
          <p:nvPr/>
        </p:nvSpPr>
        <p:spPr>
          <a:xfrm>
            <a:off x="957376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7" name="Oval 79"/>
          <p:cNvSpPr/>
          <p:nvPr/>
        </p:nvSpPr>
        <p:spPr>
          <a:xfrm>
            <a:off x="995781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8" name="Oval 80"/>
          <p:cNvSpPr/>
          <p:nvPr/>
        </p:nvSpPr>
        <p:spPr>
          <a:xfrm>
            <a:off x="10341864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9" name="Oval 81"/>
          <p:cNvSpPr/>
          <p:nvPr/>
        </p:nvSpPr>
        <p:spPr>
          <a:xfrm>
            <a:off x="7909559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0" name="Oval 82"/>
          <p:cNvSpPr/>
          <p:nvPr/>
        </p:nvSpPr>
        <p:spPr>
          <a:xfrm>
            <a:off x="829360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1" name="Oval 83"/>
          <p:cNvSpPr/>
          <p:nvPr/>
        </p:nvSpPr>
        <p:spPr>
          <a:xfrm>
            <a:off x="867765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2" name="Oval 84"/>
          <p:cNvSpPr/>
          <p:nvPr/>
        </p:nvSpPr>
        <p:spPr>
          <a:xfrm>
            <a:off x="9061704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3" name="Oval 85"/>
          <p:cNvSpPr/>
          <p:nvPr/>
        </p:nvSpPr>
        <p:spPr>
          <a:xfrm>
            <a:off x="9445752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4" name="Oval 86"/>
          <p:cNvSpPr/>
          <p:nvPr/>
        </p:nvSpPr>
        <p:spPr>
          <a:xfrm>
            <a:off x="9829799" y="347472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5" name="Oval 87"/>
          <p:cNvSpPr/>
          <p:nvPr/>
        </p:nvSpPr>
        <p:spPr>
          <a:xfrm>
            <a:off x="10213847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6" name="Oval 88"/>
          <p:cNvSpPr/>
          <p:nvPr/>
        </p:nvSpPr>
        <p:spPr>
          <a:xfrm>
            <a:off x="803757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7" name="Oval 89"/>
          <p:cNvSpPr/>
          <p:nvPr/>
        </p:nvSpPr>
        <p:spPr>
          <a:xfrm>
            <a:off x="8421623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8" name="Oval 90"/>
          <p:cNvSpPr/>
          <p:nvPr/>
        </p:nvSpPr>
        <p:spPr>
          <a:xfrm>
            <a:off x="8805671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9" name="Oval 91"/>
          <p:cNvSpPr/>
          <p:nvPr/>
        </p:nvSpPr>
        <p:spPr>
          <a:xfrm>
            <a:off x="918971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0" name="Oval 92"/>
          <p:cNvSpPr/>
          <p:nvPr/>
        </p:nvSpPr>
        <p:spPr>
          <a:xfrm>
            <a:off x="957376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1" name="Oval 93"/>
          <p:cNvSpPr/>
          <p:nvPr/>
        </p:nvSpPr>
        <p:spPr>
          <a:xfrm>
            <a:off x="995781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2" name="Oval 94"/>
          <p:cNvSpPr/>
          <p:nvPr/>
        </p:nvSpPr>
        <p:spPr>
          <a:xfrm>
            <a:off x="10341864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3" name="Oval 95"/>
          <p:cNvSpPr/>
          <p:nvPr/>
        </p:nvSpPr>
        <p:spPr>
          <a:xfrm>
            <a:off x="7909559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4" name="Oval 96"/>
          <p:cNvSpPr/>
          <p:nvPr/>
        </p:nvSpPr>
        <p:spPr>
          <a:xfrm>
            <a:off x="829360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5" name="Oval 97"/>
          <p:cNvSpPr/>
          <p:nvPr/>
        </p:nvSpPr>
        <p:spPr>
          <a:xfrm>
            <a:off x="867765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6" name="Oval 98"/>
          <p:cNvSpPr/>
          <p:nvPr/>
        </p:nvSpPr>
        <p:spPr>
          <a:xfrm>
            <a:off x="9061704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7" name="Oval 99"/>
          <p:cNvSpPr/>
          <p:nvPr/>
        </p:nvSpPr>
        <p:spPr>
          <a:xfrm>
            <a:off x="9445752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8" name="Oval 100"/>
          <p:cNvSpPr/>
          <p:nvPr/>
        </p:nvSpPr>
        <p:spPr>
          <a:xfrm>
            <a:off x="9829799" y="4297679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9" name="Oval 101"/>
          <p:cNvSpPr/>
          <p:nvPr/>
        </p:nvSpPr>
        <p:spPr>
          <a:xfrm>
            <a:off x="10213847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0" name="Rounded Rectangle 102"/>
          <p:cNvSpPr/>
          <p:nvPr/>
        </p:nvSpPr>
        <p:spPr>
          <a:xfrm>
            <a:off x="5413247" y="2304288"/>
            <a:ext cx="1371602" cy="17556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1" name="Connector 103"/>
          <p:cNvSpPr/>
          <p:nvPr/>
        </p:nvSpPr>
        <p:spPr>
          <a:xfrm>
            <a:off x="5669279" y="2788920"/>
            <a:ext cx="86868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104"/>
          <p:cNvSpPr/>
          <p:nvPr/>
        </p:nvSpPr>
        <p:spPr>
          <a:xfrm>
            <a:off x="5669279" y="3108960"/>
            <a:ext cx="73152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105"/>
          <p:cNvSpPr/>
          <p:nvPr/>
        </p:nvSpPr>
        <p:spPr>
          <a:xfrm>
            <a:off x="5669279" y="3429000"/>
            <a:ext cx="822962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Connector 106"/>
          <p:cNvSpPr/>
          <p:nvPr/>
        </p:nvSpPr>
        <p:spPr>
          <a:xfrm flipV="1">
            <a:off x="3310128" y="2907792"/>
            <a:ext cx="2103122" cy="143561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Connector 107"/>
          <p:cNvSpPr/>
          <p:nvPr/>
        </p:nvSpPr>
        <p:spPr>
          <a:xfrm flipH="1">
            <a:off x="6784847" y="1874517"/>
            <a:ext cx="1170434" cy="103327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747" name="TextBox 109"/>
          <p:cNvSpPr txBox="1"/>
          <p:nvPr/>
        </p:nvSpPr>
        <p:spPr>
          <a:xfrm>
            <a:off x="4700014" y="5193791"/>
            <a:ext cx="237744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748" name="TextBox 110"/>
          <p:cNvSpPr txBox="1"/>
          <p:nvPr/>
        </p:nvSpPr>
        <p:spPr>
          <a:xfrm>
            <a:off x="8467342" y="5193791"/>
            <a:ext cx="27432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749" name="TextBox 111"/>
          <p:cNvSpPr txBox="1"/>
          <p:nvPr/>
        </p:nvSpPr>
        <p:spPr>
          <a:xfrm>
            <a:off x="3035806" y="5806440"/>
            <a:ext cx="6217923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Switzerland · Belgium · Bosnia · Northern Ireland</a:t>
            </a:r>
          </a:p>
        </p:txBody>
      </p:sp>
      <p:sp>
        <p:nvSpPr>
          <p:cNvPr id="750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PHILOSOPHY</a:t>
            </a:r>
          </a:p>
        </p:txBody>
      </p:sp>
      <p:sp>
        <p:nvSpPr>
          <p:cNvPr id="75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75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755" name="Connector 4"/>
          <p:cNvSpPr/>
          <p:nvPr/>
        </p:nvSpPr>
        <p:spPr>
          <a:xfrm flipH="1">
            <a:off x="1298447" y="1709926"/>
            <a:ext cx="2" cy="402336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Oval 5"/>
          <p:cNvSpPr/>
          <p:nvPr/>
        </p:nvSpPr>
        <p:spPr>
          <a:xfrm>
            <a:off x="1216149" y="1901950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7" name="TextBox 6"/>
          <p:cNvSpPr txBox="1"/>
          <p:nvPr/>
        </p:nvSpPr>
        <p:spPr>
          <a:xfrm>
            <a:off x="1700783" y="1810511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58" name="TextBox 7"/>
          <p:cNvSpPr txBox="1"/>
          <p:nvPr/>
        </p:nvSpPr>
        <p:spPr>
          <a:xfrm>
            <a:off x="2377438" y="1737360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759" name="TextBox 8"/>
          <p:cNvSpPr txBox="1"/>
          <p:nvPr/>
        </p:nvSpPr>
        <p:spPr>
          <a:xfrm>
            <a:off x="6400800" y="1773934"/>
            <a:ext cx="32004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760" name="Oval 9"/>
          <p:cNvSpPr/>
          <p:nvPr/>
        </p:nvSpPr>
        <p:spPr>
          <a:xfrm>
            <a:off x="1216149" y="2871216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1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62" name="TextBox 11"/>
          <p:cNvSpPr txBox="1"/>
          <p:nvPr/>
        </p:nvSpPr>
        <p:spPr>
          <a:xfrm>
            <a:off x="2377438" y="2706622"/>
            <a:ext cx="3246123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763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764" name="Oval 13"/>
          <p:cNvSpPr/>
          <p:nvPr/>
        </p:nvSpPr>
        <p:spPr>
          <a:xfrm>
            <a:off x="1216149" y="3840479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5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66" name="TextBox 15"/>
          <p:cNvSpPr txBox="1"/>
          <p:nvPr/>
        </p:nvSpPr>
        <p:spPr>
          <a:xfrm>
            <a:off x="2377438" y="3675888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767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768" name="Oval 17"/>
          <p:cNvSpPr/>
          <p:nvPr/>
        </p:nvSpPr>
        <p:spPr>
          <a:xfrm>
            <a:off x="1216149" y="48097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9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70" name="TextBox 19"/>
          <p:cNvSpPr txBox="1"/>
          <p:nvPr/>
        </p:nvSpPr>
        <p:spPr>
          <a:xfrm>
            <a:off x="2377438" y="4645152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771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774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775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776" name="Connector 4"/>
          <p:cNvSpPr/>
          <p:nvPr/>
        </p:nvSpPr>
        <p:spPr>
          <a:xfrm flipH="1">
            <a:off x="1298447" y="1664207"/>
            <a:ext cx="2" cy="362102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8" name="TextBox 6"/>
          <p:cNvSpPr txBox="1"/>
          <p:nvPr/>
        </p:nvSpPr>
        <p:spPr>
          <a:xfrm>
            <a:off x="1700783" y="172821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79" name="TextBox 7"/>
          <p:cNvSpPr txBox="1"/>
          <p:nvPr/>
        </p:nvSpPr>
        <p:spPr>
          <a:xfrm>
            <a:off x="2359150" y="1682494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780" name="TextBox 8"/>
          <p:cNvSpPr txBox="1"/>
          <p:nvPr/>
        </p:nvSpPr>
        <p:spPr>
          <a:xfrm>
            <a:off x="5120640" y="1709927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781" name="Oval 9"/>
          <p:cNvSpPr/>
          <p:nvPr/>
        </p:nvSpPr>
        <p:spPr>
          <a:xfrm>
            <a:off x="1216149" y="2633472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2" name="TextBox 10"/>
          <p:cNvSpPr txBox="1"/>
          <p:nvPr/>
        </p:nvSpPr>
        <p:spPr>
          <a:xfrm>
            <a:off x="1700783" y="255117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83" name="TextBox 11"/>
          <p:cNvSpPr txBox="1"/>
          <p:nvPr/>
        </p:nvSpPr>
        <p:spPr>
          <a:xfrm>
            <a:off x="2359150" y="250545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784" name="TextBox 12"/>
          <p:cNvSpPr txBox="1"/>
          <p:nvPr/>
        </p:nvSpPr>
        <p:spPr>
          <a:xfrm>
            <a:off x="5120640" y="2532888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785" name="Oval 13"/>
          <p:cNvSpPr/>
          <p:nvPr/>
        </p:nvSpPr>
        <p:spPr>
          <a:xfrm>
            <a:off x="1216149" y="3456432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6" name="TextBox 14"/>
          <p:cNvSpPr txBox="1"/>
          <p:nvPr/>
        </p:nvSpPr>
        <p:spPr>
          <a:xfrm>
            <a:off x="1700783" y="3374135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87" name="TextBox 15"/>
          <p:cNvSpPr txBox="1"/>
          <p:nvPr/>
        </p:nvSpPr>
        <p:spPr>
          <a:xfrm>
            <a:off x="2359150" y="332841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788" name="TextBox 16"/>
          <p:cNvSpPr txBox="1"/>
          <p:nvPr/>
        </p:nvSpPr>
        <p:spPr>
          <a:xfrm>
            <a:off x="5120640" y="3355847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789" name="Oval 17"/>
          <p:cNvSpPr/>
          <p:nvPr/>
        </p:nvSpPr>
        <p:spPr>
          <a:xfrm>
            <a:off x="1216149" y="42793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0" name="TextBox 18"/>
          <p:cNvSpPr txBox="1"/>
          <p:nvPr/>
        </p:nvSpPr>
        <p:spPr>
          <a:xfrm>
            <a:off x="1700783" y="419709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91" name="TextBox 19"/>
          <p:cNvSpPr txBox="1"/>
          <p:nvPr/>
        </p:nvSpPr>
        <p:spPr>
          <a:xfrm>
            <a:off x="2359150" y="4151376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792" name="TextBox 20"/>
          <p:cNvSpPr txBox="1"/>
          <p:nvPr/>
        </p:nvSpPr>
        <p:spPr>
          <a:xfrm>
            <a:off x="5120640" y="417880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793" name="TextBox 21"/>
          <p:cNvSpPr txBox="1"/>
          <p:nvPr/>
        </p:nvSpPr>
        <p:spPr>
          <a:xfrm>
            <a:off x="7845552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794" name="TextBox 22"/>
          <p:cNvSpPr txBox="1"/>
          <p:nvPr/>
        </p:nvSpPr>
        <p:spPr>
          <a:xfrm>
            <a:off x="8759952" y="1984248"/>
            <a:ext cx="310898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795" name="TextBox 23"/>
          <p:cNvSpPr txBox="1"/>
          <p:nvPr/>
        </p:nvSpPr>
        <p:spPr>
          <a:xfrm>
            <a:off x="9125711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796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97" name="TextBox 25"/>
          <p:cNvSpPr txBox="1"/>
          <p:nvPr/>
        </p:nvSpPr>
        <p:spPr>
          <a:xfrm>
            <a:off x="10469880" y="1920238"/>
            <a:ext cx="91440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798" name="TextBox 26"/>
          <p:cNvSpPr txBox="1"/>
          <p:nvPr/>
        </p:nvSpPr>
        <p:spPr>
          <a:xfrm>
            <a:off x="8705088" y="2816350"/>
            <a:ext cx="21945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799" name="Connector 27"/>
          <p:cNvSpPr/>
          <p:nvPr/>
        </p:nvSpPr>
        <p:spPr>
          <a:xfrm>
            <a:off x="7882125" y="3794759"/>
            <a:ext cx="3364994" cy="2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TextBox 28"/>
          <p:cNvSpPr txBox="1"/>
          <p:nvPr/>
        </p:nvSpPr>
        <p:spPr>
          <a:xfrm>
            <a:off x="7845552" y="4087367"/>
            <a:ext cx="3520442" cy="4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801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804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805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806" name="Connector 4"/>
          <p:cNvSpPr/>
          <p:nvPr/>
        </p:nvSpPr>
        <p:spPr>
          <a:xfrm>
            <a:off x="1234438" y="3063238"/>
            <a:ext cx="9464043" cy="2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Oval 5"/>
          <p:cNvSpPr/>
          <p:nvPr/>
        </p:nvSpPr>
        <p:spPr>
          <a:xfrm>
            <a:off x="1371600" y="2980944"/>
            <a:ext cx="164594" cy="1645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8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809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810" name="Oval 8"/>
          <p:cNvSpPr/>
          <p:nvPr/>
        </p:nvSpPr>
        <p:spPr>
          <a:xfrm>
            <a:off x="4325110" y="2980944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1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812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813" name="Oval 11"/>
          <p:cNvSpPr/>
          <p:nvPr/>
        </p:nvSpPr>
        <p:spPr>
          <a:xfrm>
            <a:off x="7342630" y="298094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4" name="TextBox 12"/>
          <p:cNvSpPr txBox="1"/>
          <p:nvPr/>
        </p:nvSpPr>
        <p:spPr>
          <a:xfrm>
            <a:off x="6812280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815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816" name="Oval 14"/>
          <p:cNvSpPr/>
          <p:nvPr/>
        </p:nvSpPr>
        <p:spPr>
          <a:xfrm>
            <a:off x="10131552" y="29809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7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818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819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0" name="TextBox 18"/>
          <p:cNvSpPr txBox="1"/>
          <p:nvPr/>
        </p:nvSpPr>
        <p:spPr>
          <a:xfrm>
            <a:off x="6016752" y="2788920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821" name="TextBox 19"/>
          <p:cNvSpPr txBox="1"/>
          <p:nvPr/>
        </p:nvSpPr>
        <p:spPr>
          <a:xfrm>
            <a:off x="8869680" y="2798064"/>
            <a:ext cx="32918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2" name="TextBox 20"/>
          <p:cNvSpPr txBox="1"/>
          <p:nvPr/>
        </p:nvSpPr>
        <p:spPr>
          <a:xfrm>
            <a:off x="914399" y="4846320"/>
            <a:ext cx="40233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823" name="TextBox 21"/>
          <p:cNvSpPr txBox="1"/>
          <p:nvPr/>
        </p:nvSpPr>
        <p:spPr>
          <a:xfrm>
            <a:off x="6812280" y="4846320"/>
            <a:ext cx="320040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824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8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82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29" name="Oval 4"/>
          <p:cNvSpPr/>
          <p:nvPr/>
        </p:nvSpPr>
        <p:spPr>
          <a:xfrm>
            <a:off x="86868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0" name="Oval 5"/>
          <p:cNvSpPr/>
          <p:nvPr/>
        </p:nvSpPr>
        <p:spPr>
          <a:xfrm>
            <a:off x="1252727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1" name="Oval 6"/>
          <p:cNvSpPr/>
          <p:nvPr/>
        </p:nvSpPr>
        <p:spPr>
          <a:xfrm>
            <a:off x="163677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2" name="Oval 7"/>
          <p:cNvSpPr/>
          <p:nvPr/>
        </p:nvSpPr>
        <p:spPr>
          <a:xfrm>
            <a:off x="202082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3" name="Oval 8"/>
          <p:cNvSpPr/>
          <p:nvPr/>
        </p:nvSpPr>
        <p:spPr>
          <a:xfrm>
            <a:off x="240487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4" name="Oval 9"/>
          <p:cNvSpPr/>
          <p:nvPr/>
        </p:nvSpPr>
        <p:spPr>
          <a:xfrm>
            <a:off x="278892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5" name="Oval 10"/>
          <p:cNvSpPr/>
          <p:nvPr/>
        </p:nvSpPr>
        <p:spPr>
          <a:xfrm>
            <a:off x="317296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6" name="Oval 11"/>
          <p:cNvSpPr/>
          <p:nvPr/>
        </p:nvSpPr>
        <p:spPr>
          <a:xfrm>
            <a:off x="99669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7" name="Oval 12"/>
          <p:cNvSpPr/>
          <p:nvPr/>
        </p:nvSpPr>
        <p:spPr>
          <a:xfrm>
            <a:off x="1380743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8" name="Oval 13"/>
          <p:cNvSpPr/>
          <p:nvPr/>
        </p:nvSpPr>
        <p:spPr>
          <a:xfrm>
            <a:off x="1764792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9" name="Oval 14"/>
          <p:cNvSpPr/>
          <p:nvPr/>
        </p:nvSpPr>
        <p:spPr>
          <a:xfrm>
            <a:off x="214883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0" name="Oval 15"/>
          <p:cNvSpPr/>
          <p:nvPr/>
        </p:nvSpPr>
        <p:spPr>
          <a:xfrm>
            <a:off x="253288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1" name="Oval 16"/>
          <p:cNvSpPr/>
          <p:nvPr/>
        </p:nvSpPr>
        <p:spPr>
          <a:xfrm>
            <a:off x="291693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2" name="Oval 17"/>
          <p:cNvSpPr/>
          <p:nvPr/>
        </p:nvSpPr>
        <p:spPr>
          <a:xfrm>
            <a:off x="330098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3" name="Oval 18"/>
          <p:cNvSpPr/>
          <p:nvPr/>
        </p:nvSpPr>
        <p:spPr>
          <a:xfrm>
            <a:off x="86868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4" name="Oval 19"/>
          <p:cNvSpPr/>
          <p:nvPr/>
        </p:nvSpPr>
        <p:spPr>
          <a:xfrm>
            <a:off x="1252727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5" name="Oval 20"/>
          <p:cNvSpPr/>
          <p:nvPr/>
        </p:nvSpPr>
        <p:spPr>
          <a:xfrm>
            <a:off x="163677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6" name="Oval 21"/>
          <p:cNvSpPr/>
          <p:nvPr/>
        </p:nvSpPr>
        <p:spPr>
          <a:xfrm>
            <a:off x="202082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7" name="Oval 22"/>
          <p:cNvSpPr/>
          <p:nvPr/>
        </p:nvSpPr>
        <p:spPr>
          <a:xfrm>
            <a:off x="240487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8" name="Oval 23"/>
          <p:cNvSpPr/>
          <p:nvPr/>
        </p:nvSpPr>
        <p:spPr>
          <a:xfrm>
            <a:off x="278892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9" name="Oval 24"/>
          <p:cNvSpPr/>
          <p:nvPr/>
        </p:nvSpPr>
        <p:spPr>
          <a:xfrm>
            <a:off x="317296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0" name="Oval 25"/>
          <p:cNvSpPr/>
          <p:nvPr/>
        </p:nvSpPr>
        <p:spPr>
          <a:xfrm>
            <a:off x="99669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1" name="Oval 26"/>
          <p:cNvSpPr/>
          <p:nvPr/>
        </p:nvSpPr>
        <p:spPr>
          <a:xfrm>
            <a:off x="1380743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2" name="Oval 27"/>
          <p:cNvSpPr/>
          <p:nvPr/>
        </p:nvSpPr>
        <p:spPr>
          <a:xfrm>
            <a:off x="1764792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3" name="Oval 28"/>
          <p:cNvSpPr/>
          <p:nvPr/>
        </p:nvSpPr>
        <p:spPr>
          <a:xfrm>
            <a:off x="214883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4" name="Oval 29"/>
          <p:cNvSpPr/>
          <p:nvPr/>
        </p:nvSpPr>
        <p:spPr>
          <a:xfrm>
            <a:off x="253288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5" name="Oval 30"/>
          <p:cNvSpPr/>
          <p:nvPr/>
        </p:nvSpPr>
        <p:spPr>
          <a:xfrm>
            <a:off x="291693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6" name="Oval 31"/>
          <p:cNvSpPr/>
          <p:nvPr/>
        </p:nvSpPr>
        <p:spPr>
          <a:xfrm>
            <a:off x="330098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7" name="Oval 32"/>
          <p:cNvSpPr/>
          <p:nvPr/>
        </p:nvSpPr>
        <p:spPr>
          <a:xfrm>
            <a:off x="86868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8" name="Oval 33"/>
          <p:cNvSpPr/>
          <p:nvPr/>
        </p:nvSpPr>
        <p:spPr>
          <a:xfrm>
            <a:off x="1252727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9" name="Oval 34"/>
          <p:cNvSpPr/>
          <p:nvPr/>
        </p:nvSpPr>
        <p:spPr>
          <a:xfrm>
            <a:off x="163677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0" name="Oval 35"/>
          <p:cNvSpPr/>
          <p:nvPr/>
        </p:nvSpPr>
        <p:spPr>
          <a:xfrm>
            <a:off x="202082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1" name="Oval 36"/>
          <p:cNvSpPr/>
          <p:nvPr/>
        </p:nvSpPr>
        <p:spPr>
          <a:xfrm>
            <a:off x="240487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2" name="Oval 37"/>
          <p:cNvSpPr/>
          <p:nvPr/>
        </p:nvSpPr>
        <p:spPr>
          <a:xfrm>
            <a:off x="278892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3" name="Oval 38"/>
          <p:cNvSpPr/>
          <p:nvPr/>
        </p:nvSpPr>
        <p:spPr>
          <a:xfrm>
            <a:off x="317296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4" name="Oval 39"/>
          <p:cNvSpPr/>
          <p:nvPr/>
        </p:nvSpPr>
        <p:spPr>
          <a:xfrm>
            <a:off x="99669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5" name="Oval 40"/>
          <p:cNvSpPr/>
          <p:nvPr/>
        </p:nvSpPr>
        <p:spPr>
          <a:xfrm>
            <a:off x="1380743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6" name="Oval 41"/>
          <p:cNvSpPr/>
          <p:nvPr/>
        </p:nvSpPr>
        <p:spPr>
          <a:xfrm>
            <a:off x="1764792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7" name="Oval 42"/>
          <p:cNvSpPr/>
          <p:nvPr/>
        </p:nvSpPr>
        <p:spPr>
          <a:xfrm>
            <a:off x="214883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8" name="Oval 43"/>
          <p:cNvSpPr/>
          <p:nvPr/>
        </p:nvSpPr>
        <p:spPr>
          <a:xfrm>
            <a:off x="253288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9" name="Oval 44"/>
          <p:cNvSpPr/>
          <p:nvPr/>
        </p:nvSpPr>
        <p:spPr>
          <a:xfrm>
            <a:off x="291693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0" name="Oval 45"/>
          <p:cNvSpPr/>
          <p:nvPr/>
        </p:nvSpPr>
        <p:spPr>
          <a:xfrm>
            <a:off x="330098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1" name="Oval 46"/>
          <p:cNvSpPr/>
          <p:nvPr/>
        </p:nvSpPr>
        <p:spPr>
          <a:xfrm>
            <a:off x="86868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2" name="Oval 47"/>
          <p:cNvSpPr/>
          <p:nvPr/>
        </p:nvSpPr>
        <p:spPr>
          <a:xfrm>
            <a:off x="1252727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3" name="Oval 48"/>
          <p:cNvSpPr/>
          <p:nvPr/>
        </p:nvSpPr>
        <p:spPr>
          <a:xfrm>
            <a:off x="163677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4" name="Oval 49"/>
          <p:cNvSpPr/>
          <p:nvPr/>
        </p:nvSpPr>
        <p:spPr>
          <a:xfrm>
            <a:off x="202082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5" name="Oval 50"/>
          <p:cNvSpPr/>
          <p:nvPr/>
        </p:nvSpPr>
        <p:spPr>
          <a:xfrm>
            <a:off x="240487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6" name="Oval 51"/>
          <p:cNvSpPr/>
          <p:nvPr/>
        </p:nvSpPr>
        <p:spPr>
          <a:xfrm>
            <a:off x="278892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7" name="Oval 52"/>
          <p:cNvSpPr/>
          <p:nvPr/>
        </p:nvSpPr>
        <p:spPr>
          <a:xfrm>
            <a:off x="317296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8" name="Oval 53"/>
          <p:cNvSpPr/>
          <p:nvPr/>
        </p:nvSpPr>
        <p:spPr>
          <a:xfrm>
            <a:off x="7955277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9" name="Oval 54"/>
          <p:cNvSpPr/>
          <p:nvPr/>
        </p:nvSpPr>
        <p:spPr>
          <a:xfrm>
            <a:off x="8339325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0" name="Oval 55"/>
          <p:cNvSpPr/>
          <p:nvPr/>
        </p:nvSpPr>
        <p:spPr>
          <a:xfrm>
            <a:off x="872337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1" name="Oval 56"/>
          <p:cNvSpPr/>
          <p:nvPr/>
        </p:nvSpPr>
        <p:spPr>
          <a:xfrm>
            <a:off x="9107423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2" name="Oval 57"/>
          <p:cNvSpPr/>
          <p:nvPr/>
        </p:nvSpPr>
        <p:spPr>
          <a:xfrm>
            <a:off x="9491471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3" name="Oval 58"/>
          <p:cNvSpPr/>
          <p:nvPr/>
        </p:nvSpPr>
        <p:spPr>
          <a:xfrm>
            <a:off x="9875518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4" name="Oval 59"/>
          <p:cNvSpPr/>
          <p:nvPr/>
        </p:nvSpPr>
        <p:spPr>
          <a:xfrm>
            <a:off x="1025956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5" name="Oval 60"/>
          <p:cNvSpPr/>
          <p:nvPr/>
        </p:nvSpPr>
        <p:spPr>
          <a:xfrm>
            <a:off x="8083294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6" name="Oval 61"/>
          <p:cNvSpPr/>
          <p:nvPr/>
        </p:nvSpPr>
        <p:spPr>
          <a:xfrm>
            <a:off x="846734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7" name="Oval 62"/>
          <p:cNvSpPr/>
          <p:nvPr/>
        </p:nvSpPr>
        <p:spPr>
          <a:xfrm>
            <a:off x="885139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8" name="Oval 63"/>
          <p:cNvSpPr/>
          <p:nvPr/>
        </p:nvSpPr>
        <p:spPr>
          <a:xfrm>
            <a:off x="9235440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9" name="Oval 64"/>
          <p:cNvSpPr/>
          <p:nvPr/>
        </p:nvSpPr>
        <p:spPr>
          <a:xfrm>
            <a:off x="9619488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0" name="Oval 65"/>
          <p:cNvSpPr/>
          <p:nvPr/>
        </p:nvSpPr>
        <p:spPr>
          <a:xfrm>
            <a:off x="10003535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1" name="Oval 66"/>
          <p:cNvSpPr/>
          <p:nvPr/>
        </p:nvSpPr>
        <p:spPr>
          <a:xfrm>
            <a:off x="10387583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2" name="Oval 67"/>
          <p:cNvSpPr/>
          <p:nvPr/>
        </p:nvSpPr>
        <p:spPr>
          <a:xfrm>
            <a:off x="7955277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3" name="Oval 68"/>
          <p:cNvSpPr/>
          <p:nvPr/>
        </p:nvSpPr>
        <p:spPr>
          <a:xfrm>
            <a:off x="8339325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4" name="Oval 69"/>
          <p:cNvSpPr/>
          <p:nvPr/>
        </p:nvSpPr>
        <p:spPr>
          <a:xfrm>
            <a:off x="872337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5" name="Oval 70"/>
          <p:cNvSpPr/>
          <p:nvPr/>
        </p:nvSpPr>
        <p:spPr>
          <a:xfrm>
            <a:off x="9107423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6" name="Oval 71"/>
          <p:cNvSpPr/>
          <p:nvPr/>
        </p:nvSpPr>
        <p:spPr>
          <a:xfrm>
            <a:off x="9491471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7" name="Oval 72"/>
          <p:cNvSpPr/>
          <p:nvPr/>
        </p:nvSpPr>
        <p:spPr>
          <a:xfrm>
            <a:off x="9875518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8" name="Oval 73"/>
          <p:cNvSpPr/>
          <p:nvPr/>
        </p:nvSpPr>
        <p:spPr>
          <a:xfrm>
            <a:off x="1025956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9" name="Oval 74"/>
          <p:cNvSpPr/>
          <p:nvPr/>
        </p:nvSpPr>
        <p:spPr>
          <a:xfrm>
            <a:off x="8083294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0" name="Oval 75"/>
          <p:cNvSpPr/>
          <p:nvPr/>
        </p:nvSpPr>
        <p:spPr>
          <a:xfrm>
            <a:off x="846734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1" name="Oval 76"/>
          <p:cNvSpPr/>
          <p:nvPr/>
        </p:nvSpPr>
        <p:spPr>
          <a:xfrm>
            <a:off x="885139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2" name="Oval 77"/>
          <p:cNvSpPr/>
          <p:nvPr/>
        </p:nvSpPr>
        <p:spPr>
          <a:xfrm>
            <a:off x="9235440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3" name="Oval 78"/>
          <p:cNvSpPr/>
          <p:nvPr/>
        </p:nvSpPr>
        <p:spPr>
          <a:xfrm>
            <a:off x="9619488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4" name="Oval 79"/>
          <p:cNvSpPr/>
          <p:nvPr/>
        </p:nvSpPr>
        <p:spPr>
          <a:xfrm>
            <a:off x="10003535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5" name="Oval 80"/>
          <p:cNvSpPr/>
          <p:nvPr/>
        </p:nvSpPr>
        <p:spPr>
          <a:xfrm>
            <a:off x="10387583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6" name="Oval 81"/>
          <p:cNvSpPr/>
          <p:nvPr/>
        </p:nvSpPr>
        <p:spPr>
          <a:xfrm>
            <a:off x="7955277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7" name="Oval 82"/>
          <p:cNvSpPr/>
          <p:nvPr/>
        </p:nvSpPr>
        <p:spPr>
          <a:xfrm>
            <a:off x="8339325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8" name="Oval 83"/>
          <p:cNvSpPr/>
          <p:nvPr/>
        </p:nvSpPr>
        <p:spPr>
          <a:xfrm>
            <a:off x="872337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9" name="Oval 84"/>
          <p:cNvSpPr/>
          <p:nvPr/>
        </p:nvSpPr>
        <p:spPr>
          <a:xfrm>
            <a:off x="9107423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0" name="Oval 85"/>
          <p:cNvSpPr/>
          <p:nvPr/>
        </p:nvSpPr>
        <p:spPr>
          <a:xfrm>
            <a:off x="9491471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1" name="Oval 86"/>
          <p:cNvSpPr/>
          <p:nvPr/>
        </p:nvSpPr>
        <p:spPr>
          <a:xfrm>
            <a:off x="9875518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2" name="Oval 87"/>
          <p:cNvSpPr/>
          <p:nvPr/>
        </p:nvSpPr>
        <p:spPr>
          <a:xfrm>
            <a:off x="1025956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3" name="Oval 88"/>
          <p:cNvSpPr/>
          <p:nvPr/>
        </p:nvSpPr>
        <p:spPr>
          <a:xfrm>
            <a:off x="8083294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4" name="Oval 89"/>
          <p:cNvSpPr/>
          <p:nvPr/>
        </p:nvSpPr>
        <p:spPr>
          <a:xfrm>
            <a:off x="846734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5" name="Oval 90"/>
          <p:cNvSpPr/>
          <p:nvPr/>
        </p:nvSpPr>
        <p:spPr>
          <a:xfrm>
            <a:off x="885139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6" name="Oval 91"/>
          <p:cNvSpPr/>
          <p:nvPr/>
        </p:nvSpPr>
        <p:spPr>
          <a:xfrm>
            <a:off x="9235440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7" name="Oval 92"/>
          <p:cNvSpPr/>
          <p:nvPr/>
        </p:nvSpPr>
        <p:spPr>
          <a:xfrm>
            <a:off x="9619488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8" name="Oval 93"/>
          <p:cNvSpPr/>
          <p:nvPr/>
        </p:nvSpPr>
        <p:spPr>
          <a:xfrm>
            <a:off x="10003535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9" name="Oval 94"/>
          <p:cNvSpPr/>
          <p:nvPr/>
        </p:nvSpPr>
        <p:spPr>
          <a:xfrm>
            <a:off x="10387583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0" name="Oval 95"/>
          <p:cNvSpPr/>
          <p:nvPr/>
        </p:nvSpPr>
        <p:spPr>
          <a:xfrm>
            <a:off x="7955277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1" name="Oval 96"/>
          <p:cNvSpPr/>
          <p:nvPr/>
        </p:nvSpPr>
        <p:spPr>
          <a:xfrm>
            <a:off x="8339325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2" name="Oval 97"/>
          <p:cNvSpPr/>
          <p:nvPr/>
        </p:nvSpPr>
        <p:spPr>
          <a:xfrm>
            <a:off x="872337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3" name="Oval 98"/>
          <p:cNvSpPr/>
          <p:nvPr/>
        </p:nvSpPr>
        <p:spPr>
          <a:xfrm>
            <a:off x="9107423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4" name="Oval 99"/>
          <p:cNvSpPr/>
          <p:nvPr/>
        </p:nvSpPr>
        <p:spPr>
          <a:xfrm>
            <a:off x="9491471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5" name="Oval 100"/>
          <p:cNvSpPr/>
          <p:nvPr/>
        </p:nvSpPr>
        <p:spPr>
          <a:xfrm>
            <a:off x="9875518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6" name="Oval 101"/>
          <p:cNvSpPr/>
          <p:nvPr/>
        </p:nvSpPr>
        <p:spPr>
          <a:xfrm>
            <a:off x="1025956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7" name="Rounded Rectangle 102"/>
          <p:cNvSpPr/>
          <p:nvPr/>
        </p:nvSpPr>
        <p:spPr>
          <a:xfrm>
            <a:off x="5468110" y="2286000"/>
            <a:ext cx="1298450" cy="1737362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8" name="Connector 103"/>
          <p:cNvSpPr/>
          <p:nvPr/>
        </p:nvSpPr>
        <p:spPr>
          <a:xfrm>
            <a:off x="5715000" y="2788920"/>
            <a:ext cx="79552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4"/>
          <p:cNvSpPr/>
          <p:nvPr/>
        </p:nvSpPr>
        <p:spPr>
          <a:xfrm>
            <a:off x="5715000" y="3108960"/>
            <a:ext cx="667514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5"/>
          <p:cNvSpPr/>
          <p:nvPr/>
        </p:nvSpPr>
        <p:spPr>
          <a:xfrm>
            <a:off x="5715000" y="3429000"/>
            <a:ext cx="758954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6"/>
          <p:cNvSpPr/>
          <p:nvPr/>
        </p:nvSpPr>
        <p:spPr>
          <a:xfrm flipV="1">
            <a:off x="3216400" y="2907792"/>
            <a:ext cx="2251713" cy="14333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107"/>
          <p:cNvSpPr/>
          <p:nvPr/>
        </p:nvSpPr>
        <p:spPr>
          <a:xfrm flipH="1">
            <a:off x="6766559" y="1872232"/>
            <a:ext cx="1232154" cy="10355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TextBox 108"/>
          <p:cNvSpPr txBox="1"/>
          <p:nvPr/>
        </p:nvSpPr>
        <p:spPr>
          <a:xfrm>
            <a:off x="896111" y="5230367"/>
            <a:ext cx="27432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934" name="TextBox 109"/>
          <p:cNvSpPr txBox="1"/>
          <p:nvPr/>
        </p:nvSpPr>
        <p:spPr>
          <a:xfrm>
            <a:off x="4297679" y="5230367"/>
            <a:ext cx="34747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935" name="TextBox 110"/>
          <p:cNvSpPr txBox="1"/>
          <p:nvPr/>
        </p:nvSpPr>
        <p:spPr>
          <a:xfrm>
            <a:off x="8302752" y="5230367"/>
            <a:ext cx="32004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936" name="TextBox 111"/>
          <p:cNvSpPr txBox="1"/>
          <p:nvPr/>
        </p:nvSpPr>
        <p:spPr>
          <a:xfrm>
            <a:off x="2770632" y="5961888"/>
            <a:ext cx="672084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