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s/slide30.xml" ContentType="application/vnd.openxmlformats-officedocument.presentationml.slide+xml"/>
  <Override PartName="/ppt/slides/slide3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9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1"/>
            <a:ext cx="4041775" cy="639769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6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8" y="1435100"/>
            <a:ext cx="3008317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4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4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4" cy="80486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81" y="6414762"/>
            <a:ext cx="258620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1"/>
          <p:cNvSpPr txBox="1"/>
          <p:nvPr/>
        </p:nvSpPr>
        <p:spPr>
          <a:xfrm>
            <a:off x="658368" y="749808"/>
            <a:ext cx="5669280" cy="1154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3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WHO SPEAKS</a:t>
            </a:r>
          </a:p>
          <a:p>
            <a:pPr>
              <a:defRPr b="1" sz="3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FOR THE CROWD?</a:t>
            </a:r>
          </a:p>
        </p:txBody>
      </p:sp>
      <p:sp>
        <p:nvSpPr>
          <p:cNvPr id="95" name="TextBox 2"/>
          <p:cNvSpPr txBox="1"/>
          <p:nvPr/>
        </p:nvSpPr>
        <p:spPr>
          <a:xfrm>
            <a:off x="704082" y="2926077"/>
            <a:ext cx="5120651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Cross-Constituency Aggregation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704084" y="3364991"/>
            <a:ext cx="4389130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for Community Notes</a:t>
            </a:r>
          </a:p>
        </p:txBody>
      </p:sp>
      <p:sp>
        <p:nvSpPr>
          <p:cNvPr id="97" name="Oval 4"/>
          <p:cNvSpPr/>
          <p:nvPr/>
        </p:nvSpPr>
        <p:spPr>
          <a:xfrm>
            <a:off x="7543799" y="100583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8" name="Oval 5"/>
          <p:cNvSpPr/>
          <p:nvPr/>
        </p:nvSpPr>
        <p:spPr>
          <a:xfrm>
            <a:off x="7891271" y="100583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" name="Oval 6"/>
          <p:cNvSpPr/>
          <p:nvPr/>
        </p:nvSpPr>
        <p:spPr>
          <a:xfrm>
            <a:off x="8238742" y="100583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" name="Oval 7"/>
          <p:cNvSpPr/>
          <p:nvPr/>
        </p:nvSpPr>
        <p:spPr>
          <a:xfrm>
            <a:off x="8586216" y="100583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" name="Oval 8"/>
          <p:cNvSpPr/>
          <p:nvPr/>
        </p:nvSpPr>
        <p:spPr>
          <a:xfrm>
            <a:off x="8933688" y="100583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2" name="Oval 9"/>
          <p:cNvSpPr/>
          <p:nvPr/>
        </p:nvSpPr>
        <p:spPr>
          <a:xfrm>
            <a:off x="7671816" y="138988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3" name="Oval 10"/>
          <p:cNvSpPr/>
          <p:nvPr/>
        </p:nvSpPr>
        <p:spPr>
          <a:xfrm>
            <a:off x="8019288" y="138988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" name="Oval 11"/>
          <p:cNvSpPr/>
          <p:nvPr/>
        </p:nvSpPr>
        <p:spPr>
          <a:xfrm>
            <a:off x="8366759" y="138988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" name="Oval 12"/>
          <p:cNvSpPr/>
          <p:nvPr/>
        </p:nvSpPr>
        <p:spPr>
          <a:xfrm>
            <a:off x="8714230" y="138988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" name="Oval 13"/>
          <p:cNvSpPr/>
          <p:nvPr/>
        </p:nvSpPr>
        <p:spPr>
          <a:xfrm>
            <a:off x="9061704" y="138988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" name="Oval 14"/>
          <p:cNvSpPr/>
          <p:nvPr/>
        </p:nvSpPr>
        <p:spPr>
          <a:xfrm>
            <a:off x="7543799" y="1773933"/>
            <a:ext cx="91451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" name="Oval 15"/>
          <p:cNvSpPr/>
          <p:nvPr/>
        </p:nvSpPr>
        <p:spPr>
          <a:xfrm>
            <a:off x="7891271" y="1773933"/>
            <a:ext cx="91451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" name="Oval 16"/>
          <p:cNvSpPr/>
          <p:nvPr/>
        </p:nvSpPr>
        <p:spPr>
          <a:xfrm>
            <a:off x="8238742" y="1773933"/>
            <a:ext cx="91451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" name="Oval 17"/>
          <p:cNvSpPr/>
          <p:nvPr/>
        </p:nvSpPr>
        <p:spPr>
          <a:xfrm>
            <a:off x="8586216" y="1773933"/>
            <a:ext cx="91451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" name="Oval 18"/>
          <p:cNvSpPr/>
          <p:nvPr/>
        </p:nvSpPr>
        <p:spPr>
          <a:xfrm>
            <a:off x="8933688" y="1773933"/>
            <a:ext cx="91451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" name="Oval 19"/>
          <p:cNvSpPr/>
          <p:nvPr/>
        </p:nvSpPr>
        <p:spPr>
          <a:xfrm>
            <a:off x="7671816" y="2157983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" name="Oval 20"/>
          <p:cNvSpPr/>
          <p:nvPr/>
        </p:nvSpPr>
        <p:spPr>
          <a:xfrm>
            <a:off x="8019288" y="2157983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" name="Oval 21"/>
          <p:cNvSpPr/>
          <p:nvPr/>
        </p:nvSpPr>
        <p:spPr>
          <a:xfrm>
            <a:off x="8366759" y="2157983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" name="Oval 22"/>
          <p:cNvSpPr/>
          <p:nvPr/>
        </p:nvSpPr>
        <p:spPr>
          <a:xfrm>
            <a:off x="8714230" y="2157983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" name="Oval 23"/>
          <p:cNvSpPr/>
          <p:nvPr/>
        </p:nvSpPr>
        <p:spPr>
          <a:xfrm>
            <a:off x="9061704" y="2157983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" name="Oval 24"/>
          <p:cNvSpPr/>
          <p:nvPr/>
        </p:nvSpPr>
        <p:spPr>
          <a:xfrm>
            <a:off x="7543799" y="4315967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" name="Oval 25"/>
          <p:cNvSpPr/>
          <p:nvPr/>
        </p:nvSpPr>
        <p:spPr>
          <a:xfrm>
            <a:off x="7891271" y="4315967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" name="Oval 26"/>
          <p:cNvSpPr/>
          <p:nvPr/>
        </p:nvSpPr>
        <p:spPr>
          <a:xfrm>
            <a:off x="8238742" y="4315967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" name="Oval 27"/>
          <p:cNvSpPr/>
          <p:nvPr/>
        </p:nvSpPr>
        <p:spPr>
          <a:xfrm>
            <a:off x="8586216" y="4315967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" name="Oval 28"/>
          <p:cNvSpPr/>
          <p:nvPr/>
        </p:nvSpPr>
        <p:spPr>
          <a:xfrm>
            <a:off x="8933688" y="4315967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" name="Oval 29"/>
          <p:cNvSpPr/>
          <p:nvPr/>
        </p:nvSpPr>
        <p:spPr>
          <a:xfrm>
            <a:off x="7671816" y="4700015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3" name="Oval 30"/>
          <p:cNvSpPr/>
          <p:nvPr/>
        </p:nvSpPr>
        <p:spPr>
          <a:xfrm>
            <a:off x="8019288" y="4700015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" name="Oval 31"/>
          <p:cNvSpPr/>
          <p:nvPr/>
        </p:nvSpPr>
        <p:spPr>
          <a:xfrm>
            <a:off x="8366759" y="4700015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" name="Oval 32"/>
          <p:cNvSpPr/>
          <p:nvPr/>
        </p:nvSpPr>
        <p:spPr>
          <a:xfrm>
            <a:off x="8714230" y="4700015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" name="Oval 33"/>
          <p:cNvSpPr/>
          <p:nvPr/>
        </p:nvSpPr>
        <p:spPr>
          <a:xfrm>
            <a:off x="9061704" y="4700015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" name="Oval 34"/>
          <p:cNvSpPr/>
          <p:nvPr/>
        </p:nvSpPr>
        <p:spPr>
          <a:xfrm>
            <a:off x="7543799" y="5084064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" name="Oval 35"/>
          <p:cNvSpPr/>
          <p:nvPr/>
        </p:nvSpPr>
        <p:spPr>
          <a:xfrm>
            <a:off x="7891271" y="5084064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" name="Oval 36"/>
          <p:cNvSpPr/>
          <p:nvPr/>
        </p:nvSpPr>
        <p:spPr>
          <a:xfrm>
            <a:off x="8238742" y="5084064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" name="Oval 37"/>
          <p:cNvSpPr/>
          <p:nvPr/>
        </p:nvSpPr>
        <p:spPr>
          <a:xfrm>
            <a:off x="8586216" y="5084064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" name="Oval 38"/>
          <p:cNvSpPr/>
          <p:nvPr/>
        </p:nvSpPr>
        <p:spPr>
          <a:xfrm>
            <a:off x="8933688" y="5084064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" name="Rounded Rectangle 39"/>
          <p:cNvSpPr/>
          <p:nvPr/>
        </p:nvSpPr>
        <p:spPr>
          <a:xfrm>
            <a:off x="10195559" y="2542032"/>
            <a:ext cx="1234446" cy="148133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" name="Connector 40"/>
          <p:cNvSpPr/>
          <p:nvPr/>
        </p:nvSpPr>
        <p:spPr>
          <a:xfrm>
            <a:off x="10442447" y="2971800"/>
            <a:ext cx="713238" cy="0"/>
          </a:xfrm>
          <a:prstGeom prst="line">
            <a:avLst/>
          </a:prstGeom>
          <a:ln w="1778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" name="Connector 41"/>
          <p:cNvSpPr/>
          <p:nvPr/>
        </p:nvSpPr>
        <p:spPr>
          <a:xfrm>
            <a:off x="10442447" y="3273552"/>
            <a:ext cx="557790" cy="6"/>
          </a:xfrm>
          <a:prstGeom prst="line">
            <a:avLst/>
          </a:prstGeom>
          <a:ln w="1778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" name="Connector 42"/>
          <p:cNvSpPr/>
          <p:nvPr/>
        </p:nvSpPr>
        <p:spPr>
          <a:xfrm>
            <a:off x="9107423" y="2203704"/>
            <a:ext cx="1088142" cy="740670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" name="Connector 43"/>
          <p:cNvSpPr/>
          <p:nvPr/>
        </p:nvSpPr>
        <p:spPr>
          <a:xfrm flipV="1">
            <a:off x="8979406" y="3611879"/>
            <a:ext cx="1216158" cy="1517909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" name="TextBox 45"/>
          <p:cNvSpPr txBox="1"/>
          <p:nvPr/>
        </p:nvSpPr>
        <p:spPr>
          <a:xfrm>
            <a:off x="11082528" y="6181344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140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141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42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143" name="Oval 4"/>
          <p:cNvSpPr/>
          <p:nvPr/>
        </p:nvSpPr>
        <p:spPr>
          <a:xfrm>
            <a:off x="1708854" y="2413249"/>
            <a:ext cx="246899" cy="24689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" name="Connector 5"/>
          <p:cNvSpPr/>
          <p:nvPr/>
        </p:nvSpPr>
        <p:spPr>
          <a:xfrm>
            <a:off x="1832299" y="2660138"/>
            <a:ext cx="6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" name="Connector 6"/>
          <p:cNvSpPr/>
          <p:nvPr/>
        </p:nvSpPr>
        <p:spPr>
          <a:xfrm>
            <a:off x="1659476" y="2832960"/>
            <a:ext cx="345650" cy="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" name="Connector 7"/>
          <p:cNvSpPr/>
          <p:nvPr/>
        </p:nvSpPr>
        <p:spPr>
          <a:xfrm flipH="1">
            <a:off x="1671821" y="3067505"/>
            <a:ext cx="160484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" name="Connector 8"/>
          <p:cNvSpPr/>
          <p:nvPr/>
        </p:nvSpPr>
        <p:spPr>
          <a:xfrm>
            <a:off x="1832299" y="3067505"/>
            <a:ext cx="160483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51" name="Group"/>
          <p:cNvGrpSpPr/>
          <p:nvPr/>
        </p:nvGrpSpPr>
        <p:grpSpPr>
          <a:xfrm>
            <a:off x="8060534" y="3550471"/>
            <a:ext cx="635017" cy="635017"/>
            <a:chOff x="-1" y="-1"/>
            <a:chExt cx="635015" cy="635015"/>
          </a:xfrm>
        </p:grpSpPr>
        <p:sp>
          <p:nvSpPr>
            <p:cNvPr id="148" name="Oval 19"/>
            <p:cNvSpPr/>
            <p:nvPr/>
          </p:nvSpPr>
          <p:spPr>
            <a:xfrm>
              <a:off x="-2" y="-2"/>
              <a:ext cx="635017" cy="635017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49" name="Connector 20"/>
            <p:cNvSpPr/>
            <p:nvPr/>
          </p:nvSpPr>
          <p:spPr>
            <a:xfrm>
              <a:off x="127000" y="338668"/>
              <a:ext cx="169339" cy="169339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50" name="Connector 21"/>
            <p:cNvSpPr/>
            <p:nvPr/>
          </p:nvSpPr>
          <p:spPr>
            <a:xfrm flipV="1">
              <a:off x="296331" y="169333"/>
              <a:ext cx="254006" cy="338674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52" name="Oval 22"/>
          <p:cNvSpPr/>
          <p:nvPr/>
        </p:nvSpPr>
        <p:spPr>
          <a:xfrm>
            <a:off x="8865872" y="3550472"/>
            <a:ext cx="635009" cy="635011"/>
          </a:xfrm>
          <a:prstGeom prst="ellipse">
            <a:avLst/>
          </a:prstGeom>
          <a:solidFill>
            <a:schemeClr val="accent2">
              <a:satOff val="-4966"/>
              <a:lumOff val="-10549"/>
            </a:schemeClr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" name="Connector 23"/>
          <p:cNvSpPr/>
          <p:nvPr/>
        </p:nvSpPr>
        <p:spPr>
          <a:xfrm>
            <a:off x="8992871" y="3867972"/>
            <a:ext cx="381006" cy="6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" name="Connector 24"/>
          <p:cNvSpPr/>
          <p:nvPr/>
        </p:nvSpPr>
        <p:spPr>
          <a:xfrm>
            <a:off x="2693659" y="2846066"/>
            <a:ext cx="1371609" cy="6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" name="TextBox 25"/>
          <p:cNvSpPr txBox="1"/>
          <p:nvPr/>
        </p:nvSpPr>
        <p:spPr>
          <a:xfrm>
            <a:off x="4074407" y="2654044"/>
            <a:ext cx="29261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56" name="TextBox 28"/>
          <p:cNvSpPr txBox="1"/>
          <p:nvPr/>
        </p:nvSpPr>
        <p:spPr>
          <a:xfrm>
            <a:off x="1685330" y="4403166"/>
            <a:ext cx="256032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157" name="TextBox 29"/>
          <p:cNvSpPr txBox="1"/>
          <p:nvPr/>
        </p:nvSpPr>
        <p:spPr>
          <a:xfrm>
            <a:off x="5009839" y="5630290"/>
            <a:ext cx="2926087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Reads the context</a:t>
            </a:r>
          </a:p>
        </p:txBody>
      </p:sp>
      <p:sp>
        <p:nvSpPr>
          <p:cNvPr id="158" name="TextBox 30"/>
          <p:cNvSpPr txBox="1"/>
          <p:nvPr/>
        </p:nvSpPr>
        <p:spPr>
          <a:xfrm>
            <a:off x="8578742" y="4413015"/>
            <a:ext cx="2834646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15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558" y="1462274"/>
            <a:ext cx="2834646" cy="3968502"/>
          </a:xfrm>
          <a:prstGeom prst="rect">
            <a:avLst/>
          </a:prstGeom>
          <a:ln w="12700">
            <a:miter lim="400000"/>
          </a:ln>
        </p:spPr>
      </p:pic>
      <p:sp>
        <p:nvSpPr>
          <p:cNvPr id="160" name="Rectangle"/>
          <p:cNvSpPr/>
          <p:nvPr/>
        </p:nvSpPr>
        <p:spPr>
          <a:xfrm>
            <a:off x="4623363" y="1454861"/>
            <a:ext cx="6103250" cy="469457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163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164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65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166" name="Oval 4"/>
          <p:cNvSpPr/>
          <p:nvPr/>
        </p:nvSpPr>
        <p:spPr>
          <a:xfrm>
            <a:off x="1708854" y="2413249"/>
            <a:ext cx="246899" cy="24689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7" name="Connector 5"/>
          <p:cNvSpPr/>
          <p:nvPr/>
        </p:nvSpPr>
        <p:spPr>
          <a:xfrm>
            <a:off x="1832299" y="2660138"/>
            <a:ext cx="6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" name="Connector 6"/>
          <p:cNvSpPr/>
          <p:nvPr/>
        </p:nvSpPr>
        <p:spPr>
          <a:xfrm>
            <a:off x="1659476" y="2832960"/>
            <a:ext cx="345650" cy="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" name="Connector 7"/>
          <p:cNvSpPr/>
          <p:nvPr/>
        </p:nvSpPr>
        <p:spPr>
          <a:xfrm flipH="1">
            <a:off x="1671821" y="3067505"/>
            <a:ext cx="160484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" name="Connector 8"/>
          <p:cNvSpPr/>
          <p:nvPr/>
        </p:nvSpPr>
        <p:spPr>
          <a:xfrm>
            <a:off x="1832299" y="3067505"/>
            <a:ext cx="160483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74" name="Group"/>
          <p:cNvGrpSpPr/>
          <p:nvPr/>
        </p:nvGrpSpPr>
        <p:grpSpPr>
          <a:xfrm>
            <a:off x="8060534" y="3550471"/>
            <a:ext cx="635017" cy="635017"/>
            <a:chOff x="-1" y="-1"/>
            <a:chExt cx="635015" cy="635015"/>
          </a:xfrm>
        </p:grpSpPr>
        <p:sp>
          <p:nvSpPr>
            <p:cNvPr id="171" name="Oval 19"/>
            <p:cNvSpPr/>
            <p:nvPr/>
          </p:nvSpPr>
          <p:spPr>
            <a:xfrm>
              <a:off x="-2" y="-2"/>
              <a:ext cx="635017" cy="635017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72" name="Connector 20"/>
            <p:cNvSpPr/>
            <p:nvPr/>
          </p:nvSpPr>
          <p:spPr>
            <a:xfrm>
              <a:off x="127000" y="338668"/>
              <a:ext cx="169339" cy="169339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73" name="Connector 21"/>
            <p:cNvSpPr/>
            <p:nvPr/>
          </p:nvSpPr>
          <p:spPr>
            <a:xfrm flipV="1">
              <a:off x="296331" y="169333"/>
              <a:ext cx="254006" cy="338674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75" name="Oval 22"/>
          <p:cNvSpPr/>
          <p:nvPr/>
        </p:nvSpPr>
        <p:spPr>
          <a:xfrm>
            <a:off x="8865872" y="3550472"/>
            <a:ext cx="635009" cy="635011"/>
          </a:xfrm>
          <a:prstGeom prst="ellipse">
            <a:avLst/>
          </a:prstGeom>
          <a:solidFill>
            <a:schemeClr val="accent2">
              <a:satOff val="-4966"/>
              <a:lumOff val="-10549"/>
            </a:schemeClr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6" name="Connector 23"/>
          <p:cNvSpPr/>
          <p:nvPr/>
        </p:nvSpPr>
        <p:spPr>
          <a:xfrm>
            <a:off x="8992871" y="3867972"/>
            <a:ext cx="381006" cy="6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" name="Connector 24"/>
          <p:cNvSpPr/>
          <p:nvPr/>
        </p:nvSpPr>
        <p:spPr>
          <a:xfrm>
            <a:off x="2693659" y="2846066"/>
            <a:ext cx="1371609" cy="6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8" name="TextBox 25"/>
          <p:cNvSpPr txBox="1"/>
          <p:nvPr/>
        </p:nvSpPr>
        <p:spPr>
          <a:xfrm>
            <a:off x="4074407" y="2654044"/>
            <a:ext cx="29261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79" name="TextBox 28"/>
          <p:cNvSpPr txBox="1"/>
          <p:nvPr/>
        </p:nvSpPr>
        <p:spPr>
          <a:xfrm>
            <a:off x="1685330" y="4403166"/>
            <a:ext cx="256032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180" name="TextBox 29"/>
          <p:cNvSpPr txBox="1"/>
          <p:nvPr/>
        </p:nvSpPr>
        <p:spPr>
          <a:xfrm>
            <a:off x="5009839" y="5630290"/>
            <a:ext cx="2926087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Reads the context</a:t>
            </a:r>
          </a:p>
        </p:txBody>
      </p:sp>
      <p:sp>
        <p:nvSpPr>
          <p:cNvPr id="181" name="TextBox 30"/>
          <p:cNvSpPr txBox="1"/>
          <p:nvPr/>
        </p:nvSpPr>
        <p:spPr>
          <a:xfrm>
            <a:off x="8578742" y="4413015"/>
            <a:ext cx="2834646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182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558" y="1462274"/>
            <a:ext cx="2834646" cy="3968502"/>
          </a:xfrm>
          <a:prstGeom prst="rect">
            <a:avLst/>
          </a:prstGeom>
          <a:ln w="12700">
            <a:miter lim="400000"/>
          </a:ln>
        </p:spPr>
      </p:pic>
      <p:sp>
        <p:nvSpPr>
          <p:cNvPr id="183" name="Rectangle"/>
          <p:cNvSpPr/>
          <p:nvPr/>
        </p:nvSpPr>
        <p:spPr>
          <a:xfrm>
            <a:off x="4623363" y="3673616"/>
            <a:ext cx="3417921" cy="189652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84" name="Rectangle"/>
          <p:cNvSpPr/>
          <p:nvPr/>
        </p:nvSpPr>
        <p:spPr>
          <a:xfrm>
            <a:off x="7959513" y="3046658"/>
            <a:ext cx="3417921" cy="189652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187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188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89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190" name="Oval 4"/>
          <p:cNvSpPr/>
          <p:nvPr/>
        </p:nvSpPr>
        <p:spPr>
          <a:xfrm>
            <a:off x="1708854" y="2413249"/>
            <a:ext cx="246899" cy="24689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1" name="Connector 5"/>
          <p:cNvSpPr/>
          <p:nvPr/>
        </p:nvSpPr>
        <p:spPr>
          <a:xfrm>
            <a:off x="1832299" y="2660138"/>
            <a:ext cx="6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2" name="Connector 6"/>
          <p:cNvSpPr/>
          <p:nvPr/>
        </p:nvSpPr>
        <p:spPr>
          <a:xfrm>
            <a:off x="1659476" y="2832960"/>
            <a:ext cx="345650" cy="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3" name="Connector 7"/>
          <p:cNvSpPr/>
          <p:nvPr/>
        </p:nvSpPr>
        <p:spPr>
          <a:xfrm flipH="1">
            <a:off x="1671821" y="3067505"/>
            <a:ext cx="160484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4" name="Connector 8"/>
          <p:cNvSpPr/>
          <p:nvPr/>
        </p:nvSpPr>
        <p:spPr>
          <a:xfrm>
            <a:off x="1832299" y="3067505"/>
            <a:ext cx="160483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98" name="Group"/>
          <p:cNvGrpSpPr/>
          <p:nvPr/>
        </p:nvGrpSpPr>
        <p:grpSpPr>
          <a:xfrm>
            <a:off x="8060534" y="3550471"/>
            <a:ext cx="635017" cy="635017"/>
            <a:chOff x="-1" y="-1"/>
            <a:chExt cx="635015" cy="635015"/>
          </a:xfrm>
        </p:grpSpPr>
        <p:sp>
          <p:nvSpPr>
            <p:cNvPr id="195" name="Oval 19"/>
            <p:cNvSpPr/>
            <p:nvPr/>
          </p:nvSpPr>
          <p:spPr>
            <a:xfrm>
              <a:off x="-2" y="-2"/>
              <a:ext cx="635017" cy="635017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96" name="Connector 20"/>
            <p:cNvSpPr/>
            <p:nvPr/>
          </p:nvSpPr>
          <p:spPr>
            <a:xfrm>
              <a:off x="127000" y="338668"/>
              <a:ext cx="169339" cy="169339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97" name="Connector 21"/>
            <p:cNvSpPr/>
            <p:nvPr/>
          </p:nvSpPr>
          <p:spPr>
            <a:xfrm flipV="1">
              <a:off x="296331" y="169333"/>
              <a:ext cx="254006" cy="338674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99" name="Oval 22"/>
          <p:cNvSpPr/>
          <p:nvPr/>
        </p:nvSpPr>
        <p:spPr>
          <a:xfrm>
            <a:off x="8865872" y="3550472"/>
            <a:ext cx="635009" cy="635011"/>
          </a:xfrm>
          <a:prstGeom prst="ellipse">
            <a:avLst/>
          </a:prstGeom>
          <a:solidFill>
            <a:schemeClr val="accent2">
              <a:satOff val="-4966"/>
              <a:lumOff val="-10549"/>
            </a:schemeClr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" name="Connector 23"/>
          <p:cNvSpPr/>
          <p:nvPr/>
        </p:nvSpPr>
        <p:spPr>
          <a:xfrm>
            <a:off x="8992871" y="3867972"/>
            <a:ext cx="381006" cy="6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1" name="Connector 24"/>
          <p:cNvSpPr/>
          <p:nvPr/>
        </p:nvSpPr>
        <p:spPr>
          <a:xfrm>
            <a:off x="2693659" y="2846066"/>
            <a:ext cx="1371609" cy="6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" name="TextBox 25"/>
          <p:cNvSpPr txBox="1"/>
          <p:nvPr/>
        </p:nvSpPr>
        <p:spPr>
          <a:xfrm>
            <a:off x="4074407" y="2654044"/>
            <a:ext cx="29261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03" name="TextBox 28"/>
          <p:cNvSpPr txBox="1"/>
          <p:nvPr/>
        </p:nvSpPr>
        <p:spPr>
          <a:xfrm>
            <a:off x="1685330" y="4403166"/>
            <a:ext cx="256032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204" name="TextBox 29"/>
          <p:cNvSpPr txBox="1"/>
          <p:nvPr/>
        </p:nvSpPr>
        <p:spPr>
          <a:xfrm>
            <a:off x="5009839" y="5630290"/>
            <a:ext cx="2926087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Reads the context</a:t>
            </a:r>
          </a:p>
        </p:txBody>
      </p:sp>
      <p:sp>
        <p:nvSpPr>
          <p:cNvPr id="205" name="TextBox 30"/>
          <p:cNvSpPr txBox="1"/>
          <p:nvPr/>
        </p:nvSpPr>
        <p:spPr>
          <a:xfrm>
            <a:off x="8578742" y="4413015"/>
            <a:ext cx="2834646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206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558" y="1462274"/>
            <a:ext cx="2834646" cy="39685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209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210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11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212" name="Oval 4"/>
          <p:cNvSpPr/>
          <p:nvPr/>
        </p:nvSpPr>
        <p:spPr>
          <a:xfrm>
            <a:off x="1708854" y="2413249"/>
            <a:ext cx="246899" cy="246899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3" name="Connector 5"/>
          <p:cNvSpPr/>
          <p:nvPr/>
        </p:nvSpPr>
        <p:spPr>
          <a:xfrm>
            <a:off x="1832299" y="2660138"/>
            <a:ext cx="6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4" name="Connector 6"/>
          <p:cNvSpPr/>
          <p:nvPr/>
        </p:nvSpPr>
        <p:spPr>
          <a:xfrm>
            <a:off x="1659476" y="2832960"/>
            <a:ext cx="345650" cy="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5" name="Connector 7"/>
          <p:cNvSpPr/>
          <p:nvPr/>
        </p:nvSpPr>
        <p:spPr>
          <a:xfrm flipH="1">
            <a:off x="1671821" y="3067505"/>
            <a:ext cx="160484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6" name="Connector 8"/>
          <p:cNvSpPr/>
          <p:nvPr/>
        </p:nvSpPr>
        <p:spPr>
          <a:xfrm>
            <a:off x="1832299" y="3067505"/>
            <a:ext cx="160483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220" name="Group"/>
          <p:cNvGrpSpPr/>
          <p:nvPr/>
        </p:nvGrpSpPr>
        <p:grpSpPr>
          <a:xfrm>
            <a:off x="5383020" y="698306"/>
            <a:ext cx="635017" cy="635017"/>
            <a:chOff x="-1" y="-1"/>
            <a:chExt cx="635015" cy="635015"/>
          </a:xfrm>
        </p:grpSpPr>
        <p:sp>
          <p:nvSpPr>
            <p:cNvPr id="217" name="Oval 19"/>
            <p:cNvSpPr/>
            <p:nvPr/>
          </p:nvSpPr>
          <p:spPr>
            <a:xfrm>
              <a:off x="-2" y="-2"/>
              <a:ext cx="635017" cy="635017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18" name="Connector 20"/>
            <p:cNvSpPr/>
            <p:nvPr/>
          </p:nvSpPr>
          <p:spPr>
            <a:xfrm>
              <a:off x="127000" y="338668"/>
              <a:ext cx="169339" cy="169339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19" name="Connector 21"/>
            <p:cNvSpPr/>
            <p:nvPr/>
          </p:nvSpPr>
          <p:spPr>
            <a:xfrm flipV="1">
              <a:off x="296331" y="169333"/>
              <a:ext cx="254006" cy="338674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223" name="Group"/>
          <p:cNvGrpSpPr/>
          <p:nvPr/>
        </p:nvGrpSpPr>
        <p:grpSpPr>
          <a:xfrm>
            <a:off x="8575884" y="698302"/>
            <a:ext cx="635017" cy="635017"/>
            <a:chOff x="-1" y="-1"/>
            <a:chExt cx="635015" cy="635015"/>
          </a:xfrm>
        </p:grpSpPr>
        <p:sp>
          <p:nvSpPr>
            <p:cNvPr id="221" name="Oval 22"/>
            <p:cNvSpPr/>
            <p:nvPr/>
          </p:nvSpPr>
          <p:spPr>
            <a:xfrm>
              <a:off x="-2" y="-2"/>
              <a:ext cx="635017" cy="635017"/>
            </a:xfrm>
            <a:prstGeom prst="ellipse">
              <a:avLst/>
            </a:prstGeom>
            <a:solidFill>
              <a:schemeClr val="accent2">
                <a:satOff val="-4966"/>
                <a:lumOff val="-10549"/>
              </a:schemeClr>
            </a:solidFill>
            <a:ln w="25400" cap="flat">
              <a:solidFill>
                <a:srgbClr val="8C3A38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22" name="Connector 23"/>
            <p:cNvSpPr/>
            <p:nvPr/>
          </p:nvSpPr>
          <p:spPr>
            <a:xfrm>
              <a:off x="127000" y="317502"/>
              <a:ext cx="381008" cy="6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224" name="Connector 24"/>
          <p:cNvSpPr/>
          <p:nvPr/>
        </p:nvSpPr>
        <p:spPr>
          <a:xfrm>
            <a:off x="2693659" y="2846066"/>
            <a:ext cx="1371609" cy="6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5" name="TextBox 25"/>
          <p:cNvSpPr txBox="1"/>
          <p:nvPr/>
        </p:nvSpPr>
        <p:spPr>
          <a:xfrm>
            <a:off x="4074407" y="2654044"/>
            <a:ext cx="29261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26" name="TextBox 28"/>
          <p:cNvSpPr txBox="1"/>
          <p:nvPr/>
        </p:nvSpPr>
        <p:spPr>
          <a:xfrm>
            <a:off x="1685330" y="4403166"/>
            <a:ext cx="256032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227" name="TextBox 30"/>
          <p:cNvSpPr txBox="1"/>
          <p:nvPr/>
        </p:nvSpPr>
        <p:spPr>
          <a:xfrm>
            <a:off x="6800177" y="5824268"/>
            <a:ext cx="2834647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228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05815" y="1680123"/>
            <a:ext cx="2560324" cy="379733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9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917102" y="1781142"/>
            <a:ext cx="2568090" cy="359531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CROWD</a:t>
            </a:r>
          </a:p>
        </p:txBody>
      </p:sp>
      <p:sp>
        <p:nvSpPr>
          <p:cNvPr id="232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Now multiply that by thousands</a:t>
            </a:r>
          </a:p>
        </p:txBody>
      </p:sp>
      <p:sp>
        <p:nvSpPr>
          <p:cNvPr id="233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234" name="Oval 4"/>
          <p:cNvSpPr/>
          <p:nvPr/>
        </p:nvSpPr>
        <p:spPr>
          <a:xfrm>
            <a:off x="868680" y="2578605"/>
            <a:ext cx="192035" cy="1920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5" name="Connector 5"/>
          <p:cNvSpPr/>
          <p:nvPr/>
        </p:nvSpPr>
        <p:spPr>
          <a:xfrm>
            <a:off x="964691" y="2770632"/>
            <a:ext cx="6" cy="316845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6" name="Connector 6"/>
          <p:cNvSpPr/>
          <p:nvPr/>
        </p:nvSpPr>
        <p:spPr>
          <a:xfrm>
            <a:off x="830274" y="2905048"/>
            <a:ext cx="268840" cy="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7" name="Connector 7"/>
          <p:cNvSpPr/>
          <p:nvPr/>
        </p:nvSpPr>
        <p:spPr>
          <a:xfrm flipH="1">
            <a:off x="839874" y="3087470"/>
            <a:ext cx="124822" cy="201631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8" name="Connector 8"/>
          <p:cNvSpPr/>
          <p:nvPr/>
        </p:nvSpPr>
        <p:spPr>
          <a:xfrm>
            <a:off x="964691" y="3087470"/>
            <a:ext cx="124815" cy="201631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9" name="TextBox 9"/>
          <p:cNvSpPr txBox="1"/>
          <p:nvPr/>
        </p:nvSpPr>
        <p:spPr>
          <a:xfrm>
            <a:off x="1965960" y="2761488"/>
            <a:ext cx="365766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0" name="Oval 10"/>
          <p:cNvSpPr/>
          <p:nvPr/>
        </p:nvSpPr>
        <p:spPr>
          <a:xfrm>
            <a:off x="2834638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1" name="Oval 11"/>
          <p:cNvSpPr/>
          <p:nvPr/>
        </p:nvSpPr>
        <p:spPr>
          <a:xfrm>
            <a:off x="3218688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2" name="Oval 12"/>
          <p:cNvSpPr/>
          <p:nvPr/>
        </p:nvSpPr>
        <p:spPr>
          <a:xfrm>
            <a:off x="3602735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3" name="Oval 13"/>
          <p:cNvSpPr/>
          <p:nvPr/>
        </p:nvSpPr>
        <p:spPr>
          <a:xfrm>
            <a:off x="3986784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4" name="Oval 14"/>
          <p:cNvSpPr/>
          <p:nvPr/>
        </p:nvSpPr>
        <p:spPr>
          <a:xfrm>
            <a:off x="4370832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5" name="Oval 15"/>
          <p:cNvSpPr/>
          <p:nvPr/>
        </p:nvSpPr>
        <p:spPr>
          <a:xfrm>
            <a:off x="4754879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6" name="Oval 16"/>
          <p:cNvSpPr/>
          <p:nvPr/>
        </p:nvSpPr>
        <p:spPr>
          <a:xfrm>
            <a:off x="5138928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7" name="Oval 17"/>
          <p:cNvSpPr/>
          <p:nvPr/>
        </p:nvSpPr>
        <p:spPr>
          <a:xfrm>
            <a:off x="5522976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8" name="Oval 18"/>
          <p:cNvSpPr/>
          <p:nvPr/>
        </p:nvSpPr>
        <p:spPr>
          <a:xfrm>
            <a:off x="5907023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9" name="Oval 19"/>
          <p:cNvSpPr/>
          <p:nvPr/>
        </p:nvSpPr>
        <p:spPr>
          <a:xfrm>
            <a:off x="6291071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0" name="Oval 20"/>
          <p:cNvSpPr/>
          <p:nvPr/>
        </p:nvSpPr>
        <p:spPr>
          <a:xfrm>
            <a:off x="6675118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1" name="Oval 21"/>
          <p:cNvSpPr/>
          <p:nvPr/>
        </p:nvSpPr>
        <p:spPr>
          <a:xfrm>
            <a:off x="7059168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2" name="Oval 22"/>
          <p:cNvSpPr/>
          <p:nvPr/>
        </p:nvSpPr>
        <p:spPr>
          <a:xfrm>
            <a:off x="7443216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3" name="Oval 23"/>
          <p:cNvSpPr/>
          <p:nvPr/>
        </p:nvSpPr>
        <p:spPr>
          <a:xfrm>
            <a:off x="7827264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4" name="Oval 24"/>
          <p:cNvSpPr/>
          <p:nvPr/>
        </p:nvSpPr>
        <p:spPr>
          <a:xfrm>
            <a:off x="8211311" y="178307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5" name="Oval 25"/>
          <p:cNvSpPr/>
          <p:nvPr/>
        </p:nvSpPr>
        <p:spPr>
          <a:xfrm>
            <a:off x="2962655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6" name="Oval 26"/>
          <p:cNvSpPr/>
          <p:nvPr/>
        </p:nvSpPr>
        <p:spPr>
          <a:xfrm>
            <a:off x="3346703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7" name="Oval 27"/>
          <p:cNvSpPr/>
          <p:nvPr/>
        </p:nvSpPr>
        <p:spPr>
          <a:xfrm>
            <a:off x="3730752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8" name="Oval 28"/>
          <p:cNvSpPr/>
          <p:nvPr/>
        </p:nvSpPr>
        <p:spPr>
          <a:xfrm>
            <a:off x="4114800" y="2176272"/>
            <a:ext cx="77724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9" name="Oval 29"/>
          <p:cNvSpPr/>
          <p:nvPr/>
        </p:nvSpPr>
        <p:spPr>
          <a:xfrm>
            <a:off x="4498847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0" name="Oval 30"/>
          <p:cNvSpPr/>
          <p:nvPr/>
        </p:nvSpPr>
        <p:spPr>
          <a:xfrm>
            <a:off x="4882896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1" name="Oval 31"/>
          <p:cNvSpPr/>
          <p:nvPr/>
        </p:nvSpPr>
        <p:spPr>
          <a:xfrm>
            <a:off x="5266944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2" name="Oval 32"/>
          <p:cNvSpPr/>
          <p:nvPr/>
        </p:nvSpPr>
        <p:spPr>
          <a:xfrm>
            <a:off x="5650991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3" name="Oval 33"/>
          <p:cNvSpPr/>
          <p:nvPr/>
        </p:nvSpPr>
        <p:spPr>
          <a:xfrm>
            <a:off x="6035040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4" name="Oval 34"/>
          <p:cNvSpPr/>
          <p:nvPr/>
        </p:nvSpPr>
        <p:spPr>
          <a:xfrm>
            <a:off x="6419088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5" name="Oval 35"/>
          <p:cNvSpPr/>
          <p:nvPr/>
        </p:nvSpPr>
        <p:spPr>
          <a:xfrm>
            <a:off x="6803135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6" name="Oval 36"/>
          <p:cNvSpPr/>
          <p:nvPr/>
        </p:nvSpPr>
        <p:spPr>
          <a:xfrm>
            <a:off x="7187183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7" name="Oval 37"/>
          <p:cNvSpPr/>
          <p:nvPr/>
        </p:nvSpPr>
        <p:spPr>
          <a:xfrm>
            <a:off x="7571230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8" name="Oval 38"/>
          <p:cNvSpPr/>
          <p:nvPr/>
        </p:nvSpPr>
        <p:spPr>
          <a:xfrm>
            <a:off x="7955280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9" name="Oval 39"/>
          <p:cNvSpPr/>
          <p:nvPr/>
        </p:nvSpPr>
        <p:spPr>
          <a:xfrm>
            <a:off x="8339328" y="217627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0" name="Oval 40"/>
          <p:cNvSpPr/>
          <p:nvPr/>
        </p:nvSpPr>
        <p:spPr>
          <a:xfrm>
            <a:off x="2834638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1" name="Oval 41"/>
          <p:cNvSpPr/>
          <p:nvPr/>
        </p:nvSpPr>
        <p:spPr>
          <a:xfrm>
            <a:off x="3218688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2" name="Oval 42"/>
          <p:cNvSpPr/>
          <p:nvPr/>
        </p:nvSpPr>
        <p:spPr>
          <a:xfrm>
            <a:off x="3602735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3" name="Oval 43"/>
          <p:cNvSpPr/>
          <p:nvPr/>
        </p:nvSpPr>
        <p:spPr>
          <a:xfrm>
            <a:off x="3986784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4" name="Oval 44"/>
          <p:cNvSpPr/>
          <p:nvPr/>
        </p:nvSpPr>
        <p:spPr>
          <a:xfrm>
            <a:off x="4370832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5" name="Oval 45"/>
          <p:cNvSpPr/>
          <p:nvPr/>
        </p:nvSpPr>
        <p:spPr>
          <a:xfrm>
            <a:off x="4754879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6" name="Oval 46"/>
          <p:cNvSpPr/>
          <p:nvPr/>
        </p:nvSpPr>
        <p:spPr>
          <a:xfrm>
            <a:off x="5138928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7" name="Oval 47"/>
          <p:cNvSpPr/>
          <p:nvPr/>
        </p:nvSpPr>
        <p:spPr>
          <a:xfrm>
            <a:off x="5522976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8" name="Oval 48"/>
          <p:cNvSpPr/>
          <p:nvPr/>
        </p:nvSpPr>
        <p:spPr>
          <a:xfrm>
            <a:off x="5907023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9" name="Oval 49"/>
          <p:cNvSpPr/>
          <p:nvPr/>
        </p:nvSpPr>
        <p:spPr>
          <a:xfrm>
            <a:off x="6291071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0" name="Oval 50"/>
          <p:cNvSpPr/>
          <p:nvPr/>
        </p:nvSpPr>
        <p:spPr>
          <a:xfrm>
            <a:off x="6675118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1" name="Oval 51"/>
          <p:cNvSpPr/>
          <p:nvPr/>
        </p:nvSpPr>
        <p:spPr>
          <a:xfrm>
            <a:off x="7059168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2" name="Oval 52"/>
          <p:cNvSpPr/>
          <p:nvPr/>
        </p:nvSpPr>
        <p:spPr>
          <a:xfrm>
            <a:off x="7443216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3" name="Oval 53"/>
          <p:cNvSpPr/>
          <p:nvPr/>
        </p:nvSpPr>
        <p:spPr>
          <a:xfrm>
            <a:off x="7827264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4" name="Oval 54"/>
          <p:cNvSpPr/>
          <p:nvPr/>
        </p:nvSpPr>
        <p:spPr>
          <a:xfrm>
            <a:off x="8211311" y="2569464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5" name="Oval 55"/>
          <p:cNvSpPr/>
          <p:nvPr/>
        </p:nvSpPr>
        <p:spPr>
          <a:xfrm>
            <a:off x="2962655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6" name="Oval 56"/>
          <p:cNvSpPr/>
          <p:nvPr/>
        </p:nvSpPr>
        <p:spPr>
          <a:xfrm>
            <a:off x="3346703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7" name="Oval 57"/>
          <p:cNvSpPr/>
          <p:nvPr/>
        </p:nvSpPr>
        <p:spPr>
          <a:xfrm>
            <a:off x="3730752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8" name="Oval 58"/>
          <p:cNvSpPr/>
          <p:nvPr/>
        </p:nvSpPr>
        <p:spPr>
          <a:xfrm>
            <a:off x="4114800" y="2962655"/>
            <a:ext cx="77724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9" name="Oval 59"/>
          <p:cNvSpPr/>
          <p:nvPr/>
        </p:nvSpPr>
        <p:spPr>
          <a:xfrm>
            <a:off x="4498847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0" name="Oval 60"/>
          <p:cNvSpPr/>
          <p:nvPr/>
        </p:nvSpPr>
        <p:spPr>
          <a:xfrm>
            <a:off x="4882896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1" name="Oval 61"/>
          <p:cNvSpPr/>
          <p:nvPr/>
        </p:nvSpPr>
        <p:spPr>
          <a:xfrm>
            <a:off x="5266944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2" name="Oval 62"/>
          <p:cNvSpPr/>
          <p:nvPr/>
        </p:nvSpPr>
        <p:spPr>
          <a:xfrm>
            <a:off x="5650991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3" name="Oval 63"/>
          <p:cNvSpPr/>
          <p:nvPr/>
        </p:nvSpPr>
        <p:spPr>
          <a:xfrm>
            <a:off x="6035040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4" name="Oval 64"/>
          <p:cNvSpPr/>
          <p:nvPr/>
        </p:nvSpPr>
        <p:spPr>
          <a:xfrm>
            <a:off x="6419088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5" name="Oval 65"/>
          <p:cNvSpPr/>
          <p:nvPr/>
        </p:nvSpPr>
        <p:spPr>
          <a:xfrm>
            <a:off x="6803135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6" name="Oval 66"/>
          <p:cNvSpPr/>
          <p:nvPr/>
        </p:nvSpPr>
        <p:spPr>
          <a:xfrm>
            <a:off x="7187183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7" name="Oval 67"/>
          <p:cNvSpPr/>
          <p:nvPr/>
        </p:nvSpPr>
        <p:spPr>
          <a:xfrm>
            <a:off x="7571230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8" name="Oval 68"/>
          <p:cNvSpPr/>
          <p:nvPr/>
        </p:nvSpPr>
        <p:spPr>
          <a:xfrm>
            <a:off x="7955280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9" name="Oval 69"/>
          <p:cNvSpPr/>
          <p:nvPr/>
        </p:nvSpPr>
        <p:spPr>
          <a:xfrm>
            <a:off x="8339328" y="296265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0" name="Oval 70"/>
          <p:cNvSpPr/>
          <p:nvPr/>
        </p:nvSpPr>
        <p:spPr>
          <a:xfrm>
            <a:off x="2834638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1" name="Oval 71"/>
          <p:cNvSpPr/>
          <p:nvPr/>
        </p:nvSpPr>
        <p:spPr>
          <a:xfrm>
            <a:off x="3218688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2" name="Oval 72"/>
          <p:cNvSpPr/>
          <p:nvPr/>
        </p:nvSpPr>
        <p:spPr>
          <a:xfrm>
            <a:off x="3602735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3" name="Oval 73"/>
          <p:cNvSpPr/>
          <p:nvPr/>
        </p:nvSpPr>
        <p:spPr>
          <a:xfrm>
            <a:off x="3986784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4" name="Oval 74"/>
          <p:cNvSpPr/>
          <p:nvPr/>
        </p:nvSpPr>
        <p:spPr>
          <a:xfrm>
            <a:off x="4370832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5" name="Oval 75"/>
          <p:cNvSpPr/>
          <p:nvPr/>
        </p:nvSpPr>
        <p:spPr>
          <a:xfrm>
            <a:off x="4754879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6" name="Oval 76"/>
          <p:cNvSpPr/>
          <p:nvPr/>
        </p:nvSpPr>
        <p:spPr>
          <a:xfrm>
            <a:off x="5138928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7" name="Oval 77"/>
          <p:cNvSpPr/>
          <p:nvPr/>
        </p:nvSpPr>
        <p:spPr>
          <a:xfrm>
            <a:off x="5522976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8" name="Oval 78"/>
          <p:cNvSpPr/>
          <p:nvPr/>
        </p:nvSpPr>
        <p:spPr>
          <a:xfrm>
            <a:off x="5907023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9" name="Oval 79"/>
          <p:cNvSpPr/>
          <p:nvPr/>
        </p:nvSpPr>
        <p:spPr>
          <a:xfrm>
            <a:off x="6291071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0" name="Oval 80"/>
          <p:cNvSpPr/>
          <p:nvPr/>
        </p:nvSpPr>
        <p:spPr>
          <a:xfrm>
            <a:off x="6675118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1" name="Oval 81"/>
          <p:cNvSpPr/>
          <p:nvPr/>
        </p:nvSpPr>
        <p:spPr>
          <a:xfrm>
            <a:off x="7059168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2" name="Oval 82"/>
          <p:cNvSpPr/>
          <p:nvPr/>
        </p:nvSpPr>
        <p:spPr>
          <a:xfrm>
            <a:off x="7443216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3" name="Oval 83"/>
          <p:cNvSpPr/>
          <p:nvPr/>
        </p:nvSpPr>
        <p:spPr>
          <a:xfrm>
            <a:off x="7827264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4" name="Oval 84"/>
          <p:cNvSpPr/>
          <p:nvPr/>
        </p:nvSpPr>
        <p:spPr>
          <a:xfrm>
            <a:off x="8211311" y="335584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5" name="Oval 85"/>
          <p:cNvSpPr/>
          <p:nvPr/>
        </p:nvSpPr>
        <p:spPr>
          <a:xfrm>
            <a:off x="2962655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6" name="Oval 86"/>
          <p:cNvSpPr/>
          <p:nvPr/>
        </p:nvSpPr>
        <p:spPr>
          <a:xfrm>
            <a:off x="3346703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7" name="Oval 87"/>
          <p:cNvSpPr/>
          <p:nvPr/>
        </p:nvSpPr>
        <p:spPr>
          <a:xfrm>
            <a:off x="3730752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8" name="Oval 88"/>
          <p:cNvSpPr/>
          <p:nvPr/>
        </p:nvSpPr>
        <p:spPr>
          <a:xfrm>
            <a:off x="4114800" y="3749037"/>
            <a:ext cx="77724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9" name="Oval 89"/>
          <p:cNvSpPr/>
          <p:nvPr/>
        </p:nvSpPr>
        <p:spPr>
          <a:xfrm>
            <a:off x="4498847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0" name="Oval 90"/>
          <p:cNvSpPr/>
          <p:nvPr/>
        </p:nvSpPr>
        <p:spPr>
          <a:xfrm>
            <a:off x="4882896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1" name="Oval 91"/>
          <p:cNvSpPr/>
          <p:nvPr/>
        </p:nvSpPr>
        <p:spPr>
          <a:xfrm>
            <a:off x="5266944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2" name="Oval 92"/>
          <p:cNvSpPr/>
          <p:nvPr/>
        </p:nvSpPr>
        <p:spPr>
          <a:xfrm>
            <a:off x="5650991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3" name="Oval 93"/>
          <p:cNvSpPr/>
          <p:nvPr/>
        </p:nvSpPr>
        <p:spPr>
          <a:xfrm>
            <a:off x="6035040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4" name="Oval 94"/>
          <p:cNvSpPr/>
          <p:nvPr/>
        </p:nvSpPr>
        <p:spPr>
          <a:xfrm>
            <a:off x="6419088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5" name="Oval 95"/>
          <p:cNvSpPr/>
          <p:nvPr/>
        </p:nvSpPr>
        <p:spPr>
          <a:xfrm>
            <a:off x="6803135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6" name="Oval 96"/>
          <p:cNvSpPr/>
          <p:nvPr/>
        </p:nvSpPr>
        <p:spPr>
          <a:xfrm>
            <a:off x="7187183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7" name="Oval 97"/>
          <p:cNvSpPr/>
          <p:nvPr/>
        </p:nvSpPr>
        <p:spPr>
          <a:xfrm>
            <a:off x="7571230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8" name="Oval 98"/>
          <p:cNvSpPr/>
          <p:nvPr/>
        </p:nvSpPr>
        <p:spPr>
          <a:xfrm>
            <a:off x="7955280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9" name="Oval 99"/>
          <p:cNvSpPr/>
          <p:nvPr/>
        </p:nvSpPr>
        <p:spPr>
          <a:xfrm>
            <a:off x="8339328" y="3749037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0" name="Oval 100"/>
          <p:cNvSpPr/>
          <p:nvPr/>
        </p:nvSpPr>
        <p:spPr>
          <a:xfrm>
            <a:off x="2834638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1" name="Oval 101"/>
          <p:cNvSpPr/>
          <p:nvPr/>
        </p:nvSpPr>
        <p:spPr>
          <a:xfrm>
            <a:off x="3218688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2" name="Oval 102"/>
          <p:cNvSpPr/>
          <p:nvPr/>
        </p:nvSpPr>
        <p:spPr>
          <a:xfrm>
            <a:off x="3602735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3" name="Oval 103"/>
          <p:cNvSpPr/>
          <p:nvPr/>
        </p:nvSpPr>
        <p:spPr>
          <a:xfrm>
            <a:off x="3986784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4" name="Oval 104"/>
          <p:cNvSpPr/>
          <p:nvPr/>
        </p:nvSpPr>
        <p:spPr>
          <a:xfrm>
            <a:off x="4370832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5" name="Oval 105"/>
          <p:cNvSpPr/>
          <p:nvPr/>
        </p:nvSpPr>
        <p:spPr>
          <a:xfrm>
            <a:off x="4754879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6" name="Oval 106"/>
          <p:cNvSpPr/>
          <p:nvPr/>
        </p:nvSpPr>
        <p:spPr>
          <a:xfrm>
            <a:off x="5138928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7" name="Oval 107"/>
          <p:cNvSpPr/>
          <p:nvPr/>
        </p:nvSpPr>
        <p:spPr>
          <a:xfrm>
            <a:off x="5522976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8" name="Oval 108"/>
          <p:cNvSpPr/>
          <p:nvPr/>
        </p:nvSpPr>
        <p:spPr>
          <a:xfrm>
            <a:off x="5907023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9" name="Oval 109"/>
          <p:cNvSpPr/>
          <p:nvPr/>
        </p:nvSpPr>
        <p:spPr>
          <a:xfrm>
            <a:off x="6291071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0" name="Oval 110"/>
          <p:cNvSpPr/>
          <p:nvPr/>
        </p:nvSpPr>
        <p:spPr>
          <a:xfrm>
            <a:off x="6675118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1" name="Oval 111"/>
          <p:cNvSpPr/>
          <p:nvPr/>
        </p:nvSpPr>
        <p:spPr>
          <a:xfrm>
            <a:off x="7059168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2" name="Oval 112"/>
          <p:cNvSpPr/>
          <p:nvPr/>
        </p:nvSpPr>
        <p:spPr>
          <a:xfrm>
            <a:off x="7443216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3" name="Oval 113"/>
          <p:cNvSpPr/>
          <p:nvPr/>
        </p:nvSpPr>
        <p:spPr>
          <a:xfrm>
            <a:off x="7827264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4" name="Oval 114"/>
          <p:cNvSpPr/>
          <p:nvPr/>
        </p:nvSpPr>
        <p:spPr>
          <a:xfrm>
            <a:off x="8211311" y="4142232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5" name="Oval 115"/>
          <p:cNvSpPr/>
          <p:nvPr/>
        </p:nvSpPr>
        <p:spPr>
          <a:xfrm>
            <a:off x="2962655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6" name="Oval 116"/>
          <p:cNvSpPr/>
          <p:nvPr/>
        </p:nvSpPr>
        <p:spPr>
          <a:xfrm>
            <a:off x="3346703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7" name="Oval 117"/>
          <p:cNvSpPr/>
          <p:nvPr/>
        </p:nvSpPr>
        <p:spPr>
          <a:xfrm>
            <a:off x="3730752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8" name="Oval 118"/>
          <p:cNvSpPr/>
          <p:nvPr/>
        </p:nvSpPr>
        <p:spPr>
          <a:xfrm>
            <a:off x="4114800" y="4535423"/>
            <a:ext cx="77724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9" name="Oval 119"/>
          <p:cNvSpPr/>
          <p:nvPr/>
        </p:nvSpPr>
        <p:spPr>
          <a:xfrm>
            <a:off x="4498847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0" name="Oval 120"/>
          <p:cNvSpPr/>
          <p:nvPr/>
        </p:nvSpPr>
        <p:spPr>
          <a:xfrm>
            <a:off x="4882896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1" name="Oval 121"/>
          <p:cNvSpPr/>
          <p:nvPr/>
        </p:nvSpPr>
        <p:spPr>
          <a:xfrm>
            <a:off x="5266944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2" name="Oval 122"/>
          <p:cNvSpPr/>
          <p:nvPr/>
        </p:nvSpPr>
        <p:spPr>
          <a:xfrm>
            <a:off x="5650991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3" name="Oval 123"/>
          <p:cNvSpPr/>
          <p:nvPr/>
        </p:nvSpPr>
        <p:spPr>
          <a:xfrm>
            <a:off x="6035040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4" name="Oval 124"/>
          <p:cNvSpPr/>
          <p:nvPr/>
        </p:nvSpPr>
        <p:spPr>
          <a:xfrm>
            <a:off x="6419088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5" name="Oval 125"/>
          <p:cNvSpPr/>
          <p:nvPr/>
        </p:nvSpPr>
        <p:spPr>
          <a:xfrm>
            <a:off x="6803135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6" name="Oval 126"/>
          <p:cNvSpPr/>
          <p:nvPr/>
        </p:nvSpPr>
        <p:spPr>
          <a:xfrm>
            <a:off x="7187183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7" name="Oval 127"/>
          <p:cNvSpPr/>
          <p:nvPr/>
        </p:nvSpPr>
        <p:spPr>
          <a:xfrm>
            <a:off x="7571230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8" name="Oval 128"/>
          <p:cNvSpPr/>
          <p:nvPr/>
        </p:nvSpPr>
        <p:spPr>
          <a:xfrm>
            <a:off x="7955280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9" name="Oval 129"/>
          <p:cNvSpPr/>
          <p:nvPr/>
        </p:nvSpPr>
        <p:spPr>
          <a:xfrm>
            <a:off x="8339328" y="4535423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0" name="Oval 130"/>
          <p:cNvSpPr/>
          <p:nvPr/>
        </p:nvSpPr>
        <p:spPr>
          <a:xfrm>
            <a:off x="2834638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1" name="Oval 131"/>
          <p:cNvSpPr/>
          <p:nvPr/>
        </p:nvSpPr>
        <p:spPr>
          <a:xfrm>
            <a:off x="3218688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2" name="Oval 132"/>
          <p:cNvSpPr/>
          <p:nvPr/>
        </p:nvSpPr>
        <p:spPr>
          <a:xfrm>
            <a:off x="3602735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3" name="Oval 133"/>
          <p:cNvSpPr/>
          <p:nvPr/>
        </p:nvSpPr>
        <p:spPr>
          <a:xfrm>
            <a:off x="3986784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4" name="Oval 134"/>
          <p:cNvSpPr/>
          <p:nvPr/>
        </p:nvSpPr>
        <p:spPr>
          <a:xfrm>
            <a:off x="4370832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5" name="Oval 135"/>
          <p:cNvSpPr/>
          <p:nvPr/>
        </p:nvSpPr>
        <p:spPr>
          <a:xfrm>
            <a:off x="4754879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6" name="Oval 136"/>
          <p:cNvSpPr/>
          <p:nvPr/>
        </p:nvSpPr>
        <p:spPr>
          <a:xfrm>
            <a:off x="5138928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7" name="Oval 137"/>
          <p:cNvSpPr/>
          <p:nvPr/>
        </p:nvSpPr>
        <p:spPr>
          <a:xfrm>
            <a:off x="5522976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8" name="Oval 138"/>
          <p:cNvSpPr/>
          <p:nvPr/>
        </p:nvSpPr>
        <p:spPr>
          <a:xfrm>
            <a:off x="5907023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9" name="Oval 139"/>
          <p:cNvSpPr/>
          <p:nvPr/>
        </p:nvSpPr>
        <p:spPr>
          <a:xfrm>
            <a:off x="6291071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0" name="Oval 140"/>
          <p:cNvSpPr/>
          <p:nvPr/>
        </p:nvSpPr>
        <p:spPr>
          <a:xfrm>
            <a:off x="6675118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1" name="Oval 141"/>
          <p:cNvSpPr/>
          <p:nvPr/>
        </p:nvSpPr>
        <p:spPr>
          <a:xfrm>
            <a:off x="7059168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2" name="Oval 142"/>
          <p:cNvSpPr/>
          <p:nvPr/>
        </p:nvSpPr>
        <p:spPr>
          <a:xfrm>
            <a:off x="7443216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3" name="Oval 143"/>
          <p:cNvSpPr/>
          <p:nvPr/>
        </p:nvSpPr>
        <p:spPr>
          <a:xfrm>
            <a:off x="7827264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4" name="Oval 144"/>
          <p:cNvSpPr/>
          <p:nvPr/>
        </p:nvSpPr>
        <p:spPr>
          <a:xfrm>
            <a:off x="8211311" y="4928615"/>
            <a:ext cx="77735" cy="77735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5" name="Rounded Rectangle 145"/>
          <p:cNvSpPr/>
          <p:nvPr/>
        </p:nvSpPr>
        <p:spPr>
          <a:xfrm>
            <a:off x="9528047" y="2167127"/>
            <a:ext cx="1417326" cy="1847090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6" name="Connector 146"/>
          <p:cNvSpPr/>
          <p:nvPr/>
        </p:nvSpPr>
        <p:spPr>
          <a:xfrm>
            <a:off x="9802368" y="2670048"/>
            <a:ext cx="850393" cy="6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7" name="Connector 147"/>
          <p:cNvSpPr/>
          <p:nvPr/>
        </p:nvSpPr>
        <p:spPr>
          <a:xfrm>
            <a:off x="9802368" y="2990088"/>
            <a:ext cx="694950" cy="6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8" name="Connector 148"/>
          <p:cNvSpPr/>
          <p:nvPr/>
        </p:nvSpPr>
        <p:spPr>
          <a:xfrm>
            <a:off x="9802368" y="3310128"/>
            <a:ext cx="786390" cy="6"/>
          </a:xfrm>
          <a:prstGeom prst="line">
            <a:avLst/>
          </a:prstGeom>
          <a:ln w="19050">
            <a:solidFill>
              <a:srgbClr val="1FA8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9" name="Connector 149"/>
          <p:cNvSpPr/>
          <p:nvPr/>
        </p:nvSpPr>
        <p:spPr>
          <a:xfrm>
            <a:off x="7098030" y="1821938"/>
            <a:ext cx="2430024" cy="126873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0" name="Connector 150"/>
          <p:cNvSpPr/>
          <p:nvPr/>
        </p:nvSpPr>
        <p:spPr>
          <a:xfrm>
            <a:off x="7994139" y="2215133"/>
            <a:ext cx="1533912" cy="87554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1" name="Connector 151"/>
          <p:cNvSpPr/>
          <p:nvPr/>
        </p:nvSpPr>
        <p:spPr>
          <a:xfrm>
            <a:off x="3769612" y="3001516"/>
            <a:ext cx="5758441" cy="8915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2" name="Connector 152"/>
          <p:cNvSpPr/>
          <p:nvPr/>
        </p:nvSpPr>
        <p:spPr>
          <a:xfrm flipV="1">
            <a:off x="4793739" y="3090671"/>
            <a:ext cx="4734314" cy="304044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3" name="Connector 153"/>
          <p:cNvSpPr/>
          <p:nvPr/>
        </p:nvSpPr>
        <p:spPr>
          <a:xfrm flipV="1">
            <a:off x="5689851" y="3090671"/>
            <a:ext cx="3838200" cy="697236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4" name="Connector 154"/>
          <p:cNvSpPr/>
          <p:nvPr/>
        </p:nvSpPr>
        <p:spPr>
          <a:xfrm flipV="1">
            <a:off x="7866126" y="3090670"/>
            <a:ext cx="1661924" cy="109042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5" name="Connector 155"/>
          <p:cNvSpPr/>
          <p:nvPr/>
        </p:nvSpPr>
        <p:spPr>
          <a:xfrm flipV="1">
            <a:off x="3641596" y="3090670"/>
            <a:ext cx="5886456" cy="187680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6" name="TextBox 156"/>
          <p:cNvSpPr txBox="1"/>
          <p:nvPr/>
        </p:nvSpPr>
        <p:spPr>
          <a:xfrm>
            <a:off x="822960" y="5614415"/>
            <a:ext cx="22860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Same action</a:t>
            </a:r>
          </a:p>
        </p:txBody>
      </p:sp>
      <p:sp>
        <p:nvSpPr>
          <p:cNvPr id="387" name="TextBox 157"/>
          <p:cNvSpPr txBox="1"/>
          <p:nvPr/>
        </p:nvSpPr>
        <p:spPr>
          <a:xfrm>
            <a:off x="3840479" y="5614415"/>
            <a:ext cx="3108966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Thousands of raters</a:t>
            </a:r>
          </a:p>
        </p:txBody>
      </p:sp>
      <p:sp>
        <p:nvSpPr>
          <p:cNvPr id="388" name="TextBox 158"/>
          <p:cNvSpPr txBox="1"/>
          <p:nvPr/>
        </p:nvSpPr>
        <p:spPr>
          <a:xfrm>
            <a:off x="8000999" y="5614415"/>
            <a:ext cx="3474726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One visibility decision</a:t>
            </a:r>
          </a:p>
        </p:txBody>
      </p:sp>
      <p:sp>
        <p:nvSpPr>
          <p:cNvPr id="389" name="TextBox 159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392" name="TextBox 3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393" name="Connector 4"/>
          <p:cNvSpPr/>
          <p:nvPr/>
        </p:nvSpPr>
        <p:spPr>
          <a:xfrm flipH="1">
            <a:off x="6099047" y="1627632"/>
            <a:ext cx="5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4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395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396" name="Connector 7"/>
          <p:cNvSpPr/>
          <p:nvPr/>
        </p:nvSpPr>
        <p:spPr>
          <a:xfrm>
            <a:off x="1348738" y="2450592"/>
            <a:ext cx="5" cy="37719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7" name="Connector 8"/>
          <p:cNvSpPr/>
          <p:nvPr/>
        </p:nvSpPr>
        <p:spPr>
          <a:xfrm>
            <a:off x="1188719" y="2610611"/>
            <a:ext cx="320045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8" name="Connector 9"/>
          <p:cNvSpPr/>
          <p:nvPr/>
        </p:nvSpPr>
        <p:spPr>
          <a:xfrm flipH="1">
            <a:off x="1200149" y="2827782"/>
            <a:ext cx="148595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9" name="Connector 10"/>
          <p:cNvSpPr/>
          <p:nvPr/>
        </p:nvSpPr>
        <p:spPr>
          <a:xfrm>
            <a:off x="1348738" y="2827782"/>
            <a:ext cx="148595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0" name="Rounded Rectangle 11"/>
          <p:cNvSpPr/>
          <p:nvPr/>
        </p:nvSpPr>
        <p:spPr>
          <a:xfrm>
            <a:off x="3310128" y="2011677"/>
            <a:ext cx="1353317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01" name="Connector 12"/>
          <p:cNvSpPr/>
          <p:nvPr/>
        </p:nvSpPr>
        <p:spPr>
          <a:xfrm>
            <a:off x="3529584" y="2450592"/>
            <a:ext cx="914404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2" name="Connector 13"/>
          <p:cNvSpPr/>
          <p:nvPr/>
        </p:nvSpPr>
        <p:spPr>
          <a:xfrm>
            <a:off x="3529584" y="2761488"/>
            <a:ext cx="786389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3" name="Connector 14"/>
          <p:cNvSpPr/>
          <p:nvPr/>
        </p:nvSpPr>
        <p:spPr>
          <a:xfrm>
            <a:off x="3529584" y="3072383"/>
            <a:ext cx="877828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4" name="Oval 15"/>
          <p:cNvSpPr/>
          <p:nvPr/>
        </p:nvSpPr>
        <p:spPr>
          <a:xfrm>
            <a:off x="2331720" y="2587749"/>
            <a:ext cx="201177" cy="20117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05" name="Connector 16"/>
          <p:cNvSpPr/>
          <p:nvPr/>
        </p:nvSpPr>
        <p:spPr>
          <a:xfrm>
            <a:off x="2372866" y="2697477"/>
            <a:ext cx="45725" cy="4572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6" name="Connector 17"/>
          <p:cNvSpPr/>
          <p:nvPr/>
        </p:nvSpPr>
        <p:spPr>
          <a:xfrm flipV="1">
            <a:off x="2418588" y="2642616"/>
            <a:ext cx="82301" cy="100589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7" name="TextBox 18"/>
          <p:cNvSpPr txBox="1"/>
          <p:nvPr/>
        </p:nvSpPr>
        <p:spPr>
          <a:xfrm>
            <a:off x="2103120" y="2907792"/>
            <a:ext cx="71323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408" name="Connector 19"/>
          <p:cNvSpPr/>
          <p:nvPr/>
        </p:nvSpPr>
        <p:spPr>
          <a:xfrm>
            <a:off x="1837943" y="2688333"/>
            <a:ext cx="411486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9" name="Connector 20"/>
          <p:cNvSpPr/>
          <p:nvPr/>
        </p:nvSpPr>
        <p:spPr>
          <a:xfrm>
            <a:off x="2578604" y="2688333"/>
            <a:ext cx="694950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0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411" name="TextBox 23"/>
          <p:cNvSpPr txBox="1"/>
          <p:nvPr/>
        </p:nvSpPr>
        <p:spPr>
          <a:xfrm>
            <a:off x="3977639" y="3950208"/>
            <a:ext cx="1115568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412" name="Connector 24"/>
          <p:cNvSpPr/>
          <p:nvPr/>
        </p:nvSpPr>
        <p:spPr>
          <a:xfrm>
            <a:off x="2240277" y="4160520"/>
            <a:ext cx="228605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3" name="Connector 25"/>
          <p:cNvSpPr/>
          <p:nvPr/>
        </p:nvSpPr>
        <p:spPr>
          <a:xfrm>
            <a:off x="3657598" y="4160520"/>
            <a:ext cx="274326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4" name="TextBox 27"/>
          <p:cNvSpPr txBox="1"/>
          <p:nvPr/>
        </p:nvSpPr>
        <p:spPr>
          <a:xfrm>
            <a:off x="6419086" y="1572766"/>
            <a:ext cx="2468886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415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16" name="Connector 29"/>
          <p:cNvSpPr/>
          <p:nvPr/>
        </p:nvSpPr>
        <p:spPr>
          <a:xfrm>
            <a:off x="7011619" y="2437788"/>
            <a:ext cx="5" cy="356072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7" name="Connector 30"/>
          <p:cNvSpPr/>
          <p:nvPr/>
        </p:nvSpPr>
        <p:spPr>
          <a:xfrm>
            <a:off x="6860560" y="2588847"/>
            <a:ext cx="302123" cy="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8" name="Connector 31"/>
          <p:cNvSpPr/>
          <p:nvPr/>
        </p:nvSpPr>
        <p:spPr>
          <a:xfrm flipH="1">
            <a:off x="6871350" y="2793856"/>
            <a:ext cx="140274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9" name="Connector 32"/>
          <p:cNvSpPr/>
          <p:nvPr/>
        </p:nvSpPr>
        <p:spPr>
          <a:xfrm>
            <a:off x="7011619" y="2793856"/>
            <a:ext cx="140274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0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21" name="Connector 34"/>
          <p:cNvSpPr/>
          <p:nvPr/>
        </p:nvSpPr>
        <p:spPr>
          <a:xfrm>
            <a:off x="8539781" y="2448049"/>
            <a:ext cx="914405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2" name="Connector 35"/>
          <p:cNvSpPr/>
          <p:nvPr/>
        </p:nvSpPr>
        <p:spPr>
          <a:xfrm>
            <a:off x="8539781" y="2758948"/>
            <a:ext cx="786389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3" name="Connector 36"/>
          <p:cNvSpPr/>
          <p:nvPr/>
        </p:nvSpPr>
        <p:spPr>
          <a:xfrm>
            <a:off x="8539781" y="3069843"/>
            <a:ext cx="877829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4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25" name="Connector 38"/>
          <p:cNvSpPr/>
          <p:nvPr/>
        </p:nvSpPr>
        <p:spPr>
          <a:xfrm>
            <a:off x="10710401" y="2441915"/>
            <a:ext cx="5" cy="35607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6" name="Connector 39"/>
          <p:cNvSpPr/>
          <p:nvPr/>
        </p:nvSpPr>
        <p:spPr>
          <a:xfrm>
            <a:off x="10559342" y="2592974"/>
            <a:ext cx="302123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7" name="Connector 40"/>
          <p:cNvSpPr/>
          <p:nvPr/>
        </p:nvSpPr>
        <p:spPr>
          <a:xfrm flipH="1">
            <a:off x="10570132" y="2797979"/>
            <a:ext cx="140274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8" name="Connector 41"/>
          <p:cNvSpPr/>
          <p:nvPr/>
        </p:nvSpPr>
        <p:spPr>
          <a:xfrm>
            <a:off x="10710401" y="2797979"/>
            <a:ext cx="140274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29" name="Oval 42"/>
          <p:cNvSpPr/>
          <p:nvPr/>
        </p:nvSpPr>
        <p:spPr>
          <a:xfrm>
            <a:off x="7973568" y="2587749"/>
            <a:ext cx="201177" cy="20117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30" name="Connector 43"/>
          <p:cNvSpPr/>
          <p:nvPr/>
        </p:nvSpPr>
        <p:spPr>
          <a:xfrm>
            <a:off x="8014716" y="2697477"/>
            <a:ext cx="45725" cy="4572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1" name="Connector 44"/>
          <p:cNvSpPr/>
          <p:nvPr/>
        </p:nvSpPr>
        <p:spPr>
          <a:xfrm flipV="1">
            <a:off x="8060435" y="2642616"/>
            <a:ext cx="82301" cy="100589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2" name="Oval 45"/>
          <p:cNvSpPr/>
          <p:nvPr/>
        </p:nvSpPr>
        <p:spPr>
          <a:xfrm>
            <a:off x="9737645" y="2585210"/>
            <a:ext cx="201177" cy="20117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33" name="Connector 46"/>
          <p:cNvSpPr/>
          <p:nvPr/>
        </p:nvSpPr>
        <p:spPr>
          <a:xfrm>
            <a:off x="9778793" y="2694938"/>
            <a:ext cx="45725" cy="4572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4" name="Connector 47"/>
          <p:cNvSpPr/>
          <p:nvPr/>
        </p:nvSpPr>
        <p:spPr>
          <a:xfrm flipV="1">
            <a:off x="9824515" y="2640076"/>
            <a:ext cx="82301" cy="100589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5" name="Connector 48"/>
          <p:cNvSpPr/>
          <p:nvPr/>
        </p:nvSpPr>
        <p:spPr>
          <a:xfrm>
            <a:off x="7452359" y="2688333"/>
            <a:ext cx="429772" cy="5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6" name="Connector 50"/>
          <p:cNvSpPr/>
          <p:nvPr/>
        </p:nvSpPr>
        <p:spPr>
          <a:xfrm>
            <a:off x="10042906" y="2679444"/>
            <a:ext cx="448061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7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438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439" name="TextBox 53"/>
          <p:cNvSpPr txBox="1"/>
          <p:nvPr/>
        </p:nvSpPr>
        <p:spPr>
          <a:xfrm>
            <a:off x="10241280" y="3904486"/>
            <a:ext cx="914405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440" name="Connector 54"/>
          <p:cNvSpPr/>
          <p:nvPr/>
        </p:nvSpPr>
        <p:spPr>
          <a:xfrm>
            <a:off x="8119871" y="4160520"/>
            <a:ext cx="219455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1" name="Connector 55"/>
          <p:cNvSpPr/>
          <p:nvPr/>
        </p:nvSpPr>
        <p:spPr>
          <a:xfrm>
            <a:off x="10058399" y="4160520"/>
            <a:ext cx="164598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2" name="TextBox 56"/>
          <p:cNvSpPr txBox="1"/>
          <p:nvPr/>
        </p:nvSpPr>
        <p:spPr>
          <a:xfrm>
            <a:off x="6784847" y="4773167"/>
            <a:ext cx="3108965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443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444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445" name="Rectangle"/>
          <p:cNvSpPr/>
          <p:nvPr/>
        </p:nvSpPr>
        <p:spPr>
          <a:xfrm>
            <a:off x="1630323" y="1436429"/>
            <a:ext cx="9768876" cy="466991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446" name="TextBox 1"/>
          <p:cNvSpPr txBox="1"/>
          <p:nvPr/>
        </p:nvSpPr>
        <p:spPr>
          <a:xfrm>
            <a:off x="603499" y="420623"/>
            <a:ext cx="4389129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449" name="TextBox 3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450" name="Connector 4"/>
          <p:cNvSpPr/>
          <p:nvPr/>
        </p:nvSpPr>
        <p:spPr>
          <a:xfrm flipH="1">
            <a:off x="6099047" y="1627632"/>
            <a:ext cx="5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1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452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53" name="Connector 7"/>
          <p:cNvSpPr/>
          <p:nvPr/>
        </p:nvSpPr>
        <p:spPr>
          <a:xfrm>
            <a:off x="1348738" y="2450592"/>
            <a:ext cx="5" cy="37719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4" name="Connector 8"/>
          <p:cNvSpPr/>
          <p:nvPr/>
        </p:nvSpPr>
        <p:spPr>
          <a:xfrm>
            <a:off x="1188719" y="2610610"/>
            <a:ext cx="320045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5" name="Connector 9"/>
          <p:cNvSpPr/>
          <p:nvPr/>
        </p:nvSpPr>
        <p:spPr>
          <a:xfrm flipH="1">
            <a:off x="1200149" y="2827782"/>
            <a:ext cx="148595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6" name="Connector 10"/>
          <p:cNvSpPr/>
          <p:nvPr/>
        </p:nvSpPr>
        <p:spPr>
          <a:xfrm>
            <a:off x="1348735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7" name="Rounded Rectangle 11"/>
          <p:cNvSpPr/>
          <p:nvPr/>
        </p:nvSpPr>
        <p:spPr>
          <a:xfrm>
            <a:off x="3310128" y="2011677"/>
            <a:ext cx="1353317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58" name="Connector 12"/>
          <p:cNvSpPr/>
          <p:nvPr/>
        </p:nvSpPr>
        <p:spPr>
          <a:xfrm>
            <a:off x="3529584" y="2450592"/>
            <a:ext cx="914404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59" name="Connector 13"/>
          <p:cNvSpPr/>
          <p:nvPr/>
        </p:nvSpPr>
        <p:spPr>
          <a:xfrm>
            <a:off x="3529584" y="2761487"/>
            <a:ext cx="786389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0" name="Connector 14"/>
          <p:cNvSpPr/>
          <p:nvPr/>
        </p:nvSpPr>
        <p:spPr>
          <a:xfrm>
            <a:off x="3529584" y="3072383"/>
            <a:ext cx="877828" cy="4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1" name="Oval 15"/>
          <p:cNvSpPr/>
          <p:nvPr/>
        </p:nvSpPr>
        <p:spPr>
          <a:xfrm>
            <a:off x="2331720" y="2587749"/>
            <a:ext cx="201177" cy="20117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62" name="Connector 16"/>
          <p:cNvSpPr/>
          <p:nvPr/>
        </p:nvSpPr>
        <p:spPr>
          <a:xfrm>
            <a:off x="2372865" y="2697477"/>
            <a:ext cx="45725" cy="4572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3" name="Connector 17"/>
          <p:cNvSpPr/>
          <p:nvPr/>
        </p:nvSpPr>
        <p:spPr>
          <a:xfrm flipV="1">
            <a:off x="2418588" y="2642616"/>
            <a:ext cx="82301" cy="100589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4" name="TextBox 18"/>
          <p:cNvSpPr txBox="1"/>
          <p:nvPr/>
        </p:nvSpPr>
        <p:spPr>
          <a:xfrm>
            <a:off x="2103120" y="2907792"/>
            <a:ext cx="71323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465" name="Connector 19"/>
          <p:cNvSpPr/>
          <p:nvPr/>
        </p:nvSpPr>
        <p:spPr>
          <a:xfrm>
            <a:off x="1837943" y="2688333"/>
            <a:ext cx="411486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6" name="Connector 20"/>
          <p:cNvSpPr/>
          <p:nvPr/>
        </p:nvSpPr>
        <p:spPr>
          <a:xfrm>
            <a:off x="2578604" y="2688333"/>
            <a:ext cx="694950" cy="4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7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468" name="TextBox 23"/>
          <p:cNvSpPr txBox="1"/>
          <p:nvPr/>
        </p:nvSpPr>
        <p:spPr>
          <a:xfrm>
            <a:off x="3977637" y="3950208"/>
            <a:ext cx="1115571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469" name="Connector 24"/>
          <p:cNvSpPr/>
          <p:nvPr/>
        </p:nvSpPr>
        <p:spPr>
          <a:xfrm>
            <a:off x="2240277" y="4160520"/>
            <a:ext cx="228605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0" name="Connector 25"/>
          <p:cNvSpPr/>
          <p:nvPr/>
        </p:nvSpPr>
        <p:spPr>
          <a:xfrm>
            <a:off x="3657598" y="4160520"/>
            <a:ext cx="274326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1" name="TextBox 27"/>
          <p:cNvSpPr txBox="1"/>
          <p:nvPr/>
        </p:nvSpPr>
        <p:spPr>
          <a:xfrm>
            <a:off x="6419086" y="1572766"/>
            <a:ext cx="2468886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472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73" name="Connector 29"/>
          <p:cNvSpPr/>
          <p:nvPr/>
        </p:nvSpPr>
        <p:spPr>
          <a:xfrm>
            <a:off x="7011619" y="2437787"/>
            <a:ext cx="5" cy="35607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4" name="Connector 30"/>
          <p:cNvSpPr/>
          <p:nvPr/>
        </p:nvSpPr>
        <p:spPr>
          <a:xfrm>
            <a:off x="6860560" y="2588847"/>
            <a:ext cx="302123" cy="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5" name="Connector 31"/>
          <p:cNvSpPr/>
          <p:nvPr/>
        </p:nvSpPr>
        <p:spPr>
          <a:xfrm flipH="1">
            <a:off x="6871350" y="2793856"/>
            <a:ext cx="140274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6" name="Connector 32"/>
          <p:cNvSpPr/>
          <p:nvPr/>
        </p:nvSpPr>
        <p:spPr>
          <a:xfrm>
            <a:off x="7011619" y="2793856"/>
            <a:ext cx="140274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7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78" name="Connector 34"/>
          <p:cNvSpPr/>
          <p:nvPr/>
        </p:nvSpPr>
        <p:spPr>
          <a:xfrm>
            <a:off x="8539781" y="2448049"/>
            <a:ext cx="914405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9" name="Connector 35"/>
          <p:cNvSpPr/>
          <p:nvPr/>
        </p:nvSpPr>
        <p:spPr>
          <a:xfrm>
            <a:off x="8539781" y="2758945"/>
            <a:ext cx="786389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0" name="Connector 36"/>
          <p:cNvSpPr/>
          <p:nvPr/>
        </p:nvSpPr>
        <p:spPr>
          <a:xfrm>
            <a:off x="8539781" y="3069843"/>
            <a:ext cx="877829" cy="4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1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82" name="Connector 38"/>
          <p:cNvSpPr/>
          <p:nvPr/>
        </p:nvSpPr>
        <p:spPr>
          <a:xfrm>
            <a:off x="10710401" y="2441915"/>
            <a:ext cx="5" cy="35607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3" name="Connector 39"/>
          <p:cNvSpPr/>
          <p:nvPr/>
        </p:nvSpPr>
        <p:spPr>
          <a:xfrm>
            <a:off x="10559342" y="2592974"/>
            <a:ext cx="302123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4" name="Connector 40"/>
          <p:cNvSpPr/>
          <p:nvPr/>
        </p:nvSpPr>
        <p:spPr>
          <a:xfrm flipH="1">
            <a:off x="10570132" y="2797979"/>
            <a:ext cx="140274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5" name="Connector 41"/>
          <p:cNvSpPr/>
          <p:nvPr/>
        </p:nvSpPr>
        <p:spPr>
          <a:xfrm>
            <a:off x="10710401" y="2797979"/>
            <a:ext cx="140274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6" name="Oval 42"/>
          <p:cNvSpPr/>
          <p:nvPr/>
        </p:nvSpPr>
        <p:spPr>
          <a:xfrm>
            <a:off x="7973568" y="2587749"/>
            <a:ext cx="201177" cy="20117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87" name="Connector 43"/>
          <p:cNvSpPr/>
          <p:nvPr/>
        </p:nvSpPr>
        <p:spPr>
          <a:xfrm>
            <a:off x="8014716" y="2697477"/>
            <a:ext cx="45725" cy="4572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8" name="Connector 44"/>
          <p:cNvSpPr/>
          <p:nvPr/>
        </p:nvSpPr>
        <p:spPr>
          <a:xfrm flipV="1">
            <a:off x="8060435" y="2642616"/>
            <a:ext cx="82301" cy="100589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9" name="Oval 45"/>
          <p:cNvSpPr/>
          <p:nvPr/>
        </p:nvSpPr>
        <p:spPr>
          <a:xfrm>
            <a:off x="9737645" y="2585210"/>
            <a:ext cx="201177" cy="20117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490" name="Connector 46"/>
          <p:cNvSpPr/>
          <p:nvPr/>
        </p:nvSpPr>
        <p:spPr>
          <a:xfrm>
            <a:off x="9778793" y="2694938"/>
            <a:ext cx="45725" cy="4572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1" name="Connector 47"/>
          <p:cNvSpPr/>
          <p:nvPr/>
        </p:nvSpPr>
        <p:spPr>
          <a:xfrm flipV="1">
            <a:off x="9824515" y="2640076"/>
            <a:ext cx="82301" cy="100589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2" name="Connector 48"/>
          <p:cNvSpPr/>
          <p:nvPr/>
        </p:nvSpPr>
        <p:spPr>
          <a:xfrm>
            <a:off x="7452359" y="2688333"/>
            <a:ext cx="429772" cy="5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3" name="Connector 50"/>
          <p:cNvSpPr/>
          <p:nvPr/>
        </p:nvSpPr>
        <p:spPr>
          <a:xfrm>
            <a:off x="10042906" y="2679444"/>
            <a:ext cx="448061" cy="4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4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495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496" name="TextBox 53"/>
          <p:cNvSpPr txBox="1"/>
          <p:nvPr/>
        </p:nvSpPr>
        <p:spPr>
          <a:xfrm>
            <a:off x="10241280" y="3904486"/>
            <a:ext cx="914405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497" name="Connector 54"/>
          <p:cNvSpPr/>
          <p:nvPr/>
        </p:nvSpPr>
        <p:spPr>
          <a:xfrm>
            <a:off x="8119871" y="4160520"/>
            <a:ext cx="219455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8" name="Connector 55"/>
          <p:cNvSpPr/>
          <p:nvPr/>
        </p:nvSpPr>
        <p:spPr>
          <a:xfrm>
            <a:off x="10058399" y="4160520"/>
            <a:ext cx="164598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99" name="TextBox 56"/>
          <p:cNvSpPr txBox="1"/>
          <p:nvPr/>
        </p:nvSpPr>
        <p:spPr>
          <a:xfrm>
            <a:off x="6784847" y="4773167"/>
            <a:ext cx="3108965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500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501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502" name="Rectangle"/>
          <p:cNvSpPr/>
          <p:nvPr/>
        </p:nvSpPr>
        <p:spPr>
          <a:xfrm>
            <a:off x="1630323" y="1436429"/>
            <a:ext cx="9768876" cy="466991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503" name="TextBox 21"/>
          <p:cNvSpPr txBox="1"/>
          <p:nvPr/>
        </p:nvSpPr>
        <p:spPr>
          <a:xfrm>
            <a:off x="1051560" y="4087367"/>
            <a:ext cx="137160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504" name="TextBox 26"/>
          <p:cNvSpPr txBox="1"/>
          <p:nvPr/>
        </p:nvSpPr>
        <p:spPr>
          <a:xfrm>
            <a:off x="987549" y="4773167"/>
            <a:ext cx="3200407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505" name="TextBox 1"/>
          <p:cNvSpPr txBox="1"/>
          <p:nvPr/>
        </p:nvSpPr>
        <p:spPr>
          <a:xfrm>
            <a:off x="603499" y="420623"/>
            <a:ext cx="4389129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508" name="TextBox 3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509" name="Connector 4"/>
          <p:cNvSpPr/>
          <p:nvPr/>
        </p:nvSpPr>
        <p:spPr>
          <a:xfrm flipH="1">
            <a:off x="6099047" y="1627632"/>
            <a:ext cx="5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0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511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12" name="Connector 7"/>
          <p:cNvSpPr/>
          <p:nvPr/>
        </p:nvSpPr>
        <p:spPr>
          <a:xfrm>
            <a:off x="1348738" y="2450592"/>
            <a:ext cx="5" cy="37719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3" name="Connector 8"/>
          <p:cNvSpPr/>
          <p:nvPr/>
        </p:nvSpPr>
        <p:spPr>
          <a:xfrm>
            <a:off x="1188719" y="2610610"/>
            <a:ext cx="320045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4" name="Connector 9"/>
          <p:cNvSpPr/>
          <p:nvPr/>
        </p:nvSpPr>
        <p:spPr>
          <a:xfrm flipH="1">
            <a:off x="1200149" y="2827782"/>
            <a:ext cx="148595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5" name="Connector 10"/>
          <p:cNvSpPr/>
          <p:nvPr/>
        </p:nvSpPr>
        <p:spPr>
          <a:xfrm>
            <a:off x="1348735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6" name="Rounded Rectangle 11"/>
          <p:cNvSpPr/>
          <p:nvPr/>
        </p:nvSpPr>
        <p:spPr>
          <a:xfrm>
            <a:off x="3310128" y="2011677"/>
            <a:ext cx="1353317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17" name="Connector 12"/>
          <p:cNvSpPr/>
          <p:nvPr/>
        </p:nvSpPr>
        <p:spPr>
          <a:xfrm>
            <a:off x="3529584" y="2450592"/>
            <a:ext cx="914404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8" name="Connector 13"/>
          <p:cNvSpPr/>
          <p:nvPr/>
        </p:nvSpPr>
        <p:spPr>
          <a:xfrm>
            <a:off x="3529584" y="2761487"/>
            <a:ext cx="786389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9" name="Connector 14"/>
          <p:cNvSpPr/>
          <p:nvPr/>
        </p:nvSpPr>
        <p:spPr>
          <a:xfrm>
            <a:off x="3529584" y="3072383"/>
            <a:ext cx="877828" cy="4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0" name="Oval 15"/>
          <p:cNvSpPr/>
          <p:nvPr/>
        </p:nvSpPr>
        <p:spPr>
          <a:xfrm>
            <a:off x="2331720" y="2587749"/>
            <a:ext cx="201177" cy="20117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21" name="Connector 16"/>
          <p:cNvSpPr/>
          <p:nvPr/>
        </p:nvSpPr>
        <p:spPr>
          <a:xfrm>
            <a:off x="2372865" y="2697477"/>
            <a:ext cx="45725" cy="4572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2" name="Connector 17"/>
          <p:cNvSpPr/>
          <p:nvPr/>
        </p:nvSpPr>
        <p:spPr>
          <a:xfrm flipV="1">
            <a:off x="2418588" y="2642616"/>
            <a:ext cx="82301" cy="100589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3" name="TextBox 18"/>
          <p:cNvSpPr txBox="1"/>
          <p:nvPr/>
        </p:nvSpPr>
        <p:spPr>
          <a:xfrm>
            <a:off x="2103120" y="2907792"/>
            <a:ext cx="71323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524" name="Connector 19"/>
          <p:cNvSpPr/>
          <p:nvPr/>
        </p:nvSpPr>
        <p:spPr>
          <a:xfrm>
            <a:off x="1837943" y="2688333"/>
            <a:ext cx="411486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5" name="Connector 20"/>
          <p:cNvSpPr/>
          <p:nvPr/>
        </p:nvSpPr>
        <p:spPr>
          <a:xfrm>
            <a:off x="2578604" y="2688333"/>
            <a:ext cx="694950" cy="4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6" name="TextBox 21"/>
          <p:cNvSpPr txBox="1"/>
          <p:nvPr/>
        </p:nvSpPr>
        <p:spPr>
          <a:xfrm>
            <a:off x="1051560" y="4087367"/>
            <a:ext cx="137160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527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528" name="TextBox 23"/>
          <p:cNvSpPr txBox="1"/>
          <p:nvPr/>
        </p:nvSpPr>
        <p:spPr>
          <a:xfrm>
            <a:off x="3977637" y="3950208"/>
            <a:ext cx="1115571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529" name="Connector 24"/>
          <p:cNvSpPr/>
          <p:nvPr/>
        </p:nvSpPr>
        <p:spPr>
          <a:xfrm>
            <a:off x="2240277" y="4160520"/>
            <a:ext cx="228605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0" name="Connector 25"/>
          <p:cNvSpPr/>
          <p:nvPr/>
        </p:nvSpPr>
        <p:spPr>
          <a:xfrm>
            <a:off x="3657598" y="4160520"/>
            <a:ext cx="274326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1" name="TextBox 26"/>
          <p:cNvSpPr txBox="1"/>
          <p:nvPr/>
        </p:nvSpPr>
        <p:spPr>
          <a:xfrm>
            <a:off x="987549" y="4773167"/>
            <a:ext cx="3200407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532" name="TextBox 27"/>
          <p:cNvSpPr txBox="1"/>
          <p:nvPr/>
        </p:nvSpPr>
        <p:spPr>
          <a:xfrm>
            <a:off x="6419086" y="1572766"/>
            <a:ext cx="2468886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533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34" name="Connector 29"/>
          <p:cNvSpPr/>
          <p:nvPr/>
        </p:nvSpPr>
        <p:spPr>
          <a:xfrm>
            <a:off x="7011619" y="2437787"/>
            <a:ext cx="5" cy="35607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5" name="Connector 30"/>
          <p:cNvSpPr/>
          <p:nvPr/>
        </p:nvSpPr>
        <p:spPr>
          <a:xfrm>
            <a:off x="6860560" y="2588847"/>
            <a:ext cx="302123" cy="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6" name="Connector 31"/>
          <p:cNvSpPr/>
          <p:nvPr/>
        </p:nvSpPr>
        <p:spPr>
          <a:xfrm flipH="1">
            <a:off x="6871350" y="2793856"/>
            <a:ext cx="140274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7" name="Connector 32"/>
          <p:cNvSpPr/>
          <p:nvPr/>
        </p:nvSpPr>
        <p:spPr>
          <a:xfrm>
            <a:off x="7011619" y="2793856"/>
            <a:ext cx="140274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38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39" name="Connector 34"/>
          <p:cNvSpPr/>
          <p:nvPr/>
        </p:nvSpPr>
        <p:spPr>
          <a:xfrm>
            <a:off x="8539781" y="2448049"/>
            <a:ext cx="914405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0" name="Connector 35"/>
          <p:cNvSpPr/>
          <p:nvPr/>
        </p:nvSpPr>
        <p:spPr>
          <a:xfrm>
            <a:off x="8539781" y="2758945"/>
            <a:ext cx="786389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1" name="Connector 36"/>
          <p:cNvSpPr/>
          <p:nvPr/>
        </p:nvSpPr>
        <p:spPr>
          <a:xfrm>
            <a:off x="8539781" y="3069843"/>
            <a:ext cx="877829" cy="4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2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43" name="Connector 38"/>
          <p:cNvSpPr/>
          <p:nvPr/>
        </p:nvSpPr>
        <p:spPr>
          <a:xfrm>
            <a:off x="10710401" y="2441915"/>
            <a:ext cx="5" cy="35607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4" name="Connector 39"/>
          <p:cNvSpPr/>
          <p:nvPr/>
        </p:nvSpPr>
        <p:spPr>
          <a:xfrm>
            <a:off x="10559342" y="2592974"/>
            <a:ext cx="302123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5" name="Connector 40"/>
          <p:cNvSpPr/>
          <p:nvPr/>
        </p:nvSpPr>
        <p:spPr>
          <a:xfrm flipH="1">
            <a:off x="10570132" y="2797979"/>
            <a:ext cx="140274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6" name="Connector 41"/>
          <p:cNvSpPr/>
          <p:nvPr/>
        </p:nvSpPr>
        <p:spPr>
          <a:xfrm>
            <a:off x="10710401" y="2797979"/>
            <a:ext cx="140274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7" name="Oval 42"/>
          <p:cNvSpPr/>
          <p:nvPr/>
        </p:nvSpPr>
        <p:spPr>
          <a:xfrm>
            <a:off x="7973568" y="2587749"/>
            <a:ext cx="201177" cy="20117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48" name="Connector 43"/>
          <p:cNvSpPr/>
          <p:nvPr/>
        </p:nvSpPr>
        <p:spPr>
          <a:xfrm>
            <a:off x="8014716" y="2697477"/>
            <a:ext cx="45725" cy="4572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49" name="Connector 44"/>
          <p:cNvSpPr/>
          <p:nvPr/>
        </p:nvSpPr>
        <p:spPr>
          <a:xfrm flipV="1">
            <a:off x="8060435" y="2642616"/>
            <a:ext cx="82301" cy="100589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0" name="Oval 45"/>
          <p:cNvSpPr/>
          <p:nvPr/>
        </p:nvSpPr>
        <p:spPr>
          <a:xfrm>
            <a:off x="9737645" y="2585210"/>
            <a:ext cx="201177" cy="20117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51" name="Connector 46"/>
          <p:cNvSpPr/>
          <p:nvPr/>
        </p:nvSpPr>
        <p:spPr>
          <a:xfrm>
            <a:off x="9778793" y="2694938"/>
            <a:ext cx="45725" cy="4572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2" name="Connector 47"/>
          <p:cNvSpPr/>
          <p:nvPr/>
        </p:nvSpPr>
        <p:spPr>
          <a:xfrm flipV="1">
            <a:off x="9824515" y="2640076"/>
            <a:ext cx="82301" cy="100589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3" name="Connector 48"/>
          <p:cNvSpPr/>
          <p:nvPr/>
        </p:nvSpPr>
        <p:spPr>
          <a:xfrm>
            <a:off x="7452359" y="2688333"/>
            <a:ext cx="429772" cy="5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4" name="Connector 50"/>
          <p:cNvSpPr/>
          <p:nvPr/>
        </p:nvSpPr>
        <p:spPr>
          <a:xfrm>
            <a:off x="10042906" y="2679444"/>
            <a:ext cx="448061" cy="4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5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556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557" name="TextBox 53"/>
          <p:cNvSpPr txBox="1"/>
          <p:nvPr/>
        </p:nvSpPr>
        <p:spPr>
          <a:xfrm>
            <a:off x="10241280" y="3904486"/>
            <a:ext cx="914405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558" name="Connector 54"/>
          <p:cNvSpPr/>
          <p:nvPr/>
        </p:nvSpPr>
        <p:spPr>
          <a:xfrm>
            <a:off x="8119871" y="4160520"/>
            <a:ext cx="219455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9" name="Connector 55"/>
          <p:cNvSpPr/>
          <p:nvPr/>
        </p:nvSpPr>
        <p:spPr>
          <a:xfrm>
            <a:off x="10058399" y="4160520"/>
            <a:ext cx="164598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0" name="TextBox 56"/>
          <p:cNvSpPr txBox="1"/>
          <p:nvPr/>
        </p:nvSpPr>
        <p:spPr>
          <a:xfrm>
            <a:off x="6784847" y="4773167"/>
            <a:ext cx="3108965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561" name="Connector 57"/>
          <p:cNvSpPr/>
          <p:nvPr/>
        </p:nvSpPr>
        <p:spPr>
          <a:xfrm>
            <a:off x="749805" y="5413247"/>
            <a:ext cx="10680199" cy="3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2" name="TextBox 58"/>
          <p:cNvSpPr txBox="1"/>
          <p:nvPr/>
        </p:nvSpPr>
        <p:spPr>
          <a:xfrm>
            <a:off x="841243" y="5669279"/>
            <a:ext cx="411480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same click receives different credit</a:t>
            </a:r>
          </a:p>
        </p:txBody>
      </p:sp>
      <p:sp>
        <p:nvSpPr>
          <p:cNvPr id="563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564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565" name="Rectangle"/>
          <p:cNvSpPr/>
          <p:nvPr/>
        </p:nvSpPr>
        <p:spPr>
          <a:xfrm>
            <a:off x="5919536" y="1436429"/>
            <a:ext cx="5479663" cy="466991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566" name="TextBox 1"/>
          <p:cNvSpPr txBox="1"/>
          <p:nvPr/>
        </p:nvSpPr>
        <p:spPr>
          <a:xfrm>
            <a:off x="603499" y="420623"/>
            <a:ext cx="4389129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569" name="TextBox 3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570" name="Connector 4"/>
          <p:cNvSpPr/>
          <p:nvPr/>
        </p:nvSpPr>
        <p:spPr>
          <a:xfrm flipH="1">
            <a:off x="6099047" y="1627632"/>
            <a:ext cx="5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1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572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73" name="Connector 7"/>
          <p:cNvSpPr/>
          <p:nvPr/>
        </p:nvSpPr>
        <p:spPr>
          <a:xfrm>
            <a:off x="1348738" y="2450592"/>
            <a:ext cx="5" cy="37719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4" name="Connector 8"/>
          <p:cNvSpPr/>
          <p:nvPr/>
        </p:nvSpPr>
        <p:spPr>
          <a:xfrm>
            <a:off x="1188719" y="2610610"/>
            <a:ext cx="320045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5" name="Connector 9"/>
          <p:cNvSpPr/>
          <p:nvPr/>
        </p:nvSpPr>
        <p:spPr>
          <a:xfrm flipH="1">
            <a:off x="1200149" y="2827782"/>
            <a:ext cx="148595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6" name="Connector 10"/>
          <p:cNvSpPr/>
          <p:nvPr/>
        </p:nvSpPr>
        <p:spPr>
          <a:xfrm>
            <a:off x="1348735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7" name="Rounded Rectangle 11"/>
          <p:cNvSpPr/>
          <p:nvPr/>
        </p:nvSpPr>
        <p:spPr>
          <a:xfrm>
            <a:off x="3310128" y="2011677"/>
            <a:ext cx="1353317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78" name="Connector 12"/>
          <p:cNvSpPr/>
          <p:nvPr/>
        </p:nvSpPr>
        <p:spPr>
          <a:xfrm>
            <a:off x="3529584" y="2450592"/>
            <a:ext cx="914404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9" name="Connector 13"/>
          <p:cNvSpPr/>
          <p:nvPr/>
        </p:nvSpPr>
        <p:spPr>
          <a:xfrm>
            <a:off x="3529584" y="2761487"/>
            <a:ext cx="786389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0" name="Connector 14"/>
          <p:cNvSpPr/>
          <p:nvPr/>
        </p:nvSpPr>
        <p:spPr>
          <a:xfrm>
            <a:off x="3529584" y="3072383"/>
            <a:ext cx="877828" cy="4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1" name="Oval 15"/>
          <p:cNvSpPr/>
          <p:nvPr/>
        </p:nvSpPr>
        <p:spPr>
          <a:xfrm>
            <a:off x="2331720" y="2587749"/>
            <a:ext cx="201177" cy="20117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82" name="Connector 16"/>
          <p:cNvSpPr/>
          <p:nvPr/>
        </p:nvSpPr>
        <p:spPr>
          <a:xfrm>
            <a:off x="2372865" y="2697477"/>
            <a:ext cx="45725" cy="4572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3" name="Connector 17"/>
          <p:cNvSpPr/>
          <p:nvPr/>
        </p:nvSpPr>
        <p:spPr>
          <a:xfrm flipV="1">
            <a:off x="2418588" y="2642616"/>
            <a:ext cx="82301" cy="100589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4" name="TextBox 18"/>
          <p:cNvSpPr txBox="1"/>
          <p:nvPr/>
        </p:nvSpPr>
        <p:spPr>
          <a:xfrm>
            <a:off x="2103120" y="2907792"/>
            <a:ext cx="71323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585" name="Connector 19"/>
          <p:cNvSpPr/>
          <p:nvPr/>
        </p:nvSpPr>
        <p:spPr>
          <a:xfrm>
            <a:off x="1837943" y="2688333"/>
            <a:ext cx="411486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6" name="Connector 20"/>
          <p:cNvSpPr/>
          <p:nvPr/>
        </p:nvSpPr>
        <p:spPr>
          <a:xfrm>
            <a:off x="2578604" y="2688333"/>
            <a:ext cx="694950" cy="4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7" name="TextBox 21"/>
          <p:cNvSpPr txBox="1"/>
          <p:nvPr/>
        </p:nvSpPr>
        <p:spPr>
          <a:xfrm>
            <a:off x="1051560" y="4087367"/>
            <a:ext cx="137160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588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589" name="TextBox 23"/>
          <p:cNvSpPr txBox="1"/>
          <p:nvPr/>
        </p:nvSpPr>
        <p:spPr>
          <a:xfrm>
            <a:off x="3977637" y="3950208"/>
            <a:ext cx="1115571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590" name="Connector 24"/>
          <p:cNvSpPr/>
          <p:nvPr/>
        </p:nvSpPr>
        <p:spPr>
          <a:xfrm>
            <a:off x="2240277" y="4160520"/>
            <a:ext cx="228605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1" name="Connector 25"/>
          <p:cNvSpPr/>
          <p:nvPr/>
        </p:nvSpPr>
        <p:spPr>
          <a:xfrm>
            <a:off x="3657598" y="4160520"/>
            <a:ext cx="274326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2" name="TextBox 26"/>
          <p:cNvSpPr txBox="1"/>
          <p:nvPr/>
        </p:nvSpPr>
        <p:spPr>
          <a:xfrm>
            <a:off x="987549" y="4773167"/>
            <a:ext cx="3200407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593" name="TextBox 27"/>
          <p:cNvSpPr txBox="1"/>
          <p:nvPr/>
        </p:nvSpPr>
        <p:spPr>
          <a:xfrm>
            <a:off x="6419086" y="1572766"/>
            <a:ext cx="2468886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594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595" name="Connector 29"/>
          <p:cNvSpPr/>
          <p:nvPr/>
        </p:nvSpPr>
        <p:spPr>
          <a:xfrm>
            <a:off x="7011619" y="2437787"/>
            <a:ext cx="5" cy="35607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6" name="Connector 30"/>
          <p:cNvSpPr/>
          <p:nvPr/>
        </p:nvSpPr>
        <p:spPr>
          <a:xfrm>
            <a:off x="6860560" y="2588847"/>
            <a:ext cx="302123" cy="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7" name="Connector 31"/>
          <p:cNvSpPr/>
          <p:nvPr/>
        </p:nvSpPr>
        <p:spPr>
          <a:xfrm flipH="1">
            <a:off x="6871350" y="2793856"/>
            <a:ext cx="140274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8" name="Connector 32"/>
          <p:cNvSpPr/>
          <p:nvPr/>
        </p:nvSpPr>
        <p:spPr>
          <a:xfrm>
            <a:off x="7011619" y="2793856"/>
            <a:ext cx="140274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9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00" name="Connector 34"/>
          <p:cNvSpPr/>
          <p:nvPr/>
        </p:nvSpPr>
        <p:spPr>
          <a:xfrm>
            <a:off x="8539781" y="2448049"/>
            <a:ext cx="914405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1" name="Connector 35"/>
          <p:cNvSpPr/>
          <p:nvPr/>
        </p:nvSpPr>
        <p:spPr>
          <a:xfrm>
            <a:off x="8539781" y="2758945"/>
            <a:ext cx="786389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2" name="Connector 36"/>
          <p:cNvSpPr/>
          <p:nvPr/>
        </p:nvSpPr>
        <p:spPr>
          <a:xfrm>
            <a:off x="8539781" y="3069843"/>
            <a:ext cx="877829" cy="4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3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04" name="Connector 38"/>
          <p:cNvSpPr/>
          <p:nvPr/>
        </p:nvSpPr>
        <p:spPr>
          <a:xfrm>
            <a:off x="10710401" y="2441915"/>
            <a:ext cx="5" cy="35607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5" name="Connector 39"/>
          <p:cNvSpPr/>
          <p:nvPr/>
        </p:nvSpPr>
        <p:spPr>
          <a:xfrm>
            <a:off x="10559342" y="2592974"/>
            <a:ext cx="302123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6" name="Connector 40"/>
          <p:cNvSpPr/>
          <p:nvPr/>
        </p:nvSpPr>
        <p:spPr>
          <a:xfrm flipH="1">
            <a:off x="10570132" y="2797979"/>
            <a:ext cx="140274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7" name="Connector 41"/>
          <p:cNvSpPr/>
          <p:nvPr/>
        </p:nvSpPr>
        <p:spPr>
          <a:xfrm>
            <a:off x="10710401" y="2797979"/>
            <a:ext cx="140274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8" name="Oval 42"/>
          <p:cNvSpPr/>
          <p:nvPr/>
        </p:nvSpPr>
        <p:spPr>
          <a:xfrm>
            <a:off x="7973568" y="2587749"/>
            <a:ext cx="201177" cy="20117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09" name="Connector 43"/>
          <p:cNvSpPr/>
          <p:nvPr/>
        </p:nvSpPr>
        <p:spPr>
          <a:xfrm>
            <a:off x="8014716" y="2697477"/>
            <a:ext cx="45725" cy="4572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0" name="Connector 44"/>
          <p:cNvSpPr/>
          <p:nvPr/>
        </p:nvSpPr>
        <p:spPr>
          <a:xfrm flipV="1">
            <a:off x="8060435" y="2642616"/>
            <a:ext cx="82301" cy="100589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1" name="Connector 48"/>
          <p:cNvSpPr/>
          <p:nvPr/>
        </p:nvSpPr>
        <p:spPr>
          <a:xfrm>
            <a:off x="7452359" y="2688333"/>
            <a:ext cx="429772" cy="5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2" name="Connector 50"/>
          <p:cNvSpPr/>
          <p:nvPr/>
        </p:nvSpPr>
        <p:spPr>
          <a:xfrm>
            <a:off x="10042906" y="2679444"/>
            <a:ext cx="448061" cy="4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3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614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615" name="TextBox 53"/>
          <p:cNvSpPr txBox="1"/>
          <p:nvPr/>
        </p:nvSpPr>
        <p:spPr>
          <a:xfrm>
            <a:off x="10241280" y="3904486"/>
            <a:ext cx="914405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616" name="Connector 54"/>
          <p:cNvSpPr/>
          <p:nvPr/>
        </p:nvSpPr>
        <p:spPr>
          <a:xfrm>
            <a:off x="8119871" y="4160520"/>
            <a:ext cx="219455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7" name="Connector 55"/>
          <p:cNvSpPr/>
          <p:nvPr/>
        </p:nvSpPr>
        <p:spPr>
          <a:xfrm>
            <a:off x="10058399" y="4160520"/>
            <a:ext cx="164598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8" name="TextBox 56"/>
          <p:cNvSpPr txBox="1"/>
          <p:nvPr/>
        </p:nvSpPr>
        <p:spPr>
          <a:xfrm>
            <a:off x="6784847" y="4773167"/>
            <a:ext cx="3108965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619" name="Connector 57"/>
          <p:cNvSpPr/>
          <p:nvPr/>
        </p:nvSpPr>
        <p:spPr>
          <a:xfrm>
            <a:off x="749805" y="5413247"/>
            <a:ext cx="10680199" cy="3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0" name="TextBox 58"/>
          <p:cNvSpPr txBox="1"/>
          <p:nvPr/>
        </p:nvSpPr>
        <p:spPr>
          <a:xfrm>
            <a:off x="841243" y="5669279"/>
            <a:ext cx="411480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same click receives different credit</a:t>
            </a:r>
          </a:p>
        </p:txBody>
      </p:sp>
      <p:sp>
        <p:nvSpPr>
          <p:cNvPr id="621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622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623" name="Rectangle"/>
          <p:cNvSpPr/>
          <p:nvPr/>
        </p:nvSpPr>
        <p:spPr>
          <a:xfrm>
            <a:off x="5919536" y="3945001"/>
            <a:ext cx="5479663" cy="216134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624" name="Rectangle"/>
          <p:cNvSpPr/>
          <p:nvPr/>
        </p:nvSpPr>
        <p:spPr>
          <a:xfrm>
            <a:off x="5994177" y="1402529"/>
            <a:ext cx="2226837" cy="27179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625" name="Oval 45"/>
          <p:cNvSpPr/>
          <p:nvPr/>
        </p:nvSpPr>
        <p:spPr>
          <a:xfrm>
            <a:off x="9737645" y="2585210"/>
            <a:ext cx="201177" cy="20117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26" name="Connector 46"/>
          <p:cNvSpPr/>
          <p:nvPr/>
        </p:nvSpPr>
        <p:spPr>
          <a:xfrm>
            <a:off x="9778793" y="2694938"/>
            <a:ext cx="45725" cy="4572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7" name="Connector 47"/>
          <p:cNvSpPr/>
          <p:nvPr/>
        </p:nvSpPr>
        <p:spPr>
          <a:xfrm flipV="1">
            <a:off x="9824515" y="2640076"/>
            <a:ext cx="82301" cy="100589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8" name="TextBox 1"/>
          <p:cNvSpPr txBox="1"/>
          <p:nvPr/>
        </p:nvSpPr>
        <p:spPr>
          <a:xfrm>
            <a:off x="603499" y="420623"/>
            <a:ext cx="4389129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TextBox 1"/>
          <p:cNvSpPr txBox="1"/>
          <p:nvPr/>
        </p:nvSpPr>
        <p:spPr>
          <a:xfrm>
            <a:off x="603499" y="420623"/>
            <a:ext cx="4389129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  <p:sp>
        <p:nvSpPr>
          <p:cNvPr id="631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632" name="TextBox 3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633" name="Connector 4"/>
          <p:cNvSpPr/>
          <p:nvPr/>
        </p:nvSpPr>
        <p:spPr>
          <a:xfrm flipH="1">
            <a:off x="6099047" y="1627632"/>
            <a:ext cx="5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4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635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36" name="Connector 7"/>
          <p:cNvSpPr/>
          <p:nvPr/>
        </p:nvSpPr>
        <p:spPr>
          <a:xfrm>
            <a:off x="1348738" y="2450592"/>
            <a:ext cx="5" cy="37719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7" name="Connector 8"/>
          <p:cNvSpPr/>
          <p:nvPr/>
        </p:nvSpPr>
        <p:spPr>
          <a:xfrm>
            <a:off x="1188719" y="2610610"/>
            <a:ext cx="320045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8" name="Connector 9"/>
          <p:cNvSpPr/>
          <p:nvPr/>
        </p:nvSpPr>
        <p:spPr>
          <a:xfrm flipH="1">
            <a:off x="1200149" y="2827782"/>
            <a:ext cx="148595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9" name="Connector 10"/>
          <p:cNvSpPr/>
          <p:nvPr/>
        </p:nvSpPr>
        <p:spPr>
          <a:xfrm>
            <a:off x="1348735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0" name="Rounded Rectangle 11"/>
          <p:cNvSpPr/>
          <p:nvPr/>
        </p:nvSpPr>
        <p:spPr>
          <a:xfrm>
            <a:off x="3310128" y="2011677"/>
            <a:ext cx="1353317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41" name="Connector 12"/>
          <p:cNvSpPr/>
          <p:nvPr/>
        </p:nvSpPr>
        <p:spPr>
          <a:xfrm>
            <a:off x="3529584" y="2450592"/>
            <a:ext cx="914404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2" name="Connector 13"/>
          <p:cNvSpPr/>
          <p:nvPr/>
        </p:nvSpPr>
        <p:spPr>
          <a:xfrm>
            <a:off x="3529584" y="2761487"/>
            <a:ext cx="786389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3" name="Connector 14"/>
          <p:cNvSpPr/>
          <p:nvPr/>
        </p:nvSpPr>
        <p:spPr>
          <a:xfrm>
            <a:off x="3529584" y="3072383"/>
            <a:ext cx="877828" cy="4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4" name="Oval 15"/>
          <p:cNvSpPr/>
          <p:nvPr/>
        </p:nvSpPr>
        <p:spPr>
          <a:xfrm>
            <a:off x="2331720" y="2587749"/>
            <a:ext cx="201177" cy="20117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45" name="Connector 16"/>
          <p:cNvSpPr/>
          <p:nvPr/>
        </p:nvSpPr>
        <p:spPr>
          <a:xfrm>
            <a:off x="2372865" y="2697477"/>
            <a:ext cx="45725" cy="4572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6" name="Connector 17"/>
          <p:cNvSpPr/>
          <p:nvPr/>
        </p:nvSpPr>
        <p:spPr>
          <a:xfrm flipV="1">
            <a:off x="2418588" y="2642616"/>
            <a:ext cx="82301" cy="100589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7" name="TextBox 18"/>
          <p:cNvSpPr txBox="1"/>
          <p:nvPr/>
        </p:nvSpPr>
        <p:spPr>
          <a:xfrm>
            <a:off x="2103120" y="2907792"/>
            <a:ext cx="71323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648" name="Connector 19"/>
          <p:cNvSpPr/>
          <p:nvPr/>
        </p:nvSpPr>
        <p:spPr>
          <a:xfrm>
            <a:off x="1837943" y="2688333"/>
            <a:ext cx="411486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9" name="Connector 20"/>
          <p:cNvSpPr/>
          <p:nvPr/>
        </p:nvSpPr>
        <p:spPr>
          <a:xfrm>
            <a:off x="2578604" y="2688333"/>
            <a:ext cx="694950" cy="4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0" name="TextBox 21"/>
          <p:cNvSpPr txBox="1"/>
          <p:nvPr/>
        </p:nvSpPr>
        <p:spPr>
          <a:xfrm>
            <a:off x="1051560" y="4087367"/>
            <a:ext cx="137160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651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652" name="TextBox 23"/>
          <p:cNvSpPr txBox="1"/>
          <p:nvPr/>
        </p:nvSpPr>
        <p:spPr>
          <a:xfrm>
            <a:off x="3977637" y="3950208"/>
            <a:ext cx="1115571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653" name="Connector 24"/>
          <p:cNvSpPr/>
          <p:nvPr/>
        </p:nvSpPr>
        <p:spPr>
          <a:xfrm>
            <a:off x="2240277" y="4160520"/>
            <a:ext cx="228605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4" name="Connector 25"/>
          <p:cNvSpPr/>
          <p:nvPr/>
        </p:nvSpPr>
        <p:spPr>
          <a:xfrm>
            <a:off x="3657598" y="4160520"/>
            <a:ext cx="274326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5" name="TextBox 26"/>
          <p:cNvSpPr txBox="1"/>
          <p:nvPr/>
        </p:nvSpPr>
        <p:spPr>
          <a:xfrm>
            <a:off x="987549" y="4773167"/>
            <a:ext cx="3200407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656" name="TextBox 27"/>
          <p:cNvSpPr txBox="1"/>
          <p:nvPr/>
        </p:nvSpPr>
        <p:spPr>
          <a:xfrm>
            <a:off x="6419086" y="1572766"/>
            <a:ext cx="2468886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657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58" name="Connector 29"/>
          <p:cNvSpPr/>
          <p:nvPr/>
        </p:nvSpPr>
        <p:spPr>
          <a:xfrm>
            <a:off x="7011619" y="2437787"/>
            <a:ext cx="5" cy="35607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9" name="Connector 30"/>
          <p:cNvSpPr/>
          <p:nvPr/>
        </p:nvSpPr>
        <p:spPr>
          <a:xfrm>
            <a:off x="6860560" y="2588847"/>
            <a:ext cx="302123" cy="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0" name="Connector 31"/>
          <p:cNvSpPr/>
          <p:nvPr/>
        </p:nvSpPr>
        <p:spPr>
          <a:xfrm flipH="1">
            <a:off x="6871350" y="2793856"/>
            <a:ext cx="140274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1" name="Connector 32"/>
          <p:cNvSpPr/>
          <p:nvPr/>
        </p:nvSpPr>
        <p:spPr>
          <a:xfrm>
            <a:off x="7011619" y="2793856"/>
            <a:ext cx="140274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2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63" name="Connector 34"/>
          <p:cNvSpPr/>
          <p:nvPr/>
        </p:nvSpPr>
        <p:spPr>
          <a:xfrm>
            <a:off x="8539781" y="2448049"/>
            <a:ext cx="914405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4" name="Connector 35"/>
          <p:cNvSpPr/>
          <p:nvPr/>
        </p:nvSpPr>
        <p:spPr>
          <a:xfrm>
            <a:off x="8539781" y="2758945"/>
            <a:ext cx="786389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5" name="Connector 36"/>
          <p:cNvSpPr/>
          <p:nvPr/>
        </p:nvSpPr>
        <p:spPr>
          <a:xfrm>
            <a:off x="8539781" y="3069843"/>
            <a:ext cx="877829" cy="4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6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67" name="Connector 38"/>
          <p:cNvSpPr/>
          <p:nvPr/>
        </p:nvSpPr>
        <p:spPr>
          <a:xfrm>
            <a:off x="10710401" y="2441915"/>
            <a:ext cx="5" cy="35607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8" name="Connector 39"/>
          <p:cNvSpPr/>
          <p:nvPr/>
        </p:nvSpPr>
        <p:spPr>
          <a:xfrm>
            <a:off x="10559342" y="2592974"/>
            <a:ext cx="302123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9" name="Connector 40"/>
          <p:cNvSpPr/>
          <p:nvPr/>
        </p:nvSpPr>
        <p:spPr>
          <a:xfrm flipH="1">
            <a:off x="10570132" y="2797979"/>
            <a:ext cx="140274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0" name="Connector 41"/>
          <p:cNvSpPr/>
          <p:nvPr/>
        </p:nvSpPr>
        <p:spPr>
          <a:xfrm>
            <a:off x="10710401" y="2797979"/>
            <a:ext cx="140274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1" name="Oval 42"/>
          <p:cNvSpPr/>
          <p:nvPr/>
        </p:nvSpPr>
        <p:spPr>
          <a:xfrm>
            <a:off x="7973568" y="2587749"/>
            <a:ext cx="201177" cy="20117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72" name="Connector 43"/>
          <p:cNvSpPr/>
          <p:nvPr/>
        </p:nvSpPr>
        <p:spPr>
          <a:xfrm>
            <a:off x="8014716" y="2697477"/>
            <a:ext cx="45725" cy="4572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3" name="Connector 44"/>
          <p:cNvSpPr/>
          <p:nvPr/>
        </p:nvSpPr>
        <p:spPr>
          <a:xfrm flipV="1">
            <a:off x="8060435" y="2642616"/>
            <a:ext cx="82301" cy="100589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4" name="Connector 48"/>
          <p:cNvSpPr/>
          <p:nvPr/>
        </p:nvSpPr>
        <p:spPr>
          <a:xfrm>
            <a:off x="7452359" y="2688333"/>
            <a:ext cx="429772" cy="5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5" name="Connector 50"/>
          <p:cNvSpPr/>
          <p:nvPr/>
        </p:nvSpPr>
        <p:spPr>
          <a:xfrm>
            <a:off x="10042906" y="2679444"/>
            <a:ext cx="448061" cy="4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6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677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678" name="TextBox 53"/>
          <p:cNvSpPr txBox="1"/>
          <p:nvPr/>
        </p:nvSpPr>
        <p:spPr>
          <a:xfrm>
            <a:off x="10241280" y="3904486"/>
            <a:ext cx="914405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679" name="Connector 54"/>
          <p:cNvSpPr/>
          <p:nvPr/>
        </p:nvSpPr>
        <p:spPr>
          <a:xfrm>
            <a:off x="8119871" y="4160520"/>
            <a:ext cx="219455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0" name="Connector 55"/>
          <p:cNvSpPr/>
          <p:nvPr/>
        </p:nvSpPr>
        <p:spPr>
          <a:xfrm>
            <a:off x="10058399" y="4160520"/>
            <a:ext cx="164598" cy="5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1" name="TextBox 56"/>
          <p:cNvSpPr txBox="1"/>
          <p:nvPr/>
        </p:nvSpPr>
        <p:spPr>
          <a:xfrm>
            <a:off x="6784847" y="4773167"/>
            <a:ext cx="3108965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682" name="Connector 57"/>
          <p:cNvSpPr/>
          <p:nvPr/>
        </p:nvSpPr>
        <p:spPr>
          <a:xfrm>
            <a:off x="749805" y="5413247"/>
            <a:ext cx="10680199" cy="3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3" name="TextBox 58"/>
          <p:cNvSpPr txBox="1"/>
          <p:nvPr/>
        </p:nvSpPr>
        <p:spPr>
          <a:xfrm>
            <a:off x="841243" y="5669279"/>
            <a:ext cx="411480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same click receives different credit</a:t>
            </a:r>
          </a:p>
        </p:txBody>
      </p:sp>
      <p:sp>
        <p:nvSpPr>
          <p:cNvPr id="684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685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686" name="Oval 45"/>
          <p:cNvSpPr/>
          <p:nvPr/>
        </p:nvSpPr>
        <p:spPr>
          <a:xfrm>
            <a:off x="9737645" y="2585210"/>
            <a:ext cx="201177" cy="20117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87" name="Connector 46"/>
          <p:cNvSpPr/>
          <p:nvPr/>
        </p:nvSpPr>
        <p:spPr>
          <a:xfrm>
            <a:off x="9778793" y="2694938"/>
            <a:ext cx="45725" cy="45725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8" name="Connector 47"/>
          <p:cNvSpPr/>
          <p:nvPr/>
        </p:nvSpPr>
        <p:spPr>
          <a:xfrm flipV="1">
            <a:off x="9824515" y="2640076"/>
            <a:ext cx="82301" cy="100589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TextBox 1"/>
          <p:cNvSpPr txBox="1"/>
          <p:nvPr/>
        </p:nvSpPr>
        <p:spPr>
          <a:xfrm>
            <a:off x="603504" y="420623"/>
            <a:ext cx="2149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  <p:sp>
        <p:nvSpPr>
          <p:cNvPr id="691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692" name="TextBox 4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693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694" name="Oval 6"/>
          <p:cNvSpPr/>
          <p:nvPr/>
        </p:nvSpPr>
        <p:spPr>
          <a:xfrm>
            <a:off x="868680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695" name="Connector 7"/>
          <p:cNvSpPr/>
          <p:nvPr/>
        </p:nvSpPr>
        <p:spPr>
          <a:xfrm>
            <a:off x="934516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6" name="Connector 8"/>
          <p:cNvSpPr/>
          <p:nvPr/>
        </p:nvSpPr>
        <p:spPr>
          <a:xfrm>
            <a:off x="842344" y="2189805"/>
            <a:ext cx="184349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7" name="Connector 9"/>
          <p:cNvSpPr/>
          <p:nvPr/>
        </p:nvSpPr>
        <p:spPr>
          <a:xfrm flipH="1">
            <a:off x="848928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8" name="Connector 10"/>
          <p:cNvSpPr/>
          <p:nvPr/>
        </p:nvSpPr>
        <p:spPr>
          <a:xfrm>
            <a:off x="934516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9" name="Oval 11"/>
          <p:cNvSpPr/>
          <p:nvPr/>
        </p:nvSpPr>
        <p:spPr>
          <a:xfrm>
            <a:off x="1490472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00" name="Connector 12"/>
          <p:cNvSpPr/>
          <p:nvPr/>
        </p:nvSpPr>
        <p:spPr>
          <a:xfrm>
            <a:off x="1556308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1" name="Connector 13"/>
          <p:cNvSpPr/>
          <p:nvPr/>
        </p:nvSpPr>
        <p:spPr>
          <a:xfrm>
            <a:off x="1464136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2" name="Connector 14"/>
          <p:cNvSpPr/>
          <p:nvPr/>
        </p:nvSpPr>
        <p:spPr>
          <a:xfrm flipH="1">
            <a:off x="1470720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3" name="Connector 15"/>
          <p:cNvSpPr/>
          <p:nvPr/>
        </p:nvSpPr>
        <p:spPr>
          <a:xfrm>
            <a:off x="1556308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4" name="Oval 16"/>
          <p:cNvSpPr/>
          <p:nvPr/>
        </p:nvSpPr>
        <p:spPr>
          <a:xfrm>
            <a:off x="2112264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05" name="Connector 17"/>
          <p:cNvSpPr/>
          <p:nvPr/>
        </p:nvSpPr>
        <p:spPr>
          <a:xfrm>
            <a:off x="2178099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6" name="Connector 18"/>
          <p:cNvSpPr/>
          <p:nvPr/>
        </p:nvSpPr>
        <p:spPr>
          <a:xfrm>
            <a:off x="2085929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7" name="Connector 19"/>
          <p:cNvSpPr/>
          <p:nvPr/>
        </p:nvSpPr>
        <p:spPr>
          <a:xfrm flipH="1">
            <a:off x="2092512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8" name="Connector 20"/>
          <p:cNvSpPr/>
          <p:nvPr/>
        </p:nvSpPr>
        <p:spPr>
          <a:xfrm>
            <a:off x="2178099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9" name="Oval 21"/>
          <p:cNvSpPr/>
          <p:nvPr/>
        </p:nvSpPr>
        <p:spPr>
          <a:xfrm>
            <a:off x="2734055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10" name="Connector 22"/>
          <p:cNvSpPr/>
          <p:nvPr/>
        </p:nvSpPr>
        <p:spPr>
          <a:xfrm>
            <a:off x="2799892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1" name="Connector 23"/>
          <p:cNvSpPr/>
          <p:nvPr/>
        </p:nvSpPr>
        <p:spPr>
          <a:xfrm>
            <a:off x="2707719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2" name="Connector 24"/>
          <p:cNvSpPr/>
          <p:nvPr/>
        </p:nvSpPr>
        <p:spPr>
          <a:xfrm flipH="1">
            <a:off x="2714304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3" name="Connector 25"/>
          <p:cNvSpPr/>
          <p:nvPr/>
        </p:nvSpPr>
        <p:spPr>
          <a:xfrm>
            <a:off x="2799892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4" name="Oval 26"/>
          <p:cNvSpPr/>
          <p:nvPr/>
        </p:nvSpPr>
        <p:spPr>
          <a:xfrm>
            <a:off x="3355847" y="1965960"/>
            <a:ext cx="131683" cy="131683"/>
          </a:xfrm>
          <a:prstGeom prst="ellipse">
            <a:avLst/>
          </a:prstGeom>
          <a:solidFill>
            <a:srgbClr val="74777E"/>
          </a:solidFill>
          <a:ln w="1016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15" name="Connector 27"/>
          <p:cNvSpPr/>
          <p:nvPr/>
        </p:nvSpPr>
        <p:spPr>
          <a:xfrm>
            <a:off x="3421684" y="2097633"/>
            <a:ext cx="5" cy="217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6" name="Connector 28"/>
          <p:cNvSpPr/>
          <p:nvPr/>
        </p:nvSpPr>
        <p:spPr>
          <a:xfrm>
            <a:off x="3329513" y="2189805"/>
            <a:ext cx="184348" cy="5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7" name="Connector 30"/>
          <p:cNvSpPr/>
          <p:nvPr/>
        </p:nvSpPr>
        <p:spPr>
          <a:xfrm flipH="1">
            <a:off x="3336094" y="2314892"/>
            <a:ext cx="85593" cy="138263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8" name="Connector 31"/>
          <p:cNvSpPr/>
          <p:nvPr/>
        </p:nvSpPr>
        <p:spPr>
          <a:xfrm>
            <a:off x="3421684" y="2314892"/>
            <a:ext cx="85593" cy="138263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9" name="Oval 36"/>
          <p:cNvSpPr/>
          <p:nvPr/>
        </p:nvSpPr>
        <p:spPr>
          <a:xfrm>
            <a:off x="3977640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20" name="Connector 37"/>
          <p:cNvSpPr/>
          <p:nvPr/>
        </p:nvSpPr>
        <p:spPr>
          <a:xfrm>
            <a:off x="4043476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1" name="Connector 38"/>
          <p:cNvSpPr/>
          <p:nvPr/>
        </p:nvSpPr>
        <p:spPr>
          <a:xfrm>
            <a:off x="3951304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2" name="Connector 39"/>
          <p:cNvSpPr/>
          <p:nvPr/>
        </p:nvSpPr>
        <p:spPr>
          <a:xfrm flipH="1">
            <a:off x="3957887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3" name="Connector 40"/>
          <p:cNvSpPr/>
          <p:nvPr/>
        </p:nvSpPr>
        <p:spPr>
          <a:xfrm>
            <a:off x="4043476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4" name="Oval 41"/>
          <p:cNvSpPr/>
          <p:nvPr/>
        </p:nvSpPr>
        <p:spPr>
          <a:xfrm>
            <a:off x="4599432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25" name="Connector 42"/>
          <p:cNvSpPr/>
          <p:nvPr/>
        </p:nvSpPr>
        <p:spPr>
          <a:xfrm>
            <a:off x="4665267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6" name="Connector 43"/>
          <p:cNvSpPr/>
          <p:nvPr/>
        </p:nvSpPr>
        <p:spPr>
          <a:xfrm>
            <a:off x="4573096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7" name="Connector 44"/>
          <p:cNvSpPr/>
          <p:nvPr/>
        </p:nvSpPr>
        <p:spPr>
          <a:xfrm flipH="1">
            <a:off x="4579680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8" name="Connector 45"/>
          <p:cNvSpPr/>
          <p:nvPr/>
        </p:nvSpPr>
        <p:spPr>
          <a:xfrm>
            <a:off x="4665267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9" name="Oval 46"/>
          <p:cNvSpPr/>
          <p:nvPr/>
        </p:nvSpPr>
        <p:spPr>
          <a:xfrm>
            <a:off x="1033271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30" name="Connector 47"/>
          <p:cNvSpPr/>
          <p:nvPr/>
        </p:nvSpPr>
        <p:spPr>
          <a:xfrm>
            <a:off x="1099108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1" name="Connector 48"/>
          <p:cNvSpPr/>
          <p:nvPr/>
        </p:nvSpPr>
        <p:spPr>
          <a:xfrm>
            <a:off x="1006936" y="292132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2" name="Connector 49"/>
          <p:cNvSpPr/>
          <p:nvPr/>
        </p:nvSpPr>
        <p:spPr>
          <a:xfrm flipH="1">
            <a:off x="1013520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3" name="Connector 50"/>
          <p:cNvSpPr/>
          <p:nvPr/>
        </p:nvSpPr>
        <p:spPr>
          <a:xfrm>
            <a:off x="1099108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4" name="Oval 51"/>
          <p:cNvSpPr/>
          <p:nvPr/>
        </p:nvSpPr>
        <p:spPr>
          <a:xfrm>
            <a:off x="1655060" y="2697477"/>
            <a:ext cx="131683" cy="131683"/>
          </a:xfrm>
          <a:prstGeom prst="ellipse">
            <a:avLst/>
          </a:prstGeom>
          <a:solidFill>
            <a:srgbClr val="74777E"/>
          </a:solidFill>
          <a:ln w="1016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35" name="Connector 52"/>
          <p:cNvSpPr/>
          <p:nvPr/>
        </p:nvSpPr>
        <p:spPr>
          <a:xfrm>
            <a:off x="1720899" y="2829153"/>
            <a:ext cx="5" cy="217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6" name="Connector 53"/>
          <p:cNvSpPr/>
          <p:nvPr/>
        </p:nvSpPr>
        <p:spPr>
          <a:xfrm>
            <a:off x="1628729" y="2921324"/>
            <a:ext cx="184348" cy="5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7" name="Connector 55"/>
          <p:cNvSpPr/>
          <p:nvPr/>
        </p:nvSpPr>
        <p:spPr>
          <a:xfrm flipH="1">
            <a:off x="1635312" y="3046415"/>
            <a:ext cx="85593" cy="138262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8" name="Connector 56"/>
          <p:cNvSpPr/>
          <p:nvPr/>
        </p:nvSpPr>
        <p:spPr>
          <a:xfrm>
            <a:off x="1720899" y="3046415"/>
            <a:ext cx="85593" cy="138262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9" name="Oval 61"/>
          <p:cNvSpPr/>
          <p:nvPr/>
        </p:nvSpPr>
        <p:spPr>
          <a:xfrm>
            <a:off x="2276855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40" name="Connector 62"/>
          <p:cNvSpPr/>
          <p:nvPr/>
        </p:nvSpPr>
        <p:spPr>
          <a:xfrm>
            <a:off x="2342692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1" name="Connector 63"/>
          <p:cNvSpPr/>
          <p:nvPr/>
        </p:nvSpPr>
        <p:spPr>
          <a:xfrm>
            <a:off x="2250519" y="292132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2" name="Connector 64"/>
          <p:cNvSpPr/>
          <p:nvPr/>
        </p:nvSpPr>
        <p:spPr>
          <a:xfrm flipH="1">
            <a:off x="2257104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3" name="Connector 65"/>
          <p:cNvSpPr/>
          <p:nvPr/>
        </p:nvSpPr>
        <p:spPr>
          <a:xfrm>
            <a:off x="2342692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4" name="Oval 66"/>
          <p:cNvSpPr/>
          <p:nvPr/>
        </p:nvSpPr>
        <p:spPr>
          <a:xfrm>
            <a:off x="2898648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45" name="Connector 67"/>
          <p:cNvSpPr/>
          <p:nvPr/>
        </p:nvSpPr>
        <p:spPr>
          <a:xfrm>
            <a:off x="2964483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6" name="Connector 68"/>
          <p:cNvSpPr/>
          <p:nvPr/>
        </p:nvSpPr>
        <p:spPr>
          <a:xfrm>
            <a:off x="2872313" y="292132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7" name="Connector 69"/>
          <p:cNvSpPr/>
          <p:nvPr/>
        </p:nvSpPr>
        <p:spPr>
          <a:xfrm flipH="1">
            <a:off x="2878895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8" name="Connector 70"/>
          <p:cNvSpPr/>
          <p:nvPr/>
        </p:nvSpPr>
        <p:spPr>
          <a:xfrm>
            <a:off x="2964483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9" name="Oval 71"/>
          <p:cNvSpPr/>
          <p:nvPr/>
        </p:nvSpPr>
        <p:spPr>
          <a:xfrm>
            <a:off x="3520440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50" name="Connector 72"/>
          <p:cNvSpPr/>
          <p:nvPr/>
        </p:nvSpPr>
        <p:spPr>
          <a:xfrm>
            <a:off x="3586276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1" name="Connector 73"/>
          <p:cNvSpPr/>
          <p:nvPr/>
        </p:nvSpPr>
        <p:spPr>
          <a:xfrm>
            <a:off x="3494104" y="292132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2" name="Connector 74"/>
          <p:cNvSpPr/>
          <p:nvPr/>
        </p:nvSpPr>
        <p:spPr>
          <a:xfrm flipH="1">
            <a:off x="3500687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3" name="Connector 75"/>
          <p:cNvSpPr/>
          <p:nvPr/>
        </p:nvSpPr>
        <p:spPr>
          <a:xfrm>
            <a:off x="3586276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4" name="Oval 76"/>
          <p:cNvSpPr/>
          <p:nvPr/>
        </p:nvSpPr>
        <p:spPr>
          <a:xfrm>
            <a:off x="4142232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55" name="Connector 77"/>
          <p:cNvSpPr/>
          <p:nvPr/>
        </p:nvSpPr>
        <p:spPr>
          <a:xfrm>
            <a:off x="4208067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6" name="Connector 78"/>
          <p:cNvSpPr/>
          <p:nvPr/>
        </p:nvSpPr>
        <p:spPr>
          <a:xfrm>
            <a:off x="4115896" y="292132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7" name="Connector 79"/>
          <p:cNvSpPr/>
          <p:nvPr/>
        </p:nvSpPr>
        <p:spPr>
          <a:xfrm flipH="1">
            <a:off x="4122480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8" name="Connector 80"/>
          <p:cNvSpPr/>
          <p:nvPr/>
        </p:nvSpPr>
        <p:spPr>
          <a:xfrm>
            <a:off x="4208067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9" name="Oval 81"/>
          <p:cNvSpPr/>
          <p:nvPr/>
        </p:nvSpPr>
        <p:spPr>
          <a:xfrm>
            <a:off x="4764023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60" name="Connector 82"/>
          <p:cNvSpPr/>
          <p:nvPr/>
        </p:nvSpPr>
        <p:spPr>
          <a:xfrm>
            <a:off x="4829859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1" name="Connector 83"/>
          <p:cNvSpPr/>
          <p:nvPr/>
        </p:nvSpPr>
        <p:spPr>
          <a:xfrm>
            <a:off x="4737689" y="292132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2" name="Connector 84"/>
          <p:cNvSpPr/>
          <p:nvPr/>
        </p:nvSpPr>
        <p:spPr>
          <a:xfrm flipH="1">
            <a:off x="4744272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3" name="Connector 85"/>
          <p:cNvSpPr/>
          <p:nvPr/>
        </p:nvSpPr>
        <p:spPr>
          <a:xfrm>
            <a:off x="4829859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4" name="Oval 86"/>
          <p:cNvSpPr/>
          <p:nvPr/>
        </p:nvSpPr>
        <p:spPr>
          <a:xfrm>
            <a:off x="868680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65" name="Connector 87"/>
          <p:cNvSpPr/>
          <p:nvPr/>
        </p:nvSpPr>
        <p:spPr>
          <a:xfrm>
            <a:off x="934516" y="356067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6" name="Connector 88"/>
          <p:cNvSpPr/>
          <p:nvPr/>
        </p:nvSpPr>
        <p:spPr>
          <a:xfrm>
            <a:off x="842344" y="3652844"/>
            <a:ext cx="184349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7" name="Connector 89"/>
          <p:cNvSpPr/>
          <p:nvPr/>
        </p:nvSpPr>
        <p:spPr>
          <a:xfrm flipH="1">
            <a:off x="848928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8" name="Connector 90"/>
          <p:cNvSpPr/>
          <p:nvPr/>
        </p:nvSpPr>
        <p:spPr>
          <a:xfrm>
            <a:off x="934516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9" name="Oval 91"/>
          <p:cNvSpPr/>
          <p:nvPr/>
        </p:nvSpPr>
        <p:spPr>
          <a:xfrm>
            <a:off x="1490472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70" name="Connector 92"/>
          <p:cNvSpPr/>
          <p:nvPr/>
        </p:nvSpPr>
        <p:spPr>
          <a:xfrm>
            <a:off x="1556308" y="356067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1" name="Connector 93"/>
          <p:cNvSpPr/>
          <p:nvPr/>
        </p:nvSpPr>
        <p:spPr>
          <a:xfrm>
            <a:off x="1464136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2" name="Connector 94"/>
          <p:cNvSpPr/>
          <p:nvPr/>
        </p:nvSpPr>
        <p:spPr>
          <a:xfrm flipH="1">
            <a:off x="1470720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3" name="Connector 95"/>
          <p:cNvSpPr/>
          <p:nvPr/>
        </p:nvSpPr>
        <p:spPr>
          <a:xfrm>
            <a:off x="1556308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4" name="Oval 96"/>
          <p:cNvSpPr/>
          <p:nvPr/>
        </p:nvSpPr>
        <p:spPr>
          <a:xfrm>
            <a:off x="2112264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75" name="Connector 97"/>
          <p:cNvSpPr/>
          <p:nvPr/>
        </p:nvSpPr>
        <p:spPr>
          <a:xfrm>
            <a:off x="2178099" y="356067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6" name="Connector 98"/>
          <p:cNvSpPr/>
          <p:nvPr/>
        </p:nvSpPr>
        <p:spPr>
          <a:xfrm>
            <a:off x="2085929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7" name="Connector 99"/>
          <p:cNvSpPr/>
          <p:nvPr/>
        </p:nvSpPr>
        <p:spPr>
          <a:xfrm flipH="1">
            <a:off x="2092512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8" name="Connector 100"/>
          <p:cNvSpPr/>
          <p:nvPr/>
        </p:nvSpPr>
        <p:spPr>
          <a:xfrm>
            <a:off x="2178099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9" name="Oval 101"/>
          <p:cNvSpPr/>
          <p:nvPr/>
        </p:nvSpPr>
        <p:spPr>
          <a:xfrm>
            <a:off x="2734055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80" name="Connector 102"/>
          <p:cNvSpPr/>
          <p:nvPr/>
        </p:nvSpPr>
        <p:spPr>
          <a:xfrm>
            <a:off x="2799892" y="356067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1" name="Connector 103"/>
          <p:cNvSpPr/>
          <p:nvPr/>
        </p:nvSpPr>
        <p:spPr>
          <a:xfrm>
            <a:off x="2707719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2" name="Connector 104"/>
          <p:cNvSpPr/>
          <p:nvPr/>
        </p:nvSpPr>
        <p:spPr>
          <a:xfrm flipH="1">
            <a:off x="2714304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3" name="Connector 105"/>
          <p:cNvSpPr/>
          <p:nvPr/>
        </p:nvSpPr>
        <p:spPr>
          <a:xfrm>
            <a:off x="2799892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4" name="Oval 106"/>
          <p:cNvSpPr/>
          <p:nvPr/>
        </p:nvSpPr>
        <p:spPr>
          <a:xfrm>
            <a:off x="3355847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85" name="Connector 107"/>
          <p:cNvSpPr/>
          <p:nvPr/>
        </p:nvSpPr>
        <p:spPr>
          <a:xfrm>
            <a:off x="3421684" y="356067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6" name="Connector 108"/>
          <p:cNvSpPr/>
          <p:nvPr/>
        </p:nvSpPr>
        <p:spPr>
          <a:xfrm>
            <a:off x="3329513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7" name="Connector 109"/>
          <p:cNvSpPr/>
          <p:nvPr/>
        </p:nvSpPr>
        <p:spPr>
          <a:xfrm flipH="1">
            <a:off x="3336094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8" name="Connector 110"/>
          <p:cNvSpPr/>
          <p:nvPr/>
        </p:nvSpPr>
        <p:spPr>
          <a:xfrm>
            <a:off x="3421684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9" name="Oval 111"/>
          <p:cNvSpPr/>
          <p:nvPr/>
        </p:nvSpPr>
        <p:spPr>
          <a:xfrm>
            <a:off x="3977640" y="3428998"/>
            <a:ext cx="131683" cy="131681"/>
          </a:xfrm>
          <a:prstGeom prst="ellipse">
            <a:avLst/>
          </a:prstGeom>
          <a:solidFill>
            <a:srgbClr val="74777E"/>
          </a:solidFill>
          <a:ln w="1016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90" name="Connector 112"/>
          <p:cNvSpPr/>
          <p:nvPr/>
        </p:nvSpPr>
        <p:spPr>
          <a:xfrm>
            <a:off x="4043476" y="3560671"/>
            <a:ext cx="5" cy="217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1" name="Connector 113"/>
          <p:cNvSpPr/>
          <p:nvPr/>
        </p:nvSpPr>
        <p:spPr>
          <a:xfrm>
            <a:off x="3951304" y="3652844"/>
            <a:ext cx="184348" cy="5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2" name="Connector 115"/>
          <p:cNvSpPr/>
          <p:nvPr/>
        </p:nvSpPr>
        <p:spPr>
          <a:xfrm flipH="1">
            <a:off x="3957887" y="3777934"/>
            <a:ext cx="85593" cy="138262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3" name="Connector 116"/>
          <p:cNvSpPr/>
          <p:nvPr/>
        </p:nvSpPr>
        <p:spPr>
          <a:xfrm>
            <a:off x="4043476" y="3777934"/>
            <a:ext cx="85593" cy="138262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4" name="Oval 121"/>
          <p:cNvSpPr/>
          <p:nvPr/>
        </p:nvSpPr>
        <p:spPr>
          <a:xfrm>
            <a:off x="4599432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795" name="Connector 122"/>
          <p:cNvSpPr/>
          <p:nvPr/>
        </p:nvSpPr>
        <p:spPr>
          <a:xfrm>
            <a:off x="4665267" y="356067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6" name="Connector 123"/>
          <p:cNvSpPr/>
          <p:nvPr/>
        </p:nvSpPr>
        <p:spPr>
          <a:xfrm>
            <a:off x="4573096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7" name="Connector 124"/>
          <p:cNvSpPr/>
          <p:nvPr/>
        </p:nvSpPr>
        <p:spPr>
          <a:xfrm flipH="1">
            <a:off x="4579680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8" name="Connector 125"/>
          <p:cNvSpPr/>
          <p:nvPr/>
        </p:nvSpPr>
        <p:spPr>
          <a:xfrm>
            <a:off x="4665267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9" name="Oval 126"/>
          <p:cNvSpPr/>
          <p:nvPr/>
        </p:nvSpPr>
        <p:spPr>
          <a:xfrm>
            <a:off x="1033271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00" name="Connector 127"/>
          <p:cNvSpPr/>
          <p:nvPr/>
        </p:nvSpPr>
        <p:spPr>
          <a:xfrm>
            <a:off x="1099108" y="429219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1" name="Connector 128"/>
          <p:cNvSpPr/>
          <p:nvPr/>
        </p:nvSpPr>
        <p:spPr>
          <a:xfrm>
            <a:off x="1006936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2" name="Connector 129"/>
          <p:cNvSpPr/>
          <p:nvPr/>
        </p:nvSpPr>
        <p:spPr>
          <a:xfrm flipH="1">
            <a:off x="1013520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3" name="Connector 130"/>
          <p:cNvSpPr/>
          <p:nvPr/>
        </p:nvSpPr>
        <p:spPr>
          <a:xfrm>
            <a:off x="1099108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4" name="Oval 131"/>
          <p:cNvSpPr/>
          <p:nvPr/>
        </p:nvSpPr>
        <p:spPr>
          <a:xfrm>
            <a:off x="1655060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05" name="Connector 132"/>
          <p:cNvSpPr/>
          <p:nvPr/>
        </p:nvSpPr>
        <p:spPr>
          <a:xfrm>
            <a:off x="1720899" y="429219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6" name="Connector 133"/>
          <p:cNvSpPr/>
          <p:nvPr/>
        </p:nvSpPr>
        <p:spPr>
          <a:xfrm>
            <a:off x="1628729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7" name="Connector 134"/>
          <p:cNvSpPr/>
          <p:nvPr/>
        </p:nvSpPr>
        <p:spPr>
          <a:xfrm flipH="1">
            <a:off x="1635312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8" name="Connector 135"/>
          <p:cNvSpPr/>
          <p:nvPr/>
        </p:nvSpPr>
        <p:spPr>
          <a:xfrm>
            <a:off x="1720899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9" name="Oval 136"/>
          <p:cNvSpPr/>
          <p:nvPr/>
        </p:nvSpPr>
        <p:spPr>
          <a:xfrm>
            <a:off x="2276855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10" name="Connector 137"/>
          <p:cNvSpPr/>
          <p:nvPr/>
        </p:nvSpPr>
        <p:spPr>
          <a:xfrm>
            <a:off x="2342692" y="429219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1" name="Connector 138"/>
          <p:cNvSpPr/>
          <p:nvPr/>
        </p:nvSpPr>
        <p:spPr>
          <a:xfrm>
            <a:off x="2250519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2" name="Connector 139"/>
          <p:cNvSpPr/>
          <p:nvPr/>
        </p:nvSpPr>
        <p:spPr>
          <a:xfrm flipH="1">
            <a:off x="2257104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3" name="Connector 140"/>
          <p:cNvSpPr/>
          <p:nvPr/>
        </p:nvSpPr>
        <p:spPr>
          <a:xfrm>
            <a:off x="2342692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4" name="Oval 141"/>
          <p:cNvSpPr/>
          <p:nvPr/>
        </p:nvSpPr>
        <p:spPr>
          <a:xfrm>
            <a:off x="2898648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15" name="Connector 142"/>
          <p:cNvSpPr/>
          <p:nvPr/>
        </p:nvSpPr>
        <p:spPr>
          <a:xfrm>
            <a:off x="2964483" y="429219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6" name="Connector 143"/>
          <p:cNvSpPr/>
          <p:nvPr/>
        </p:nvSpPr>
        <p:spPr>
          <a:xfrm>
            <a:off x="2872313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7" name="Connector 144"/>
          <p:cNvSpPr/>
          <p:nvPr/>
        </p:nvSpPr>
        <p:spPr>
          <a:xfrm flipH="1">
            <a:off x="2878895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8" name="Connector 145"/>
          <p:cNvSpPr/>
          <p:nvPr/>
        </p:nvSpPr>
        <p:spPr>
          <a:xfrm>
            <a:off x="2964483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9" name="Oval 146"/>
          <p:cNvSpPr/>
          <p:nvPr/>
        </p:nvSpPr>
        <p:spPr>
          <a:xfrm>
            <a:off x="3520440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20" name="Connector 147"/>
          <p:cNvSpPr/>
          <p:nvPr/>
        </p:nvSpPr>
        <p:spPr>
          <a:xfrm>
            <a:off x="3586276" y="429219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1" name="Connector 148"/>
          <p:cNvSpPr/>
          <p:nvPr/>
        </p:nvSpPr>
        <p:spPr>
          <a:xfrm>
            <a:off x="3494104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2" name="Connector 149"/>
          <p:cNvSpPr/>
          <p:nvPr/>
        </p:nvSpPr>
        <p:spPr>
          <a:xfrm flipH="1">
            <a:off x="3500687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3" name="Connector 150"/>
          <p:cNvSpPr/>
          <p:nvPr/>
        </p:nvSpPr>
        <p:spPr>
          <a:xfrm>
            <a:off x="3586276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4" name="Oval 151"/>
          <p:cNvSpPr/>
          <p:nvPr/>
        </p:nvSpPr>
        <p:spPr>
          <a:xfrm>
            <a:off x="4142232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25" name="Connector 152"/>
          <p:cNvSpPr/>
          <p:nvPr/>
        </p:nvSpPr>
        <p:spPr>
          <a:xfrm>
            <a:off x="4208067" y="429219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6" name="Connector 153"/>
          <p:cNvSpPr/>
          <p:nvPr/>
        </p:nvSpPr>
        <p:spPr>
          <a:xfrm>
            <a:off x="4115896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7" name="Connector 154"/>
          <p:cNvSpPr/>
          <p:nvPr/>
        </p:nvSpPr>
        <p:spPr>
          <a:xfrm flipH="1">
            <a:off x="4122480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8" name="Connector 155"/>
          <p:cNvSpPr/>
          <p:nvPr/>
        </p:nvSpPr>
        <p:spPr>
          <a:xfrm>
            <a:off x="4208067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9" name="Oval 156"/>
          <p:cNvSpPr/>
          <p:nvPr/>
        </p:nvSpPr>
        <p:spPr>
          <a:xfrm>
            <a:off x="4764023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30" name="Connector 157"/>
          <p:cNvSpPr/>
          <p:nvPr/>
        </p:nvSpPr>
        <p:spPr>
          <a:xfrm>
            <a:off x="4829859" y="429219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1" name="Connector 158"/>
          <p:cNvSpPr/>
          <p:nvPr/>
        </p:nvSpPr>
        <p:spPr>
          <a:xfrm>
            <a:off x="4737689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2" name="Connector 159"/>
          <p:cNvSpPr/>
          <p:nvPr/>
        </p:nvSpPr>
        <p:spPr>
          <a:xfrm flipH="1">
            <a:off x="4744272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3" name="Connector 160"/>
          <p:cNvSpPr/>
          <p:nvPr/>
        </p:nvSpPr>
        <p:spPr>
          <a:xfrm>
            <a:off x="4829859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4" name="Connector 184"/>
          <p:cNvSpPr/>
          <p:nvPr/>
        </p:nvSpPr>
        <p:spPr>
          <a:xfrm>
            <a:off x="749804" y="5257800"/>
            <a:ext cx="10680199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5" name="TextBox 185"/>
          <p:cNvSpPr txBox="1"/>
          <p:nvPr/>
        </p:nvSpPr>
        <p:spPr>
          <a:xfrm>
            <a:off x="841244" y="5577840"/>
            <a:ext cx="438912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836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837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840" name="TextBox 4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841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842" name="Oval 6"/>
          <p:cNvSpPr/>
          <p:nvPr/>
        </p:nvSpPr>
        <p:spPr>
          <a:xfrm>
            <a:off x="868680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43" name="Connector 7"/>
          <p:cNvSpPr/>
          <p:nvPr/>
        </p:nvSpPr>
        <p:spPr>
          <a:xfrm>
            <a:off x="934516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4" name="Connector 8"/>
          <p:cNvSpPr/>
          <p:nvPr/>
        </p:nvSpPr>
        <p:spPr>
          <a:xfrm>
            <a:off x="842344" y="2189805"/>
            <a:ext cx="184349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5" name="Connector 9"/>
          <p:cNvSpPr/>
          <p:nvPr/>
        </p:nvSpPr>
        <p:spPr>
          <a:xfrm flipH="1">
            <a:off x="848928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6" name="Connector 10"/>
          <p:cNvSpPr/>
          <p:nvPr/>
        </p:nvSpPr>
        <p:spPr>
          <a:xfrm>
            <a:off x="934513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7" name="Oval 11"/>
          <p:cNvSpPr/>
          <p:nvPr/>
        </p:nvSpPr>
        <p:spPr>
          <a:xfrm>
            <a:off x="1490472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48" name="Connector 12"/>
          <p:cNvSpPr/>
          <p:nvPr/>
        </p:nvSpPr>
        <p:spPr>
          <a:xfrm>
            <a:off x="1556308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9" name="Connector 13"/>
          <p:cNvSpPr/>
          <p:nvPr/>
        </p:nvSpPr>
        <p:spPr>
          <a:xfrm>
            <a:off x="1464136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0" name="Connector 14"/>
          <p:cNvSpPr/>
          <p:nvPr/>
        </p:nvSpPr>
        <p:spPr>
          <a:xfrm flipH="1">
            <a:off x="1470719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1" name="Connector 15"/>
          <p:cNvSpPr/>
          <p:nvPr/>
        </p:nvSpPr>
        <p:spPr>
          <a:xfrm>
            <a:off x="1556307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2" name="Oval 16"/>
          <p:cNvSpPr/>
          <p:nvPr/>
        </p:nvSpPr>
        <p:spPr>
          <a:xfrm>
            <a:off x="2112264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53" name="Connector 17"/>
          <p:cNvSpPr/>
          <p:nvPr/>
        </p:nvSpPr>
        <p:spPr>
          <a:xfrm>
            <a:off x="2178098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4" name="Connector 18"/>
          <p:cNvSpPr/>
          <p:nvPr/>
        </p:nvSpPr>
        <p:spPr>
          <a:xfrm>
            <a:off x="2085929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5" name="Connector 19"/>
          <p:cNvSpPr/>
          <p:nvPr/>
        </p:nvSpPr>
        <p:spPr>
          <a:xfrm flipH="1">
            <a:off x="2092512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6" name="Connector 20"/>
          <p:cNvSpPr/>
          <p:nvPr/>
        </p:nvSpPr>
        <p:spPr>
          <a:xfrm>
            <a:off x="2178099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7" name="Oval 21"/>
          <p:cNvSpPr/>
          <p:nvPr/>
        </p:nvSpPr>
        <p:spPr>
          <a:xfrm>
            <a:off x="2734055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58" name="Connector 22"/>
          <p:cNvSpPr/>
          <p:nvPr/>
        </p:nvSpPr>
        <p:spPr>
          <a:xfrm>
            <a:off x="2799892" y="209763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9" name="Connector 23"/>
          <p:cNvSpPr/>
          <p:nvPr/>
        </p:nvSpPr>
        <p:spPr>
          <a:xfrm>
            <a:off x="2707719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0" name="Connector 24"/>
          <p:cNvSpPr/>
          <p:nvPr/>
        </p:nvSpPr>
        <p:spPr>
          <a:xfrm flipH="1">
            <a:off x="2714304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1" name="Connector 25"/>
          <p:cNvSpPr/>
          <p:nvPr/>
        </p:nvSpPr>
        <p:spPr>
          <a:xfrm>
            <a:off x="2799892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2" name="Oval 26"/>
          <p:cNvSpPr/>
          <p:nvPr/>
        </p:nvSpPr>
        <p:spPr>
          <a:xfrm>
            <a:off x="3355847" y="1965960"/>
            <a:ext cx="131683" cy="13168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63" name="Connector 27"/>
          <p:cNvSpPr/>
          <p:nvPr/>
        </p:nvSpPr>
        <p:spPr>
          <a:xfrm>
            <a:off x="3421684" y="2097633"/>
            <a:ext cx="5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4" name="Connector 28"/>
          <p:cNvSpPr/>
          <p:nvPr/>
        </p:nvSpPr>
        <p:spPr>
          <a:xfrm>
            <a:off x="3329513" y="2189805"/>
            <a:ext cx="184348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5" name="Connector 30"/>
          <p:cNvSpPr/>
          <p:nvPr/>
        </p:nvSpPr>
        <p:spPr>
          <a:xfrm flipH="1">
            <a:off x="3336092" y="2314892"/>
            <a:ext cx="85593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6" name="Connector 31"/>
          <p:cNvSpPr/>
          <p:nvPr/>
        </p:nvSpPr>
        <p:spPr>
          <a:xfrm>
            <a:off x="3421684" y="2314892"/>
            <a:ext cx="85593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7" name="Oval 36"/>
          <p:cNvSpPr/>
          <p:nvPr/>
        </p:nvSpPr>
        <p:spPr>
          <a:xfrm>
            <a:off x="3977640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68" name="Connector 37"/>
          <p:cNvSpPr/>
          <p:nvPr/>
        </p:nvSpPr>
        <p:spPr>
          <a:xfrm>
            <a:off x="4043474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9" name="Connector 38"/>
          <p:cNvSpPr/>
          <p:nvPr/>
        </p:nvSpPr>
        <p:spPr>
          <a:xfrm>
            <a:off x="3951304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0" name="Connector 39"/>
          <p:cNvSpPr/>
          <p:nvPr/>
        </p:nvSpPr>
        <p:spPr>
          <a:xfrm flipH="1">
            <a:off x="3957885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1" name="Connector 40"/>
          <p:cNvSpPr/>
          <p:nvPr/>
        </p:nvSpPr>
        <p:spPr>
          <a:xfrm>
            <a:off x="4043474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2" name="Oval 41"/>
          <p:cNvSpPr/>
          <p:nvPr/>
        </p:nvSpPr>
        <p:spPr>
          <a:xfrm>
            <a:off x="4599432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73" name="Connector 42"/>
          <p:cNvSpPr/>
          <p:nvPr/>
        </p:nvSpPr>
        <p:spPr>
          <a:xfrm>
            <a:off x="4665267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4" name="Connector 43"/>
          <p:cNvSpPr/>
          <p:nvPr/>
        </p:nvSpPr>
        <p:spPr>
          <a:xfrm>
            <a:off x="4573096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5" name="Connector 44"/>
          <p:cNvSpPr/>
          <p:nvPr/>
        </p:nvSpPr>
        <p:spPr>
          <a:xfrm flipH="1">
            <a:off x="4579680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6" name="Connector 45"/>
          <p:cNvSpPr/>
          <p:nvPr/>
        </p:nvSpPr>
        <p:spPr>
          <a:xfrm>
            <a:off x="4665267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7" name="Oval 46"/>
          <p:cNvSpPr/>
          <p:nvPr/>
        </p:nvSpPr>
        <p:spPr>
          <a:xfrm>
            <a:off x="1033271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78" name="Connector 47"/>
          <p:cNvSpPr/>
          <p:nvPr/>
        </p:nvSpPr>
        <p:spPr>
          <a:xfrm>
            <a:off x="1099108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9" name="Connector 48"/>
          <p:cNvSpPr/>
          <p:nvPr/>
        </p:nvSpPr>
        <p:spPr>
          <a:xfrm>
            <a:off x="1006936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0" name="Connector 49"/>
          <p:cNvSpPr/>
          <p:nvPr/>
        </p:nvSpPr>
        <p:spPr>
          <a:xfrm flipH="1">
            <a:off x="1013519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1" name="Connector 50"/>
          <p:cNvSpPr/>
          <p:nvPr/>
        </p:nvSpPr>
        <p:spPr>
          <a:xfrm>
            <a:off x="1099107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2" name="Oval 51"/>
          <p:cNvSpPr/>
          <p:nvPr/>
        </p:nvSpPr>
        <p:spPr>
          <a:xfrm>
            <a:off x="1655060" y="2697477"/>
            <a:ext cx="131683" cy="13168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83" name="Connector 52"/>
          <p:cNvSpPr/>
          <p:nvPr/>
        </p:nvSpPr>
        <p:spPr>
          <a:xfrm>
            <a:off x="1720899" y="2829153"/>
            <a:ext cx="5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4" name="Connector 53"/>
          <p:cNvSpPr/>
          <p:nvPr/>
        </p:nvSpPr>
        <p:spPr>
          <a:xfrm>
            <a:off x="1628729" y="2921323"/>
            <a:ext cx="184348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5" name="Connector 55"/>
          <p:cNvSpPr/>
          <p:nvPr/>
        </p:nvSpPr>
        <p:spPr>
          <a:xfrm flipH="1">
            <a:off x="1635311" y="3046415"/>
            <a:ext cx="85593" cy="13826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6" name="Connector 56"/>
          <p:cNvSpPr/>
          <p:nvPr/>
        </p:nvSpPr>
        <p:spPr>
          <a:xfrm>
            <a:off x="1720899" y="3046415"/>
            <a:ext cx="85593" cy="13826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7" name="Oval 61"/>
          <p:cNvSpPr/>
          <p:nvPr/>
        </p:nvSpPr>
        <p:spPr>
          <a:xfrm>
            <a:off x="2276855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88" name="Connector 62"/>
          <p:cNvSpPr/>
          <p:nvPr/>
        </p:nvSpPr>
        <p:spPr>
          <a:xfrm>
            <a:off x="2342692" y="282915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9" name="Connector 63"/>
          <p:cNvSpPr/>
          <p:nvPr/>
        </p:nvSpPr>
        <p:spPr>
          <a:xfrm>
            <a:off x="2250519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0" name="Connector 64"/>
          <p:cNvSpPr/>
          <p:nvPr/>
        </p:nvSpPr>
        <p:spPr>
          <a:xfrm flipH="1">
            <a:off x="2257104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1" name="Connector 65"/>
          <p:cNvSpPr/>
          <p:nvPr/>
        </p:nvSpPr>
        <p:spPr>
          <a:xfrm>
            <a:off x="2342692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2" name="Oval 66"/>
          <p:cNvSpPr/>
          <p:nvPr/>
        </p:nvSpPr>
        <p:spPr>
          <a:xfrm>
            <a:off x="2898648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93" name="Connector 67"/>
          <p:cNvSpPr/>
          <p:nvPr/>
        </p:nvSpPr>
        <p:spPr>
          <a:xfrm>
            <a:off x="2964482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4" name="Connector 68"/>
          <p:cNvSpPr/>
          <p:nvPr/>
        </p:nvSpPr>
        <p:spPr>
          <a:xfrm>
            <a:off x="2872313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5" name="Connector 69"/>
          <p:cNvSpPr/>
          <p:nvPr/>
        </p:nvSpPr>
        <p:spPr>
          <a:xfrm flipH="1">
            <a:off x="2878895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6" name="Connector 70"/>
          <p:cNvSpPr/>
          <p:nvPr/>
        </p:nvSpPr>
        <p:spPr>
          <a:xfrm>
            <a:off x="2964483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7" name="Oval 71"/>
          <p:cNvSpPr/>
          <p:nvPr/>
        </p:nvSpPr>
        <p:spPr>
          <a:xfrm>
            <a:off x="3520440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898" name="Connector 72"/>
          <p:cNvSpPr/>
          <p:nvPr/>
        </p:nvSpPr>
        <p:spPr>
          <a:xfrm>
            <a:off x="3586274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9" name="Connector 73"/>
          <p:cNvSpPr/>
          <p:nvPr/>
        </p:nvSpPr>
        <p:spPr>
          <a:xfrm>
            <a:off x="3494104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0" name="Connector 74"/>
          <p:cNvSpPr/>
          <p:nvPr/>
        </p:nvSpPr>
        <p:spPr>
          <a:xfrm flipH="1">
            <a:off x="3500685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1" name="Connector 75"/>
          <p:cNvSpPr/>
          <p:nvPr/>
        </p:nvSpPr>
        <p:spPr>
          <a:xfrm>
            <a:off x="3586274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2" name="Oval 76"/>
          <p:cNvSpPr/>
          <p:nvPr/>
        </p:nvSpPr>
        <p:spPr>
          <a:xfrm>
            <a:off x="4142232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03" name="Connector 77"/>
          <p:cNvSpPr/>
          <p:nvPr/>
        </p:nvSpPr>
        <p:spPr>
          <a:xfrm>
            <a:off x="4208067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4" name="Connector 78"/>
          <p:cNvSpPr/>
          <p:nvPr/>
        </p:nvSpPr>
        <p:spPr>
          <a:xfrm>
            <a:off x="4115896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5" name="Connector 79"/>
          <p:cNvSpPr/>
          <p:nvPr/>
        </p:nvSpPr>
        <p:spPr>
          <a:xfrm flipH="1">
            <a:off x="4122480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6" name="Connector 80"/>
          <p:cNvSpPr/>
          <p:nvPr/>
        </p:nvSpPr>
        <p:spPr>
          <a:xfrm>
            <a:off x="4208067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7" name="Oval 81"/>
          <p:cNvSpPr/>
          <p:nvPr/>
        </p:nvSpPr>
        <p:spPr>
          <a:xfrm>
            <a:off x="4764023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08" name="Connector 82"/>
          <p:cNvSpPr/>
          <p:nvPr/>
        </p:nvSpPr>
        <p:spPr>
          <a:xfrm>
            <a:off x="4829859" y="282915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9" name="Connector 83"/>
          <p:cNvSpPr/>
          <p:nvPr/>
        </p:nvSpPr>
        <p:spPr>
          <a:xfrm>
            <a:off x="4737689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0" name="Connector 84"/>
          <p:cNvSpPr/>
          <p:nvPr/>
        </p:nvSpPr>
        <p:spPr>
          <a:xfrm flipH="1">
            <a:off x="4744270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1" name="Connector 85"/>
          <p:cNvSpPr/>
          <p:nvPr/>
        </p:nvSpPr>
        <p:spPr>
          <a:xfrm>
            <a:off x="4829857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2" name="Oval 86"/>
          <p:cNvSpPr/>
          <p:nvPr/>
        </p:nvSpPr>
        <p:spPr>
          <a:xfrm>
            <a:off x="868680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13" name="Connector 87"/>
          <p:cNvSpPr/>
          <p:nvPr/>
        </p:nvSpPr>
        <p:spPr>
          <a:xfrm>
            <a:off x="934516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4" name="Connector 88"/>
          <p:cNvSpPr/>
          <p:nvPr/>
        </p:nvSpPr>
        <p:spPr>
          <a:xfrm>
            <a:off x="842344" y="3652844"/>
            <a:ext cx="184349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5" name="Connector 89"/>
          <p:cNvSpPr/>
          <p:nvPr/>
        </p:nvSpPr>
        <p:spPr>
          <a:xfrm flipH="1">
            <a:off x="848928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6" name="Connector 90"/>
          <p:cNvSpPr/>
          <p:nvPr/>
        </p:nvSpPr>
        <p:spPr>
          <a:xfrm>
            <a:off x="934513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7" name="Oval 91"/>
          <p:cNvSpPr/>
          <p:nvPr/>
        </p:nvSpPr>
        <p:spPr>
          <a:xfrm>
            <a:off x="1490472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18" name="Connector 92"/>
          <p:cNvSpPr/>
          <p:nvPr/>
        </p:nvSpPr>
        <p:spPr>
          <a:xfrm>
            <a:off x="1556308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9" name="Connector 93"/>
          <p:cNvSpPr/>
          <p:nvPr/>
        </p:nvSpPr>
        <p:spPr>
          <a:xfrm>
            <a:off x="1464136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0" name="Connector 94"/>
          <p:cNvSpPr/>
          <p:nvPr/>
        </p:nvSpPr>
        <p:spPr>
          <a:xfrm flipH="1">
            <a:off x="1470719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1" name="Connector 95"/>
          <p:cNvSpPr/>
          <p:nvPr/>
        </p:nvSpPr>
        <p:spPr>
          <a:xfrm>
            <a:off x="1556307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2" name="Oval 96"/>
          <p:cNvSpPr/>
          <p:nvPr/>
        </p:nvSpPr>
        <p:spPr>
          <a:xfrm>
            <a:off x="2112264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23" name="Connector 97"/>
          <p:cNvSpPr/>
          <p:nvPr/>
        </p:nvSpPr>
        <p:spPr>
          <a:xfrm>
            <a:off x="2178098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4" name="Connector 98"/>
          <p:cNvSpPr/>
          <p:nvPr/>
        </p:nvSpPr>
        <p:spPr>
          <a:xfrm>
            <a:off x="2085929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5" name="Connector 99"/>
          <p:cNvSpPr/>
          <p:nvPr/>
        </p:nvSpPr>
        <p:spPr>
          <a:xfrm flipH="1">
            <a:off x="2092512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6" name="Connector 100"/>
          <p:cNvSpPr/>
          <p:nvPr/>
        </p:nvSpPr>
        <p:spPr>
          <a:xfrm>
            <a:off x="2178099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7" name="Oval 101"/>
          <p:cNvSpPr/>
          <p:nvPr/>
        </p:nvSpPr>
        <p:spPr>
          <a:xfrm>
            <a:off x="2734055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28" name="Connector 102"/>
          <p:cNvSpPr/>
          <p:nvPr/>
        </p:nvSpPr>
        <p:spPr>
          <a:xfrm>
            <a:off x="2799892" y="3560669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9" name="Connector 103"/>
          <p:cNvSpPr/>
          <p:nvPr/>
        </p:nvSpPr>
        <p:spPr>
          <a:xfrm>
            <a:off x="2707719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0" name="Connector 104"/>
          <p:cNvSpPr/>
          <p:nvPr/>
        </p:nvSpPr>
        <p:spPr>
          <a:xfrm flipH="1">
            <a:off x="2714304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1" name="Connector 105"/>
          <p:cNvSpPr/>
          <p:nvPr/>
        </p:nvSpPr>
        <p:spPr>
          <a:xfrm>
            <a:off x="2799892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2" name="Oval 106"/>
          <p:cNvSpPr/>
          <p:nvPr/>
        </p:nvSpPr>
        <p:spPr>
          <a:xfrm>
            <a:off x="3355847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33" name="Connector 107"/>
          <p:cNvSpPr/>
          <p:nvPr/>
        </p:nvSpPr>
        <p:spPr>
          <a:xfrm>
            <a:off x="3421684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4" name="Connector 108"/>
          <p:cNvSpPr/>
          <p:nvPr/>
        </p:nvSpPr>
        <p:spPr>
          <a:xfrm>
            <a:off x="3329513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5" name="Connector 109"/>
          <p:cNvSpPr/>
          <p:nvPr/>
        </p:nvSpPr>
        <p:spPr>
          <a:xfrm flipH="1">
            <a:off x="3336092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6" name="Connector 110"/>
          <p:cNvSpPr/>
          <p:nvPr/>
        </p:nvSpPr>
        <p:spPr>
          <a:xfrm>
            <a:off x="3421684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7" name="Oval 111"/>
          <p:cNvSpPr/>
          <p:nvPr/>
        </p:nvSpPr>
        <p:spPr>
          <a:xfrm>
            <a:off x="3977640" y="3428998"/>
            <a:ext cx="131683" cy="13168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38" name="Connector 112"/>
          <p:cNvSpPr/>
          <p:nvPr/>
        </p:nvSpPr>
        <p:spPr>
          <a:xfrm>
            <a:off x="4043474" y="3560669"/>
            <a:ext cx="5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9" name="Connector 113"/>
          <p:cNvSpPr/>
          <p:nvPr/>
        </p:nvSpPr>
        <p:spPr>
          <a:xfrm>
            <a:off x="3951304" y="3652844"/>
            <a:ext cx="184348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0" name="Connector 115"/>
          <p:cNvSpPr/>
          <p:nvPr/>
        </p:nvSpPr>
        <p:spPr>
          <a:xfrm flipH="1">
            <a:off x="3957885" y="3777934"/>
            <a:ext cx="85593" cy="13826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1" name="Connector 116"/>
          <p:cNvSpPr/>
          <p:nvPr/>
        </p:nvSpPr>
        <p:spPr>
          <a:xfrm>
            <a:off x="4043474" y="3777934"/>
            <a:ext cx="85593" cy="13826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2" name="Oval 121"/>
          <p:cNvSpPr/>
          <p:nvPr/>
        </p:nvSpPr>
        <p:spPr>
          <a:xfrm>
            <a:off x="4599432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43" name="Connector 122"/>
          <p:cNvSpPr/>
          <p:nvPr/>
        </p:nvSpPr>
        <p:spPr>
          <a:xfrm>
            <a:off x="4665267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4" name="Connector 123"/>
          <p:cNvSpPr/>
          <p:nvPr/>
        </p:nvSpPr>
        <p:spPr>
          <a:xfrm>
            <a:off x="4573096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5" name="Connector 124"/>
          <p:cNvSpPr/>
          <p:nvPr/>
        </p:nvSpPr>
        <p:spPr>
          <a:xfrm flipH="1">
            <a:off x="4579680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6" name="Connector 125"/>
          <p:cNvSpPr/>
          <p:nvPr/>
        </p:nvSpPr>
        <p:spPr>
          <a:xfrm>
            <a:off x="4665267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7" name="Oval 126"/>
          <p:cNvSpPr/>
          <p:nvPr/>
        </p:nvSpPr>
        <p:spPr>
          <a:xfrm>
            <a:off x="1033271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48" name="Connector 127"/>
          <p:cNvSpPr/>
          <p:nvPr/>
        </p:nvSpPr>
        <p:spPr>
          <a:xfrm>
            <a:off x="1099108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9" name="Connector 128"/>
          <p:cNvSpPr/>
          <p:nvPr/>
        </p:nvSpPr>
        <p:spPr>
          <a:xfrm>
            <a:off x="1006936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0" name="Connector 129"/>
          <p:cNvSpPr/>
          <p:nvPr/>
        </p:nvSpPr>
        <p:spPr>
          <a:xfrm flipH="1">
            <a:off x="1013519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1" name="Connector 130"/>
          <p:cNvSpPr/>
          <p:nvPr/>
        </p:nvSpPr>
        <p:spPr>
          <a:xfrm>
            <a:off x="1099107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2" name="Oval 131"/>
          <p:cNvSpPr/>
          <p:nvPr/>
        </p:nvSpPr>
        <p:spPr>
          <a:xfrm>
            <a:off x="1655060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53" name="Connector 132"/>
          <p:cNvSpPr/>
          <p:nvPr/>
        </p:nvSpPr>
        <p:spPr>
          <a:xfrm>
            <a:off x="1720899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4" name="Connector 133"/>
          <p:cNvSpPr/>
          <p:nvPr/>
        </p:nvSpPr>
        <p:spPr>
          <a:xfrm>
            <a:off x="1628729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5" name="Connector 134"/>
          <p:cNvSpPr/>
          <p:nvPr/>
        </p:nvSpPr>
        <p:spPr>
          <a:xfrm flipH="1">
            <a:off x="1635311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6" name="Connector 135"/>
          <p:cNvSpPr/>
          <p:nvPr/>
        </p:nvSpPr>
        <p:spPr>
          <a:xfrm>
            <a:off x="1720899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7" name="Oval 136"/>
          <p:cNvSpPr/>
          <p:nvPr/>
        </p:nvSpPr>
        <p:spPr>
          <a:xfrm>
            <a:off x="2276855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58" name="Connector 137"/>
          <p:cNvSpPr/>
          <p:nvPr/>
        </p:nvSpPr>
        <p:spPr>
          <a:xfrm>
            <a:off x="2342692" y="4292191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9" name="Connector 138"/>
          <p:cNvSpPr/>
          <p:nvPr/>
        </p:nvSpPr>
        <p:spPr>
          <a:xfrm>
            <a:off x="2250519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0" name="Connector 139"/>
          <p:cNvSpPr/>
          <p:nvPr/>
        </p:nvSpPr>
        <p:spPr>
          <a:xfrm flipH="1">
            <a:off x="2257104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1" name="Connector 140"/>
          <p:cNvSpPr/>
          <p:nvPr/>
        </p:nvSpPr>
        <p:spPr>
          <a:xfrm>
            <a:off x="2342692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2" name="Oval 141"/>
          <p:cNvSpPr/>
          <p:nvPr/>
        </p:nvSpPr>
        <p:spPr>
          <a:xfrm>
            <a:off x="2898648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63" name="Connector 142"/>
          <p:cNvSpPr/>
          <p:nvPr/>
        </p:nvSpPr>
        <p:spPr>
          <a:xfrm>
            <a:off x="2964482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4" name="Connector 143"/>
          <p:cNvSpPr/>
          <p:nvPr/>
        </p:nvSpPr>
        <p:spPr>
          <a:xfrm>
            <a:off x="2872313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5" name="Connector 144"/>
          <p:cNvSpPr/>
          <p:nvPr/>
        </p:nvSpPr>
        <p:spPr>
          <a:xfrm flipH="1">
            <a:off x="2878895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6" name="Connector 145"/>
          <p:cNvSpPr/>
          <p:nvPr/>
        </p:nvSpPr>
        <p:spPr>
          <a:xfrm>
            <a:off x="2964483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7" name="Oval 146"/>
          <p:cNvSpPr/>
          <p:nvPr/>
        </p:nvSpPr>
        <p:spPr>
          <a:xfrm>
            <a:off x="3520440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68" name="Connector 147"/>
          <p:cNvSpPr/>
          <p:nvPr/>
        </p:nvSpPr>
        <p:spPr>
          <a:xfrm>
            <a:off x="3586274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9" name="Connector 148"/>
          <p:cNvSpPr/>
          <p:nvPr/>
        </p:nvSpPr>
        <p:spPr>
          <a:xfrm>
            <a:off x="3494104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0" name="Connector 149"/>
          <p:cNvSpPr/>
          <p:nvPr/>
        </p:nvSpPr>
        <p:spPr>
          <a:xfrm flipH="1">
            <a:off x="3500685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1" name="Connector 150"/>
          <p:cNvSpPr/>
          <p:nvPr/>
        </p:nvSpPr>
        <p:spPr>
          <a:xfrm>
            <a:off x="3586274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2" name="Oval 151"/>
          <p:cNvSpPr/>
          <p:nvPr/>
        </p:nvSpPr>
        <p:spPr>
          <a:xfrm>
            <a:off x="4142232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73" name="Connector 152"/>
          <p:cNvSpPr/>
          <p:nvPr/>
        </p:nvSpPr>
        <p:spPr>
          <a:xfrm>
            <a:off x="4208067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4" name="Connector 153"/>
          <p:cNvSpPr/>
          <p:nvPr/>
        </p:nvSpPr>
        <p:spPr>
          <a:xfrm>
            <a:off x="4115896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5" name="Connector 154"/>
          <p:cNvSpPr/>
          <p:nvPr/>
        </p:nvSpPr>
        <p:spPr>
          <a:xfrm flipH="1">
            <a:off x="4122480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6" name="Connector 155"/>
          <p:cNvSpPr/>
          <p:nvPr/>
        </p:nvSpPr>
        <p:spPr>
          <a:xfrm>
            <a:off x="4208067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7" name="Oval 156"/>
          <p:cNvSpPr/>
          <p:nvPr/>
        </p:nvSpPr>
        <p:spPr>
          <a:xfrm>
            <a:off x="4764023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78" name="Connector 157"/>
          <p:cNvSpPr/>
          <p:nvPr/>
        </p:nvSpPr>
        <p:spPr>
          <a:xfrm>
            <a:off x="4829859" y="4292191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9" name="Connector 158"/>
          <p:cNvSpPr/>
          <p:nvPr/>
        </p:nvSpPr>
        <p:spPr>
          <a:xfrm>
            <a:off x="4737689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0" name="Connector 159"/>
          <p:cNvSpPr/>
          <p:nvPr/>
        </p:nvSpPr>
        <p:spPr>
          <a:xfrm flipH="1">
            <a:off x="4744270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1" name="Connector 160"/>
          <p:cNvSpPr/>
          <p:nvPr/>
        </p:nvSpPr>
        <p:spPr>
          <a:xfrm>
            <a:off x="4829857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2" name="Connector 184"/>
          <p:cNvSpPr/>
          <p:nvPr/>
        </p:nvSpPr>
        <p:spPr>
          <a:xfrm>
            <a:off x="749805" y="5257800"/>
            <a:ext cx="10680199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3" name="TextBox 185"/>
          <p:cNvSpPr txBox="1"/>
          <p:nvPr/>
        </p:nvSpPr>
        <p:spPr>
          <a:xfrm>
            <a:off x="841245" y="5577840"/>
            <a:ext cx="438912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984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985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  <p:sp>
        <p:nvSpPr>
          <p:cNvPr id="986" name="TextBox 1"/>
          <p:cNvSpPr txBox="1"/>
          <p:nvPr/>
        </p:nvSpPr>
        <p:spPr>
          <a:xfrm>
            <a:off x="603504" y="420623"/>
            <a:ext cx="2149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989" name="TextBox 4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990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991" name="Oval 6"/>
          <p:cNvSpPr/>
          <p:nvPr/>
        </p:nvSpPr>
        <p:spPr>
          <a:xfrm>
            <a:off x="868680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92" name="Connector 7"/>
          <p:cNvSpPr/>
          <p:nvPr/>
        </p:nvSpPr>
        <p:spPr>
          <a:xfrm>
            <a:off x="934516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3" name="Connector 8"/>
          <p:cNvSpPr/>
          <p:nvPr/>
        </p:nvSpPr>
        <p:spPr>
          <a:xfrm>
            <a:off x="842344" y="2189805"/>
            <a:ext cx="184349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4" name="Connector 9"/>
          <p:cNvSpPr/>
          <p:nvPr/>
        </p:nvSpPr>
        <p:spPr>
          <a:xfrm flipH="1">
            <a:off x="848928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5" name="Connector 10"/>
          <p:cNvSpPr/>
          <p:nvPr/>
        </p:nvSpPr>
        <p:spPr>
          <a:xfrm>
            <a:off x="934513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6" name="Oval 11"/>
          <p:cNvSpPr/>
          <p:nvPr/>
        </p:nvSpPr>
        <p:spPr>
          <a:xfrm>
            <a:off x="1490472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997" name="Connector 12"/>
          <p:cNvSpPr/>
          <p:nvPr/>
        </p:nvSpPr>
        <p:spPr>
          <a:xfrm>
            <a:off x="1556308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8" name="Connector 13"/>
          <p:cNvSpPr/>
          <p:nvPr/>
        </p:nvSpPr>
        <p:spPr>
          <a:xfrm>
            <a:off x="1464136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9" name="Connector 14"/>
          <p:cNvSpPr/>
          <p:nvPr/>
        </p:nvSpPr>
        <p:spPr>
          <a:xfrm flipH="1">
            <a:off x="1470719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0" name="Connector 15"/>
          <p:cNvSpPr/>
          <p:nvPr/>
        </p:nvSpPr>
        <p:spPr>
          <a:xfrm>
            <a:off x="1556307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1" name="Oval 16"/>
          <p:cNvSpPr/>
          <p:nvPr/>
        </p:nvSpPr>
        <p:spPr>
          <a:xfrm>
            <a:off x="2112264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02" name="Connector 17"/>
          <p:cNvSpPr/>
          <p:nvPr/>
        </p:nvSpPr>
        <p:spPr>
          <a:xfrm>
            <a:off x="2178098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3" name="Connector 18"/>
          <p:cNvSpPr/>
          <p:nvPr/>
        </p:nvSpPr>
        <p:spPr>
          <a:xfrm>
            <a:off x="2085929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4" name="Connector 19"/>
          <p:cNvSpPr/>
          <p:nvPr/>
        </p:nvSpPr>
        <p:spPr>
          <a:xfrm flipH="1">
            <a:off x="2092512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5" name="Connector 20"/>
          <p:cNvSpPr/>
          <p:nvPr/>
        </p:nvSpPr>
        <p:spPr>
          <a:xfrm>
            <a:off x="2178099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6" name="Oval 21"/>
          <p:cNvSpPr/>
          <p:nvPr/>
        </p:nvSpPr>
        <p:spPr>
          <a:xfrm>
            <a:off x="2734055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07" name="Connector 22"/>
          <p:cNvSpPr/>
          <p:nvPr/>
        </p:nvSpPr>
        <p:spPr>
          <a:xfrm>
            <a:off x="2799892" y="209763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8" name="Connector 23"/>
          <p:cNvSpPr/>
          <p:nvPr/>
        </p:nvSpPr>
        <p:spPr>
          <a:xfrm>
            <a:off x="2707719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9" name="Connector 24"/>
          <p:cNvSpPr/>
          <p:nvPr/>
        </p:nvSpPr>
        <p:spPr>
          <a:xfrm flipH="1">
            <a:off x="2714304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0" name="Connector 25"/>
          <p:cNvSpPr/>
          <p:nvPr/>
        </p:nvSpPr>
        <p:spPr>
          <a:xfrm>
            <a:off x="2799892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1" name="Oval 26"/>
          <p:cNvSpPr/>
          <p:nvPr/>
        </p:nvSpPr>
        <p:spPr>
          <a:xfrm>
            <a:off x="3355847" y="1965960"/>
            <a:ext cx="131683" cy="13168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12" name="Connector 27"/>
          <p:cNvSpPr/>
          <p:nvPr/>
        </p:nvSpPr>
        <p:spPr>
          <a:xfrm>
            <a:off x="3421684" y="2097633"/>
            <a:ext cx="5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3" name="Connector 28"/>
          <p:cNvSpPr/>
          <p:nvPr/>
        </p:nvSpPr>
        <p:spPr>
          <a:xfrm>
            <a:off x="3329513" y="2189805"/>
            <a:ext cx="184348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4" name="Connector 29"/>
          <p:cNvSpPr/>
          <p:nvPr/>
        </p:nvSpPr>
        <p:spPr>
          <a:xfrm flipV="1">
            <a:off x="3474353" y="1998877"/>
            <a:ext cx="98760" cy="190932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5" name="Connector 30"/>
          <p:cNvSpPr/>
          <p:nvPr/>
        </p:nvSpPr>
        <p:spPr>
          <a:xfrm flipH="1">
            <a:off x="3336092" y="2314892"/>
            <a:ext cx="85593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6" name="Connector 31"/>
          <p:cNvSpPr/>
          <p:nvPr/>
        </p:nvSpPr>
        <p:spPr>
          <a:xfrm>
            <a:off x="3421684" y="2314892"/>
            <a:ext cx="85593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7" name="Connector 32"/>
          <p:cNvSpPr/>
          <p:nvPr/>
        </p:nvSpPr>
        <p:spPr>
          <a:xfrm>
            <a:off x="3647435" y="1993388"/>
            <a:ext cx="5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8" name="Connector 33"/>
          <p:cNvSpPr/>
          <p:nvPr/>
        </p:nvSpPr>
        <p:spPr>
          <a:xfrm>
            <a:off x="3711445" y="1993388"/>
            <a:ext cx="5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9" name="Connector 34"/>
          <p:cNvSpPr/>
          <p:nvPr/>
        </p:nvSpPr>
        <p:spPr>
          <a:xfrm>
            <a:off x="3775452" y="1993388"/>
            <a:ext cx="5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0" name="Connector 35"/>
          <p:cNvSpPr/>
          <p:nvPr/>
        </p:nvSpPr>
        <p:spPr>
          <a:xfrm>
            <a:off x="3839459" y="1993388"/>
            <a:ext cx="5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1" name="Oval 36"/>
          <p:cNvSpPr/>
          <p:nvPr/>
        </p:nvSpPr>
        <p:spPr>
          <a:xfrm>
            <a:off x="3977640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22" name="Connector 37"/>
          <p:cNvSpPr/>
          <p:nvPr/>
        </p:nvSpPr>
        <p:spPr>
          <a:xfrm>
            <a:off x="4043474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3" name="Connector 38"/>
          <p:cNvSpPr/>
          <p:nvPr/>
        </p:nvSpPr>
        <p:spPr>
          <a:xfrm>
            <a:off x="3951304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4" name="Connector 39"/>
          <p:cNvSpPr/>
          <p:nvPr/>
        </p:nvSpPr>
        <p:spPr>
          <a:xfrm flipH="1">
            <a:off x="3957885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5" name="Connector 40"/>
          <p:cNvSpPr/>
          <p:nvPr/>
        </p:nvSpPr>
        <p:spPr>
          <a:xfrm>
            <a:off x="4043474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6" name="Oval 41"/>
          <p:cNvSpPr/>
          <p:nvPr/>
        </p:nvSpPr>
        <p:spPr>
          <a:xfrm>
            <a:off x="4599432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27" name="Connector 42"/>
          <p:cNvSpPr/>
          <p:nvPr/>
        </p:nvSpPr>
        <p:spPr>
          <a:xfrm>
            <a:off x="4665267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8" name="Connector 43"/>
          <p:cNvSpPr/>
          <p:nvPr/>
        </p:nvSpPr>
        <p:spPr>
          <a:xfrm>
            <a:off x="4573096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9" name="Connector 44"/>
          <p:cNvSpPr/>
          <p:nvPr/>
        </p:nvSpPr>
        <p:spPr>
          <a:xfrm flipH="1">
            <a:off x="4579680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0" name="Connector 45"/>
          <p:cNvSpPr/>
          <p:nvPr/>
        </p:nvSpPr>
        <p:spPr>
          <a:xfrm>
            <a:off x="4665267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1" name="Oval 46"/>
          <p:cNvSpPr/>
          <p:nvPr/>
        </p:nvSpPr>
        <p:spPr>
          <a:xfrm>
            <a:off x="1033271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32" name="Connector 47"/>
          <p:cNvSpPr/>
          <p:nvPr/>
        </p:nvSpPr>
        <p:spPr>
          <a:xfrm>
            <a:off x="1099108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3" name="Connector 48"/>
          <p:cNvSpPr/>
          <p:nvPr/>
        </p:nvSpPr>
        <p:spPr>
          <a:xfrm>
            <a:off x="1006936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4" name="Connector 49"/>
          <p:cNvSpPr/>
          <p:nvPr/>
        </p:nvSpPr>
        <p:spPr>
          <a:xfrm flipH="1">
            <a:off x="1013519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5" name="Connector 50"/>
          <p:cNvSpPr/>
          <p:nvPr/>
        </p:nvSpPr>
        <p:spPr>
          <a:xfrm>
            <a:off x="1099107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6" name="Oval 51"/>
          <p:cNvSpPr/>
          <p:nvPr/>
        </p:nvSpPr>
        <p:spPr>
          <a:xfrm>
            <a:off x="1655060" y="2697477"/>
            <a:ext cx="131683" cy="13168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37" name="Connector 52"/>
          <p:cNvSpPr/>
          <p:nvPr/>
        </p:nvSpPr>
        <p:spPr>
          <a:xfrm>
            <a:off x="1720899" y="2829153"/>
            <a:ext cx="5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8" name="Connector 53"/>
          <p:cNvSpPr/>
          <p:nvPr/>
        </p:nvSpPr>
        <p:spPr>
          <a:xfrm>
            <a:off x="1628729" y="2921323"/>
            <a:ext cx="184348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9" name="Connector 54"/>
          <p:cNvSpPr/>
          <p:nvPr/>
        </p:nvSpPr>
        <p:spPr>
          <a:xfrm flipV="1">
            <a:off x="1773570" y="2730398"/>
            <a:ext cx="98760" cy="190932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0" name="Connector 55"/>
          <p:cNvSpPr/>
          <p:nvPr/>
        </p:nvSpPr>
        <p:spPr>
          <a:xfrm flipH="1">
            <a:off x="1635311" y="3046415"/>
            <a:ext cx="85593" cy="13826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1" name="Connector 56"/>
          <p:cNvSpPr/>
          <p:nvPr/>
        </p:nvSpPr>
        <p:spPr>
          <a:xfrm>
            <a:off x="1720899" y="3046415"/>
            <a:ext cx="85593" cy="13826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2" name="Connector 57"/>
          <p:cNvSpPr/>
          <p:nvPr/>
        </p:nvSpPr>
        <p:spPr>
          <a:xfrm>
            <a:off x="1946655" y="2724909"/>
            <a:ext cx="5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3" name="Connector 58"/>
          <p:cNvSpPr/>
          <p:nvPr/>
        </p:nvSpPr>
        <p:spPr>
          <a:xfrm>
            <a:off x="2010660" y="2724909"/>
            <a:ext cx="5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4" name="Connector 59"/>
          <p:cNvSpPr/>
          <p:nvPr/>
        </p:nvSpPr>
        <p:spPr>
          <a:xfrm>
            <a:off x="2074672" y="2724909"/>
            <a:ext cx="5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5" name="Connector 60"/>
          <p:cNvSpPr/>
          <p:nvPr/>
        </p:nvSpPr>
        <p:spPr>
          <a:xfrm>
            <a:off x="2138677" y="2724909"/>
            <a:ext cx="5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6" name="Oval 61"/>
          <p:cNvSpPr/>
          <p:nvPr/>
        </p:nvSpPr>
        <p:spPr>
          <a:xfrm>
            <a:off x="2276855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47" name="Connector 62"/>
          <p:cNvSpPr/>
          <p:nvPr/>
        </p:nvSpPr>
        <p:spPr>
          <a:xfrm>
            <a:off x="2342692" y="282915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8" name="Connector 63"/>
          <p:cNvSpPr/>
          <p:nvPr/>
        </p:nvSpPr>
        <p:spPr>
          <a:xfrm>
            <a:off x="2250519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9" name="Connector 64"/>
          <p:cNvSpPr/>
          <p:nvPr/>
        </p:nvSpPr>
        <p:spPr>
          <a:xfrm flipH="1">
            <a:off x="2257104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0" name="Connector 65"/>
          <p:cNvSpPr/>
          <p:nvPr/>
        </p:nvSpPr>
        <p:spPr>
          <a:xfrm>
            <a:off x="2342692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1" name="Oval 66"/>
          <p:cNvSpPr/>
          <p:nvPr/>
        </p:nvSpPr>
        <p:spPr>
          <a:xfrm>
            <a:off x="2898648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52" name="Connector 67"/>
          <p:cNvSpPr/>
          <p:nvPr/>
        </p:nvSpPr>
        <p:spPr>
          <a:xfrm>
            <a:off x="2964482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3" name="Connector 68"/>
          <p:cNvSpPr/>
          <p:nvPr/>
        </p:nvSpPr>
        <p:spPr>
          <a:xfrm>
            <a:off x="2872313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4" name="Connector 69"/>
          <p:cNvSpPr/>
          <p:nvPr/>
        </p:nvSpPr>
        <p:spPr>
          <a:xfrm flipH="1">
            <a:off x="2878895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5" name="Connector 70"/>
          <p:cNvSpPr/>
          <p:nvPr/>
        </p:nvSpPr>
        <p:spPr>
          <a:xfrm>
            <a:off x="2964483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6" name="Oval 71"/>
          <p:cNvSpPr/>
          <p:nvPr/>
        </p:nvSpPr>
        <p:spPr>
          <a:xfrm>
            <a:off x="3520440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57" name="Connector 72"/>
          <p:cNvSpPr/>
          <p:nvPr/>
        </p:nvSpPr>
        <p:spPr>
          <a:xfrm>
            <a:off x="3586274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8" name="Connector 73"/>
          <p:cNvSpPr/>
          <p:nvPr/>
        </p:nvSpPr>
        <p:spPr>
          <a:xfrm>
            <a:off x="3494104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9" name="Connector 74"/>
          <p:cNvSpPr/>
          <p:nvPr/>
        </p:nvSpPr>
        <p:spPr>
          <a:xfrm flipH="1">
            <a:off x="3500685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0" name="Connector 75"/>
          <p:cNvSpPr/>
          <p:nvPr/>
        </p:nvSpPr>
        <p:spPr>
          <a:xfrm>
            <a:off x="3586274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1" name="Oval 76"/>
          <p:cNvSpPr/>
          <p:nvPr/>
        </p:nvSpPr>
        <p:spPr>
          <a:xfrm>
            <a:off x="4142232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62" name="Connector 77"/>
          <p:cNvSpPr/>
          <p:nvPr/>
        </p:nvSpPr>
        <p:spPr>
          <a:xfrm>
            <a:off x="4208067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3" name="Connector 78"/>
          <p:cNvSpPr/>
          <p:nvPr/>
        </p:nvSpPr>
        <p:spPr>
          <a:xfrm>
            <a:off x="4115896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4" name="Connector 79"/>
          <p:cNvSpPr/>
          <p:nvPr/>
        </p:nvSpPr>
        <p:spPr>
          <a:xfrm flipH="1">
            <a:off x="4122480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5" name="Connector 80"/>
          <p:cNvSpPr/>
          <p:nvPr/>
        </p:nvSpPr>
        <p:spPr>
          <a:xfrm>
            <a:off x="4208067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6" name="Oval 81"/>
          <p:cNvSpPr/>
          <p:nvPr/>
        </p:nvSpPr>
        <p:spPr>
          <a:xfrm>
            <a:off x="4764023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67" name="Connector 82"/>
          <p:cNvSpPr/>
          <p:nvPr/>
        </p:nvSpPr>
        <p:spPr>
          <a:xfrm>
            <a:off x="4829859" y="282915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8" name="Connector 83"/>
          <p:cNvSpPr/>
          <p:nvPr/>
        </p:nvSpPr>
        <p:spPr>
          <a:xfrm>
            <a:off x="4737689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9" name="Connector 84"/>
          <p:cNvSpPr/>
          <p:nvPr/>
        </p:nvSpPr>
        <p:spPr>
          <a:xfrm flipH="1">
            <a:off x="4744270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0" name="Connector 85"/>
          <p:cNvSpPr/>
          <p:nvPr/>
        </p:nvSpPr>
        <p:spPr>
          <a:xfrm>
            <a:off x="4829857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1" name="Oval 86"/>
          <p:cNvSpPr/>
          <p:nvPr/>
        </p:nvSpPr>
        <p:spPr>
          <a:xfrm>
            <a:off x="868680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72" name="Connector 87"/>
          <p:cNvSpPr/>
          <p:nvPr/>
        </p:nvSpPr>
        <p:spPr>
          <a:xfrm>
            <a:off x="934516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3" name="Connector 88"/>
          <p:cNvSpPr/>
          <p:nvPr/>
        </p:nvSpPr>
        <p:spPr>
          <a:xfrm>
            <a:off x="842344" y="3652844"/>
            <a:ext cx="184349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4" name="Connector 89"/>
          <p:cNvSpPr/>
          <p:nvPr/>
        </p:nvSpPr>
        <p:spPr>
          <a:xfrm flipH="1">
            <a:off x="848928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5" name="Connector 90"/>
          <p:cNvSpPr/>
          <p:nvPr/>
        </p:nvSpPr>
        <p:spPr>
          <a:xfrm>
            <a:off x="934513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6" name="Oval 91"/>
          <p:cNvSpPr/>
          <p:nvPr/>
        </p:nvSpPr>
        <p:spPr>
          <a:xfrm>
            <a:off x="1490472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77" name="Connector 92"/>
          <p:cNvSpPr/>
          <p:nvPr/>
        </p:nvSpPr>
        <p:spPr>
          <a:xfrm>
            <a:off x="1556308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8" name="Connector 93"/>
          <p:cNvSpPr/>
          <p:nvPr/>
        </p:nvSpPr>
        <p:spPr>
          <a:xfrm>
            <a:off x="1464136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9" name="Connector 94"/>
          <p:cNvSpPr/>
          <p:nvPr/>
        </p:nvSpPr>
        <p:spPr>
          <a:xfrm flipH="1">
            <a:off x="1470719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0" name="Connector 95"/>
          <p:cNvSpPr/>
          <p:nvPr/>
        </p:nvSpPr>
        <p:spPr>
          <a:xfrm>
            <a:off x="1556307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1" name="Oval 96"/>
          <p:cNvSpPr/>
          <p:nvPr/>
        </p:nvSpPr>
        <p:spPr>
          <a:xfrm>
            <a:off x="2112264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82" name="Connector 97"/>
          <p:cNvSpPr/>
          <p:nvPr/>
        </p:nvSpPr>
        <p:spPr>
          <a:xfrm>
            <a:off x="2178098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3" name="Connector 98"/>
          <p:cNvSpPr/>
          <p:nvPr/>
        </p:nvSpPr>
        <p:spPr>
          <a:xfrm>
            <a:off x="2085929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4" name="Connector 99"/>
          <p:cNvSpPr/>
          <p:nvPr/>
        </p:nvSpPr>
        <p:spPr>
          <a:xfrm flipH="1">
            <a:off x="2092512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5" name="Connector 100"/>
          <p:cNvSpPr/>
          <p:nvPr/>
        </p:nvSpPr>
        <p:spPr>
          <a:xfrm>
            <a:off x="2178099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6" name="Oval 101"/>
          <p:cNvSpPr/>
          <p:nvPr/>
        </p:nvSpPr>
        <p:spPr>
          <a:xfrm>
            <a:off x="2734055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87" name="Connector 102"/>
          <p:cNvSpPr/>
          <p:nvPr/>
        </p:nvSpPr>
        <p:spPr>
          <a:xfrm>
            <a:off x="2799892" y="3560669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8" name="Connector 103"/>
          <p:cNvSpPr/>
          <p:nvPr/>
        </p:nvSpPr>
        <p:spPr>
          <a:xfrm>
            <a:off x="2707719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9" name="Connector 104"/>
          <p:cNvSpPr/>
          <p:nvPr/>
        </p:nvSpPr>
        <p:spPr>
          <a:xfrm flipH="1">
            <a:off x="2714304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0" name="Connector 105"/>
          <p:cNvSpPr/>
          <p:nvPr/>
        </p:nvSpPr>
        <p:spPr>
          <a:xfrm>
            <a:off x="2799892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1" name="Oval 106"/>
          <p:cNvSpPr/>
          <p:nvPr/>
        </p:nvSpPr>
        <p:spPr>
          <a:xfrm>
            <a:off x="3355847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92" name="Connector 107"/>
          <p:cNvSpPr/>
          <p:nvPr/>
        </p:nvSpPr>
        <p:spPr>
          <a:xfrm>
            <a:off x="3421684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3" name="Connector 108"/>
          <p:cNvSpPr/>
          <p:nvPr/>
        </p:nvSpPr>
        <p:spPr>
          <a:xfrm>
            <a:off x="3329513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4" name="Connector 109"/>
          <p:cNvSpPr/>
          <p:nvPr/>
        </p:nvSpPr>
        <p:spPr>
          <a:xfrm flipH="1">
            <a:off x="3336092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5" name="Connector 110"/>
          <p:cNvSpPr/>
          <p:nvPr/>
        </p:nvSpPr>
        <p:spPr>
          <a:xfrm>
            <a:off x="3421684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6" name="Oval 111"/>
          <p:cNvSpPr/>
          <p:nvPr/>
        </p:nvSpPr>
        <p:spPr>
          <a:xfrm>
            <a:off x="3977640" y="3428998"/>
            <a:ext cx="131683" cy="13168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097" name="Connector 112"/>
          <p:cNvSpPr/>
          <p:nvPr/>
        </p:nvSpPr>
        <p:spPr>
          <a:xfrm>
            <a:off x="4043474" y="3560669"/>
            <a:ext cx="5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8" name="Connector 113"/>
          <p:cNvSpPr/>
          <p:nvPr/>
        </p:nvSpPr>
        <p:spPr>
          <a:xfrm>
            <a:off x="3951304" y="3652844"/>
            <a:ext cx="184348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9" name="Connector 114"/>
          <p:cNvSpPr/>
          <p:nvPr/>
        </p:nvSpPr>
        <p:spPr>
          <a:xfrm flipV="1">
            <a:off x="4096146" y="3461915"/>
            <a:ext cx="98760" cy="190932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0" name="Connector 115"/>
          <p:cNvSpPr/>
          <p:nvPr/>
        </p:nvSpPr>
        <p:spPr>
          <a:xfrm flipH="1">
            <a:off x="3957885" y="3777934"/>
            <a:ext cx="85593" cy="13826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1" name="Connector 116"/>
          <p:cNvSpPr/>
          <p:nvPr/>
        </p:nvSpPr>
        <p:spPr>
          <a:xfrm>
            <a:off x="4043474" y="3777934"/>
            <a:ext cx="85593" cy="13826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2" name="Connector 117"/>
          <p:cNvSpPr/>
          <p:nvPr/>
        </p:nvSpPr>
        <p:spPr>
          <a:xfrm>
            <a:off x="4269232" y="3456432"/>
            <a:ext cx="5" cy="100589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3" name="Connector 118"/>
          <p:cNvSpPr/>
          <p:nvPr/>
        </p:nvSpPr>
        <p:spPr>
          <a:xfrm>
            <a:off x="4333240" y="3456432"/>
            <a:ext cx="5" cy="100589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4" name="Connector 119"/>
          <p:cNvSpPr/>
          <p:nvPr/>
        </p:nvSpPr>
        <p:spPr>
          <a:xfrm>
            <a:off x="4397247" y="3456432"/>
            <a:ext cx="5" cy="100589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5" name="Connector 120"/>
          <p:cNvSpPr/>
          <p:nvPr/>
        </p:nvSpPr>
        <p:spPr>
          <a:xfrm>
            <a:off x="4461254" y="3456432"/>
            <a:ext cx="5" cy="100589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6" name="Oval 121"/>
          <p:cNvSpPr/>
          <p:nvPr/>
        </p:nvSpPr>
        <p:spPr>
          <a:xfrm>
            <a:off x="4599432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07" name="Connector 122"/>
          <p:cNvSpPr/>
          <p:nvPr/>
        </p:nvSpPr>
        <p:spPr>
          <a:xfrm>
            <a:off x="4665267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8" name="Connector 123"/>
          <p:cNvSpPr/>
          <p:nvPr/>
        </p:nvSpPr>
        <p:spPr>
          <a:xfrm>
            <a:off x="4573096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9" name="Connector 124"/>
          <p:cNvSpPr/>
          <p:nvPr/>
        </p:nvSpPr>
        <p:spPr>
          <a:xfrm flipH="1">
            <a:off x="4579680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0" name="Connector 125"/>
          <p:cNvSpPr/>
          <p:nvPr/>
        </p:nvSpPr>
        <p:spPr>
          <a:xfrm>
            <a:off x="4665267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1" name="Oval 126"/>
          <p:cNvSpPr/>
          <p:nvPr/>
        </p:nvSpPr>
        <p:spPr>
          <a:xfrm>
            <a:off x="1033271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12" name="Connector 127"/>
          <p:cNvSpPr/>
          <p:nvPr/>
        </p:nvSpPr>
        <p:spPr>
          <a:xfrm>
            <a:off x="1099108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3" name="Connector 128"/>
          <p:cNvSpPr/>
          <p:nvPr/>
        </p:nvSpPr>
        <p:spPr>
          <a:xfrm>
            <a:off x="1006936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4" name="Connector 129"/>
          <p:cNvSpPr/>
          <p:nvPr/>
        </p:nvSpPr>
        <p:spPr>
          <a:xfrm flipH="1">
            <a:off x="1013519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5" name="Connector 130"/>
          <p:cNvSpPr/>
          <p:nvPr/>
        </p:nvSpPr>
        <p:spPr>
          <a:xfrm>
            <a:off x="1099107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6" name="Oval 131"/>
          <p:cNvSpPr/>
          <p:nvPr/>
        </p:nvSpPr>
        <p:spPr>
          <a:xfrm>
            <a:off x="1655060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17" name="Connector 132"/>
          <p:cNvSpPr/>
          <p:nvPr/>
        </p:nvSpPr>
        <p:spPr>
          <a:xfrm>
            <a:off x="1720899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8" name="Connector 133"/>
          <p:cNvSpPr/>
          <p:nvPr/>
        </p:nvSpPr>
        <p:spPr>
          <a:xfrm>
            <a:off x="1628729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9" name="Connector 134"/>
          <p:cNvSpPr/>
          <p:nvPr/>
        </p:nvSpPr>
        <p:spPr>
          <a:xfrm flipH="1">
            <a:off x="1635311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0" name="Connector 135"/>
          <p:cNvSpPr/>
          <p:nvPr/>
        </p:nvSpPr>
        <p:spPr>
          <a:xfrm>
            <a:off x="1720899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1" name="Oval 136"/>
          <p:cNvSpPr/>
          <p:nvPr/>
        </p:nvSpPr>
        <p:spPr>
          <a:xfrm>
            <a:off x="2276855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22" name="Connector 137"/>
          <p:cNvSpPr/>
          <p:nvPr/>
        </p:nvSpPr>
        <p:spPr>
          <a:xfrm>
            <a:off x="2342692" y="4292191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3" name="Connector 138"/>
          <p:cNvSpPr/>
          <p:nvPr/>
        </p:nvSpPr>
        <p:spPr>
          <a:xfrm>
            <a:off x="2250519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4" name="Connector 139"/>
          <p:cNvSpPr/>
          <p:nvPr/>
        </p:nvSpPr>
        <p:spPr>
          <a:xfrm flipH="1">
            <a:off x="2257104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5" name="Connector 140"/>
          <p:cNvSpPr/>
          <p:nvPr/>
        </p:nvSpPr>
        <p:spPr>
          <a:xfrm>
            <a:off x="2342692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6" name="Oval 141"/>
          <p:cNvSpPr/>
          <p:nvPr/>
        </p:nvSpPr>
        <p:spPr>
          <a:xfrm>
            <a:off x="2898648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27" name="Connector 142"/>
          <p:cNvSpPr/>
          <p:nvPr/>
        </p:nvSpPr>
        <p:spPr>
          <a:xfrm>
            <a:off x="2964482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8" name="Connector 143"/>
          <p:cNvSpPr/>
          <p:nvPr/>
        </p:nvSpPr>
        <p:spPr>
          <a:xfrm>
            <a:off x="2872313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9" name="Connector 144"/>
          <p:cNvSpPr/>
          <p:nvPr/>
        </p:nvSpPr>
        <p:spPr>
          <a:xfrm flipH="1">
            <a:off x="2878895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0" name="Connector 145"/>
          <p:cNvSpPr/>
          <p:nvPr/>
        </p:nvSpPr>
        <p:spPr>
          <a:xfrm>
            <a:off x="2964483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1" name="Oval 146"/>
          <p:cNvSpPr/>
          <p:nvPr/>
        </p:nvSpPr>
        <p:spPr>
          <a:xfrm>
            <a:off x="3520440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32" name="Connector 147"/>
          <p:cNvSpPr/>
          <p:nvPr/>
        </p:nvSpPr>
        <p:spPr>
          <a:xfrm>
            <a:off x="3586274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3" name="Connector 148"/>
          <p:cNvSpPr/>
          <p:nvPr/>
        </p:nvSpPr>
        <p:spPr>
          <a:xfrm>
            <a:off x="3494104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4" name="Connector 149"/>
          <p:cNvSpPr/>
          <p:nvPr/>
        </p:nvSpPr>
        <p:spPr>
          <a:xfrm flipH="1">
            <a:off x="3500685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5" name="Connector 150"/>
          <p:cNvSpPr/>
          <p:nvPr/>
        </p:nvSpPr>
        <p:spPr>
          <a:xfrm>
            <a:off x="3586274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6" name="Oval 151"/>
          <p:cNvSpPr/>
          <p:nvPr/>
        </p:nvSpPr>
        <p:spPr>
          <a:xfrm>
            <a:off x="4142232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37" name="Connector 152"/>
          <p:cNvSpPr/>
          <p:nvPr/>
        </p:nvSpPr>
        <p:spPr>
          <a:xfrm>
            <a:off x="4208067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8" name="Connector 153"/>
          <p:cNvSpPr/>
          <p:nvPr/>
        </p:nvSpPr>
        <p:spPr>
          <a:xfrm>
            <a:off x="4115896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9" name="Connector 154"/>
          <p:cNvSpPr/>
          <p:nvPr/>
        </p:nvSpPr>
        <p:spPr>
          <a:xfrm flipH="1">
            <a:off x="4122480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0" name="Connector 155"/>
          <p:cNvSpPr/>
          <p:nvPr/>
        </p:nvSpPr>
        <p:spPr>
          <a:xfrm>
            <a:off x="4208067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1" name="Oval 156"/>
          <p:cNvSpPr/>
          <p:nvPr/>
        </p:nvSpPr>
        <p:spPr>
          <a:xfrm>
            <a:off x="4764023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42" name="Connector 157"/>
          <p:cNvSpPr/>
          <p:nvPr/>
        </p:nvSpPr>
        <p:spPr>
          <a:xfrm>
            <a:off x="4829859" y="4292191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3" name="Connector 158"/>
          <p:cNvSpPr/>
          <p:nvPr/>
        </p:nvSpPr>
        <p:spPr>
          <a:xfrm>
            <a:off x="4737689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4" name="Connector 159"/>
          <p:cNvSpPr/>
          <p:nvPr/>
        </p:nvSpPr>
        <p:spPr>
          <a:xfrm flipH="1">
            <a:off x="4744270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5" name="Connector 160"/>
          <p:cNvSpPr/>
          <p:nvPr/>
        </p:nvSpPr>
        <p:spPr>
          <a:xfrm>
            <a:off x="4829857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6" name="Connector 184"/>
          <p:cNvSpPr/>
          <p:nvPr/>
        </p:nvSpPr>
        <p:spPr>
          <a:xfrm>
            <a:off x="749805" y="5257800"/>
            <a:ext cx="10680199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7" name="TextBox 185"/>
          <p:cNvSpPr txBox="1"/>
          <p:nvPr/>
        </p:nvSpPr>
        <p:spPr>
          <a:xfrm>
            <a:off x="841245" y="5577840"/>
            <a:ext cx="438912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1148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1149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  <p:sp>
        <p:nvSpPr>
          <p:cNvPr id="1150" name="TextBox 1"/>
          <p:cNvSpPr txBox="1"/>
          <p:nvPr/>
        </p:nvSpPr>
        <p:spPr>
          <a:xfrm>
            <a:off x="603504" y="420623"/>
            <a:ext cx="2149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1153" name="TextBox 4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154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1155" name="Oval 6"/>
          <p:cNvSpPr/>
          <p:nvPr/>
        </p:nvSpPr>
        <p:spPr>
          <a:xfrm>
            <a:off x="868680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56" name="Connector 7"/>
          <p:cNvSpPr/>
          <p:nvPr/>
        </p:nvSpPr>
        <p:spPr>
          <a:xfrm>
            <a:off x="934516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7" name="Connector 8"/>
          <p:cNvSpPr/>
          <p:nvPr/>
        </p:nvSpPr>
        <p:spPr>
          <a:xfrm>
            <a:off x="842344" y="2189805"/>
            <a:ext cx="184349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8" name="Connector 9"/>
          <p:cNvSpPr/>
          <p:nvPr/>
        </p:nvSpPr>
        <p:spPr>
          <a:xfrm flipH="1">
            <a:off x="848928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9" name="Connector 10"/>
          <p:cNvSpPr/>
          <p:nvPr/>
        </p:nvSpPr>
        <p:spPr>
          <a:xfrm>
            <a:off x="934513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0" name="Oval 11"/>
          <p:cNvSpPr/>
          <p:nvPr/>
        </p:nvSpPr>
        <p:spPr>
          <a:xfrm>
            <a:off x="1490472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61" name="Connector 12"/>
          <p:cNvSpPr/>
          <p:nvPr/>
        </p:nvSpPr>
        <p:spPr>
          <a:xfrm>
            <a:off x="1556308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2" name="Connector 13"/>
          <p:cNvSpPr/>
          <p:nvPr/>
        </p:nvSpPr>
        <p:spPr>
          <a:xfrm>
            <a:off x="1464136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3" name="Connector 14"/>
          <p:cNvSpPr/>
          <p:nvPr/>
        </p:nvSpPr>
        <p:spPr>
          <a:xfrm flipH="1">
            <a:off x="1470719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4" name="Connector 15"/>
          <p:cNvSpPr/>
          <p:nvPr/>
        </p:nvSpPr>
        <p:spPr>
          <a:xfrm>
            <a:off x="1556307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5" name="Oval 16"/>
          <p:cNvSpPr/>
          <p:nvPr/>
        </p:nvSpPr>
        <p:spPr>
          <a:xfrm>
            <a:off x="2112264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66" name="Connector 17"/>
          <p:cNvSpPr/>
          <p:nvPr/>
        </p:nvSpPr>
        <p:spPr>
          <a:xfrm>
            <a:off x="2178098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7" name="Connector 18"/>
          <p:cNvSpPr/>
          <p:nvPr/>
        </p:nvSpPr>
        <p:spPr>
          <a:xfrm>
            <a:off x="2085929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8" name="Connector 19"/>
          <p:cNvSpPr/>
          <p:nvPr/>
        </p:nvSpPr>
        <p:spPr>
          <a:xfrm flipH="1">
            <a:off x="2092512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9" name="Connector 20"/>
          <p:cNvSpPr/>
          <p:nvPr/>
        </p:nvSpPr>
        <p:spPr>
          <a:xfrm>
            <a:off x="2178099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0" name="Oval 21"/>
          <p:cNvSpPr/>
          <p:nvPr/>
        </p:nvSpPr>
        <p:spPr>
          <a:xfrm>
            <a:off x="2734055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71" name="Connector 22"/>
          <p:cNvSpPr/>
          <p:nvPr/>
        </p:nvSpPr>
        <p:spPr>
          <a:xfrm>
            <a:off x="2799892" y="209763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2" name="Connector 23"/>
          <p:cNvSpPr/>
          <p:nvPr/>
        </p:nvSpPr>
        <p:spPr>
          <a:xfrm>
            <a:off x="2707719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3" name="Connector 24"/>
          <p:cNvSpPr/>
          <p:nvPr/>
        </p:nvSpPr>
        <p:spPr>
          <a:xfrm flipH="1">
            <a:off x="2714304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4" name="Connector 25"/>
          <p:cNvSpPr/>
          <p:nvPr/>
        </p:nvSpPr>
        <p:spPr>
          <a:xfrm>
            <a:off x="2799892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5" name="Oval 26"/>
          <p:cNvSpPr/>
          <p:nvPr/>
        </p:nvSpPr>
        <p:spPr>
          <a:xfrm>
            <a:off x="3355847" y="1965960"/>
            <a:ext cx="131683" cy="13168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76" name="Connector 27"/>
          <p:cNvSpPr/>
          <p:nvPr/>
        </p:nvSpPr>
        <p:spPr>
          <a:xfrm>
            <a:off x="3421684" y="2097633"/>
            <a:ext cx="5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7" name="Connector 28"/>
          <p:cNvSpPr/>
          <p:nvPr/>
        </p:nvSpPr>
        <p:spPr>
          <a:xfrm>
            <a:off x="3329513" y="2189805"/>
            <a:ext cx="184348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8" name="Connector 29"/>
          <p:cNvSpPr/>
          <p:nvPr/>
        </p:nvSpPr>
        <p:spPr>
          <a:xfrm flipV="1">
            <a:off x="3474353" y="1998877"/>
            <a:ext cx="98760" cy="190932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9" name="Connector 30"/>
          <p:cNvSpPr/>
          <p:nvPr/>
        </p:nvSpPr>
        <p:spPr>
          <a:xfrm flipH="1">
            <a:off x="3336092" y="2314892"/>
            <a:ext cx="85593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0" name="Connector 31"/>
          <p:cNvSpPr/>
          <p:nvPr/>
        </p:nvSpPr>
        <p:spPr>
          <a:xfrm>
            <a:off x="3421684" y="2314892"/>
            <a:ext cx="85593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1" name="Connector 32"/>
          <p:cNvSpPr/>
          <p:nvPr/>
        </p:nvSpPr>
        <p:spPr>
          <a:xfrm>
            <a:off x="3647435" y="1993388"/>
            <a:ext cx="5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2" name="Connector 33"/>
          <p:cNvSpPr/>
          <p:nvPr/>
        </p:nvSpPr>
        <p:spPr>
          <a:xfrm>
            <a:off x="3711445" y="1993388"/>
            <a:ext cx="5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3" name="Connector 34"/>
          <p:cNvSpPr/>
          <p:nvPr/>
        </p:nvSpPr>
        <p:spPr>
          <a:xfrm>
            <a:off x="3775452" y="1993388"/>
            <a:ext cx="5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4" name="Connector 35"/>
          <p:cNvSpPr/>
          <p:nvPr/>
        </p:nvSpPr>
        <p:spPr>
          <a:xfrm>
            <a:off x="3839459" y="1993388"/>
            <a:ext cx="5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5" name="Oval 36"/>
          <p:cNvSpPr/>
          <p:nvPr/>
        </p:nvSpPr>
        <p:spPr>
          <a:xfrm>
            <a:off x="3977640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86" name="Connector 37"/>
          <p:cNvSpPr/>
          <p:nvPr/>
        </p:nvSpPr>
        <p:spPr>
          <a:xfrm>
            <a:off x="4043474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7" name="Connector 38"/>
          <p:cNvSpPr/>
          <p:nvPr/>
        </p:nvSpPr>
        <p:spPr>
          <a:xfrm>
            <a:off x="3951304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8" name="Connector 39"/>
          <p:cNvSpPr/>
          <p:nvPr/>
        </p:nvSpPr>
        <p:spPr>
          <a:xfrm flipH="1">
            <a:off x="3957885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9" name="Connector 40"/>
          <p:cNvSpPr/>
          <p:nvPr/>
        </p:nvSpPr>
        <p:spPr>
          <a:xfrm>
            <a:off x="4043474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0" name="Oval 41"/>
          <p:cNvSpPr/>
          <p:nvPr/>
        </p:nvSpPr>
        <p:spPr>
          <a:xfrm>
            <a:off x="4599432" y="196596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91" name="Connector 42"/>
          <p:cNvSpPr/>
          <p:nvPr/>
        </p:nvSpPr>
        <p:spPr>
          <a:xfrm>
            <a:off x="4665267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2" name="Connector 43"/>
          <p:cNvSpPr/>
          <p:nvPr/>
        </p:nvSpPr>
        <p:spPr>
          <a:xfrm>
            <a:off x="4573096" y="2189805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3" name="Connector 44"/>
          <p:cNvSpPr/>
          <p:nvPr/>
        </p:nvSpPr>
        <p:spPr>
          <a:xfrm flipH="1">
            <a:off x="4579680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4" name="Connector 45"/>
          <p:cNvSpPr/>
          <p:nvPr/>
        </p:nvSpPr>
        <p:spPr>
          <a:xfrm>
            <a:off x="4665267" y="2314892"/>
            <a:ext cx="85593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5" name="Oval 46"/>
          <p:cNvSpPr/>
          <p:nvPr/>
        </p:nvSpPr>
        <p:spPr>
          <a:xfrm>
            <a:off x="1033271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196" name="Connector 47"/>
          <p:cNvSpPr/>
          <p:nvPr/>
        </p:nvSpPr>
        <p:spPr>
          <a:xfrm>
            <a:off x="1099108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7" name="Connector 48"/>
          <p:cNvSpPr/>
          <p:nvPr/>
        </p:nvSpPr>
        <p:spPr>
          <a:xfrm>
            <a:off x="1006936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8" name="Connector 49"/>
          <p:cNvSpPr/>
          <p:nvPr/>
        </p:nvSpPr>
        <p:spPr>
          <a:xfrm flipH="1">
            <a:off x="1013519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9" name="Connector 50"/>
          <p:cNvSpPr/>
          <p:nvPr/>
        </p:nvSpPr>
        <p:spPr>
          <a:xfrm>
            <a:off x="1099107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0" name="Oval 51"/>
          <p:cNvSpPr/>
          <p:nvPr/>
        </p:nvSpPr>
        <p:spPr>
          <a:xfrm>
            <a:off x="1655060" y="2697477"/>
            <a:ext cx="131683" cy="13168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01" name="Connector 52"/>
          <p:cNvSpPr/>
          <p:nvPr/>
        </p:nvSpPr>
        <p:spPr>
          <a:xfrm>
            <a:off x="1720899" y="2829153"/>
            <a:ext cx="5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2" name="Connector 53"/>
          <p:cNvSpPr/>
          <p:nvPr/>
        </p:nvSpPr>
        <p:spPr>
          <a:xfrm>
            <a:off x="1628729" y="2921323"/>
            <a:ext cx="184348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3" name="Connector 54"/>
          <p:cNvSpPr/>
          <p:nvPr/>
        </p:nvSpPr>
        <p:spPr>
          <a:xfrm flipV="1">
            <a:off x="1773570" y="2730398"/>
            <a:ext cx="98760" cy="190932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4" name="Connector 55"/>
          <p:cNvSpPr/>
          <p:nvPr/>
        </p:nvSpPr>
        <p:spPr>
          <a:xfrm flipH="1">
            <a:off x="1635311" y="3046415"/>
            <a:ext cx="85593" cy="13826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5" name="Connector 56"/>
          <p:cNvSpPr/>
          <p:nvPr/>
        </p:nvSpPr>
        <p:spPr>
          <a:xfrm>
            <a:off x="1720899" y="3046415"/>
            <a:ext cx="85593" cy="13826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6" name="Connector 57"/>
          <p:cNvSpPr/>
          <p:nvPr/>
        </p:nvSpPr>
        <p:spPr>
          <a:xfrm>
            <a:off x="1946655" y="2724909"/>
            <a:ext cx="5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7" name="Connector 58"/>
          <p:cNvSpPr/>
          <p:nvPr/>
        </p:nvSpPr>
        <p:spPr>
          <a:xfrm>
            <a:off x="2010660" y="2724909"/>
            <a:ext cx="5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8" name="Connector 59"/>
          <p:cNvSpPr/>
          <p:nvPr/>
        </p:nvSpPr>
        <p:spPr>
          <a:xfrm>
            <a:off x="2074672" y="2724909"/>
            <a:ext cx="5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9" name="Connector 60"/>
          <p:cNvSpPr/>
          <p:nvPr/>
        </p:nvSpPr>
        <p:spPr>
          <a:xfrm>
            <a:off x="2138677" y="2724909"/>
            <a:ext cx="5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0" name="Oval 61"/>
          <p:cNvSpPr/>
          <p:nvPr/>
        </p:nvSpPr>
        <p:spPr>
          <a:xfrm>
            <a:off x="2276855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11" name="Connector 62"/>
          <p:cNvSpPr/>
          <p:nvPr/>
        </p:nvSpPr>
        <p:spPr>
          <a:xfrm>
            <a:off x="2342692" y="282915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2" name="Connector 63"/>
          <p:cNvSpPr/>
          <p:nvPr/>
        </p:nvSpPr>
        <p:spPr>
          <a:xfrm>
            <a:off x="2250519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3" name="Connector 64"/>
          <p:cNvSpPr/>
          <p:nvPr/>
        </p:nvSpPr>
        <p:spPr>
          <a:xfrm flipH="1">
            <a:off x="2257104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4" name="Connector 65"/>
          <p:cNvSpPr/>
          <p:nvPr/>
        </p:nvSpPr>
        <p:spPr>
          <a:xfrm>
            <a:off x="2342692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5" name="Oval 66"/>
          <p:cNvSpPr/>
          <p:nvPr/>
        </p:nvSpPr>
        <p:spPr>
          <a:xfrm>
            <a:off x="2898648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16" name="Connector 67"/>
          <p:cNvSpPr/>
          <p:nvPr/>
        </p:nvSpPr>
        <p:spPr>
          <a:xfrm>
            <a:off x="2964482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7" name="Connector 68"/>
          <p:cNvSpPr/>
          <p:nvPr/>
        </p:nvSpPr>
        <p:spPr>
          <a:xfrm>
            <a:off x="2872313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8" name="Connector 69"/>
          <p:cNvSpPr/>
          <p:nvPr/>
        </p:nvSpPr>
        <p:spPr>
          <a:xfrm flipH="1">
            <a:off x="2878895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9" name="Connector 70"/>
          <p:cNvSpPr/>
          <p:nvPr/>
        </p:nvSpPr>
        <p:spPr>
          <a:xfrm>
            <a:off x="2964483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0" name="Oval 71"/>
          <p:cNvSpPr/>
          <p:nvPr/>
        </p:nvSpPr>
        <p:spPr>
          <a:xfrm>
            <a:off x="3520440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21" name="Connector 72"/>
          <p:cNvSpPr/>
          <p:nvPr/>
        </p:nvSpPr>
        <p:spPr>
          <a:xfrm>
            <a:off x="3586274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2" name="Connector 73"/>
          <p:cNvSpPr/>
          <p:nvPr/>
        </p:nvSpPr>
        <p:spPr>
          <a:xfrm>
            <a:off x="3494104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3" name="Connector 74"/>
          <p:cNvSpPr/>
          <p:nvPr/>
        </p:nvSpPr>
        <p:spPr>
          <a:xfrm flipH="1">
            <a:off x="3500685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4" name="Connector 75"/>
          <p:cNvSpPr/>
          <p:nvPr/>
        </p:nvSpPr>
        <p:spPr>
          <a:xfrm>
            <a:off x="3586274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5" name="Oval 76"/>
          <p:cNvSpPr/>
          <p:nvPr/>
        </p:nvSpPr>
        <p:spPr>
          <a:xfrm>
            <a:off x="4142232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26" name="Connector 77"/>
          <p:cNvSpPr/>
          <p:nvPr/>
        </p:nvSpPr>
        <p:spPr>
          <a:xfrm>
            <a:off x="4208067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7" name="Connector 78"/>
          <p:cNvSpPr/>
          <p:nvPr/>
        </p:nvSpPr>
        <p:spPr>
          <a:xfrm>
            <a:off x="4115896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8" name="Connector 79"/>
          <p:cNvSpPr/>
          <p:nvPr/>
        </p:nvSpPr>
        <p:spPr>
          <a:xfrm flipH="1">
            <a:off x="4122480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9" name="Connector 80"/>
          <p:cNvSpPr/>
          <p:nvPr/>
        </p:nvSpPr>
        <p:spPr>
          <a:xfrm>
            <a:off x="4208067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0" name="Oval 81"/>
          <p:cNvSpPr/>
          <p:nvPr/>
        </p:nvSpPr>
        <p:spPr>
          <a:xfrm>
            <a:off x="4764023" y="2697477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31" name="Connector 82"/>
          <p:cNvSpPr/>
          <p:nvPr/>
        </p:nvSpPr>
        <p:spPr>
          <a:xfrm>
            <a:off x="4829859" y="2829153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2" name="Connector 83"/>
          <p:cNvSpPr/>
          <p:nvPr/>
        </p:nvSpPr>
        <p:spPr>
          <a:xfrm>
            <a:off x="4737689" y="2921323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3" name="Connector 84"/>
          <p:cNvSpPr/>
          <p:nvPr/>
        </p:nvSpPr>
        <p:spPr>
          <a:xfrm flipH="1">
            <a:off x="4744270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4" name="Connector 85"/>
          <p:cNvSpPr/>
          <p:nvPr/>
        </p:nvSpPr>
        <p:spPr>
          <a:xfrm>
            <a:off x="4829857" y="3046415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5" name="Oval 86"/>
          <p:cNvSpPr/>
          <p:nvPr/>
        </p:nvSpPr>
        <p:spPr>
          <a:xfrm>
            <a:off x="868680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36" name="Connector 87"/>
          <p:cNvSpPr/>
          <p:nvPr/>
        </p:nvSpPr>
        <p:spPr>
          <a:xfrm>
            <a:off x="934516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7" name="Connector 88"/>
          <p:cNvSpPr/>
          <p:nvPr/>
        </p:nvSpPr>
        <p:spPr>
          <a:xfrm>
            <a:off x="842344" y="3652844"/>
            <a:ext cx="184349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8" name="Connector 89"/>
          <p:cNvSpPr/>
          <p:nvPr/>
        </p:nvSpPr>
        <p:spPr>
          <a:xfrm flipH="1">
            <a:off x="848928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9" name="Connector 90"/>
          <p:cNvSpPr/>
          <p:nvPr/>
        </p:nvSpPr>
        <p:spPr>
          <a:xfrm>
            <a:off x="934513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0" name="Oval 91"/>
          <p:cNvSpPr/>
          <p:nvPr/>
        </p:nvSpPr>
        <p:spPr>
          <a:xfrm>
            <a:off x="1490472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41" name="Connector 92"/>
          <p:cNvSpPr/>
          <p:nvPr/>
        </p:nvSpPr>
        <p:spPr>
          <a:xfrm>
            <a:off x="1556308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2" name="Connector 93"/>
          <p:cNvSpPr/>
          <p:nvPr/>
        </p:nvSpPr>
        <p:spPr>
          <a:xfrm>
            <a:off x="1464136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3" name="Connector 94"/>
          <p:cNvSpPr/>
          <p:nvPr/>
        </p:nvSpPr>
        <p:spPr>
          <a:xfrm flipH="1">
            <a:off x="1470719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4" name="Connector 95"/>
          <p:cNvSpPr/>
          <p:nvPr/>
        </p:nvSpPr>
        <p:spPr>
          <a:xfrm>
            <a:off x="1556307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5" name="Oval 96"/>
          <p:cNvSpPr/>
          <p:nvPr/>
        </p:nvSpPr>
        <p:spPr>
          <a:xfrm>
            <a:off x="2112264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46" name="Connector 97"/>
          <p:cNvSpPr/>
          <p:nvPr/>
        </p:nvSpPr>
        <p:spPr>
          <a:xfrm>
            <a:off x="2178098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7" name="Connector 98"/>
          <p:cNvSpPr/>
          <p:nvPr/>
        </p:nvSpPr>
        <p:spPr>
          <a:xfrm>
            <a:off x="2085929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8" name="Connector 99"/>
          <p:cNvSpPr/>
          <p:nvPr/>
        </p:nvSpPr>
        <p:spPr>
          <a:xfrm flipH="1">
            <a:off x="2092512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9" name="Connector 100"/>
          <p:cNvSpPr/>
          <p:nvPr/>
        </p:nvSpPr>
        <p:spPr>
          <a:xfrm>
            <a:off x="2178099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0" name="Oval 101"/>
          <p:cNvSpPr/>
          <p:nvPr/>
        </p:nvSpPr>
        <p:spPr>
          <a:xfrm>
            <a:off x="2734055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51" name="Connector 102"/>
          <p:cNvSpPr/>
          <p:nvPr/>
        </p:nvSpPr>
        <p:spPr>
          <a:xfrm>
            <a:off x="2799892" y="3560669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2" name="Connector 103"/>
          <p:cNvSpPr/>
          <p:nvPr/>
        </p:nvSpPr>
        <p:spPr>
          <a:xfrm>
            <a:off x="2707719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3" name="Connector 104"/>
          <p:cNvSpPr/>
          <p:nvPr/>
        </p:nvSpPr>
        <p:spPr>
          <a:xfrm flipH="1">
            <a:off x="2714304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4" name="Connector 105"/>
          <p:cNvSpPr/>
          <p:nvPr/>
        </p:nvSpPr>
        <p:spPr>
          <a:xfrm>
            <a:off x="2799892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5" name="Oval 106"/>
          <p:cNvSpPr/>
          <p:nvPr/>
        </p:nvSpPr>
        <p:spPr>
          <a:xfrm>
            <a:off x="3355847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56" name="Connector 107"/>
          <p:cNvSpPr/>
          <p:nvPr/>
        </p:nvSpPr>
        <p:spPr>
          <a:xfrm>
            <a:off x="3421684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7" name="Connector 108"/>
          <p:cNvSpPr/>
          <p:nvPr/>
        </p:nvSpPr>
        <p:spPr>
          <a:xfrm>
            <a:off x="3329513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8" name="Connector 109"/>
          <p:cNvSpPr/>
          <p:nvPr/>
        </p:nvSpPr>
        <p:spPr>
          <a:xfrm flipH="1">
            <a:off x="3336092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9" name="Connector 110"/>
          <p:cNvSpPr/>
          <p:nvPr/>
        </p:nvSpPr>
        <p:spPr>
          <a:xfrm>
            <a:off x="3421684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0" name="Oval 111"/>
          <p:cNvSpPr/>
          <p:nvPr/>
        </p:nvSpPr>
        <p:spPr>
          <a:xfrm>
            <a:off x="3977640" y="3428998"/>
            <a:ext cx="131683" cy="13168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61" name="Connector 112"/>
          <p:cNvSpPr/>
          <p:nvPr/>
        </p:nvSpPr>
        <p:spPr>
          <a:xfrm>
            <a:off x="4043474" y="3560669"/>
            <a:ext cx="5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2" name="Connector 113"/>
          <p:cNvSpPr/>
          <p:nvPr/>
        </p:nvSpPr>
        <p:spPr>
          <a:xfrm>
            <a:off x="3951304" y="3652844"/>
            <a:ext cx="184348" cy="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3" name="Connector 114"/>
          <p:cNvSpPr/>
          <p:nvPr/>
        </p:nvSpPr>
        <p:spPr>
          <a:xfrm flipV="1">
            <a:off x="4096146" y="3461915"/>
            <a:ext cx="98760" cy="190932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4" name="Connector 115"/>
          <p:cNvSpPr/>
          <p:nvPr/>
        </p:nvSpPr>
        <p:spPr>
          <a:xfrm flipH="1">
            <a:off x="3957885" y="3777934"/>
            <a:ext cx="85593" cy="13826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5" name="Connector 116"/>
          <p:cNvSpPr/>
          <p:nvPr/>
        </p:nvSpPr>
        <p:spPr>
          <a:xfrm>
            <a:off x="4043474" y="3777934"/>
            <a:ext cx="85593" cy="13826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6" name="Connector 117"/>
          <p:cNvSpPr/>
          <p:nvPr/>
        </p:nvSpPr>
        <p:spPr>
          <a:xfrm>
            <a:off x="4269232" y="3456432"/>
            <a:ext cx="5" cy="100589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7" name="Connector 118"/>
          <p:cNvSpPr/>
          <p:nvPr/>
        </p:nvSpPr>
        <p:spPr>
          <a:xfrm>
            <a:off x="4333240" y="3456432"/>
            <a:ext cx="5" cy="100589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8" name="Connector 119"/>
          <p:cNvSpPr/>
          <p:nvPr/>
        </p:nvSpPr>
        <p:spPr>
          <a:xfrm>
            <a:off x="4397247" y="3456432"/>
            <a:ext cx="5" cy="100589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9" name="Connector 120"/>
          <p:cNvSpPr/>
          <p:nvPr/>
        </p:nvSpPr>
        <p:spPr>
          <a:xfrm>
            <a:off x="4461254" y="3456432"/>
            <a:ext cx="5" cy="100589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0" name="Oval 121"/>
          <p:cNvSpPr/>
          <p:nvPr/>
        </p:nvSpPr>
        <p:spPr>
          <a:xfrm>
            <a:off x="4599432" y="3428998"/>
            <a:ext cx="131683" cy="13168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71" name="Connector 122"/>
          <p:cNvSpPr/>
          <p:nvPr/>
        </p:nvSpPr>
        <p:spPr>
          <a:xfrm>
            <a:off x="4665267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2" name="Connector 123"/>
          <p:cNvSpPr/>
          <p:nvPr/>
        </p:nvSpPr>
        <p:spPr>
          <a:xfrm>
            <a:off x="4573096" y="365284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3" name="Connector 124"/>
          <p:cNvSpPr/>
          <p:nvPr/>
        </p:nvSpPr>
        <p:spPr>
          <a:xfrm flipH="1">
            <a:off x="4579680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4" name="Connector 125"/>
          <p:cNvSpPr/>
          <p:nvPr/>
        </p:nvSpPr>
        <p:spPr>
          <a:xfrm>
            <a:off x="4665267" y="3777934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5" name="Oval 126"/>
          <p:cNvSpPr/>
          <p:nvPr/>
        </p:nvSpPr>
        <p:spPr>
          <a:xfrm>
            <a:off x="1033271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76" name="Connector 127"/>
          <p:cNvSpPr/>
          <p:nvPr/>
        </p:nvSpPr>
        <p:spPr>
          <a:xfrm>
            <a:off x="1099108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7" name="Connector 128"/>
          <p:cNvSpPr/>
          <p:nvPr/>
        </p:nvSpPr>
        <p:spPr>
          <a:xfrm>
            <a:off x="1006936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8" name="Connector 129"/>
          <p:cNvSpPr/>
          <p:nvPr/>
        </p:nvSpPr>
        <p:spPr>
          <a:xfrm flipH="1">
            <a:off x="1013519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9" name="Connector 130"/>
          <p:cNvSpPr/>
          <p:nvPr/>
        </p:nvSpPr>
        <p:spPr>
          <a:xfrm>
            <a:off x="1099107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0" name="Oval 131"/>
          <p:cNvSpPr/>
          <p:nvPr/>
        </p:nvSpPr>
        <p:spPr>
          <a:xfrm>
            <a:off x="1655060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81" name="Connector 132"/>
          <p:cNvSpPr/>
          <p:nvPr/>
        </p:nvSpPr>
        <p:spPr>
          <a:xfrm>
            <a:off x="1720899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2" name="Connector 133"/>
          <p:cNvSpPr/>
          <p:nvPr/>
        </p:nvSpPr>
        <p:spPr>
          <a:xfrm>
            <a:off x="1628729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3" name="Connector 134"/>
          <p:cNvSpPr/>
          <p:nvPr/>
        </p:nvSpPr>
        <p:spPr>
          <a:xfrm flipH="1">
            <a:off x="1635311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4" name="Connector 135"/>
          <p:cNvSpPr/>
          <p:nvPr/>
        </p:nvSpPr>
        <p:spPr>
          <a:xfrm>
            <a:off x="1720899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5" name="Oval 136"/>
          <p:cNvSpPr/>
          <p:nvPr/>
        </p:nvSpPr>
        <p:spPr>
          <a:xfrm>
            <a:off x="2276855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86" name="Connector 137"/>
          <p:cNvSpPr/>
          <p:nvPr/>
        </p:nvSpPr>
        <p:spPr>
          <a:xfrm>
            <a:off x="2342692" y="4292191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7" name="Connector 138"/>
          <p:cNvSpPr/>
          <p:nvPr/>
        </p:nvSpPr>
        <p:spPr>
          <a:xfrm>
            <a:off x="2250519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8" name="Connector 139"/>
          <p:cNvSpPr/>
          <p:nvPr/>
        </p:nvSpPr>
        <p:spPr>
          <a:xfrm flipH="1">
            <a:off x="2257104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9" name="Connector 140"/>
          <p:cNvSpPr/>
          <p:nvPr/>
        </p:nvSpPr>
        <p:spPr>
          <a:xfrm>
            <a:off x="2342692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0" name="Oval 141"/>
          <p:cNvSpPr/>
          <p:nvPr/>
        </p:nvSpPr>
        <p:spPr>
          <a:xfrm>
            <a:off x="2898648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91" name="Connector 142"/>
          <p:cNvSpPr/>
          <p:nvPr/>
        </p:nvSpPr>
        <p:spPr>
          <a:xfrm>
            <a:off x="2964482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2" name="Connector 143"/>
          <p:cNvSpPr/>
          <p:nvPr/>
        </p:nvSpPr>
        <p:spPr>
          <a:xfrm>
            <a:off x="2872313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3" name="Connector 144"/>
          <p:cNvSpPr/>
          <p:nvPr/>
        </p:nvSpPr>
        <p:spPr>
          <a:xfrm flipH="1">
            <a:off x="2878895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4" name="Connector 145"/>
          <p:cNvSpPr/>
          <p:nvPr/>
        </p:nvSpPr>
        <p:spPr>
          <a:xfrm>
            <a:off x="2964483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5" name="Oval 146"/>
          <p:cNvSpPr/>
          <p:nvPr/>
        </p:nvSpPr>
        <p:spPr>
          <a:xfrm>
            <a:off x="3520440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296" name="Connector 147"/>
          <p:cNvSpPr/>
          <p:nvPr/>
        </p:nvSpPr>
        <p:spPr>
          <a:xfrm>
            <a:off x="3586274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7" name="Connector 148"/>
          <p:cNvSpPr/>
          <p:nvPr/>
        </p:nvSpPr>
        <p:spPr>
          <a:xfrm>
            <a:off x="3494104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8" name="Connector 149"/>
          <p:cNvSpPr/>
          <p:nvPr/>
        </p:nvSpPr>
        <p:spPr>
          <a:xfrm flipH="1">
            <a:off x="3500685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9" name="Connector 150"/>
          <p:cNvSpPr/>
          <p:nvPr/>
        </p:nvSpPr>
        <p:spPr>
          <a:xfrm>
            <a:off x="3586274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0" name="Oval 151"/>
          <p:cNvSpPr/>
          <p:nvPr/>
        </p:nvSpPr>
        <p:spPr>
          <a:xfrm>
            <a:off x="4142232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301" name="Connector 152"/>
          <p:cNvSpPr/>
          <p:nvPr/>
        </p:nvSpPr>
        <p:spPr>
          <a:xfrm>
            <a:off x="4208067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2" name="Connector 153"/>
          <p:cNvSpPr/>
          <p:nvPr/>
        </p:nvSpPr>
        <p:spPr>
          <a:xfrm>
            <a:off x="4115896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3" name="Connector 154"/>
          <p:cNvSpPr/>
          <p:nvPr/>
        </p:nvSpPr>
        <p:spPr>
          <a:xfrm flipH="1">
            <a:off x="4122480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4" name="Connector 155"/>
          <p:cNvSpPr/>
          <p:nvPr/>
        </p:nvSpPr>
        <p:spPr>
          <a:xfrm>
            <a:off x="4208067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5" name="Oval 156"/>
          <p:cNvSpPr/>
          <p:nvPr/>
        </p:nvSpPr>
        <p:spPr>
          <a:xfrm>
            <a:off x="4764023" y="4160520"/>
            <a:ext cx="131683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306" name="Connector 157"/>
          <p:cNvSpPr/>
          <p:nvPr/>
        </p:nvSpPr>
        <p:spPr>
          <a:xfrm>
            <a:off x="4829859" y="4292191"/>
            <a:ext cx="4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7" name="Connector 158"/>
          <p:cNvSpPr/>
          <p:nvPr/>
        </p:nvSpPr>
        <p:spPr>
          <a:xfrm>
            <a:off x="4737689" y="4384364"/>
            <a:ext cx="184348" cy="5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8" name="Connector 159"/>
          <p:cNvSpPr/>
          <p:nvPr/>
        </p:nvSpPr>
        <p:spPr>
          <a:xfrm flipH="1">
            <a:off x="4744270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9" name="Connector 160"/>
          <p:cNvSpPr/>
          <p:nvPr/>
        </p:nvSpPr>
        <p:spPr>
          <a:xfrm>
            <a:off x="4829857" y="4509453"/>
            <a:ext cx="85593" cy="138262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0" name="Connector 161"/>
          <p:cNvSpPr/>
          <p:nvPr/>
        </p:nvSpPr>
        <p:spPr>
          <a:xfrm>
            <a:off x="6492240" y="3246117"/>
            <a:ext cx="4681733" cy="6"/>
          </a:xfrm>
          <a:prstGeom prst="line">
            <a:avLst/>
          </a:prstGeom>
          <a:ln w="254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1" name="Connector 162"/>
          <p:cNvSpPr/>
          <p:nvPr/>
        </p:nvSpPr>
        <p:spPr>
          <a:xfrm>
            <a:off x="3767328" y="2185416"/>
            <a:ext cx="2724916" cy="1060704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2" name="Connector 163"/>
          <p:cNvSpPr/>
          <p:nvPr/>
        </p:nvSpPr>
        <p:spPr>
          <a:xfrm>
            <a:off x="3803903" y="2249421"/>
            <a:ext cx="2688339" cy="1051565"/>
          </a:xfrm>
          <a:prstGeom prst="line">
            <a:avLst/>
          </a:prstGeom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3" name="Connector 164"/>
          <p:cNvSpPr/>
          <p:nvPr/>
        </p:nvSpPr>
        <p:spPr>
          <a:xfrm>
            <a:off x="2066542" y="2916932"/>
            <a:ext cx="4425703" cy="329189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4" name="Connector 165"/>
          <p:cNvSpPr/>
          <p:nvPr/>
        </p:nvSpPr>
        <p:spPr>
          <a:xfrm>
            <a:off x="2103120" y="2980943"/>
            <a:ext cx="4389121" cy="320046"/>
          </a:xfrm>
          <a:prstGeom prst="line">
            <a:avLst/>
          </a:prstGeom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5" name="Connector 166"/>
          <p:cNvSpPr/>
          <p:nvPr/>
        </p:nvSpPr>
        <p:spPr>
          <a:xfrm flipV="1">
            <a:off x="4389120" y="3246120"/>
            <a:ext cx="2103125" cy="402341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6" name="Connector 167"/>
          <p:cNvSpPr/>
          <p:nvPr/>
        </p:nvSpPr>
        <p:spPr>
          <a:xfrm flipV="1">
            <a:off x="4425696" y="3300984"/>
            <a:ext cx="2066547" cy="411485"/>
          </a:xfrm>
          <a:prstGeom prst="line">
            <a:avLst/>
          </a:prstGeom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7" name="Connector 168"/>
          <p:cNvSpPr/>
          <p:nvPr/>
        </p:nvSpPr>
        <p:spPr>
          <a:xfrm flipV="1">
            <a:off x="4352542" y="3374135"/>
            <a:ext cx="2139701" cy="92354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8" name="Connector 169"/>
          <p:cNvSpPr/>
          <p:nvPr/>
        </p:nvSpPr>
        <p:spPr>
          <a:xfrm>
            <a:off x="1810510" y="2834637"/>
            <a:ext cx="4681733" cy="301757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9" name="Oval 170"/>
          <p:cNvSpPr/>
          <p:nvPr/>
        </p:nvSpPr>
        <p:spPr>
          <a:xfrm>
            <a:off x="6784847" y="3063238"/>
            <a:ext cx="91449" cy="9144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320" name="Oval 171"/>
          <p:cNvSpPr/>
          <p:nvPr/>
        </p:nvSpPr>
        <p:spPr>
          <a:xfrm>
            <a:off x="7205471" y="3456432"/>
            <a:ext cx="82305" cy="8230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321" name="Oval 172"/>
          <p:cNvSpPr/>
          <p:nvPr/>
        </p:nvSpPr>
        <p:spPr>
          <a:xfrm>
            <a:off x="7626094" y="3017520"/>
            <a:ext cx="100593" cy="10059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322" name="Oval 173"/>
          <p:cNvSpPr/>
          <p:nvPr/>
        </p:nvSpPr>
        <p:spPr>
          <a:xfrm>
            <a:off x="8247888" y="3364991"/>
            <a:ext cx="73161" cy="7316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323" name="Oval 174"/>
          <p:cNvSpPr/>
          <p:nvPr/>
        </p:nvSpPr>
        <p:spPr>
          <a:xfrm>
            <a:off x="8887968" y="2926077"/>
            <a:ext cx="128025" cy="12802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324" name="Oval 175"/>
          <p:cNvSpPr/>
          <p:nvPr/>
        </p:nvSpPr>
        <p:spPr>
          <a:xfrm>
            <a:off x="9290304" y="3410710"/>
            <a:ext cx="118881" cy="11888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325" name="Oval 176"/>
          <p:cNvSpPr/>
          <p:nvPr/>
        </p:nvSpPr>
        <p:spPr>
          <a:xfrm>
            <a:off x="9765792" y="2889504"/>
            <a:ext cx="146313" cy="14631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326" name="Oval 177"/>
          <p:cNvSpPr/>
          <p:nvPr/>
        </p:nvSpPr>
        <p:spPr>
          <a:xfrm>
            <a:off x="10241280" y="3310128"/>
            <a:ext cx="128025" cy="12802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327" name="Oval 178"/>
          <p:cNvSpPr/>
          <p:nvPr/>
        </p:nvSpPr>
        <p:spPr>
          <a:xfrm>
            <a:off x="10735056" y="2980944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328" name="TextBox 179"/>
          <p:cNvSpPr txBox="1"/>
          <p:nvPr/>
        </p:nvSpPr>
        <p:spPr>
          <a:xfrm>
            <a:off x="6473952" y="3822191"/>
            <a:ext cx="182880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VIEWPOINT MAP</a:t>
            </a:r>
          </a:p>
        </p:txBody>
      </p:sp>
      <p:sp>
        <p:nvSpPr>
          <p:cNvPr id="1329" name="TextBox 180"/>
          <p:cNvSpPr txBox="1"/>
          <p:nvPr/>
        </p:nvSpPr>
        <p:spPr>
          <a:xfrm>
            <a:off x="7424925" y="4315967"/>
            <a:ext cx="914405" cy="508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64</a:t>
            </a:r>
          </a:p>
        </p:txBody>
      </p:sp>
      <p:sp>
        <p:nvSpPr>
          <p:cNvPr id="1330" name="TextBox 181"/>
          <p:cNvSpPr txBox="1"/>
          <p:nvPr/>
        </p:nvSpPr>
        <p:spPr>
          <a:xfrm>
            <a:off x="8016306" y="4477013"/>
            <a:ext cx="1508765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power raters</a:t>
            </a:r>
          </a:p>
        </p:txBody>
      </p:sp>
      <p:sp>
        <p:nvSpPr>
          <p:cNvPr id="1331" name="TextBox 182"/>
          <p:cNvSpPr txBox="1"/>
          <p:nvPr/>
        </p:nvSpPr>
        <p:spPr>
          <a:xfrm>
            <a:off x="9802368" y="4315967"/>
            <a:ext cx="1024129" cy="508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4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11×</a:t>
            </a:r>
          </a:p>
        </p:txBody>
      </p:sp>
      <p:sp>
        <p:nvSpPr>
          <p:cNvPr id="1332" name="TextBox 183"/>
          <p:cNvSpPr txBox="1"/>
          <p:nvPr/>
        </p:nvSpPr>
        <p:spPr>
          <a:xfrm>
            <a:off x="10634471" y="4489703"/>
            <a:ext cx="1051565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more active</a:t>
            </a:r>
          </a:p>
        </p:txBody>
      </p:sp>
      <p:sp>
        <p:nvSpPr>
          <p:cNvPr id="1333" name="Connector 184"/>
          <p:cNvSpPr/>
          <p:nvPr/>
        </p:nvSpPr>
        <p:spPr>
          <a:xfrm>
            <a:off x="749805" y="5257800"/>
            <a:ext cx="10680199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4" name="TextBox 185"/>
          <p:cNvSpPr txBox="1"/>
          <p:nvPr/>
        </p:nvSpPr>
        <p:spPr>
          <a:xfrm>
            <a:off x="841245" y="5577840"/>
            <a:ext cx="438912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1335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1336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  <p:sp>
        <p:nvSpPr>
          <p:cNvPr id="1337" name="TextBox 1"/>
          <p:cNvSpPr txBox="1"/>
          <p:nvPr/>
        </p:nvSpPr>
        <p:spPr>
          <a:xfrm>
            <a:off x="603504" y="420623"/>
            <a:ext cx="2149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TextBox 1"/>
          <p:cNvSpPr txBox="1"/>
          <p:nvPr/>
        </p:nvSpPr>
        <p:spPr>
          <a:xfrm>
            <a:off x="603502" y="420623"/>
            <a:ext cx="43891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340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341" name="TextBox 3"/>
          <p:cNvSpPr txBox="1"/>
          <p:nvPr/>
        </p:nvSpPr>
        <p:spPr>
          <a:xfrm>
            <a:off x="11082528" y="457198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342" name="Connector 4"/>
          <p:cNvSpPr/>
          <p:nvPr/>
        </p:nvSpPr>
        <p:spPr>
          <a:xfrm flipH="1">
            <a:off x="4005071" y="1554478"/>
            <a:ext cx="2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3" name="Connector 5"/>
          <p:cNvSpPr/>
          <p:nvPr/>
        </p:nvSpPr>
        <p:spPr>
          <a:xfrm>
            <a:off x="8010142" y="1554478"/>
            <a:ext cx="2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4" name="TextBox 6"/>
          <p:cNvSpPr txBox="1"/>
          <p:nvPr/>
        </p:nvSpPr>
        <p:spPr>
          <a:xfrm>
            <a:off x="768094" y="1572766"/>
            <a:ext cx="164592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345" name="Oval 7"/>
          <p:cNvSpPr/>
          <p:nvPr/>
        </p:nvSpPr>
        <p:spPr>
          <a:xfrm>
            <a:off x="960119" y="2240278"/>
            <a:ext cx="164595" cy="16459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46" name="Connector 8"/>
          <p:cNvSpPr/>
          <p:nvPr/>
        </p:nvSpPr>
        <p:spPr>
          <a:xfrm>
            <a:off x="1042416" y="2404872"/>
            <a:ext cx="2" cy="271578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7" name="Connector 9"/>
          <p:cNvSpPr/>
          <p:nvPr/>
        </p:nvSpPr>
        <p:spPr>
          <a:xfrm>
            <a:off x="927199" y="2520084"/>
            <a:ext cx="230431" cy="2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8" name="Connector 10"/>
          <p:cNvSpPr/>
          <p:nvPr/>
        </p:nvSpPr>
        <p:spPr>
          <a:xfrm flipH="1">
            <a:off x="935430" y="2676448"/>
            <a:ext cx="106987" cy="17282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9" name="Connector 11"/>
          <p:cNvSpPr/>
          <p:nvPr/>
        </p:nvSpPr>
        <p:spPr>
          <a:xfrm>
            <a:off x="1042416" y="2676448"/>
            <a:ext cx="106986" cy="17282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0" name="Oval 12"/>
          <p:cNvSpPr/>
          <p:nvPr/>
        </p:nvSpPr>
        <p:spPr>
          <a:xfrm>
            <a:off x="3502150" y="2215624"/>
            <a:ext cx="164595" cy="16459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1" name="Connector 13"/>
          <p:cNvSpPr/>
          <p:nvPr/>
        </p:nvSpPr>
        <p:spPr>
          <a:xfrm>
            <a:off x="3584447" y="2380215"/>
            <a:ext cx="2" cy="271578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2" name="Connector 14"/>
          <p:cNvSpPr/>
          <p:nvPr/>
        </p:nvSpPr>
        <p:spPr>
          <a:xfrm>
            <a:off x="3469232" y="2495430"/>
            <a:ext cx="230431" cy="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3" name="Connector 15"/>
          <p:cNvSpPr/>
          <p:nvPr/>
        </p:nvSpPr>
        <p:spPr>
          <a:xfrm flipH="1">
            <a:off x="3477462" y="2651792"/>
            <a:ext cx="106987" cy="17282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4" name="Connector 16"/>
          <p:cNvSpPr/>
          <p:nvPr/>
        </p:nvSpPr>
        <p:spPr>
          <a:xfrm>
            <a:off x="3584447" y="2651792"/>
            <a:ext cx="106986" cy="17282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5" name="Rounded Rectangle 17"/>
          <p:cNvSpPr/>
          <p:nvPr/>
        </p:nvSpPr>
        <p:spPr>
          <a:xfrm>
            <a:off x="1856231" y="2011678"/>
            <a:ext cx="960122" cy="1298450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6" name="Connector 18"/>
          <p:cNvSpPr/>
          <p:nvPr/>
        </p:nvSpPr>
        <p:spPr>
          <a:xfrm>
            <a:off x="2075687" y="2450592"/>
            <a:ext cx="521209" cy="2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7" name="Connector 19"/>
          <p:cNvSpPr/>
          <p:nvPr/>
        </p:nvSpPr>
        <p:spPr>
          <a:xfrm>
            <a:off x="2075687" y="2761488"/>
            <a:ext cx="393195" cy="2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8" name="Connector 20"/>
          <p:cNvSpPr/>
          <p:nvPr/>
        </p:nvSpPr>
        <p:spPr>
          <a:xfrm>
            <a:off x="2075687" y="3072383"/>
            <a:ext cx="484635" cy="2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9" name="Oval 21"/>
          <p:cNvSpPr/>
          <p:nvPr/>
        </p:nvSpPr>
        <p:spPr>
          <a:xfrm>
            <a:off x="1572766" y="2514599"/>
            <a:ext cx="201171" cy="201171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0" name="Connector 22"/>
          <p:cNvSpPr/>
          <p:nvPr/>
        </p:nvSpPr>
        <p:spPr>
          <a:xfrm>
            <a:off x="1613916" y="2624327"/>
            <a:ext cx="45722" cy="45722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1" name="Connector 23"/>
          <p:cNvSpPr/>
          <p:nvPr/>
        </p:nvSpPr>
        <p:spPr>
          <a:xfrm flipV="1">
            <a:off x="1659634" y="2569464"/>
            <a:ext cx="82298" cy="10058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2" name="Connector 27"/>
          <p:cNvSpPr/>
          <p:nvPr/>
        </p:nvSpPr>
        <p:spPr>
          <a:xfrm>
            <a:off x="1344166" y="2615183"/>
            <a:ext cx="192026" cy="2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3" name="TextBox 30"/>
          <p:cNvSpPr txBox="1"/>
          <p:nvPr/>
        </p:nvSpPr>
        <p:spPr>
          <a:xfrm>
            <a:off x="941831" y="3675886"/>
            <a:ext cx="283464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364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365" name="TextBox 32"/>
          <p:cNvSpPr txBox="1"/>
          <p:nvPr/>
        </p:nvSpPr>
        <p:spPr>
          <a:xfrm>
            <a:off x="4261103" y="1572766"/>
            <a:ext cx="1920241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366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367" name="Oval 34"/>
          <p:cNvSpPr/>
          <p:nvPr/>
        </p:nvSpPr>
        <p:spPr>
          <a:xfrm>
            <a:off x="4315967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8" name="Oval 35"/>
          <p:cNvSpPr/>
          <p:nvPr/>
        </p:nvSpPr>
        <p:spPr>
          <a:xfrm>
            <a:off x="4507991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9" name="Oval 36"/>
          <p:cNvSpPr/>
          <p:nvPr/>
        </p:nvSpPr>
        <p:spPr>
          <a:xfrm>
            <a:off x="4700015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0" name="Oval 37"/>
          <p:cNvSpPr/>
          <p:nvPr/>
        </p:nvSpPr>
        <p:spPr>
          <a:xfrm>
            <a:off x="4892040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1" name="Oval 38"/>
          <p:cNvSpPr/>
          <p:nvPr/>
        </p:nvSpPr>
        <p:spPr>
          <a:xfrm>
            <a:off x="5084064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2" name="Oval 39"/>
          <p:cNvSpPr/>
          <p:nvPr/>
        </p:nvSpPr>
        <p:spPr>
          <a:xfrm>
            <a:off x="5276088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3" name="Oval 40"/>
          <p:cNvSpPr/>
          <p:nvPr/>
        </p:nvSpPr>
        <p:spPr>
          <a:xfrm>
            <a:off x="5468110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4" name="Oval 41"/>
          <p:cNvSpPr/>
          <p:nvPr/>
        </p:nvSpPr>
        <p:spPr>
          <a:xfrm>
            <a:off x="5660135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5" name="Oval 42"/>
          <p:cNvSpPr/>
          <p:nvPr/>
        </p:nvSpPr>
        <p:spPr>
          <a:xfrm>
            <a:off x="5852159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6" name="Oval 43"/>
          <p:cNvSpPr/>
          <p:nvPr/>
        </p:nvSpPr>
        <p:spPr>
          <a:xfrm>
            <a:off x="6044183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7" name="TextBox 44"/>
          <p:cNvSpPr txBox="1"/>
          <p:nvPr/>
        </p:nvSpPr>
        <p:spPr>
          <a:xfrm>
            <a:off x="4315967" y="2670048"/>
            <a:ext cx="205740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378" name="TextBox 45"/>
          <p:cNvSpPr txBox="1"/>
          <p:nvPr/>
        </p:nvSpPr>
        <p:spPr>
          <a:xfrm>
            <a:off x="4315967" y="2990088"/>
            <a:ext cx="251460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379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380" name="Oval 47"/>
          <p:cNvSpPr/>
          <p:nvPr/>
        </p:nvSpPr>
        <p:spPr>
          <a:xfrm>
            <a:off x="4315967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1" name="Oval 48"/>
          <p:cNvSpPr/>
          <p:nvPr/>
        </p:nvSpPr>
        <p:spPr>
          <a:xfrm>
            <a:off x="4507991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2" name="Oval 49"/>
          <p:cNvSpPr/>
          <p:nvPr/>
        </p:nvSpPr>
        <p:spPr>
          <a:xfrm>
            <a:off x="4700015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3" name="Oval 50"/>
          <p:cNvSpPr/>
          <p:nvPr/>
        </p:nvSpPr>
        <p:spPr>
          <a:xfrm>
            <a:off x="4892040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4" name="Oval 51"/>
          <p:cNvSpPr/>
          <p:nvPr/>
        </p:nvSpPr>
        <p:spPr>
          <a:xfrm>
            <a:off x="5084064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5" name="Oval 52"/>
          <p:cNvSpPr/>
          <p:nvPr/>
        </p:nvSpPr>
        <p:spPr>
          <a:xfrm>
            <a:off x="5276088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6" name="Oval 53"/>
          <p:cNvSpPr/>
          <p:nvPr/>
        </p:nvSpPr>
        <p:spPr>
          <a:xfrm>
            <a:off x="5468110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7" name="Oval 54"/>
          <p:cNvSpPr/>
          <p:nvPr/>
        </p:nvSpPr>
        <p:spPr>
          <a:xfrm>
            <a:off x="5660135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8" name="Oval 55"/>
          <p:cNvSpPr/>
          <p:nvPr/>
        </p:nvSpPr>
        <p:spPr>
          <a:xfrm>
            <a:off x="5852159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9" name="Oval 56"/>
          <p:cNvSpPr/>
          <p:nvPr/>
        </p:nvSpPr>
        <p:spPr>
          <a:xfrm>
            <a:off x="6044183" y="3913632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90" name="TextBox 57"/>
          <p:cNvSpPr txBox="1"/>
          <p:nvPr/>
        </p:nvSpPr>
        <p:spPr>
          <a:xfrm>
            <a:off x="4315967" y="4242815"/>
            <a:ext cx="205740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391" name="TextBox 58"/>
          <p:cNvSpPr txBox="1"/>
          <p:nvPr/>
        </p:nvSpPr>
        <p:spPr>
          <a:xfrm>
            <a:off x="4315967" y="4562854"/>
            <a:ext cx="2514602" cy="235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392" name="TextBox 59"/>
          <p:cNvSpPr txBox="1"/>
          <p:nvPr/>
        </p:nvSpPr>
        <p:spPr>
          <a:xfrm>
            <a:off x="6629400" y="3145534"/>
            <a:ext cx="1188720" cy="677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393" name="TextBox 60"/>
          <p:cNvSpPr txBox="1"/>
          <p:nvPr/>
        </p:nvSpPr>
        <p:spPr>
          <a:xfrm>
            <a:off x="8193023" y="1572766"/>
            <a:ext cx="2377442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394" name="TextBox 61"/>
          <p:cNvSpPr txBox="1"/>
          <p:nvPr/>
        </p:nvSpPr>
        <p:spPr>
          <a:xfrm>
            <a:off x="8229599" y="2039111"/>
            <a:ext cx="105156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395" name="TextBox 62"/>
          <p:cNvSpPr txBox="1"/>
          <p:nvPr/>
        </p:nvSpPr>
        <p:spPr>
          <a:xfrm>
            <a:off x="8229599" y="2395727"/>
            <a:ext cx="1097283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396" name="TextBox 63"/>
          <p:cNvSpPr txBox="1"/>
          <p:nvPr/>
        </p:nvSpPr>
        <p:spPr>
          <a:xfrm>
            <a:off x="9372600" y="2468878"/>
            <a:ext cx="18745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397" name="TextBox 64"/>
          <p:cNvSpPr txBox="1"/>
          <p:nvPr/>
        </p:nvSpPr>
        <p:spPr>
          <a:xfrm>
            <a:off x="8229599" y="2852927"/>
            <a:ext cx="2880363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398" name="Connector 65"/>
          <p:cNvSpPr/>
          <p:nvPr/>
        </p:nvSpPr>
        <p:spPr>
          <a:xfrm>
            <a:off x="8229599" y="3328415"/>
            <a:ext cx="3035810" cy="2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9" name="TextBox 66"/>
          <p:cNvSpPr txBox="1"/>
          <p:nvPr/>
        </p:nvSpPr>
        <p:spPr>
          <a:xfrm>
            <a:off x="8229599" y="3639310"/>
            <a:ext cx="105156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400" name="TextBox 67"/>
          <p:cNvSpPr txBox="1"/>
          <p:nvPr/>
        </p:nvSpPr>
        <p:spPr>
          <a:xfrm>
            <a:off x="8229599" y="3968496"/>
            <a:ext cx="502922" cy="322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401" name="TextBox 68"/>
          <p:cNvSpPr txBox="1"/>
          <p:nvPr/>
        </p:nvSpPr>
        <p:spPr>
          <a:xfrm>
            <a:off x="8732518" y="4041647"/>
            <a:ext cx="248717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402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403" name="Connector 70"/>
          <p:cNvSpPr/>
          <p:nvPr/>
        </p:nvSpPr>
        <p:spPr>
          <a:xfrm>
            <a:off x="749807" y="5230367"/>
            <a:ext cx="10680195" cy="2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4" name="TextBox 71"/>
          <p:cNvSpPr txBox="1"/>
          <p:nvPr/>
        </p:nvSpPr>
        <p:spPr>
          <a:xfrm>
            <a:off x="2944366" y="5522976"/>
            <a:ext cx="63550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405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406" name="Oval 21"/>
          <p:cNvSpPr/>
          <p:nvPr/>
        </p:nvSpPr>
        <p:spPr>
          <a:xfrm>
            <a:off x="2884696" y="2514599"/>
            <a:ext cx="201171" cy="201172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07" name="Connector 22"/>
          <p:cNvSpPr/>
          <p:nvPr/>
        </p:nvSpPr>
        <p:spPr>
          <a:xfrm>
            <a:off x="2925845" y="2624327"/>
            <a:ext cx="45722" cy="45722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8" name="Connector 23"/>
          <p:cNvSpPr/>
          <p:nvPr/>
        </p:nvSpPr>
        <p:spPr>
          <a:xfrm flipV="1">
            <a:off x="2971564" y="2569464"/>
            <a:ext cx="82298" cy="10058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9" name="Connector 27"/>
          <p:cNvSpPr/>
          <p:nvPr/>
        </p:nvSpPr>
        <p:spPr>
          <a:xfrm>
            <a:off x="3134853" y="2615119"/>
            <a:ext cx="192027" cy="2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0" name="Rectangle"/>
          <p:cNvSpPr/>
          <p:nvPr/>
        </p:nvSpPr>
        <p:spPr>
          <a:xfrm>
            <a:off x="3742044" y="1460623"/>
            <a:ext cx="8005737" cy="364414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TextBox 1"/>
          <p:cNvSpPr txBox="1"/>
          <p:nvPr/>
        </p:nvSpPr>
        <p:spPr>
          <a:xfrm>
            <a:off x="603502" y="420623"/>
            <a:ext cx="43891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413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414" name="TextBox 3"/>
          <p:cNvSpPr txBox="1"/>
          <p:nvPr/>
        </p:nvSpPr>
        <p:spPr>
          <a:xfrm>
            <a:off x="11082528" y="457199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415" name="Connector 4"/>
          <p:cNvSpPr/>
          <p:nvPr/>
        </p:nvSpPr>
        <p:spPr>
          <a:xfrm flipH="1">
            <a:off x="4005071" y="1554479"/>
            <a:ext cx="2" cy="3456434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6" name="Connector 5"/>
          <p:cNvSpPr/>
          <p:nvPr/>
        </p:nvSpPr>
        <p:spPr>
          <a:xfrm>
            <a:off x="8010142" y="1554479"/>
            <a:ext cx="2" cy="3456434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7" name="TextBox 6"/>
          <p:cNvSpPr txBox="1"/>
          <p:nvPr/>
        </p:nvSpPr>
        <p:spPr>
          <a:xfrm>
            <a:off x="768094" y="1572766"/>
            <a:ext cx="164592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418" name="Oval 7"/>
          <p:cNvSpPr/>
          <p:nvPr/>
        </p:nvSpPr>
        <p:spPr>
          <a:xfrm>
            <a:off x="960119" y="2240278"/>
            <a:ext cx="164595" cy="16459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19" name="Connector 8"/>
          <p:cNvSpPr/>
          <p:nvPr/>
        </p:nvSpPr>
        <p:spPr>
          <a:xfrm>
            <a:off x="1042414" y="2404872"/>
            <a:ext cx="2" cy="271578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0" name="Connector 9"/>
          <p:cNvSpPr/>
          <p:nvPr/>
        </p:nvSpPr>
        <p:spPr>
          <a:xfrm>
            <a:off x="927199" y="2520084"/>
            <a:ext cx="230431" cy="2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1" name="Connector 10"/>
          <p:cNvSpPr/>
          <p:nvPr/>
        </p:nvSpPr>
        <p:spPr>
          <a:xfrm flipH="1">
            <a:off x="935430" y="2676448"/>
            <a:ext cx="106987" cy="17282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2" name="Connector 11"/>
          <p:cNvSpPr/>
          <p:nvPr/>
        </p:nvSpPr>
        <p:spPr>
          <a:xfrm>
            <a:off x="1042416" y="2676448"/>
            <a:ext cx="106986" cy="17282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3" name="Oval 12"/>
          <p:cNvSpPr/>
          <p:nvPr/>
        </p:nvSpPr>
        <p:spPr>
          <a:xfrm>
            <a:off x="3502150" y="2215624"/>
            <a:ext cx="164595" cy="16459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4" name="Connector 13"/>
          <p:cNvSpPr/>
          <p:nvPr/>
        </p:nvSpPr>
        <p:spPr>
          <a:xfrm>
            <a:off x="3584447" y="2380215"/>
            <a:ext cx="2" cy="271578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5" name="Connector 14"/>
          <p:cNvSpPr/>
          <p:nvPr/>
        </p:nvSpPr>
        <p:spPr>
          <a:xfrm>
            <a:off x="3469232" y="2495430"/>
            <a:ext cx="230431" cy="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6" name="Connector 15"/>
          <p:cNvSpPr/>
          <p:nvPr/>
        </p:nvSpPr>
        <p:spPr>
          <a:xfrm flipH="1">
            <a:off x="3477462" y="2651792"/>
            <a:ext cx="106987" cy="17282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7" name="Connector 16"/>
          <p:cNvSpPr/>
          <p:nvPr/>
        </p:nvSpPr>
        <p:spPr>
          <a:xfrm>
            <a:off x="3584447" y="2651792"/>
            <a:ext cx="106986" cy="17282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8" name="Rounded Rectangle 17"/>
          <p:cNvSpPr/>
          <p:nvPr/>
        </p:nvSpPr>
        <p:spPr>
          <a:xfrm>
            <a:off x="1856231" y="2011678"/>
            <a:ext cx="960122" cy="1298450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9" name="Connector 18"/>
          <p:cNvSpPr/>
          <p:nvPr/>
        </p:nvSpPr>
        <p:spPr>
          <a:xfrm>
            <a:off x="2075687" y="2450592"/>
            <a:ext cx="521209" cy="2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0" name="Connector 19"/>
          <p:cNvSpPr/>
          <p:nvPr/>
        </p:nvSpPr>
        <p:spPr>
          <a:xfrm>
            <a:off x="2075687" y="2761488"/>
            <a:ext cx="393195" cy="2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1" name="Connector 20"/>
          <p:cNvSpPr/>
          <p:nvPr/>
        </p:nvSpPr>
        <p:spPr>
          <a:xfrm>
            <a:off x="2075687" y="3072383"/>
            <a:ext cx="484635" cy="2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2" name="Oval 21"/>
          <p:cNvSpPr/>
          <p:nvPr/>
        </p:nvSpPr>
        <p:spPr>
          <a:xfrm>
            <a:off x="1572766" y="2514599"/>
            <a:ext cx="201171" cy="201172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33" name="Connector 22"/>
          <p:cNvSpPr/>
          <p:nvPr/>
        </p:nvSpPr>
        <p:spPr>
          <a:xfrm>
            <a:off x="1613916" y="2624327"/>
            <a:ext cx="45722" cy="45722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4" name="Connector 23"/>
          <p:cNvSpPr/>
          <p:nvPr/>
        </p:nvSpPr>
        <p:spPr>
          <a:xfrm flipV="1">
            <a:off x="1659634" y="2569464"/>
            <a:ext cx="82298" cy="10058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5" name="Connector 27"/>
          <p:cNvSpPr/>
          <p:nvPr/>
        </p:nvSpPr>
        <p:spPr>
          <a:xfrm>
            <a:off x="1344166" y="2615183"/>
            <a:ext cx="192026" cy="2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6" name="TextBox 30"/>
          <p:cNvSpPr txBox="1"/>
          <p:nvPr/>
        </p:nvSpPr>
        <p:spPr>
          <a:xfrm>
            <a:off x="941831" y="3675886"/>
            <a:ext cx="283464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437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438" name="TextBox 32"/>
          <p:cNvSpPr txBox="1"/>
          <p:nvPr/>
        </p:nvSpPr>
        <p:spPr>
          <a:xfrm>
            <a:off x="4261103" y="1572766"/>
            <a:ext cx="1920241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439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440" name="Oval 34"/>
          <p:cNvSpPr/>
          <p:nvPr/>
        </p:nvSpPr>
        <p:spPr>
          <a:xfrm>
            <a:off x="4315967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1" name="Oval 35"/>
          <p:cNvSpPr/>
          <p:nvPr/>
        </p:nvSpPr>
        <p:spPr>
          <a:xfrm>
            <a:off x="4507991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2" name="Oval 36"/>
          <p:cNvSpPr/>
          <p:nvPr/>
        </p:nvSpPr>
        <p:spPr>
          <a:xfrm>
            <a:off x="4700015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3" name="Oval 37"/>
          <p:cNvSpPr/>
          <p:nvPr/>
        </p:nvSpPr>
        <p:spPr>
          <a:xfrm>
            <a:off x="4892040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4" name="Oval 38"/>
          <p:cNvSpPr/>
          <p:nvPr/>
        </p:nvSpPr>
        <p:spPr>
          <a:xfrm>
            <a:off x="5084064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5" name="Oval 39"/>
          <p:cNvSpPr/>
          <p:nvPr/>
        </p:nvSpPr>
        <p:spPr>
          <a:xfrm>
            <a:off x="5276088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6" name="Oval 40"/>
          <p:cNvSpPr/>
          <p:nvPr/>
        </p:nvSpPr>
        <p:spPr>
          <a:xfrm>
            <a:off x="5468110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7" name="Oval 41"/>
          <p:cNvSpPr/>
          <p:nvPr/>
        </p:nvSpPr>
        <p:spPr>
          <a:xfrm>
            <a:off x="5660135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8" name="Oval 42"/>
          <p:cNvSpPr/>
          <p:nvPr/>
        </p:nvSpPr>
        <p:spPr>
          <a:xfrm>
            <a:off x="5852159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9" name="Oval 43"/>
          <p:cNvSpPr/>
          <p:nvPr/>
        </p:nvSpPr>
        <p:spPr>
          <a:xfrm>
            <a:off x="6044183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0" name="TextBox 44"/>
          <p:cNvSpPr txBox="1"/>
          <p:nvPr/>
        </p:nvSpPr>
        <p:spPr>
          <a:xfrm>
            <a:off x="4315967" y="2670048"/>
            <a:ext cx="205740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451" name="TextBox 45"/>
          <p:cNvSpPr txBox="1"/>
          <p:nvPr/>
        </p:nvSpPr>
        <p:spPr>
          <a:xfrm>
            <a:off x="4315967" y="2990088"/>
            <a:ext cx="251460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452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453" name="Oval 47"/>
          <p:cNvSpPr/>
          <p:nvPr/>
        </p:nvSpPr>
        <p:spPr>
          <a:xfrm>
            <a:off x="4315967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4" name="Oval 48"/>
          <p:cNvSpPr/>
          <p:nvPr/>
        </p:nvSpPr>
        <p:spPr>
          <a:xfrm>
            <a:off x="4507991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5" name="Oval 49"/>
          <p:cNvSpPr/>
          <p:nvPr/>
        </p:nvSpPr>
        <p:spPr>
          <a:xfrm>
            <a:off x="4700015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6" name="Oval 50"/>
          <p:cNvSpPr/>
          <p:nvPr/>
        </p:nvSpPr>
        <p:spPr>
          <a:xfrm>
            <a:off x="4892040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7" name="Oval 51"/>
          <p:cNvSpPr/>
          <p:nvPr/>
        </p:nvSpPr>
        <p:spPr>
          <a:xfrm>
            <a:off x="5084064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8" name="Oval 52"/>
          <p:cNvSpPr/>
          <p:nvPr/>
        </p:nvSpPr>
        <p:spPr>
          <a:xfrm>
            <a:off x="5276088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9" name="Oval 53"/>
          <p:cNvSpPr/>
          <p:nvPr/>
        </p:nvSpPr>
        <p:spPr>
          <a:xfrm>
            <a:off x="5468110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60" name="Oval 54"/>
          <p:cNvSpPr/>
          <p:nvPr/>
        </p:nvSpPr>
        <p:spPr>
          <a:xfrm>
            <a:off x="5660135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61" name="Oval 55"/>
          <p:cNvSpPr/>
          <p:nvPr/>
        </p:nvSpPr>
        <p:spPr>
          <a:xfrm>
            <a:off x="5852159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62" name="Oval 56"/>
          <p:cNvSpPr/>
          <p:nvPr/>
        </p:nvSpPr>
        <p:spPr>
          <a:xfrm>
            <a:off x="6044183" y="3913632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63" name="TextBox 57"/>
          <p:cNvSpPr txBox="1"/>
          <p:nvPr/>
        </p:nvSpPr>
        <p:spPr>
          <a:xfrm>
            <a:off x="4315967" y="4242815"/>
            <a:ext cx="205740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464" name="TextBox 58"/>
          <p:cNvSpPr txBox="1"/>
          <p:nvPr/>
        </p:nvSpPr>
        <p:spPr>
          <a:xfrm>
            <a:off x="4315967" y="4562854"/>
            <a:ext cx="2514602" cy="235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465" name="TextBox 59"/>
          <p:cNvSpPr txBox="1"/>
          <p:nvPr/>
        </p:nvSpPr>
        <p:spPr>
          <a:xfrm>
            <a:off x="6629400" y="3145534"/>
            <a:ext cx="1188720" cy="677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466" name="TextBox 60"/>
          <p:cNvSpPr txBox="1"/>
          <p:nvPr/>
        </p:nvSpPr>
        <p:spPr>
          <a:xfrm>
            <a:off x="8193023" y="1572766"/>
            <a:ext cx="2377442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467" name="TextBox 61"/>
          <p:cNvSpPr txBox="1"/>
          <p:nvPr/>
        </p:nvSpPr>
        <p:spPr>
          <a:xfrm>
            <a:off x="8229599" y="2039111"/>
            <a:ext cx="105156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468" name="TextBox 62"/>
          <p:cNvSpPr txBox="1"/>
          <p:nvPr/>
        </p:nvSpPr>
        <p:spPr>
          <a:xfrm>
            <a:off x="8229600" y="2395727"/>
            <a:ext cx="109728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469" name="TextBox 63"/>
          <p:cNvSpPr txBox="1"/>
          <p:nvPr/>
        </p:nvSpPr>
        <p:spPr>
          <a:xfrm>
            <a:off x="9372600" y="2468878"/>
            <a:ext cx="18745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470" name="TextBox 64"/>
          <p:cNvSpPr txBox="1"/>
          <p:nvPr/>
        </p:nvSpPr>
        <p:spPr>
          <a:xfrm>
            <a:off x="8229599" y="2852927"/>
            <a:ext cx="2880363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471" name="Connector 65"/>
          <p:cNvSpPr/>
          <p:nvPr/>
        </p:nvSpPr>
        <p:spPr>
          <a:xfrm>
            <a:off x="8229599" y="3328415"/>
            <a:ext cx="3035811" cy="2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2" name="TextBox 66"/>
          <p:cNvSpPr txBox="1"/>
          <p:nvPr/>
        </p:nvSpPr>
        <p:spPr>
          <a:xfrm>
            <a:off x="8229599" y="3639310"/>
            <a:ext cx="105156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473" name="TextBox 67"/>
          <p:cNvSpPr txBox="1"/>
          <p:nvPr/>
        </p:nvSpPr>
        <p:spPr>
          <a:xfrm>
            <a:off x="8229599" y="3968496"/>
            <a:ext cx="502921" cy="322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474" name="TextBox 68"/>
          <p:cNvSpPr txBox="1"/>
          <p:nvPr/>
        </p:nvSpPr>
        <p:spPr>
          <a:xfrm>
            <a:off x="8732518" y="4041647"/>
            <a:ext cx="248717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475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476" name="Connector 70"/>
          <p:cNvSpPr/>
          <p:nvPr/>
        </p:nvSpPr>
        <p:spPr>
          <a:xfrm>
            <a:off x="749807" y="5230367"/>
            <a:ext cx="10680195" cy="2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7" name="TextBox 71"/>
          <p:cNvSpPr txBox="1"/>
          <p:nvPr/>
        </p:nvSpPr>
        <p:spPr>
          <a:xfrm>
            <a:off x="2944366" y="5522976"/>
            <a:ext cx="63550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478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479" name="Oval 21"/>
          <p:cNvSpPr/>
          <p:nvPr/>
        </p:nvSpPr>
        <p:spPr>
          <a:xfrm>
            <a:off x="2884696" y="2514599"/>
            <a:ext cx="201171" cy="201172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80" name="Connector 22"/>
          <p:cNvSpPr/>
          <p:nvPr/>
        </p:nvSpPr>
        <p:spPr>
          <a:xfrm>
            <a:off x="2925845" y="2624327"/>
            <a:ext cx="45722" cy="45722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1" name="Connector 23"/>
          <p:cNvSpPr/>
          <p:nvPr/>
        </p:nvSpPr>
        <p:spPr>
          <a:xfrm flipV="1">
            <a:off x="2971564" y="2569464"/>
            <a:ext cx="82298" cy="10058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2" name="Connector 27"/>
          <p:cNvSpPr/>
          <p:nvPr/>
        </p:nvSpPr>
        <p:spPr>
          <a:xfrm>
            <a:off x="3134853" y="2615119"/>
            <a:ext cx="192027" cy="2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3" name="Rectangle"/>
          <p:cNvSpPr/>
          <p:nvPr/>
        </p:nvSpPr>
        <p:spPr>
          <a:xfrm>
            <a:off x="6594474" y="1460623"/>
            <a:ext cx="5153308" cy="364414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484" name="Rectangle"/>
          <p:cNvSpPr/>
          <p:nvPr/>
        </p:nvSpPr>
        <p:spPr>
          <a:xfrm>
            <a:off x="4145505" y="3414910"/>
            <a:ext cx="7729275" cy="16916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TextBox 1"/>
          <p:cNvSpPr txBox="1"/>
          <p:nvPr/>
        </p:nvSpPr>
        <p:spPr>
          <a:xfrm>
            <a:off x="603502" y="420623"/>
            <a:ext cx="43891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487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488" name="TextBox 3"/>
          <p:cNvSpPr txBox="1"/>
          <p:nvPr/>
        </p:nvSpPr>
        <p:spPr>
          <a:xfrm>
            <a:off x="11082528" y="457199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489" name="Connector 4"/>
          <p:cNvSpPr/>
          <p:nvPr/>
        </p:nvSpPr>
        <p:spPr>
          <a:xfrm flipH="1">
            <a:off x="4005071" y="1554479"/>
            <a:ext cx="2" cy="3456434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0" name="Connector 5"/>
          <p:cNvSpPr/>
          <p:nvPr/>
        </p:nvSpPr>
        <p:spPr>
          <a:xfrm>
            <a:off x="8010142" y="1554479"/>
            <a:ext cx="2" cy="3456434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1" name="TextBox 6"/>
          <p:cNvSpPr txBox="1"/>
          <p:nvPr/>
        </p:nvSpPr>
        <p:spPr>
          <a:xfrm>
            <a:off x="768094" y="1572766"/>
            <a:ext cx="164592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492" name="Oval 7"/>
          <p:cNvSpPr/>
          <p:nvPr/>
        </p:nvSpPr>
        <p:spPr>
          <a:xfrm>
            <a:off x="960119" y="2240278"/>
            <a:ext cx="164595" cy="16459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93" name="Connector 8"/>
          <p:cNvSpPr/>
          <p:nvPr/>
        </p:nvSpPr>
        <p:spPr>
          <a:xfrm>
            <a:off x="1042414" y="2404872"/>
            <a:ext cx="2" cy="271578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4" name="Connector 9"/>
          <p:cNvSpPr/>
          <p:nvPr/>
        </p:nvSpPr>
        <p:spPr>
          <a:xfrm>
            <a:off x="927199" y="2520084"/>
            <a:ext cx="230431" cy="2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5" name="Connector 10"/>
          <p:cNvSpPr/>
          <p:nvPr/>
        </p:nvSpPr>
        <p:spPr>
          <a:xfrm flipH="1">
            <a:off x="935430" y="2676448"/>
            <a:ext cx="106987" cy="17282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6" name="Connector 11"/>
          <p:cNvSpPr/>
          <p:nvPr/>
        </p:nvSpPr>
        <p:spPr>
          <a:xfrm>
            <a:off x="1042416" y="2676448"/>
            <a:ext cx="106986" cy="17282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7" name="Oval 12"/>
          <p:cNvSpPr/>
          <p:nvPr/>
        </p:nvSpPr>
        <p:spPr>
          <a:xfrm>
            <a:off x="3502150" y="2215624"/>
            <a:ext cx="164595" cy="16459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98" name="Connector 13"/>
          <p:cNvSpPr/>
          <p:nvPr/>
        </p:nvSpPr>
        <p:spPr>
          <a:xfrm>
            <a:off x="3584447" y="2380215"/>
            <a:ext cx="2" cy="271578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9" name="Connector 14"/>
          <p:cNvSpPr/>
          <p:nvPr/>
        </p:nvSpPr>
        <p:spPr>
          <a:xfrm>
            <a:off x="3469232" y="2495430"/>
            <a:ext cx="230431" cy="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0" name="Connector 15"/>
          <p:cNvSpPr/>
          <p:nvPr/>
        </p:nvSpPr>
        <p:spPr>
          <a:xfrm flipH="1">
            <a:off x="3477462" y="2651792"/>
            <a:ext cx="106987" cy="17282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1" name="Connector 16"/>
          <p:cNvSpPr/>
          <p:nvPr/>
        </p:nvSpPr>
        <p:spPr>
          <a:xfrm>
            <a:off x="3584447" y="2651792"/>
            <a:ext cx="106986" cy="17282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2" name="Rounded Rectangle 17"/>
          <p:cNvSpPr/>
          <p:nvPr/>
        </p:nvSpPr>
        <p:spPr>
          <a:xfrm>
            <a:off x="1856231" y="2011678"/>
            <a:ext cx="960122" cy="1298450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03" name="Connector 18"/>
          <p:cNvSpPr/>
          <p:nvPr/>
        </p:nvSpPr>
        <p:spPr>
          <a:xfrm>
            <a:off x="2075687" y="2450592"/>
            <a:ext cx="521209" cy="2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4" name="Connector 19"/>
          <p:cNvSpPr/>
          <p:nvPr/>
        </p:nvSpPr>
        <p:spPr>
          <a:xfrm>
            <a:off x="2075687" y="2761488"/>
            <a:ext cx="393195" cy="2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5" name="Connector 20"/>
          <p:cNvSpPr/>
          <p:nvPr/>
        </p:nvSpPr>
        <p:spPr>
          <a:xfrm>
            <a:off x="2075687" y="3072383"/>
            <a:ext cx="484635" cy="2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6" name="Oval 21"/>
          <p:cNvSpPr/>
          <p:nvPr/>
        </p:nvSpPr>
        <p:spPr>
          <a:xfrm>
            <a:off x="1572766" y="2514599"/>
            <a:ext cx="201171" cy="201172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07" name="Connector 22"/>
          <p:cNvSpPr/>
          <p:nvPr/>
        </p:nvSpPr>
        <p:spPr>
          <a:xfrm>
            <a:off x="1613916" y="2624327"/>
            <a:ext cx="45722" cy="45722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8" name="Connector 23"/>
          <p:cNvSpPr/>
          <p:nvPr/>
        </p:nvSpPr>
        <p:spPr>
          <a:xfrm flipV="1">
            <a:off x="1659634" y="2569464"/>
            <a:ext cx="82298" cy="10058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9" name="Connector 27"/>
          <p:cNvSpPr/>
          <p:nvPr/>
        </p:nvSpPr>
        <p:spPr>
          <a:xfrm>
            <a:off x="1344166" y="2615183"/>
            <a:ext cx="192026" cy="2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10" name="TextBox 30"/>
          <p:cNvSpPr txBox="1"/>
          <p:nvPr/>
        </p:nvSpPr>
        <p:spPr>
          <a:xfrm>
            <a:off x="941831" y="3675886"/>
            <a:ext cx="283464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511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512" name="TextBox 32"/>
          <p:cNvSpPr txBox="1"/>
          <p:nvPr/>
        </p:nvSpPr>
        <p:spPr>
          <a:xfrm>
            <a:off x="4261103" y="1572766"/>
            <a:ext cx="1920241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513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514" name="Oval 34"/>
          <p:cNvSpPr/>
          <p:nvPr/>
        </p:nvSpPr>
        <p:spPr>
          <a:xfrm>
            <a:off x="4315967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5" name="Oval 35"/>
          <p:cNvSpPr/>
          <p:nvPr/>
        </p:nvSpPr>
        <p:spPr>
          <a:xfrm>
            <a:off x="4507991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6" name="Oval 36"/>
          <p:cNvSpPr/>
          <p:nvPr/>
        </p:nvSpPr>
        <p:spPr>
          <a:xfrm>
            <a:off x="4700015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7" name="Oval 37"/>
          <p:cNvSpPr/>
          <p:nvPr/>
        </p:nvSpPr>
        <p:spPr>
          <a:xfrm>
            <a:off x="4892040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8" name="Oval 38"/>
          <p:cNvSpPr/>
          <p:nvPr/>
        </p:nvSpPr>
        <p:spPr>
          <a:xfrm>
            <a:off x="5084064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9" name="Oval 39"/>
          <p:cNvSpPr/>
          <p:nvPr/>
        </p:nvSpPr>
        <p:spPr>
          <a:xfrm>
            <a:off x="5276088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0" name="Oval 40"/>
          <p:cNvSpPr/>
          <p:nvPr/>
        </p:nvSpPr>
        <p:spPr>
          <a:xfrm>
            <a:off x="5468110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1" name="Oval 41"/>
          <p:cNvSpPr/>
          <p:nvPr/>
        </p:nvSpPr>
        <p:spPr>
          <a:xfrm>
            <a:off x="5660135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2" name="Oval 42"/>
          <p:cNvSpPr/>
          <p:nvPr/>
        </p:nvSpPr>
        <p:spPr>
          <a:xfrm>
            <a:off x="5852159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3" name="Oval 43"/>
          <p:cNvSpPr/>
          <p:nvPr/>
        </p:nvSpPr>
        <p:spPr>
          <a:xfrm>
            <a:off x="6044183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4" name="TextBox 44"/>
          <p:cNvSpPr txBox="1"/>
          <p:nvPr/>
        </p:nvSpPr>
        <p:spPr>
          <a:xfrm>
            <a:off x="4315967" y="2670048"/>
            <a:ext cx="205740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525" name="TextBox 45"/>
          <p:cNvSpPr txBox="1"/>
          <p:nvPr/>
        </p:nvSpPr>
        <p:spPr>
          <a:xfrm>
            <a:off x="4315967" y="2990088"/>
            <a:ext cx="251460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526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527" name="Oval 47"/>
          <p:cNvSpPr/>
          <p:nvPr/>
        </p:nvSpPr>
        <p:spPr>
          <a:xfrm>
            <a:off x="4315967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8" name="Oval 48"/>
          <p:cNvSpPr/>
          <p:nvPr/>
        </p:nvSpPr>
        <p:spPr>
          <a:xfrm>
            <a:off x="4507991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9" name="Oval 49"/>
          <p:cNvSpPr/>
          <p:nvPr/>
        </p:nvSpPr>
        <p:spPr>
          <a:xfrm>
            <a:off x="4700015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0" name="Oval 50"/>
          <p:cNvSpPr/>
          <p:nvPr/>
        </p:nvSpPr>
        <p:spPr>
          <a:xfrm>
            <a:off x="4892040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1" name="Oval 51"/>
          <p:cNvSpPr/>
          <p:nvPr/>
        </p:nvSpPr>
        <p:spPr>
          <a:xfrm>
            <a:off x="5084064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2" name="Oval 52"/>
          <p:cNvSpPr/>
          <p:nvPr/>
        </p:nvSpPr>
        <p:spPr>
          <a:xfrm>
            <a:off x="5276088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3" name="Oval 53"/>
          <p:cNvSpPr/>
          <p:nvPr/>
        </p:nvSpPr>
        <p:spPr>
          <a:xfrm>
            <a:off x="5468110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4" name="Oval 54"/>
          <p:cNvSpPr/>
          <p:nvPr/>
        </p:nvSpPr>
        <p:spPr>
          <a:xfrm>
            <a:off x="5660135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5" name="Oval 55"/>
          <p:cNvSpPr/>
          <p:nvPr/>
        </p:nvSpPr>
        <p:spPr>
          <a:xfrm>
            <a:off x="5852159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6" name="Oval 56"/>
          <p:cNvSpPr/>
          <p:nvPr/>
        </p:nvSpPr>
        <p:spPr>
          <a:xfrm>
            <a:off x="6044183" y="3913632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7" name="TextBox 57"/>
          <p:cNvSpPr txBox="1"/>
          <p:nvPr/>
        </p:nvSpPr>
        <p:spPr>
          <a:xfrm>
            <a:off x="4315967" y="4242815"/>
            <a:ext cx="205740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538" name="TextBox 58"/>
          <p:cNvSpPr txBox="1"/>
          <p:nvPr/>
        </p:nvSpPr>
        <p:spPr>
          <a:xfrm>
            <a:off x="4315967" y="4562854"/>
            <a:ext cx="2514602" cy="235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539" name="TextBox 59"/>
          <p:cNvSpPr txBox="1"/>
          <p:nvPr/>
        </p:nvSpPr>
        <p:spPr>
          <a:xfrm>
            <a:off x="6629400" y="3145534"/>
            <a:ext cx="1188720" cy="677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540" name="TextBox 60"/>
          <p:cNvSpPr txBox="1"/>
          <p:nvPr/>
        </p:nvSpPr>
        <p:spPr>
          <a:xfrm>
            <a:off x="8193023" y="1572766"/>
            <a:ext cx="2377442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541" name="TextBox 61"/>
          <p:cNvSpPr txBox="1"/>
          <p:nvPr/>
        </p:nvSpPr>
        <p:spPr>
          <a:xfrm>
            <a:off x="8229599" y="2039111"/>
            <a:ext cx="105156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542" name="TextBox 62"/>
          <p:cNvSpPr txBox="1"/>
          <p:nvPr/>
        </p:nvSpPr>
        <p:spPr>
          <a:xfrm>
            <a:off x="8229600" y="2395727"/>
            <a:ext cx="109728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543" name="TextBox 63"/>
          <p:cNvSpPr txBox="1"/>
          <p:nvPr/>
        </p:nvSpPr>
        <p:spPr>
          <a:xfrm>
            <a:off x="9372600" y="2468878"/>
            <a:ext cx="18745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544" name="TextBox 64"/>
          <p:cNvSpPr txBox="1"/>
          <p:nvPr/>
        </p:nvSpPr>
        <p:spPr>
          <a:xfrm>
            <a:off x="8229599" y="2852927"/>
            <a:ext cx="2880363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545" name="Connector 65"/>
          <p:cNvSpPr/>
          <p:nvPr/>
        </p:nvSpPr>
        <p:spPr>
          <a:xfrm>
            <a:off x="8229599" y="3328415"/>
            <a:ext cx="3035811" cy="2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6" name="TextBox 66"/>
          <p:cNvSpPr txBox="1"/>
          <p:nvPr/>
        </p:nvSpPr>
        <p:spPr>
          <a:xfrm>
            <a:off x="8229599" y="3639310"/>
            <a:ext cx="105156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547" name="TextBox 67"/>
          <p:cNvSpPr txBox="1"/>
          <p:nvPr/>
        </p:nvSpPr>
        <p:spPr>
          <a:xfrm>
            <a:off x="8229599" y="3968496"/>
            <a:ext cx="502921" cy="322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548" name="TextBox 68"/>
          <p:cNvSpPr txBox="1"/>
          <p:nvPr/>
        </p:nvSpPr>
        <p:spPr>
          <a:xfrm>
            <a:off x="8732518" y="4041647"/>
            <a:ext cx="248717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549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550" name="Connector 70"/>
          <p:cNvSpPr/>
          <p:nvPr/>
        </p:nvSpPr>
        <p:spPr>
          <a:xfrm>
            <a:off x="749807" y="5230367"/>
            <a:ext cx="10680195" cy="2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1" name="TextBox 71"/>
          <p:cNvSpPr txBox="1"/>
          <p:nvPr/>
        </p:nvSpPr>
        <p:spPr>
          <a:xfrm>
            <a:off x="2944366" y="5522976"/>
            <a:ext cx="63550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552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553" name="Oval 21"/>
          <p:cNvSpPr/>
          <p:nvPr/>
        </p:nvSpPr>
        <p:spPr>
          <a:xfrm>
            <a:off x="2884696" y="2514599"/>
            <a:ext cx="201171" cy="201172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54" name="Connector 22"/>
          <p:cNvSpPr/>
          <p:nvPr/>
        </p:nvSpPr>
        <p:spPr>
          <a:xfrm>
            <a:off x="2925845" y="2624327"/>
            <a:ext cx="45722" cy="45722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5" name="Connector 23"/>
          <p:cNvSpPr/>
          <p:nvPr/>
        </p:nvSpPr>
        <p:spPr>
          <a:xfrm flipV="1">
            <a:off x="2971564" y="2569464"/>
            <a:ext cx="82298" cy="10058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6" name="Connector 27"/>
          <p:cNvSpPr/>
          <p:nvPr/>
        </p:nvSpPr>
        <p:spPr>
          <a:xfrm>
            <a:off x="3134853" y="2615119"/>
            <a:ext cx="192027" cy="2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7" name="Rectangle"/>
          <p:cNvSpPr/>
          <p:nvPr/>
        </p:nvSpPr>
        <p:spPr>
          <a:xfrm>
            <a:off x="6594475" y="1460623"/>
            <a:ext cx="5153306" cy="364414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TextBox 1"/>
          <p:cNvSpPr txBox="1"/>
          <p:nvPr/>
        </p:nvSpPr>
        <p:spPr>
          <a:xfrm>
            <a:off x="603502" y="420623"/>
            <a:ext cx="43891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560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561" name="TextBox 3"/>
          <p:cNvSpPr txBox="1"/>
          <p:nvPr/>
        </p:nvSpPr>
        <p:spPr>
          <a:xfrm>
            <a:off x="11082528" y="457199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562" name="Connector 4"/>
          <p:cNvSpPr/>
          <p:nvPr/>
        </p:nvSpPr>
        <p:spPr>
          <a:xfrm flipH="1">
            <a:off x="4005071" y="1554479"/>
            <a:ext cx="2" cy="3456434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63" name="Connector 5"/>
          <p:cNvSpPr/>
          <p:nvPr/>
        </p:nvSpPr>
        <p:spPr>
          <a:xfrm>
            <a:off x="8010142" y="1554479"/>
            <a:ext cx="2" cy="3456434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64" name="TextBox 6"/>
          <p:cNvSpPr txBox="1"/>
          <p:nvPr/>
        </p:nvSpPr>
        <p:spPr>
          <a:xfrm>
            <a:off x="768094" y="1572766"/>
            <a:ext cx="164592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565" name="Oval 7"/>
          <p:cNvSpPr/>
          <p:nvPr/>
        </p:nvSpPr>
        <p:spPr>
          <a:xfrm>
            <a:off x="960119" y="2240278"/>
            <a:ext cx="164595" cy="16459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66" name="Connector 8"/>
          <p:cNvSpPr/>
          <p:nvPr/>
        </p:nvSpPr>
        <p:spPr>
          <a:xfrm>
            <a:off x="1042414" y="2404872"/>
            <a:ext cx="2" cy="271578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67" name="Connector 9"/>
          <p:cNvSpPr/>
          <p:nvPr/>
        </p:nvSpPr>
        <p:spPr>
          <a:xfrm>
            <a:off x="927199" y="2520084"/>
            <a:ext cx="230431" cy="2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68" name="Connector 10"/>
          <p:cNvSpPr/>
          <p:nvPr/>
        </p:nvSpPr>
        <p:spPr>
          <a:xfrm flipH="1">
            <a:off x="935430" y="2676448"/>
            <a:ext cx="106987" cy="17282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69" name="Connector 11"/>
          <p:cNvSpPr/>
          <p:nvPr/>
        </p:nvSpPr>
        <p:spPr>
          <a:xfrm>
            <a:off x="1042416" y="2676448"/>
            <a:ext cx="106986" cy="17282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70" name="Oval 12"/>
          <p:cNvSpPr/>
          <p:nvPr/>
        </p:nvSpPr>
        <p:spPr>
          <a:xfrm>
            <a:off x="3502150" y="2215624"/>
            <a:ext cx="164595" cy="16459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1" name="Connector 13"/>
          <p:cNvSpPr/>
          <p:nvPr/>
        </p:nvSpPr>
        <p:spPr>
          <a:xfrm>
            <a:off x="3584447" y="2380215"/>
            <a:ext cx="2" cy="271578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72" name="Connector 14"/>
          <p:cNvSpPr/>
          <p:nvPr/>
        </p:nvSpPr>
        <p:spPr>
          <a:xfrm>
            <a:off x="3469232" y="2495430"/>
            <a:ext cx="230431" cy="2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73" name="Connector 15"/>
          <p:cNvSpPr/>
          <p:nvPr/>
        </p:nvSpPr>
        <p:spPr>
          <a:xfrm flipH="1">
            <a:off x="3477462" y="2651792"/>
            <a:ext cx="106987" cy="17282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74" name="Connector 16"/>
          <p:cNvSpPr/>
          <p:nvPr/>
        </p:nvSpPr>
        <p:spPr>
          <a:xfrm>
            <a:off x="3584447" y="2651792"/>
            <a:ext cx="106986" cy="17282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75" name="Rounded Rectangle 17"/>
          <p:cNvSpPr/>
          <p:nvPr/>
        </p:nvSpPr>
        <p:spPr>
          <a:xfrm>
            <a:off x="1856231" y="2011678"/>
            <a:ext cx="960122" cy="1298450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6" name="Connector 18"/>
          <p:cNvSpPr/>
          <p:nvPr/>
        </p:nvSpPr>
        <p:spPr>
          <a:xfrm>
            <a:off x="2075687" y="2450592"/>
            <a:ext cx="521209" cy="2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77" name="Connector 19"/>
          <p:cNvSpPr/>
          <p:nvPr/>
        </p:nvSpPr>
        <p:spPr>
          <a:xfrm>
            <a:off x="2075687" y="2761488"/>
            <a:ext cx="393195" cy="2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78" name="Connector 20"/>
          <p:cNvSpPr/>
          <p:nvPr/>
        </p:nvSpPr>
        <p:spPr>
          <a:xfrm>
            <a:off x="2075687" y="3072383"/>
            <a:ext cx="484635" cy="2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79" name="Oval 21"/>
          <p:cNvSpPr/>
          <p:nvPr/>
        </p:nvSpPr>
        <p:spPr>
          <a:xfrm>
            <a:off x="1572766" y="2514599"/>
            <a:ext cx="201171" cy="201172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80" name="Connector 22"/>
          <p:cNvSpPr/>
          <p:nvPr/>
        </p:nvSpPr>
        <p:spPr>
          <a:xfrm>
            <a:off x="1613916" y="2624327"/>
            <a:ext cx="45722" cy="45722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81" name="Connector 23"/>
          <p:cNvSpPr/>
          <p:nvPr/>
        </p:nvSpPr>
        <p:spPr>
          <a:xfrm flipV="1">
            <a:off x="1659634" y="2569464"/>
            <a:ext cx="82298" cy="10058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82" name="Connector 27"/>
          <p:cNvSpPr/>
          <p:nvPr/>
        </p:nvSpPr>
        <p:spPr>
          <a:xfrm>
            <a:off x="1344166" y="2615183"/>
            <a:ext cx="192026" cy="2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83" name="TextBox 30"/>
          <p:cNvSpPr txBox="1"/>
          <p:nvPr/>
        </p:nvSpPr>
        <p:spPr>
          <a:xfrm>
            <a:off x="941831" y="3675886"/>
            <a:ext cx="283464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584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585" name="TextBox 32"/>
          <p:cNvSpPr txBox="1"/>
          <p:nvPr/>
        </p:nvSpPr>
        <p:spPr>
          <a:xfrm>
            <a:off x="4261103" y="1572766"/>
            <a:ext cx="1920241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586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587" name="Oval 34"/>
          <p:cNvSpPr/>
          <p:nvPr/>
        </p:nvSpPr>
        <p:spPr>
          <a:xfrm>
            <a:off x="4315967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88" name="Oval 35"/>
          <p:cNvSpPr/>
          <p:nvPr/>
        </p:nvSpPr>
        <p:spPr>
          <a:xfrm>
            <a:off x="4507991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89" name="Oval 36"/>
          <p:cNvSpPr/>
          <p:nvPr/>
        </p:nvSpPr>
        <p:spPr>
          <a:xfrm>
            <a:off x="4700015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0" name="Oval 37"/>
          <p:cNvSpPr/>
          <p:nvPr/>
        </p:nvSpPr>
        <p:spPr>
          <a:xfrm>
            <a:off x="4892040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1" name="Oval 38"/>
          <p:cNvSpPr/>
          <p:nvPr/>
        </p:nvSpPr>
        <p:spPr>
          <a:xfrm>
            <a:off x="5084064" y="2340864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2" name="Oval 39"/>
          <p:cNvSpPr/>
          <p:nvPr/>
        </p:nvSpPr>
        <p:spPr>
          <a:xfrm>
            <a:off x="5276088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3" name="Oval 40"/>
          <p:cNvSpPr/>
          <p:nvPr/>
        </p:nvSpPr>
        <p:spPr>
          <a:xfrm>
            <a:off x="5468110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4" name="Oval 41"/>
          <p:cNvSpPr/>
          <p:nvPr/>
        </p:nvSpPr>
        <p:spPr>
          <a:xfrm>
            <a:off x="5660135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5" name="Oval 42"/>
          <p:cNvSpPr/>
          <p:nvPr/>
        </p:nvSpPr>
        <p:spPr>
          <a:xfrm>
            <a:off x="5852159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6" name="Oval 43"/>
          <p:cNvSpPr/>
          <p:nvPr/>
        </p:nvSpPr>
        <p:spPr>
          <a:xfrm>
            <a:off x="6044183" y="2340864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7" name="TextBox 44"/>
          <p:cNvSpPr txBox="1"/>
          <p:nvPr/>
        </p:nvSpPr>
        <p:spPr>
          <a:xfrm>
            <a:off x="4315967" y="2670048"/>
            <a:ext cx="205740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598" name="TextBox 45"/>
          <p:cNvSpPr txBox="1"/>
          <p:nvPr/>
        </p:nvSpPr>
        <p:spPr>
          <a:xfrm>
            <a:off x="4315967" y="2990088"/>
            <a:ext cx="251460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599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600" name="Oval 47"/>
          <p:cNvSpPr/>
          <p:nvPr/>
        </p:nvSpPr>
        <p:spPr>
          <a:xfrm>
            <a:off x="4315967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1" name="Oval 48"/>
          <p:cNvSpPr/>
          <p:nvPr/>
        </p:nvSpPr>
        <p:spPr>
          <a:xfrm>
            <a:off x="4507991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2" name="Oval 49"/>
          <p:cNvSpPr/>
          <p:nvPr/>
        </p:nvSpPr>
        <p:spPr>
          <a:xfrm>
            <a:off x="4700015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3" name="Oval 50"/>
          <p:cNvSpPr/>
          <p:nvPr/>
        </p:nvSpPr>
        <p:spPr>
          <a:xfrm>
            <a:off x="4892040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4" name="Oval 51"/>
          <p:cNvSpPr/>
          <p:nvPr/>
        </p:nvSpPr>
        <p:spPr>
          <a:xfrm>
            <a:off x="5084064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5" name="Oval 52"/>
          <p:cNvSpPr/>
          <p:nvPr/>
        </p:nvSpPr>
        <p:spPr>
          <a:xfrm>
            <a:off x="5276088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6" name="Oval 53"/>
          <p:cNvSpPr/>
          <p:nvPr/>
        </p:nvSpPr>
        <p:spPr>
          <a:xfrm>
            <a:off x="5468110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7" name="Oval 54"/>
          <p:cNvSpPr/>
          <p:nvPr/>
        </p:nvSpPr>
        <p:spPr>
          <a:xfrm>
            <a:off x="5660135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8" name="Oval 55"/>
          <p:cNvSpPr/>
          <p:nvPr/>
        </p:nvSpPr>
        <p:spPr>
          <a:xfrm>
            <a:off x="5852159" y="3913632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9" name="Oval 56"/>
          <p:cNvSpPr/>
          <p:nvPr/>
        </p:nvSpPr>
        <p:spPr>
          <a:xfrm>
            <a:off x="6044183" y="3913632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10" name="TextBox 57"/>
          <p:cNvSpPr txBox="1"/>
          <p:nvPr/>
        </p:nvSpPr>
        <p:spPr>
          <a:xfrm>
            <a:off x="4315967" y="4242815"/>
            <a:ext cx="205740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611" name="TextBox 58"/>
          <p:cNvSpPr txBox="1"/>
          <p:nvPr/>
        </p:nvSpPr>
        <p:spPr>
          <a:xfrm>
            <a:off x="4315967" y="4562854"/>
            <a:ext cx="2514602" cy="235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612" name="TextBox 59"/>
          <p:cNvSpPr txBox="1"/>
          <p:nvPr/>
        </p:nvSpPr>
        <p:spPr>
          <a:xfrm>
            <a:off x="6629400" y="3145534"/>
            <a:ext cx="1188720" cy="677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613" name="TextBox 60"/>
          <p:cNvSpPr txBox="1"/>
          <p:nvPr/>
        </p:nvSpPr>
        <p:spPr>
          <a:xfrm>
            <a:off x="8193023" y="1572766"/>
            <a:ext cx="2377442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614" name="TextBox 61"/>
          <p:cNvSpPr txBox="1"/>
          <p:nvPr/>
        </p:nvSpPr>
        <p:spPr>
          <a:xfrm>
            <a:off x="8229599" y="2039111"/>
            <a:ext cx="105156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615" name="TextBox 62"/>
          <p:cNvSpPr txBox="1"/>
          <p:nvPr/>
        </p:nvSpPr>
        <p:spPr>
          <a:xfrm>
            <a:off x="8229600" y="2395727"/>
            <a:ext cx="109728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616" name="TextBox 63"/>
          <p:cNvSpPr txBox="1"/>
          <p:nvPr/>
        </p:nvSpPr>
        <p:spPr>
          <a:xfrm>
            <a:off x="9372600" y="2468878"/>
            <a:ext cx="18745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617" name="TextBox 64"/>
          <p:cNvSpPr txBox="1"/>
          <p:nvPr/>
        </p:nvSpPr>
        <p:spPr>
          <a:xfrm>
            <a:off x="8229599" y="2852927"/>
            <a:ext cx="2880363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618" name="Connector 65"/>
          <p:cNvSpPr/>
          <p:nvPr/>
        </p:nvSpPr>
        <p:spPr>
          <a:xfrm>
            <a:off x="8229599" y="3328415"/>
            <a:ext cx="3035811" cy="2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9" name="TextBox 66"/>
          <p:cNvSpPr txBox="1"/>
          <p:nvPr/>
        </p:nvSpPr>
        <p:spPr>
          <a:xfrm>
            <a:off x="8229599" y="3639310"/>
            <a:ext cx="105156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620" name="TextBox 67"/>
          <p:cNvSpPr txBox="1"/>
          <p:nvPr/>
        </p:nvSpPr>
        <p:spPr>
          <a:xfrm>
            <a:off x="8229599" y="3968496"/>
            <a:ext cx="502921" cy="322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621" name="TextBox 68"/>
          <p:cNvSpPr txBox="1"/>
          <p:nvPr/>
        </p:nvSpPr>
        <p:spPr>
          <a:xfrm>
            <a:off x="8732518" y="4041647"/>
            <a:ext cx="248717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622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623" name="Connector 70"/>
          <p:cNvSpPr/>
          <p:nvPr/>
        </p:nvSpPr>
        <p:spPr>
          <a:xfrm>
            <a:off x="749807" y="5230367"/>
            <a:ext cx="10680195" cy="2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4" name="TextBox 71"/>
          <p:cNvSpPr txBox="1"/>
          <p:nvPr/>
        </p:nvSpPr>
        <p:spPr>
          <a:xfrm>
            <a:off x="2944366" y="5522976"/>
            <a:ext cx="63550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625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626" name="Oval 21"/>
          <p:cNvSpPr/>
          <p:nvPr/>
        </p:nvSpPr>
        <p:spPr>
          <a:xfrm>
            <a:off x="2884696" y="2514599"/>
            <a:ext cx="201171" cy="201172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27" name="Connector 22"/>
          <p:cNvSpPr/>
          <p:nvPr/>
        </p:nvSpPr>
        <p:spPr>
          <a:xfrm>
            <a:off x="2925845" y="2624327"/>
            <a:ext cx="45722" cy="45722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8" name="Connector 23"/>
          <p:cNvSpPr/>
          <p:nvPr/>
        </p:nvSpPr>
        <p:spPr>
          <a:xfrm flipV="1">
            <a:off x="2971564" y="2569464"/>
            <a:ext cx="82298" cy="10058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9" name="Connector 27"/>
          <p:cNvSpPr/>
          <p:nvPr/>
        </p:nvSpPr>
        <p:spPr>
          <a:xfrm>
            <a:off x="3134853" y="2615119"/>
            <a:ext cx="192027" cy="2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TextBox 1"/>
          <p:cNvSpPr txBox="1"/>
          <p:nvPr/>
        </p:nvSpPr>
        <p:spPr>
          <a:xfrm>
            <a:off x="603500" y="420623"/>
            <a:ext cx="438912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COLLECTIVE DECISIONS</a:t>
            </a:r>
          </a:p>
        </p:txBody>
      </p:sp>
      <p:sp>
        <p:nvSpPr>
          <p:cNvPr id="1632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This problem predates platforms</a:t>
            </a:r>
          </a:p>
        </p:txBody>
      </p:sp>
      <p:sp>
        <p:nvSpPr>
          <p:cNvPr id="1633" name="TextBox 3"/>
          <p:cNvSpPr txBox="1"/>
          <p:nvPr/>
        </p:nvSpPr>
        <p:spPr>
          <a:xfrm>
            <a:off x="11082528" y="457198"/>
            <a:ext cx="438916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07</a:t>
            </a:r>
          </a:p>
        </p:txBody>
      </p:sp>
      <p:sp>
        <p:nvSpPr>
          <p:cNvPr id="1634" name="Connector 4"/>
          <p:cNvSpPr/>
          <p:nvPr/>
        </p:nvSpPr>
        <p:spPr>
          <a:xfrm flipH="1">
            <a:off x="4160520" y="1627631"/>
            <a:ext cx="4" cy="329184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35" name="TextBox 5"/>
          <p:cNvSpPr txBox="1"/>
          <p:nvPr/>
        </p:nvSpPr>
        <p:spPr>
          <a:xfrm>
            <a:off x="822960" y="1664205"/>
            <a:ext cx="2011680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SWITZERLAND</a:t>
            </a:r>
          </a:p>
        </p:txBody>
      </p:sp>
      <p:sp>
        <p:nvSpPr>
          <p:cNvPr id="1636" name="TextBox 6"/>
          <p:cNvSpPr txBox="1"/>
          <p:nvPr/>
        </p:nvSpPr>
        <p:spPr>
          <a:xfrm>
            <a:off x="877824" y="2212848"/>
            <a:ext cx="77724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PEOPLE</a:t>
            </a:r>
          </a:p>
        </p:txBody>
      </p:sp>
      <p:sp>
        <p:nvSpPr>
          <p:cNvPr id="1637" name="Oval 7"/>
          <p:cNvSpPr/>
          <p:nvPr/>
        </p:nvSpPr>
        <p:spPr>
          <a:xfrm>
            <a:off x="932688" y="2560320"/>
            <a:ext cx="128023" cy="12802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38" name="Oval 8"/>
          <p:cNvSpPr/>
          <p:nvPr/>
        </p:nvSpPr>
        <p:spPr>
          <a:xfrm>
            <a:off x="1243583" y="2560320"/>
            <a:ext cx="128023" cy="12802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39" name="Oval 9"/>
          <p:cNvSpPr/>
          <p:nvPr/>
        </p:nvSpPr>
        <p:spPr>
          <a:xfrm>
            <a:off x="1554480" y="2560320"/>
            <a:ext cx="128023" cy="12802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40" name="Oval 10"/>
          <p:cNvSpPr/>
          <p:nvPr/>
        </p:nvSpPr>
        <p:spPr>
          <a:xfrm>
            <a:off x="1865376" y="2560320"/>
            <a:ext cx="128023" cy="12802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41" name="Oval 11"/>
          <p:cNvSpPr/>
          <p:nvPr/>
        </p:nvSpPr>
        <p:spPr>
          <a:xfrm>
            <a:off x="932688" y="2871215"/>
            <a:ext cx="128023" cy="128023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42" name="Oval 12"/>
          <p:cNvSpPr/>
          <p:nvPr/>
        </p:nvSpPr>
        <p:spPr>
          <a:xfrm>
            <a:off x="1243583" y="2871215"/>
            <a:ext cx="128023" cy="128023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43" name="Oval 13"/>
          <p:cNvSpPr/>
          <p:nvPr/>
        </p:nvSpPr>
        <p:spPr>
          <a:xfrm>
            <a:off x="1554480" y="2871215"/>
            <a:ext cx="128023" cy="128023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44" name="TextBox 14"/>
          <p:cNvSpPr txBox="1"/>
          <p:nvPr/>
        </p:nvSpPr>
        <p:spPr>
          <a:xfrm>
            <a:off x="2359150" y="2642616"/>
            <a:ext cx="274322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645" name="TextBox 15"/>
          <p:cNvSpPr txBox="1"/>
          <p:nvPr/>
        </p:nvSpPr>
        <p:spPr>
          <a:xfrm>
            <a:off x="877824" y="3319271"/>
            <a:ext cx="77724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CANTONS</a:t>
            </a:r>
          </a:p>
        </p:txBody>
      </p:sp>
      <p:sp>
        <p:nvSpPr>
          <p:cNvPr id="1646" name="Oval 16"/>
          <p:cNvSpPr/>
          <p:nvPr/>
        </p:nvSpPr>
        <p:spPr>
          <a:xfrm>
            <a:off x="932688" y="3666744"/>
            <a:ext cx="128023" cy="12802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47" name="Oval 17"/>
          <p:cNvSpPr/>
          <p:nvPr/>
        </p:nvSpPr>
        <p:spPr>
          <a:xfrm>
            <a:off x="1243583" y="3666744"/>
            <a:ext cx="128023" cy="12802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48" name="Oval 18"/>
          <p:cNvSpPr/>
          <p:nvPr/>
        </p:nvSpPr>
        <p:spPr>
          <a:xfrm>
            <a:off x="1554480" y="3666744"/>
            <a:ext cx="128023" cy="12802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49" name="Oval 19"/>
          <p:cNvSpPr/>
          <p:nvPr/>
        </p:nvSpPr>
        <p:spPr>
          <a:xfrm>
            <a:off x="1865376" y="3666744"/>
            <a:ext cx="128023" cy="12802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50" name="Oval 20"/>
          <p:cNvSpPr/>
          <p:nvPr/>
        </p:nvSpPr>
        <p:spPr>
          <a:xfrm>
            <a:off x="932688" y="3977637"/>
            <a:ext cx="128023" cy="128023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51" name="Oval 21"/>
          <p:cNvSpPr/>
          <p:nvPr/>
        </p:nvSpPr>
        <p:spPr>
          <a:xfrm>
            <a:off x="1243583" y="3977637"/>
            <a:ext cx="128023" cy="128023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52" name="Oval 22"/>
          <p:cNvSpPr/>
          <p:nvPr/>
        </p:nvSpPr>
        <p:spPr>
          <a:xfrm>
            <a:off x="1554480" y="3977637"/>
            <a:ext cx="128023" cy="128023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53" name="Connector 23"/>
          <p:cNvSpPr/>
          <p:nvPr/>
        </p:nvSpPr>
        <p:spPr>
          <a:xfrm>
            <a:off x="2660904" y="2752344"/>
            <a:ext cx="521209" cy="301756"/>
          </a:xfrm>
          <a:prstGeom prst="line">
            <a:avLst/>
          </a:prstGeom>
          <a:ln w="1524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54" name="Connector 24"/>
          <p:cNvSpPr/>
          <p:nvPr/>
        </p:nvSpPr>
        <p:spPr>
          <a:xfrm flipV="1">
            <a:off x="2660904" y="3246120"/>
            <a:ext cx="521209" cy="57607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55" name="TextBox 28"/>
          <p:cNvSpPr txBox="1"/>
          <p:nvPr/>
        </p:nvSpPr>
        <p:spPr>
          <a:xfrm>
            <a:off x="877824" y="4590288"/>
            <a:ext cx="2057403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Double majority</a:t>
            </a:r>
          </a:p>
        </p:txBody>
      </p:sp>
      <p:sp>
        <p:nvSpPr>
          <p:cNvPr id="1656" name="TextBox 29"/>
          <p:cNvSpPr txBox="1"/>
          <p:nvPr/>
        </p:nvSpPr>
        <p:spPr>
          <a:xfrm>
            <a:off x="4663440" y="2048255"/>
            <a:ext cx="160020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BELGIUM</a:t>
            </a:r>
          </a:p>
        </p:txBody>
      </p:sp>
      <p:sp>
        <p:nvSpPr>
          <p:cNvPr id="1657" name="Oval 30"/>
          <p:cNvSpPr/>
          <p:nvPr/>
        </p:nvSpPr>
        <p:spPr>
          <a:xfrm>
            <a:off x="6437376" y="2020821"/>
            <a:ext cx="246895" cy="24689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58" name="TextBox 31"/>
          <p:cNvSpPr txBox="1"/>
          <p:nvPr/>
        </p:nvSpPr>
        <p:spPr>
          <a:xfrm>
            <a:off x="6437376" y="2071116"/>
            <a:ext cx="2468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NL</a:t>
            </a:r>
          </a:p>
        </p:txBody>
      </p:sp>
      <p:sp>
        <p:nvSpPr>
          <p:cNvPr id="1659" name="TextBox 32"/>
          <p:cNvSpPr txBox="1"/>
          <p:nvPr/>
        </p:nvSpPr>
        <p:spPr>
          <a:xfrm>
            <a:off x="6720840" y="2057399"/>
            <a:ext cx="182884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660" name="Oval 33"/>
          <p:cNvSpPr/>
          <p:nvPr/>
        </p:nvSpPr>
        <p:spPr>
          <a:xfrm>
            <a:off x="6931152" y="2020821"/>
            <a:ext cx="246895" cy="24689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61" name="TextBox 34"/>
          <p:cNvSpPr txBox="1"/>
          <p:nvPr/>
        </p:nvSpPr>
        <p:spPr>
          <a:xfrm>
            <a:off x="6931152" y="2071116"/>
            <a:ext cx="2468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</a:t>
            </a:r>
          </a:p>
        </p:txBody>
      </p:sp>
      <p:sp>
        <p:nvSpPr>
          <p:cNvPr id="1662" name="TextBox 35"/>
          <p:cNvSpPr txBox="1"/>
          <p:nvPr/>
        </p:nvSpPr>
        <p:spPr>
          <a:xfrm>
            <a:off x="7443216" y="2029966"/>
            <a:ext cx="31090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grpSp>
        <p:nvGrpSpPr>
          <p:cNvPr id="1666" name="Group"/>
          <p:cNvGrpSpPr/>
          <p:nvPr/>
        </p:nvGrpSpPr>
        <p:grpSpPr>
          <a:xfrm>
            <a:off x="7827264" y="2020821"/>
            <a:ext cx="246895" cy="246895"/>
            <a:chOff x="0" y="0"/>
            <a:chExt cx="246894" cy="246894"/>
          </a:xfrm>
        </p:grpSpPr>
        <p:sp>
          <p:nvSpPr>
            <p:cNvPr id="1663" name="Oval 36"/>
            <p:cNvSpPr/>
            <p:nvPr/>
          </p:nvSpPr>
          <p:spPr>
            <a:xfrm>
              <a:off x="-1" y="-1"/>
              <a:ext cx="246895" cy="246895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"/>
                </a:defRPr>
              </a:pPr>
            </a:p>
          </p:txBody>
        </p:sp>
        <p:sp>
          <p:nvSpPr>
            <p:cNvPr id="1664" name="Connector 37"/>
            <p:cNvSpPr/>
            <p:nvPr/>
          </p:nvSpPr>
          <p:spPr>
            <a:xfrm>
              <a:off x="45718" y="118871"/>
              <a:ext cx="45724" cy="45724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665" name="Connector 38"/>
            <p:cNvSpPr/>
            <p:nvPr/>
          </p:nvSpPr>
          <p:spPr>
            <a:xfrm flipV="1">
              <a:off x="91440" y="54866"/>
              <a:ext cx="91444" cy="109732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667" name="TextBox 39"/>
          <p:cNvSpPr txBox="1"/>
          <p:nvPr/>
        </p:nvSpPr>
        <p:spPr>
          <a:xfrm>
            <a:off x="9326880" y="2039110"/>
            <a:ext cx="192024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Parallel majorities</a:t>
            </a:r>
          </a:p>
        </p:txBody>
      </p:sp>
      <p:sp>
        <p:nvSpPr>
          <p:cNvPr id="1668" name="Connector 40"/>
          <p:cNvSpPr/>
          <p:nvPr/>
        </p:nvSpPr>
        <p:spPr>
          <a:xfrm>
            <a:off x="4663440" y="2679192"/>
            <a:ext cx="6638544" cy="4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69" name="TextBox 41"/>
          <p:cNvSpPr txBox="1"/>
          <p:nvPr/>
        </p:nvSpPr>
        <p:spPr>
          <a:xfrm>
            <a:off x="4663440" y="3172966"/>
            <a:ext cx="160020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BOSNIA</a:t>
            </a:r>
          </a:p>
        </p:txBody>
      </p:sp>
      <p:sp>
        <p:nvSpPr>
          <p:cNvPr id="1670" name="Oval 42"/>
          <p:cNvSpPr/>
          <p:nvPr/>
        </p:nvSpPr>
        <p:spPr>
          <a:xfrm>
            <a:off x="6437376" y="3145532"/>
            <a:ext cx="246895" cy="24689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71" name="TextBox 43"/>
          <p:cNvSpPr txBox="1"/>
          <p:nvPr/>
        </p:nvSpPr>
        <p:spPr>
          <a:xfrm>
            <a:off x="6437376" y="3195827"/>
            <a:ext cx="2468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1672" name="TextBox 44"/>
          <p:cNvSpPr txBox="1"/>
          <p:nvPr/>
        </p:nvSpPr>
        <p:spPr>
          <a:xfrm>
            <a:off x="6720840" y="3182111"/>
            <a:ext cx="182884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673" name="Oval 45"/>
          <p:cNvSpPr/>
          <p:nvPr/>
        </p:nvSpPr>
        <p:spPr>
          <a:xfrm>
            <a:off x="6931152" y="3145532"/>
            <a:ext cx="246895" cy="246896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74" name="TextBox 46"/>
          <p:cNvSpPr txBox="1"/>
          <p:nvPr/>
        </p:nvSpPr>
        <p:spPr>
          <a:xfrm>
            <a:off x="6931152" y="3195827"/>
            <a:ext cx="2468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1675" name="TextBox 47"/>
          <p:cNvSpPr txBox="1"/>
          <p:nvPr/>
        </p:nvSpPr>
        <p:spPr>
          <a:xfrm>
            <a:off x="7214616" y="3182111"/>
            <a:ext cx="182884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676" name="Oval 48"/>
          <p:cNvSpPr/>
          <p:nvPr/>
        </p:nvSpPr>
        <p:spPr>
          <a:xfrm>
            <a:off x="7424928" y="3145532"/>
            <a:ext cx="246895" cy="246896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77" name="TextBox 49"/>
          <p:cNvSpPr txBox="1"/>
          <p:nvPr/>
        </p:nvSpPr>
        <p:spPr>
          <a:xfrm>
            <a:off x="7424928" y="3195827"/>
            <a:ext cx="2468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</a:t>
            </a:r>
          </a:p>
        </p:txBody>
      </p:sp>
      <p:sp>
        <p:nvSpPr>
          <p:cNvPr id="1678" name="TextBox 50"/>
          <p:cNvSpPr txBox="1"/>
          <p:nvPr/>
        </p:nvSpPr>
        <p:spPr>
          <a:xfrm>
            <a:off x="7936992" y="3154677"/>
            <a:ext cx="31090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679" name="Oval 51"/>
          <p:cNvSpPr/>
          <p:nvPr/>
        </p:nvSpPr>
        <p:spPr>
          <a:xfrm>
            <a:off x="8321040" y="3145532"/>
            <a:ext cx="246895" cy="246896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80" name="TextBox 52"/>
          <p:cNvSpPr txBox="1"/>
          <p:nvPr/>
        </p:nvSpPr>
        <p:spPr>
          <a:xfrm>
            <a:off x="8321040" y="3214116"/>
            <a:ext cx="2468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7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VETO</a:t>
            </a:r>
          </a:p>
        </p:txBody>
      </p:sp>
      <p:sp>
        <p:nvSpPr>
          <p:cNvPr id="1681" name="TextBox 53"/>
          <p:cNvSpPr txBox="1"/>
          <p:nvPr/>
        </p:nvSpPr>
        <p:spPr>
          <a:xfrm>
            <a:off x="9326880" y="3163821"/>
            <a:ext cx="1920241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Vital-interest veto</a:t>
            </a:r>
          </a:p>
        </p:txBody>
      </p:sp>
      <p:sp>
        <p:nvSpPr>
          <p:cNvPr id="1682" name="Connector 54"/>
          <p:cNvSpPr/>
          <p:nvPr/>
        </p:nvSpPr>
        <p:spPr>
          <a:xfrm>
            <a:off x="4663440" y="3803903"/>
            <a:ext cx="6638544" cy="4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3" name="TextBox 55"/>
          <p:cNvSpPr txBox="1"/>
          <p:nvPr/>
        </p:nvSpPr>
        <p:spPr>
          <a:xfrm>
            <a:off x="4663440" y="4297679"/>
            <a:ext cx="160020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N. IRELAND</a:t>
            </a:r>
          </a:p>
        </p:txBody>
      </p:sp>
      <p:sp>
        <p:nvSpPr>
          <p:cNvPr id="1684" name="Oval 56"/>
          <p:cNvSpPr/>
          <p:nvPr/>
        </p:nvSpPr>
        <p:spPr>
          <a:xfrm>
            <a:off x="6437376" y="4270247"/>
            <a:ext cx="246895" cy="24689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85" name="TextBox 57"/>
          <p:cNvSpPr txBox="1"/>
          <p:nvPr/>
        </p:nvSpPr>
        <p:spPr>
          <a:xfrm>
            <a:off x="6437376" y="4320540"/>
            <a:ext cx="2468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</a:t>
            </a:r>
          </a:p>
        </p:txBody>
      </p:sp>
      <p:sp>
        <p:nvSpPr>
          <p:cNvPr id="1686" name="TextBox 58"/>
          <p:cNvSpPr txBox="1"/>
          <p:nvPr/>
        </p:nvSpPr>
        <p:spPr>
          <a:xfrm>
            <a:off x="6720840" y="4306823"/>
            <a:ext cx="182884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687" name="Oval 59"/>
          <p:cNvSpPr/>
          <p:nvPr/>
        </p:nvSpPr>
        <p:spPr>
          <a:xfrm>
            <a:off x="6931152" y="4270247"/>
            <a:ext cx="246895" cy="24689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88" name="TextBox 60"/>
          <p:cNvSpPr txBox="1"/>
          <p:nvPr/>
        </p:nvSpPr>
        <p:spPr>
          <a:xfrm>
            <a:off x="6931152" y="4320540"/>
            <a:ext cx="2468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</a:t>
            </a:r>
          </a:p>
        </p:txBody>
      </p:sp>
      <p:sp>
        <p:nvSpPr>
          <p:cNvPr id="1689" name="TextBox 61"/>
          <p:cNvSpPr txBox="1"/>
          <p:nvPr/>
        </p:nvSpPr>
        <p:spPr>
          <a:xfrm>
            <a:off x="7443216" y="4279391"/>
            <a:ext cx="31090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690" name="Oval 62"/>
          <p:cNvSpPr/>
          <p:nvPr/>
        </p:nvSpPr>
        <p:spPr>
          <a:xfrm>
            <a:off x="7827264" y="4270247"/>
            <a:ext cx="246895" cy="246895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691" name="Connector 63"/>
          <p:cNvSpPr/>
          <p:nvPr/>
        </p:nvSpPr>
        <p:spPr>
          <a:xfrm>
            <a:off x="7872983" y="4389120"/>
            <a:ext cx="45724" cy="45724"/>
          </a:xfrm>
          <a:prstGeom prst="line">
            <a:avLst/>
          </a:prstGeom>
          <a:ln w="15875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2" name="Connector 64"/>
          <p:cNvSpPr/>
          <p:nvPr/>
        </p:nvSpPr>
        <p:spPr>
          <a:xfrm flipV="1">
            <a:off x="7918704" y="4325111"/>
            <a:ext cx="91444" cy="109731"/>
          </a:xfrm>
          <a:prstGeom prst="line">
            <a:avLst/>
          </a:prstGeom>
          <a:ln w="15875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3" name="TextBox 65"/>
          <p:cNvSpPr txBox="1"/>
          <p:nvPr/>
        </p:nvSpPr>
        <p:spPr>
          <a:xfrm>
            <a:off x="9326880" y="4288535"/>
            <a:ext cx="192024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Parallel consent</a:t>
            </a:r>
          </a:p>
        </p:txBody>
      </p:sp>
      <p:sp>
        <p:nvSpPr>
          <p:cNvPr id="1694" name="Connector 66"/>
          <p:cNvSpPr/>
          <p:nvPr/>
        </p:nvSpPr>
        <p:spPr>
          <a:xfrm>
            <a:off x="749805" y="5230367"/>
            <a:ext cx="10680198" cy="4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5" name="TextBox 67"/>
          <p:cNvSpPr txBox="1"/>
          <p:nvPr/>
        </p:nvSpPr>
        <p:spPr>
          <a:xfrm>
            <a:off x="841246" y="5532120"/>
            <a:ext cx="3154686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No group decides alone</a:t>
            </a:r>
          </a:p>
        </p:txBody>
      </p:sp>
      <p:sp>
        <p:nvSpPr>
          <p:cNvPr id="1696" name="TextBox 68"/>
          <p:cNvSpPr txBox="1"/>
          <p:nvPr/>
        </p:nvSpPr>
        <p:spPr>
          <a:xfrm>
            <a:off x="6693406" y="5532120"/>
            <a:ext cx="429768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r"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But online, who are the groups? →</a:t>
            </a:r>
          </a:p>
        </p:txBody>
      </p:sp>
      <p:sp>
        <p:nvSpPr>
          <p:cNvPr id="1697" name="TextBox 69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Linder &amp; Mueller (2021); Lijphart (1977); Bieber (2006); McGarry &amp; O’Leary (2009)</a:t>
            </a:r>
          </a:p>
        </p:txBody>
      </p:sp>
      <p:grpSp>
        <p:nvGrpSpPr>
          <p:cNvPr id="1701" name="Group"/>
          <p:cNvGrpSpPr/>
          <p:nvPr/>
        </p:nvGrpSpPr>
        <p:grpSpPr>
          <a:xfrm>
            <a:off x="3260342" y="3017771"/>
            <a:ext cx="246895" cy="246895"/>
            <a:chOff x="0" y="0"/>
            <a:chExt cx="246894" cy="246894"/>
          </a:xfrm>
        </p:grpSpPr>
        <p:sp>
          <p:nvSpPr>
            <p:cNvPr id="1698" name="Oval 36"/>
            <p:cNvSpPr/>
            <p:nvPr/>
          </p:nvSpPr>
          <p:spPr>
            <a:xfrm>
              <a:off x="-1" y="-1"/>
              <a:ext cx="246895" cy="246895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"/>
                </a:defRPr>
              </a:pPr>
            </a:p>
          </p:txBody>
        </p:sp>
        <p:sp>
          <p:nvSpPr>
            <p:cNvPr id="1699" name="Connector 37"/>
            <p:cNvSpPr/>
            <p:nvPr/>
          </p:nvSpPr>
          <p:spPr>
            <a:xfrm>
              <a:off x="45718" y="118871"/>
              <a:ext cx="45724" cy="45724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700" name="Connector 38"/>
            <p:cNvSpPr/>
            <p:nvPr/>
          </p:nvSpPr>
          <p:spPr>
            <a:xfrm flipV="1">
              <a:off x="91440" y="54866"/>
              <a:ext cx="91444" cy="109732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3" name="TextBox 1"/>
          <p:cNvSpPr txBox="1"/>
          <p:nvPr/>
        </p:nvSpPr>
        <p:spPr>
          <a:xfrm>
            <a:off x="603500" y="420623"/>
            <a:ext cx="438912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OUR SHIFT · RECOVERY</a:t>
            </a:r>
          </a:p>
        </p:txBody>
      </p:sp>
      <p:sp>
        <p:nvSpPr>
          <p:cNvPr id="1704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From ratings to constituencies</a:t>
            </a:r>
          </a:p>
        </p:txBody>
      </p:sp>
      <p:sp>
        <p:nvSpPr>
          <p:cNvPr id="1705" name="TextBox 3"/>
          <p:cNvSpPr txBox="1"/>
          <p:nvPr/>
        </p:nvSpPr>
        <p:spPr>
          <a:xfrm>
            <a:off x="11082528" y="457198"/>
            <a:ext cx="438916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1706" name="TextBox 4"/>
          <p:cNvSpPr txBox="1"/>
          <p:nvPr/>
        </p:nvSpPr>
        <p:spPr>
          <a:xfrm>
            <a:off x="841247" y="1609344"/>
            <a:ext cx="2194562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 notes</a:t>
            </a:r>
          </a:p>
        </p:txBody>
      </p:sp>
      <p:sp>
        <p:nvSpPr>
          <p:cNvPr id="1707" name="TextBox 5"/>
          <p:cNvSpPr txBox="1"/>
          <p:nvPr/>
        </p:nvSpPr>
        <p:spPr>
          <a:xfrm>
            <a:off x="4462269" y="1609344"/>
            <a:ext cx="2743205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Find matching patterns</a:t>
            </a:r>
          </a:p>
        </p:txBody>
      </p:sp>
      <p:sp>
        <p:nvSpPr>
          <p:cNvPr id="1708" name="TextBox 6"/>
          <p:cNvSpPr txBox="1"/>
          <p:nvPr/>
        </p:nvSpPr>
        <p:spPr>
          <a:xfrm>
            <a:off x="8641080" y="1609344"/>
            <a:ext cx="2743204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Recover constituencies</a:t>
            </a:r>
          </a:p>
        </p:txBody>
      </p:sp>
      <p:sp>
        <p:nvSpPr>
          <p:cNvPr id="1709" name="Connector 7"/>
          <p:cNvSpPr/>
          <p:nvPr/>
        </p:nvSpPr>
        <p:spPr>
          <a:xfrm flipH="1">
            <a:off x="1225294" y="2148837"/>
            <a:ext cx="4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10" name="Connector 8"/>
          <p:cNvSpPr/>
          <p:nvPr/>
        </p:nvSpPr>
        <p:spPr>
          <a:xfrm flipH="1">
            <a:off x="1581911" y="2148837"/>
            <a:ext cx="4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11" name="Connector 9"/>
          <p:cNvSpPr/>
          <p:nvPr/>
        </p:nvSpPr>
        <p:spPr>
          <a:xfrm flipH="1">
            <a:off x="1938527" y="2148837"/>
            <a:ext cx="4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12" name="Connector 10"/>
          <p:cNvSpPr/>
          <p:nvPr/>
        </p:nvSpPr>
        <p:spPr>
          <a:xfrm flipH="1">
            <a:off x="2295144" y="2148837"/>
            <a:ext cx="4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13" name="Connector 11"/>
          <p:cNvSpPr/>
          <p:nvPr/>
        </p:nvSpPr>
        <p:spPr>
          <a:xfrm flipH="1">
            <a:off x="2651760" y="2148837"/>
            <a:ext cx="4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14" name="Connector 12"/>
          <p:cNvSpPr/>
          <p:nvPr/>
        </p:nvSpPr>
        <p:spPr>
          <a:xfrm flipH="1">
            <a:off x="3008376" y="2148837"/>
            <a:ext cx="4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15" name="Connector 13"/>
          <p:cNvSpPr/>
          <p:nvPr/>
        </p:nvSpPr>
        <p:spPr>
          <a:xfrm flipH="1">
            <a:off x="3364991" y="2148837"/>
            <a:ext cx="4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16" name="Connector 14"/>
          <p:cNvSpPr/>
          <p:nvPr/>
        </p:nvSpPr>
        <p:spPr>
          <a:xfrm flipH="1">
            <a:off x="3721608" y="2148837"/>
            <a:ext cx="4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17" name="Connector 15"/>
          <p:cNvSpPr/>
          <p:nvPr/>
        </p:nvSpPr>
        <p:spPr>
          <a:xfrm>
            <a:off x="1225294" y="2148838"/>
            <a:ext cx="2496314" cy="4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18" name="Connector 16"/>
          <p:cNvSpPr/>
          <p:nvPr/>
        </p:nvSpPr>
        <p:spPr>
          <a:xfrm>
            <a:off x="1225294" y="2542032"/>
            <a:ext cx="2496314" cy="4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19" name="Connector 17"/>
          <p:cNvSpPr/>
          <p:nvPr/>
        </p:nvSpPr>
        <p:spPr>
          <a:xfrm>
            <a:off x="1225294" y="2935222"/>
            <a:ext cx="2496314" cy="4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20" name="Connector 18"/>
          <p:cNvSpPr/>
          <p:nvPr/>
        </p:nvSpPr>
        <p:spPr>
          <a:xfrm>
            <a:off x="1225294" y="3328415"/>
            <a:ext cx="2496314" cy="4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21" name="Connector 19"/>
          <p:cNvSpPr/>
          <p:nvPr/>
        </p:nvSpPr>
        <p:spPr>
          <a:xfrm>
            <a:off x="1225294" y="3721608"/>
            <a:ext cx="2496314" cy="4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22" name="Connector 20"/>
          <p:cNvSpPr/>
          <p:nvPr/>
        </p:nvSpPr>
        <p:spPr>
          <a:xfrm>
            <a:off x="1225294" y="4114800"/>
            <a:ext cx="2496314" cy="0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23" name="Connector 21"/>
          <p:cNvSpPr/>
          <p:nvPr/>
        </p:nvSpPr>
        <p:spPr>
          <a:xfrm>
            <a:off x="1225294" y="4507991"/>
            <a:ext cx="2496314" cy="4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24" name="Oval 22"/>
          <p:cNvSpPr/>
          <p:nvPr/>
        </p:nvSpPr>
        <p:spPr>
          <a:xfrm>
            <a:off x="932688" y="2286000"/>
            <a:ext cx="109731" cy="10972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25" name="TextBox 23"/>
          <p:cNvSpPr txBox="1"/>
          <p:nvPr/>
        </p:nvSpPr>
        <p:spPr>
          <a:xfrm>
            <a:off x="1289302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26" name="TextBox 24"/>
          <p:cNvSpPr txBox="1"/>
          <p:nvPr/>
        </p:nvSpPr>
        <p:spPr>
          <a:xfrm>
            <a:off x="1645916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27" name="TextBox 25"/>
          <p:cNvSpPr txBox="1"/>
          <p:nvPr/>
        </p:nvSpPr>
        <p:spPr>
          <a:xfrm>
            <a:off x="2359149" y="2217420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28" name="TextBox 26"/>
          <p:cNvSpPr txBox="1"/>
          <p:nvPr/>
        </p:nvSpPr>
        <p:spPr>
          <a:xfrm>
            <a:off x="3072383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29" name="TextBox 27"/>
          <p:cNvSpPr txBox="1"/>
          <p:nvPr/>
        </p:nvSpPr>
        <p:spPr>
          <a:xfrm>
            <a:off x="3429000" y="2217420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30" name="Oval 28"/>
          <p:cNvSpPr/>
          <p:nvPr/>
        </p:nvSpPr>
        <p:spPr>
          <a:xfrm>
            <a:off x="932688" y="2679192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31" name="TextBox 29"/>
          <p:cNvSpPr txBox="1"/>
          <p:nvPr/>
        </p:nvSpPr>
        <p:spPr>
          <a:xfrm>
            <a:off x="1289302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32" name="TextBox 30"/>
          <p:cNvSpPr txBox="1"/>
          <p:nvPr/>
        </p:nvSpPr>
        <p:spPr>
          <a:xfrm>
            <a:off x="2002533" y="2610610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33" name="TextBox 31"/>
          <p:cNvSpPr txBox="1"/>
          <p:nvPr/>
        </p:nvSpPr>
        <p:spPr>
          <a:xfrm>
            <a:off x="2359149" y="2610610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34" name="TextBox 32"/>
          <p:cNvSpPr txBox="1"/>
          <p:nvPr/>
        </p:nvSpPr>
        <p:spPr>
          <a:xfrm>
            <a:off x="3072383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35" name="TextBox 33"/>
          <p:cNvSpPr txBox="1"/>
          <p:nvPr/>
        </p:nvSpPr>
        <p:spPr>
          <a:xfrm>
            <a:off x="3429000" y="2610610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36" name="Oval 34"/>
          <p:cNvSpPr/>
          <p:nvPr/>
        </p:nvSpPr>
        <p:spPr>
          <a:xfrm>
            <a:off x="932688" y="3072383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37" name="TextBox 35"/>
          <p:cNvSpPr txBox="1"/>
          <p:nvPr/>
        </p:nvSpPr>
        <p:spPr>
          <a:xfrm>
            <a:off x="1645916" y="3003804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38" name="TextBox 36"/>
          <p:cNvSpPr txBox="1"/>
          <p:nvPr/>
        </p:nvSpPr>
        <p:spPr>
          <a:xfrm>
            <a:off x="2002533" y="3003804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39" name="TextBox 37"/>
          <p:cNvSpPr txBox="1"/>
          <p:nvPr/>
        </p:nvSpPr>
        <p:spPr>
          <a:xfrm>
            <a:off x="2359149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40" name="TextBox 38"/>
          <p:cNvSpPr txBox="1"/>
          <p:nvPr/>
        </p:nvSpPr>
        <p:spPr>
          <a:xfrm>
            <a:off x="2715766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41" name="TextBox 39"/>
          <p:cNvSpPr txBox="1"/>
          <p:nvPr/>
        </p:nvSpPr>
        <p:spPr>
          <a:xfrm>
            <a:off x="3429000" y="3003804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42" name="Oval 40"/>
          <p:cNvSpPr/>
          <p:nvPr/>
        </p:nvSpPr>
        <p:spPr>
          <a:xfrm>
            <a:off x="932688" y="3465576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43" name="TextBox 41"/>
          <p:cNvSpPr txBox="1"/>
          <p:nvPr/>
        </p:nvSpPr>
        <p:spPr>
          <a:xfrm>
            <a:off x="1289302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44" name="TextBox 42"/>
          <p:cNvSpPr txBox="1"/>
          <p:nvPr/>
        </p:nvSpPr>
        <p:spPr>
          <a:xfrm>
            <a:off x="1645916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45" name="TextBox 43"/>
          <p:cNvSpPr txBox="1"/>
          <p:nvPr/>
        </p:nvSpPr>
        <p:spPr>
          <a:xfrm>
            <a:off x="2359149" y="3396996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46" name="TextBox 44"/>
          <p:cNvSpPr txBox="1"/>
          <p:nvPr/>
        </p:nvSpPr>
        <p:spPr>
          <a:xfrm>
            <a:off x="3072383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47" name="TextBox 45"/>
          <p:cNvSpPr txBox="1"/>
          <p:nvPr/>
        </p:nvSpPr>
        <p:spPr>
          <a:xfrm>
            <a:off x="3429000" y="3396996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48" name="Oval 46"/>
          <p:cNvSpPr/>
          <p:nvPr/>
        </p:nvSpPr>
        <p:spPr>
          <a:xfrm>
            <a:off x="932688" y="3858767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49" name="TextBox 47"/>
          <p:cNvSpPr txBox="1"/>
          <p:nvPr/>
        </p:nvSpPr>
        <p:spPr>
          <a:xfrm>
            <a:off x="1289302" y="3790188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50" name="TextBox 48"/>
          <p:cNvSpPr txBox="1"/>
          <p:nvPr/>
        </p:nvSpPr>
        <p:spPr>
          <a:xfrm>
            <a:off x="2002533" y="3790188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51" name="TextBox 49"/>
          <p:cNvSpPr txBox="1"/>
          <p:nvPr/>
        </p:nvSpPr>
        <p:spPr>
          <a:xfrm>
            <a:off x="2359149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52" name="TextBox 50"/>
          <p:cNvSpPr txBox="1"/>
          <p:nvPr/>
        </p:nvSpPr>
        <p:spPr>
          <a:xfrm>
            <a:off x="2715766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53" name="TextBox 51"/>
          <p:cNvSpPr txBox="1"/>
          <p:nvPr/>
        </p:nvSpPr>
        <p:spPr>
          <a:xfrm>
            <a:off x="3429000" y="3790188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54" name="Oval 52"/>
          <p:cNvSpPr/>
          <p:nvPr/>
        </p:nvSpPr>
        <p:spPr>
          <a:xfrm>
            <a:off x="932688" y="4251959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55" name="TextBox 53"/>
          <p:cNvSpPr txBox="1"/>
          <p:nvPr/>
        </p:nvSpPr>
        <p:spPr>
          <a:xfrm>
            <a:off x="1645916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56" name="TextBox 54"/>
          <p:cNvSpPr txBox="1"/>
          <p:nvPr/>
        </p:nvSpPr>
        <p:spPr>
          <a:xfrm>
            <a:off x="2002533" y="4183379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57" name="TextBox 55"/>
          <p:cNvSpPr txBox="1"/>
          <p:nvPr/>
        </p:nvSpPr>
        <p:spPr>
          <a:xfrm>
            <a:off x="2359149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58" name="TextBox 56"/>
          <p:cNvSpPr txBox="1"/>
          <p:nvPr/>
        </p:nvSpPr>
        <p:spPr>
          <a:xfrm>
            <a:off x="2715766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59" name="TextBox 57"/>
          <p:cNvSpPr txBox="1"/>
          <p:nvPr/>
        </p:nvSpPr>
        <p:spPr>
          <a:xfrm>
            <a:off x="3072383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760" name="TextBox 58"/>
          <p:cNvSpPr txBox="1"/>
          <p:nvPr/>
        </p:nvSpPr>
        <p:spPr>
          <a:xfrm>
            <a:off x="832102" y="4645152"/>
            <a:ext cx="64008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USERS</a:t>
            </a:r>
          </a:p>
        </p:txBody>
      </p:sp>
      <p:sp>
        <p:nvSpPr>
          <p:cNvPr id="1761" name="TextBox 59"/>
          <p:cNvSpPr txBox="1"/>
          <p:nvPr/>
        </p:nvSpPr>
        <p:spPr>
          <a:xfrm>
            <a:off x="2002532" y="4645152"/>
            <a:ext cx="6400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NOTES</a:t>
            </a:r>
          </a:p>
        </p:txBody>
      </p:sp>
      <p:sp>
        <p:nvSpPr>
          <p:cNvPr id="1762" name="TextBox 60"/>
          <p:cNvSpPr txBox="1"/>
          <p:nvPr/>
        </p:nvSpPr>
        <p:spPr>
          <a:xfrm>
            <a:off x="3703320" y="2990088"/>
            <a:ext cx="384052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763" name="Connector 61"/>
          <p:cNvSpPr/>
          <p:nvPr/>
        </p:nvSpPr>
        <p:spPr>
          <a:xfrm flipV="1">
            <a:off x="4681728" y="2212848"/>
            <a:ext cx="521209" cy="246892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4" name="Connector 62"/>
          <p:cNvSpPr/>
          <p:nvPr/>
        </p:nvSpPr>
        <p:spPr>
          <a:xfrm>
            <a:off x="4681728" y="2459733"/>
            <a:ext cx="182884" cy="60350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5" name="Connector 63"/>
          <p:cNvSpPr/>
          <p:nvPr/>
        </p:nvSpPr>
        <p:spPr>
          <a:xfrm>
            <a:off x="5202935" y="2212848"/>
            <a:ext cx="484636" cy="320044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6" name="Connector 64"/>
          <p:cNvSpPr/>
          <p:nvPr/>
        </p:nvSpPr>
        <p:spPr>
          <a:xfrm>
            <a:off x="5202935" y="2212848"/>
            <a:ext cx="237744" cy="75895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7" name="Connector 65"/>
          <p:cNvSpPr/>
          <p:nvPr/>
        </p:nvSpPr>
        <p:spPr>
          <a:xfrm flipH="1">
            <a:off x="5440679" y="2532888"/>
            <a:ext cx="246892" cy="43891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8" name="Connector 66"/>
          <p:cNvSpPr/>
          <p:nvPr/>
        </p:nvSpPr>
        <p:spPr>
          <a:xfrm>
            <a:off x="5687567" y="2532888"/>
            <a:ext cx="256033" cy="71323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9" name="Connector 67"/>
          <p:cNvSpPr/>
          <p:nvPr/>
        </p:nvSpPr>
        <p:spPr>
          <a:xfrm flipV="1">
            <a:off x="4864608" y="2971799"/>
            <a:ext cx="576076" cy="91443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0" name="Connector 68"/>
          <p:cNvSpPr/>
          <p:nvPr/>
        </p:nvSpPr>
        <p:spPr>
          <a:xfrm>
            <a:off x="5440679" y="2971799"/>
            <a:ext cx="502920" cy="27432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1" name="Connector 69"/>
          <p:cNvSpPr/>
          <p:nvPr/>
        </p:nvSpPr>
        <p:spPr>
          <a:xfrm>
            <a:off x="5943598" y="3246120"/>
            <a:ext cx="411484" cy="246892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2" name="Connector 70"/>
          <p:cNvSpPr/>
          <p:nvPr/>
        </p:nvSpPr>
        <p:spPr>
          <a:xfrm flipV="1">
            <a:off x="6355079" y="2953511"/>
            <a:ext cx="365764" cy="53949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3" name="Connector 71"/>
          <p:cNvSpPr/>
          <p:nvPr/>
        </p:nvSpPr>
        <p:spPr>
          <a:xfrm flipV="1">
            <a:off x="6720840" y="2514599"/>
            <a:ext cx="438916" cy="43891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4" name="Connector 72"/>
          <p:cNvSpPr/>
          <p:nvPr/>
        </p:nvSpPr>
        <p:spPr>
          <a:xfrm flipV="1">
            <a:off x="6720840" y="2743200"/>
            <a:ext cx="877828" cy="210312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5" name="Connector 73"/>
          <p:cNvSpPr/>
          <p:nvPr/>
        </p:nvSpPr>
        <p:spPr>
          <a:xfrm>
            <a:off x="6720840" y="2953510"/>
            <a:ext cx="219459" cy="585219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6" name="Connector 74"/>
          <p:cNvSpPr/>
          <p:nvPr/>
        </p:nvSpPr>
        <p:spPr>
          <a:xfrm>
            <a:off x="7159752" y="2514599"/>
            <a:ext cx="438916" cy="228604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7" name="Connector 75"/>
          <p:cNvSpPr/>
          <p:nvPr/>
        </p:nvSpPr>
        <p:spPr>
          <a:xfrm flipH="1">
            <a:off x="7470647" y="2743199"/>
            <a:ext cx="128020" cy="630941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8" name="Connector 76"/>
          <p:cNvSpPr/>
          <p:nvPr/>
        </p:nvSpPr>
        <p:spPr>
          <a:xfrm flipV="1">
            <a:off x="6940294" y="3374135"/>
            <a:ext cx="530356" cy="16459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9" name="Connector 77"/>
          <p:cNvSpPr/>
          <p:nvPr/>
        </p:nvSpPr>
        <p:spPr>
          <a:xfrm>
            <a:off x="6940294" y="3538727"/>
            <a:ext cx="859540" cy="27432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80" name="Connector 78"/>
          <p:cNvSpPr/>
          <p:nvPr/>
        </p:nvSpPr>
        <p:spPr>
          <a:xfrm>
            <a:off x="7470647" y="3374135"/>
            <a:ext cx="329188" cy="43891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81" name="Oval 79"/>
          <p:cNvSpPr/>
          <p:nvPr/>
        </p:nvSpPr>
        <p:spPr>
          <a:xfrm>
            <a:off x="4617720" y="2395727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82" name="Oval 80"/>
          <p:cNvSpPr/>
          <p:nvPr/>
        </p:nvSpPr>
        <p:spPr>
          <a:xfrm>
            <a:off x="5138928" y="2148838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83" name="Oval 81"/>
          <p:cNvSpPr/>
          <p:nvPr/>
        </p:nvSpPr>
        <p:spPr>
          <a:xfrm>
            <a:off x="5623559" y="2468877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84" name="Oval 82"/>
          <p:cNvSpPr/>
          <p:nvPr/>
        </p:nvSpPr>
        <p:spPr>
          <a:xfrm>
            <a:off x="4800600" y="2999232"/>
            <a:ext cx="128016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85" name="Oval 83"/>
          <p:cNvSpPr/>
          <p:nvPr/>
        </p:nvSpPr>
        <p:spPr>
          <a:xfrm>
            <a:off x="5376671" y="2907792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86" name="Oval 84"/>
          <p:cNvSpPr/>
          <p:nvPr/>
        </p:nvSpPr>
        <p:spPr>
          <a:xfrm>
            <a:off x="5879591" y="3182111"/>
            <a:ext cx="128023" cy="12801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87" name="Oval 85"/>
          <p:cNvSpPr/>
          <p:nvPr/>
        </p:nvSpPr>
        <p:spPr>
          <a:xfrm>
            <a:off x="6291071" y="3429000"/>
            <a:ext cx="128023" cy="128016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88" name="Oval 86"/>
          <p:cNvSpPr/>
          <p:nvPr/>
        </p:nvSpPr>
        <p:spPr>
          <a:xfrm>
            <a:off x="6656830" y="2889504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89" name="Oval 87"/>
          <p:cNvSpPr/>
          <p:nvPr/>
        </p:nvSpPr>
        <p:spPr>
          <a:xfrm>
            <a:off x="7095742" y="2450592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90" name="Oval 88"/>
          <p:cNvSpPr/>
          <p:nvPr/>
        </p:nvSpPr>
        <p:spPr>
          <a:xfrm>
            <a:off x="7534656" y="2679192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91" name="Oval 89"/>
          <p:cNvSpPr/>
          <p:nvPr/>
        </p:nvSpPr>
        <p:spPr>
          <a:xfrm>
            <a:off x="6876288" y="3474720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92" name="Oval 90"/>
          <p:cNvSpPr/>
          <p:nvPr/>
        </p:nvSpPr>
        <p:spPr>
          <a:xfrm>
            <a:off x="7406640" y="3310128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93" name="Oval 91"/>
          <p:cNvSpPr/>
          <p:nvPr/>
        </p:nvSpPr>
        <p:spPr>
          <a:xfrm>
            <a:off x="7735823" y="3749037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94" name="TextBox 92"/>
          <p:cNvSpPr txBox="1"/>
          <p:nvPr/>
        </p:nvSpPr>
        <p:spPr>
          <a:xfrm>
            <a:off x="8074152" y="2990088"/>
            <a:ext cx="384052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795" name="Oval 93"/>
          <p:cNvSpPr/>
          <p:nvPr/>
        </p:nvSpPr>
        <p:spPr>
          <a:xfrm>
            <a:off x="8887968" y="2331720"/>
            <a:ext cx="137167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96" name="Oval 94"/>
          <p:cNvSpPr/>
          <p:nvPr/>
        </p:nvSpPr>
        <p:spPr>
          <a:xfrm>
            <a:off x="9272016" y="2139694"/>
            <a:ext cx="137167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97" name="Oval 95"/>
          <p:cNvSpPr/>
          <p:nvPr/>
        </p:nvSpPr>
        <p:spPr>
          <a:xfrm>
            <a:off x="9646918" y="2395727"/>
            <a:ext cx="137167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98" name="Oval 96"/>
          <p:cNvSpPr/>
          <p:nvPr/>
        </p:nvSpPr>
        <p:spPr>
          <a:xfrm>
            <a:off x="9052559" y="2798064"/>
            <a:ext cx="137167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799" name="Oval 97"/>
          <p:cNvSpPr/>
          <p:nvPr/>
        </p:nvSpPr>
        <p:spPr>
          <a:xfrm>
            <a:off x="9454894" y="2852927"/>
            <a:ext cx="137167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00" name="Oval 98"/>
          <p:cNvSpPr/>
          <p:nvPr/>
        </p:nvSpPr>
        <p:spPr>
          <a:xfrm>
            <a:off x="9811511" y="2743199"/>
            <a:ext cx="137167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01" name="Oval 99"/>
          <p:cNvSpPr/>
          <p:nvPr/>
        </p:nvSpPr>
        <p:spPr>
          <a:xfrm>
            <a:off x="9235440" y="3236976"/>
            <a:ext cx="137167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02" name="Oval 100"/>
          <p:cNvSpPr/>
          <p:nvPr/>
        </p:nvSpPr>
        <p:spPr>
          <a:xfrm>
            <a:off x="9656064" y="3246120"/>
            <a:ext cx="137167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03" name="Oval 101"/>
          <p:cNvSpPr/>
          <p:nvPr/>
        </p:nvSpPr>
        <p:spPr>
          <a:xfrm>
            <a:off x="10286999" y="3154677"/>
            <a:ext cx="137167" cy="13716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04" name="Oval 102"/>
          <p:cNvSpPr/>
          <p:nvPr/>
        </p:nvSpPr>
        <p:spPr>
          <a:xfrm>
            <a:off x="10652759" y="2962655"/>
            <a:ext cx="137167" cy="13716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05" name="Oval 103"/>
          <p:cNvSpPr/>
          <p:nvPr/>
        </p:nvSpPr>
        <p:spPr>
          <a:xfrm>
            <a:off x="11018518" y="3218688"/>
            <a:ext cx="137167" cy="13716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06" name="Oval 104"/>
          <p:cNvSpPr/>
          <p:nvPr/>
        </p:nvSpPr>
        <p:spPr>
          <a:xfrm>
            <a:off x="10469880" y="3602735"/>
            <a:ext cx="137167" cy="13716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07" name="Oval 105"/>
          <p:cNvSpPr/>
          <p:nvPr/>
        </p:nvSpPr>
        <p:spPr>
          <a:xfrm>
            <a:off x="10844783" y="3675886"/>
            <a:ext cx="137167" cy="13716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08" name="Oval 106"/>
          <p:cNvSpPr/>
          <p:nvPr/>
        </p:nvSpPr>
        <p:spPr>
          <a:xfrm>
            <a:off x="11192256" y="3584447"/>
            <a:ext cx="137167" cy="13716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09" name="Oval 107"/>
          <p:cNvSpPr/>
          <p:nvPr/>
        </p:nvSpPr>
        <p:spPr>
          <a:xfrm>
            <a:off x="10634471" y="4041647"/>
            <a:ext cx="137167" cy="13716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10" name="Oval 108"/>
          <p:cNvSpPr/>
          <p:nvPr/>
        </p:nvSpPr>
        <p:spPr>
          <a:xfrm>
            <a:off x="11018518" y="4050791"/>
            <a:ext cx="137167" cy="13716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11" name="TextBox 109"/>
          <p:cNvSpPr txBox="1"/>
          <p:nvPr/>
        </p:nvSpPr>
        <p:spPr>
          <a:xfrm>
            <a:off x="8668511" y="4370832"/>
            <a:ext cx="150876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A</a:t>
            </a:r>
          </a:p>
        </p:txBody>
      </p:sp>
      <p:sp>
        <p:nvSpPr>
          <p:cNvPr id="1812" name="TextBox 110"/>
          <p:cNvSpPr txBox="1"/>
          <p:nvPr/>
        </p:nvSpPr>
        <p:spPr>
          <a:xfrm>
            <a:off x="10058399" y="4370832"/>
            <a:ext cx="150876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B</a:t>
            </a:r>
          </a:p>
        </p:txBody>
      </p:sp>
      <p:sp>
        <p:nvSpPr>
          <p:cNvPr id="1813" name="Connector 111"/>
          <p:cNvSpPr/>
          <p:nvPr/>
        </p:nvSpPr>
        <p:spPr>
          <a:xfrm>
            <a:off x="749805" y="5248654"/>
            <a:ext cx="10680198" cy="4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14" name="TextBox 112"/>
          <p:cNvSpPr txBox="1"/>
          <p:nvPr/>
        </p:nvSpPr>
        <p:spPr>
          <a:xfrm>
            <a:off x="2468880" y="5532120"/>
            <a:ext cx="7223760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Similar co-rating patterns → same behavioral constituency</a:t>
            </a:r>
          </a:p>
        </p:txBody>
      </p:sp>
      <p:sp>
        <p:nvSpPr>
          <p:cNvPr id="1815" name="TextBox 113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100k-note / 200k-rater pipeline</a:t>
            </a:r>
          </a:p>
        </p:txBody>
      </p:sp>
      <p:sp>
        <p:nvSpPr>
          <p:cNvPr id="1816" name="Rectangle"/>
          <p:cNvSpPr/>
          <p:nvPr/>
        </p:nvSpPr>
        <p:spPr>
          <a:xfrm>
            <a:off x="3742045" y="1460623"/>
            <a:ext cx="8005737" cy="364414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TextBox 1"/>
          <p:cNvSpPr txBox="1"/>
          <p:nvPr/>
        </p:nvSpPr>
        <p:spPr>
          <a:xfrm>
            <a:off x="603500" y="420623"/>
            <a:ext cx="438912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OUR SHIFT · RECOVERY</a:t>
            </a:r>
          </a:p>
        </p:txBody>
      </p:sp>
      <p:sp>
        <p:nvSpPr>
          <p:cNvPr id="1819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From ratings to constituencies</a:t>
            </a:r>
          </a:p>
        </p:txBody>
      </p:sp>
      <p:sp>
        <p:nvSpPr>
          <p:cNvPr id="1820" name="TextBox 3"/>
          <p:cNvSpPr txBox="1"/>
          <p:nvPr/>
        </p:nvSpPr>
        <p:spPr>
          <a:xfrm>
            <a:off x="11082528" y="457198"/>
            <a:ext cx="438916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1821" name="TextBox 4"/>
          <p:cNvSpPr txBox="1"/>
          <p:nvPr/>
        </p:nvSpPr>
        <p:spPr>
          <a:xfrm>
            <a:off x="841247" y="1609344"/>
            <a:ext cx="2194562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 notes</a:t>
            </a:r>
          </a:p>
        </p:txBody>
      </p:sp>
      <p:sp>
        <p:nvSpPr>
          <p:cNvPr id="1822" name="TextBox 5"/>
          <p:cNvSpPr txBox="1"/>
          <p:nvPr/>
        </p:nvSpPr>
        <p:spPr>
          <a:xfrm>
            <a:off x="4462271" y="1609344"/>
            <a:ext cx="2743203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Find matching patterns</a:t>
            </a:r>
          </a:p>
        </p:txBody>
      </p:sp>
      <p:sp>
        <p:nvSpPr>
          <p:cNvPr id="1823" name="TextBox 6"/>
          <p:cNvSpPr txBox="1"/>
          <p:nvPr/>
        </p:nvSpPr>
        <p:spPr>
          <a:xfrm>
            <a:off x="8641080" y="1609344"/>
            <a:ext cx="2743204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Recover constituencies</a:t>
            </a:r>
          </a:p>
        </p:txBody>
      </p:sp>
      <p:sp>
        <p:nvSpPr>
          <p:cNvPr id="1824" name="Connector 7"/>
          <p:cNvSpPr/>
          <p:nvPr/>
        </p:nvSpPr>
        <p:spPr>
          <a:xfrm flipH="1">
            <a:off x="1225293" y="2148838"/>
            <a:ext cx="5" cy="235915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5" name="Connector 8"/>
          <p:cNvSpPr/>
          <p:nvPr/>
        </p:nvSpPr>
        <p:spPr>
          <a:xfrm flipH="1">
            <a:off x="1581910" y="2148838"/>
            <a:ext cx="5" cy="235915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6" name="Connector 9"/>
          <p:cNvSpPr/>
          <p:nvPr/>
        </p:nvSpPr>
        <p:spPr>
          <a:xfrm flipH="1">
            <a:off x="1938526" y="2148838"/>
            <a:ext cx="5" cy="235915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7" name="Connector 10"/>
          <p:cNvSpPr/>
          <p:nvPr/>
        </p:nvSpPr>
        <p:spPr>
          <a:xfrm flipH="1">
            <a:off x="2295143" y="2148838"/>
            <a:ext cx="5" cy="235915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8" name="Connector 11"/>
          <p:cNvSpPr/>
          <p:nvPr/>
        </p:nvSpPr>
        <p:spPr>
          <a:xfrm flipH="1">
            <a:off x="2651759" y="2148838"/>
            <a:ext cx="5" cy="235915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9" name="Connector 12"/>
          <p:cNvSpPr/>
          <p:nvPr/>
        </p:nvSpPr>
        <p:spPr>
          <a:xfrm flipH="1">
            <a:off x="3008375" y="2148838"/>
            <a:ext cx="5" cy="235915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30" name="Connector 13"/>
          <p:cNvSpPr/>
          <p:nvPr/>
        </p:nvSpPr>
        <p:spPr>
          <a:xfrm flipH="1">
            <a:off x="3364989" y="2148838"/>
            <a:ext cx="5" cy="235915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31" name="Connector 14"/>
          <p:cNvSpPr/>
          <p:nvPr/>
        </p:nvSpPr>
        <p:spPr>
          <a:xfrm flipH="1">
            <a:off x="3721606" y="2148838"/>
            <a:ext cx="5" cy="235915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32" name="Connector 15"/>
          <p:cNvSpPr/>
          <p:nvPr/>
        </p:nvSpPr>
        <p:spPr>
          <a:xfrm>
            <a:off x="1225294" y="2148837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33" name="Connector 16"/>
          <p:cNvSpPr/>
          <p:nvPr/>
        </p:nvSpPr>
        <p:spPr>
          <a:xfrm>
            <a:off x="1225294" y="2542031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34" name="Connector 17"/>
          <p:cNvSpPr/>
          <p:nvPr/>
        </p:nvSpPr>
        <p:spPr>
          <a:xfrm>
            <a:off x="1225294" y="2935221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35" name="Connector 18"/>
          <p:cNvSpPr/>
          <p:nvPr/>
        </p:nvSpPr>
        <p:spPr>
          <a:xfrm>
            <a:off x="1225294" y="3328413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36" name="Connector 19"/>
          <p:cNvSpPr/>
          <p:nvPr/>
        </p:nvSpPr>
        <p:spPr>
          <a:xfrm>
            <a:off x="1225294" y="3721606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37" name="Connector 20"/>
          <p:cNvSpPr/>
          <p:nvPr/>
        </p:nvSpPr>
        <p:spPr>
          <a:xfrm>
            <a:off x="1225294" y="4114800"/>
            <a:ext cx="2496314" cy="0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38" name="Connector 21"/>
          <p:cNvSpPr/>
          <p:nvPr/>
        </p:nvSpPr>
        <p:spPr>
          <a:xfrm>
            <a:off x="1225294" y="4507989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39" name="Oval 22"/>
          <p:cNvSpPr/>
          <p:nvPr/>
        </p:nvSpPr>
        <p:spPr>
          <a:xfrm>
            <a:off x="932688" y="2286000"/>
            <a:ext cx="109731" cy="10972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40" name="TextBox 23"/>
          <p:cNvSpPr txBox="1"/>
          <p:nvPr/>
        </p:nvSpPr>
        <p:spPr>
          <a:xfrm>
            <a:off x="1289302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41" name="TextBox 24"/>
          <p:cNvSpPr txBox="1"/>
          <p:nvPr/>
        </p:nvSpPr>
        <p:spPr>
          <a:xfrm>
            <a:off x="1645916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42" name="TextBox 25"/>
          <p:cNvSpPr txBox="1"/>
          <p:nvPr/>
        </p:nvSpPr>
        <p:spPr>
          <a:xfrm>
            <a:off x="2359149" y="2217420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43" name="TextBox 26"/>
          <p:cNvSpPr txBox="1"/>
          <p:nvPr/>
        </p:nvSpPr>
        <p:spPr>
          <a:xfrm>
            <a:off x="3072383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44" name="TextBox 27"/>
          <p:cNvSpPr txBox="1"/>
          <p:nvPr/>
        </p:nvSpPr>
        <p:spPr>
          <a:xfrm>
            <a:off x="3429000" y="2217420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45" name="Oval 28"/>
          <p:cNvSpPr/>
          <p:nvPr/>
        </p:nvSpPr>
        <p:spPr>
          <a:xfrm>
            <a:off x="932688" y="2679192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46" name="TextBox 29"/>
          <p:cNvSpPr txBox="1"/>
          <p:nvPr/>
        </p:nvSpPr>
        <p:spPr>
          <a:xfrm>
            <a:off x="1289302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47" name="TextBox 30"/>
          <p:cNvSpPr txBox="1"/>
          <p:nvPr/>
        </p:nvSpPr>
        <p:spPr>
          <a:xfrm>
            <a:off x="2002533" y="2610610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48" name="TextBox 31"/>
          <p:cNvSpPr txBox="1"/>
          <p:nvPr/>
        </p:nvSpPr>
        <p:spPr>
          <a:xfrm>
            <a:off x="2359149" y="2610610"/>
            <a:ext cx="219459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49" name="TextBox 32"/>
          <p:cNvSpPr txBox="1"/>
          <p:nvPr/>
        </p:nvSpPr>
        <p:spPr>
          <a:xfrm>
            <a:off x="3072383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50" name="TextBox 33"/>
          <p:cNvSpPr txBox="1"/>
          <p:nvPr/>
        </p:nvSpPr>
        <p:spPr>
          <a:xfrm>
            <a:off x="3429000" y="2610610"/>
            <a:ext cx="219456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51" name="Oval 34"/>
          <p:cNvSpPr/>
          <p:nvPr/>
        </p:nvSpPr>
        <p:spPr>
          <a:xfrm>
            <a:off x="932688" y="3072383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52" name="TextBox 35"/>
          <p:cNvSpPr txBox="1"/>
          <p:nvPr/>
        </p:nvSpPr>
        <p:spPr>
          <a:xfrm>
            <a:off x="1645916" y="3003804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53" name="TextBox 36"/>
          <p:cNvSpPr txBox="1"/>
          <p:nvPr/>
        </p:nvSpPr>
        <p:spPr>
          <a:xfrm>
            <a:off x="2002533" y="3003804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54" name="TextBox 37"/>
          <p:cNvSpPr txBox="1"/>
          <p:nvPr/>
        </p:nvSpPr>
        <p:spPr>
          <a:xfrm>
            <a:off x="2359149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55" name="TextBox 38"/>
          <p:cNvSpPr txBox="1"/>
          <p:nvPr/>
        </p:nvSpPr>
        <p:spPr>
          <a:xfrm>
            <a:off x="2715766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56" name="TextBox 39"/>
          <p:cNvSpPr txBox="1"/>
          <p:nvPr/>
        </p:nvSpPr>
        <p:spPr>
          <a:xfrm>
            <a:off x="3429000" y="3003804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57" name="Oval 40"/>
          <p:cNvSpPr/>
          <p:nvPr/>
        </p:nvSpPr>
        <p:spPr>
          <a:xfrm>
            <a:off x="932688" y="3465576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58" name="TextBox 41"/>
          <p:cNvSpPr txBox="1"/>
          <p:nvPr/>
        </p:nvSpPr>
        <p:spPr>
          <a:xfrm>
            <a:off x="1289302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59" name="TextBox 42"/>
          <p:cNvSpPr txBox="1"/>
          <p:nvPr/>
        </p:nvSpPr>
        <p:spPr>
          <a:xfrm>
            <a:off x="1645916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60" name="TextBox 43"/>
          <p:cNvSpPr txBox="1"/>
          <p:nvPr/>
        </p:nvSpPr>
        <p:spPr>
          <a:xfrm>
            <a:off x="2359149" y="3396996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61" name="TextBox 44"/>
          <p:cNvSpPr txBox="1"/>
          <p:nvPr/>
        </p:nvSpPr>
        <p:spPr>
          <a:xfrm>
            <a:off x="3072383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62" name="TextBox 45"/>
          <p:cNvSpPr txBox="1"/>
          <p:nvPr/>
        </p:nvSpPr>
        <p:spPr>
          <a:xfrm>
            <a:off x="3429000" y="3396996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63" name="Oval 46"/>
          <p:cNvSpPr/>
          <p:nvPr/>
        </p:nvSpPr>
        <p:spPr>
          <a:xfrm>
            <a:off x="932688" y="3858767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64" name="TextBox 47"/>
          <p:cNvSpPr txBox="1"/>
          <p:nvPr/>
        </p:nvSpPr>
        <p:spPr>
          <a:xfrm>
            <a:off x="1289302" y="3790188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65" name="TextBox 48"/>
          <p:cNvSpPr txBox="1"/>
          <p:nvPr/>
        </p:nvSpPr>
        <p:spPr>
          <a:xfrm>
            <a:off x="2002533" y="3790188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66" name="TextBox 49"/>
          <p:cNvSpPr txBox="1"/>
          <p:nvPr/>
        </p:nvSpPr>
        <p:spPr>
          <a:xfrm>
            <a:off x="2359149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67" name="TextBox 50"/>
          <p:cNvSpPr txBox="1"/>
          <p:nvPr/>
        </p:nvSpPr>
        <p:spPr>
          <a:xfrm>
            <a:off x="2715766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68" name="TextBox 51"/>
          <p:cNvSpPr txBox="1"/>
          <p:nvPr/>
        </p:nvSpPr>
        <p:spPr>
          <a:xfrm>
            <a:off x="3429000" y="3790188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69" name="Oval 52"/>
          <p:cNvSpPr/>
          <p:nvPr/>
        </p:nvSpPr>
        <p:spPr>
          <a:xfrm>
            <a:off x="932688" y="4251959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70" name="TextBox 53"/>
          <p:cNvSpPr txBox="1"/>
          <p:nvPr/>
        </p:nvSpPr>
        <p:spPr>
          <a:xfrm>
            <a:off x="1645916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71" name="TextBox 54"/>
          <p:cNvSpPr txBox="1"/>
          <p:nvPr/>
        </p:nvSpPr>
        <p:spPr>
          <a:xfrm>
            <a:off x="2002533" y="4183379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72" name="TextBox 55"/>
          <p:cNvSpPr txBox="1"/>
          <p:nvPr/>
        </p:nvSpPr>
        <p:spPr>
          <a:xfrm>
            <a:off x="2359149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73" name="TextBox 56"/>
          <p:cNvSpPr txBox="1"/>
          <p:nvPr/>
        </p:nvSpPr>
        <p:spPr>
          <a:xfrm>
            <a:off x="2715766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74" name="TextBox 57"/>
          <p:cNvSpPr txBox="1"/>
          <p:nvPr/>
        </p:nvSpPr>
        <p:spPr>
          <a:xfrm>
            <a:off x="3072383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875" name="TextBox 58"/>
          <p:cNvSpPr txBox="1"/>
          <p:nvPr/>
        </p:nvSpPr>
        <p:spPr>
          <a:xfrm>
            <a:off x="832102" y="4645152"/>
            <a:ext cx="64008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USERS</a:t>
            </a:r>
          </a:p>
        </p:txBody>
      </p:sp>
      <p:sp>
        <p:nvSpPr>
          <p:cNvPr id="1876" name="TextBox 59"/>
          <p:cNvSpPr txBox="1"/>
          <p:nvPr/>
        </p:nvSpPr>
        <p:spPr>
          <a:xfrm>
            <a:off x="2002532" y="4645152"/>
            <a:ext cx="6400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NOTES</a:t>
            </a:r>
          </a:p>
        </p:txBody>
      </p:sp>
      <p:sp>
        <p:nvSpPr>
          <p:cNvPr id="1877" name="TextBox 60"/>
          <p:cNvSpPr txBox="1"/>
          <p:nvPr/>
        </p:nvSpPr>
        <p:spPr>
          <a:xfrm>
            <a:off x="3703320" y="2990088"/>
            <a:ext cx="384052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878" name="Connector 61"/>
          <p:cNvSpPr/>
          <p:nvPr/>
        </p:nvSpPr>
        <p:spPr>
          <a:xfrm flipV="1">
            <a:off x="4681728" y="2212848"/>
            <a:ext cx="521209" cy="246892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79" name="Connector 62"/>
          <p:cNvSpPr/>
          <p:nvPr/>
        </p:nvSpPr>
        <p:spPr>
          <a:xfrm>
            <a:off x="4681728" y="2459733"/>
            <a:ext cx="182884" cy="60350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0" name="Connector 63"/>
          <p:cNvSpPr/>
          <p:nvPr/>
        </p:nvSpPr>
        <p:spPr>
          <a:xfrm>
            <a:off x="5202935" y="2212848"/>
            <a:ext cx="484635" cy="320044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1" name="Connector 64"/>
          <p:cNvSpPr/>
          <p:nvPr/>
        </p:nvSpPr>
        <p:spPr>
          <a:xfrm>
            <a:off x="5202935" y="2212848"/>
            <a:ext cx="237744" cy="75895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2" name="Connector 65"/>
          <p:cNvSpPr/>
          <p:nvPr/>
        </p:nvSpPr>
        <p:spPr>
          <a:xfrm flipH="1">
            <a:off x="5440679" y="2532887"/>
            <a:ext cx="246892" cy="43891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3" name="Connector 66"/>
          <p:cNvSpPr/>
          <p:nvPr/>
        </p:nvSpPr>
        <p:spPr>
          <a:xfrm>
            <a:off x="5687567" y="2532888"/>
            <a:ext cx="256033" cy="71323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4" name="Connector 67"/>
          <p:cNvSpPr/>
          <p:nvPr/>
        </p:nvSpPr>
        <p:spPr>
          <a:xfrm flipV="1">
            <a:off x="4864608" y="2971798"/>
            <a:ext cx="576076" cy="91443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5" name="Connector 68"/>
          <p:cNvSpPr/>
          <p:nvPr/>
        </p:nvSpPr>
        <p:spPr>
          <a:xfrm>
            <a:off x="5440679" y="2971799"/>
            <a:ext cx="502920" cy="27432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6" name="Connector 69"/>
          <p:cNvSpPr/>
          <p:nvPr/>
        </p:nvSpPr>
        <p:spPr>
          <a:xfrm>
            <a:off x="5943596" y="3246120"/>
            <a:ext cx="411484" cy="246892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7" name="Connector 70"/>
          <p:cNvSpPr/>
          <p:nvPr/>
        </p:nvSpPr>
        <p:spPr>
          <a:xfrm flipV="1">
            <a:off x="6355079" y="2953510"/>
            <a:ext cx="365764" cy="53950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8" name="Connector 71"/>
          <p:cNvSpPr/>
          <p:nvPr/>
        </p:nvSpPr>
        <p:spPr>
          <a:xfrm flipV="1">
            <a:off x="6720840" y="2514598"/>
            <a:ext cx="438916" cy="43891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9" name="Connector 72"/>
          <p:cNvSpPr/>
          <p:nvPr/>
        </p:nvSpPr>
        <p:spPr>
          <a:xfrm flipV="1">
            <a:off x="6720840" y="2743199"/>
            <a:ext cx="877828" cy="210314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90" name="Connector 73"/>
          <p:cNvSpPr/>
          <p:nvPr/>
        </p:nvSpPr>
        <p:spPr>
          <a:xfrm>
            <a:off x="6720839" y="2953510"/>
            <a:ext cx="219459" cy="585219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91" name="Connector 74"/>
          <p:cNvSpPr/>
          <p:nvPr/>
        </p:nvSpPr>
        <p:spPr>
          <a:xfrm>
            <a:off x="7159752" y="2514599"/>
            <a:ext cx="438916" cy="22860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92" name="Connector 75"/>
          <p:cNvSpPr/>
          <p:nvPr/>
        </p:nvSpPr>
        <p:spPr>
          <a:xfrm flipH="1">
            <a:off x="7470647" y="2743199"/>
            <a:ext cx="128020" cy="630941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93" name="Connector 76"/>
          <p:cNvSpPr/>
          <p:nvPr/>
        </p:nvSpPr>
        <p:spPr>
          <a:xfrm flipV="1">
            <a:off x="6940294" y="3374135"/>
            <a:ext cx="530356" cy="16459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94" name="Connector 77"/>
          <p:cNvSpPr/>
          <p:nvPr/>
        </p:nvSpPr>
        <p:spPr>
          <a:xfrm>
            <a:off x="6940294" y="3538725"/>
            <a:ext cx="859540" cy="27432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95" name="Connector 78"/>
          <p:cNvSpPr/>
          <p:nvPr/>
        </p:nvSpPr>
        <p:spPr>
          <a:xfrm>
            <a:off x="7470647" y="3374135"/>
            <a:ext cx="329188" cy="43891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96" name="Oval 79"/>
          <p:cNvSpPr/>
          <p:nvPr/>
        </p:nvSpPr>
        <p:spPr>
          <a:xfrm>
            <a:off x="4617720" y="2395727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97" name="Oval 80"/>
          <p:cNvSpPr/>
          <p:nvPr/>
        </p:nvSpPr>
        <p:spPr>
          <a:xfrm>
            <a:off x="5138928" y="2148838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98" name="Oval 81"/>
          <p:cNvSpPr/>
          <p:nvPr/>
        </p:nvSpPr>
        <p:spPr>
          <a:xfrm>
            <a:off x="5623559" y="2468877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899" name="Oval 82"/>
          <p:cNvSpPr/>
          <p:nvPr/>
        </p:nvSpPr>
        <p:spPr>
          <a:xfrm>
            <a:off x="4800600" y="2999232"/>
            <a:ext cx="128016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00" name="Oval 83"/>
          <p:cNvSpPr/>
          <p:nvPr/>
        </p:nvSpPr>
        <p:spPr>
          <a:xfrm>
            <a:off x="5376671" y="2907792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01" name="Oval 84"/>
          <p:cNvSpPr/>
          <p:nvPr/>
        </p:nvSpPr>
        <p:spPr>
          <a:xfrm>
            <a:off x="5879591" y="3182111"/>
            <a:ext cx="128023" cy="12801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02" name="Oval 85"/>
          <p:cNvSpPr/>
          <p:nvPr/>
        </p:nvSpPr>
        <p:spPr>
          <a:xfrm>
            <a:off x="6291071" y="3429000"/>
            <a:ext cx="128023" cy="128016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03" name="Oval 86"/>
          <p:cNvSpPr/>
          <p:nvPr/>
        </p:nvSpPr>
        <p:spPr>
          <a:xfrm>
            <a:off x="6656830" y="2889504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04" name="Oval 87"/>
          <p:cNvSpPr/>
          <p:nvPr/>
        </p:nvSpPr>
        <p:spPr>
          <a:xfrm>
            <a:off x="7095742" y="2450592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05" name="Oval 88"/>
          <p:cNvSpPr/>
          <p:nvPr/>
        </p:nvSpPr>
        <p:spPr>
          <a:xfrm>
            <a:off x="7534656" y="2679192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06" name="Oval 89"/>
          <p:cNvSpPr/>
          <p:nvPr/>
        </p:nvSpPr>
        <p:spPr>
          <a:xfrm>
            <a:off x="6876288" y="3474720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07" name="Oval 90"/>
          <p:cNvSpPr/>
          <p:nvPr/>
        </p:nvSpPr>
        <p:spPr>
          <a:xfrm>
            <a:off x="7406640" y="3310128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08" name="Oval 91"/>
          <p:cNvSpPr/>
          <p:nvPr/>
        </p:nvSpPr>
        <p:spPr>
          <a:xfrm>
            <a:off x="7735823" y="3749037"/>
            <a:ext cx="128023" cy="12802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09" name="TextBox 92"/>
          <p:cNvSpPr txBox="1"/>
          <p:nvPr/>
        </p:nvSpPr>
        <p:spPr>
          <a:xfrm>
            <a:off x="8074152" y="2990088"/>
            <a:ext cx="384052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910" name="Oval 93"/>
          <p:cNvSpPr/>
          <p:nvPr/>
        </p:nvSpPr>
        <p:spPr>
          <a:xfrm>
            <a:off x="8887968" y="2331720"/>
            <a:ext cx="137167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11" name="Oval 94"/>
          <p:cNvSpPr/>
          <p:nvPr/>
        </p:nvSpPr>
        <p:spPr>
          <a:xfrm>
            <a:off x="9272016" y="2139694"/>
            <a:ext cx="137167" cy="13716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12" name="Oval 95"/>
          <p:cNvSpPr/>
          <p:nvPr/>
        </p:nvSpPr>
        <p:spPr>
          <a:xfrm>
            <a:off x="9646918" y="2395727"/>
            <a:ext cx="137167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13" name="Oval 96"/>
          <p:cNvSpPr/>
          <p:nvPr/>
        </p:nvSpPr>
        <p:spPr>
          <a:xfrm>
            <a:off x="9052559" y="2798064"/>
            <a:ext cx="137167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14" name="Oval 97"/>
          <p:cNvSpPr/>
          <p:nvPr/>
        </p:nvSpPr>
        <p:spPr>
          <a:xfrm>
            <a:off x="9454894" y="2852927"/>
            <a:ext cx="137167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15" name="Oval 98"/>
          <p:cNvSpPr/>
          <p:nvPr/>
        </p:nvSpPr>
        <p:spPr>
          <a:xfrm>
            <a:off x="9811511" y="2743199"/>
            <a:ext cx="137167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16" name="Oval 99"/>
          <p:cNvSpPr/>
          <p:nvPr/>
        </p:nvSpPr>
        <p:spPr>
          <a:xfrm>
            <a:off x="9235440" y="3236976"/>
            <a:ext cx="137167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17" name="Oval 100"/>
          <p:cNvSpPr/>
          <p:nvPr/>
        </p:nvSpPr>
        <p:spPr>
          <a:xfrm>
            <a:off x="9656064" y="3246120"/>
            <a:ext cx="137167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18" name="Oval 101"/>
          <p:cNvSpPr/>
          <p:nvPr/>
        </p:nvSpPr>
        <p:spPr>
          <a:xfrm>
            <a:off x="10286999" y="3154677"/>
            <a:ext cx="137167" cy="13716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19" name="Oval 102"/>
          <p:cNvSpPr/>
          <p:nvPr/>
        </p:nvSpPr>
        <p:spPr>
          <a:xfrm>
            <a:off x="10652759" y="2962655"/>
            <a:ext cx="137167" cy="13716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20" name="Oval 103"/>
          <p:cNvSpPr/>
          <p:nvPr/>
        </p:nvSpPr>
        <p:spPr>
          <a:xfrm>
            <a:off x="11018518" y="3218688"/>
            <a:ext cx="137167" cy="13716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21" name="Oval 104"/>
          <p:cNvSpPr/>
          <p:nvPr/>
        </p:nvSpPr>
        <p:spPr>
          <a:xfrm>
            <a:off x="10469880" y="3602735"/>
            <a:ext cx="137167" cy="13716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22" name="Oval 105"/>
          <p:cNvSpPr/>
          <p:nvPr/>
        </p:nvSpPr>
        <p:spPr>
          <a:xfrm>
            <a:off x="10844783" y="3675886"/>
            <a:ext cx="137165" cy="13716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23" name="Oval 106"/>
          <p:cNvSpPr/>
          <p:nvPr/>
        </p:nvSpPr>
        <p:spPr>
          <a:xfrm>
            <a:off x="11192256" y="3584447"/>
            <a:ext cx="137167" cy="13716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24" name="Oval 107"/>
          <p:cNvSpPr/>
          <p:nvPr/>
        </p:nvSpPr>
        <p:spPr>
          <a:xfrm>
            <a:off x="10634471" y="4041647"/>
            <a:ext cx="137167" cy="13716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25" name="Oval 108"/>
          <p:cNvSpPr/>
          <p:nvPr/>
        </p:nvSpPr>
        <p:spPr>
          <a:xfrm>
            <a:off x="11018518" y="4050791"/>
            <a:ext cx="137167" cy="13716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</p:txBody>
      </p:sp>
      <p:sp>
        <p:nvSpPr>
          <p:cNvPr id="1926" name="TextBox 109"/>
          <p:cNvSpPr txBox="1"/>
          <p:nvPr/>
        </p:nvSpPr>
        <p:spPr>
          <a:xfrm>
            <a:off x="8668511" y="4370832"/>
            <a:ext cx="150876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A</a:t>
            </a:r>
          </a:p>
        </p:txBody>
      </p:sp>
      <p:sp>
        <p:nvSpPr>
          <p:cNvPr id="1927" name="TextBox 110"/>
          <p:cNvSpPr txBox="1"/>
          <p:nvPr/>
        </p:nvSpPr>
        <p:spPr>
          <a:xfrm>
            <a:off x="10058399" y="4370832"/>
            <a:ext cx="150876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B</a:t>
            </a:r>
          </a:p>
        </p:txBody>
      </p:sp>
      <p:sp>
        <p:nvSpPr>
          <p:cNvPr id="1928" name="Connector 111"/>
          <p:cNvSpPr/>
          <p:nvPr/>
        </p:nvSpPr>
        <p:spPr>
          <a:xfrm>
            <a:off x="749806" y="5248654"/>
            <a:ext cx="10680198" cy="2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29" name="TextBox 112"/>
          <p:cNvSpPr txBox="1"/>
          <p:nvPr/>
        </p:nvSpPr>
        <p:spPr>
          <a:xfrm>
            <a:off x="2468879" y="5532120"/>
            <a:ext cx="7223760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Similar co-rating patterns → same behavioral constituency</a:t>
            </a:r>
          </a:p>
        </p:txBody>
      </p:sp>
      <p:sp>
        <p:nvSpPr>
          <p:cNvPr id="1930" name="TextBox 113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100k-note / 200k-rater pipeline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2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OUR SHIFT</a:t>
            </a:r>
          </a:p>
        </p:txBody>
      </p:sp>
      <p:sp>
        <p:nvSpPr>
          <p:cNvPr id="1933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Consult constituencies directly</a:t>
            </a:r>
          </a:p>
        </p:txBody>
      </p:sp>
      <p:sp>
        <p:nvSpPr>
          <p:cNvPr id="1934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09</a:t>
            </a:r>
          </a:p>
        </p:txBody>
      </p:sp>
      <p:sp>
        <p:nvSpPr>
          <p:cNvPr id="1935" name="Oval 4"/>
          <p:cNvSpPr/>
          <p:nvPr/>
        </p:nvSpPr>
        <p:spPr>
          <a:xfrm>
            <a:off x="960119" y="1828799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36" name="Oval 5"/>
          <p:cNvSpPr/>
          <p:nvPr/>
        </p:nvSpPr>
        <p:spPr>
          <a:xfrm>
            <a:off x="1344166" y="1828799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37" name="Oval 6"/>
          <p:cNvSpPr/>
          <p:nvPr/>
        </p:nvSpPr>
        <p:spPr>
          <a:xfrm>
            <a:off x="1728216" y="1828799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38" name="Oval 7"/>
          <p:cNvSpPr/>
          <p:nvPr/>
        </p:nvSpPr>
        <p:spPr>
          <a:xfrm>
            <a:off x="2112264" y="1828799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39" name="Oval 8"/>
          <p:cNvSpPr/>
          <p:nvPr/>
        </p:nvSpPr>
        <p:spPr>
          <a:xfrm>
            <a:off x="2496310" y="1828799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0" name="Oval 9"/>
          <p:cNvSpPr/>
          <p:nvPr/>
        </p:nvSpPr>
        <p:spPr>
          <a:xfrm>
            <a:off x="2880360" y="1828799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1" name="Oval 10"/>
          <p:cNvSpPr/>
          <p:nvPr/>
        </p:nvSpPr>
        <p:spPr>
          <a:xfrm>
            <a:off x="3264408" y="1828799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2" name="Oval 11"/>
          <p:cNvSpPr/>
          <p:nvPr/>
        </p:nvSpPr>
        <p:spPr>
          <a:xfrm>
            <a:off x="1088136" y="2240277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3" name="Oval 12"/>
          <p:cNvSpPr/>
          <p:nvPr/>
        </p:nvSpPr>
        <p:spPr>
          <a:xfrm>
            <a:off x="1472183" y="2240277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4" name="Oval 13"/>
          <p:cNvSpPr/>
          <p:nvPr/>
        </p:nvSpPr>
        <p:spPr>
          <a:xfrm>
            <a:off x="1856232" y="2240277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5" name="Oval 14"/>
          <p:cNvSpPr/>
          <p:nvPr/>
        </p:nvSpPr>
        <p:spPr>
          <a:xfrm>
            <a:off x="2240277" y="2240277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6" name="Oval 15"/>
          <p:cNvSpPr/>
          <p:nvPr/>
        </p:nvSpPr>
        <p:spPr>
          <a:xfrm>
            <a:off x="2624327" y="2240277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7" name="Oval 16"/>
          <p:cNvSpPr/>
          <p:nvPr/>
        </p:nvSpPr>
        <p:spPr>
          <a:xfrm>
            <a:off x="3008376" y="2240277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8" name="Oval 17"/>
          <p:cNvSpPr/>
          <p:nvPr/>
        </p:nvSpPr>
        <p:spPr>
          <a:xfrm>
            <a:off x="3392423" y="2240277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9" name="Oval 18"/>
          <p:cNvSpPr/>
          <p:nvPr/>
        </p:nvSpPr>
        <p:spPr>
          <a:xfrm>
            <a:off x="960119" y="2651760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0" name="Oval 19"/>
          <p:cNvSpPr/>
          <p:nvPr/>
        </p:nvSpPr>
        <p:spPr>
          <a:xfrm>
            <a:off x="1344166" y="2651760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1" name="Oval 20"/>
          <p:cNvSpPr/>
          <p:nvPr/>
        </p:nvSpPr>
        <p:spPr>
          <a:xfrm>
            <a:off x="1728216" y="2651760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2" name="Oval 21"/>
          <p:cNvSpPr/>
          <p:nvPr/>
        </p:nvSpPr>
        <p:spPr>
          <a:xfrm>
            <a:off x="2112264" y="2651760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3" name="Oval 22"/>
          <p:cNvSpPr/>
          <p:nvPr/>
        </p:nvSpPr>
        <p:spPr>
          <a:xfrm>
            <a:off x="2496310" y="2651760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4" name="Oval 23"/>
          <p:cNvSpPr/>
          <p:nvPr/>
        </p:nvSpPr>
        <p:spPr>
          <a:xfrm>
            <a:off x="2880360" y="2651760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5" name="Oval 24"/>
          <p:cNvSpPr/>
          <p:nvPr/>
        </p:nvSpPr>
        <p:spPr>
          <a:xfrm>
            <a:off x="3264408" y="2651760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6" name="Oval 25"/>
          <p:cNvSpPr/>
          <p:nvPr/>
        </p:nvSpPr>
        <p:spPr>
          <a:xfrm>
            <a:off x="1088136" y="306323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7" name="Oval 26"/>
          <p:cNvSpPr/>
          <p:nvPr/>
        </p:nvSpPr>
        <p:spPr>
          <a:xfrm>
            <a:off x="1472183" y="306323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8" name="Oval 27"/>
          <p:cNvSpPr/>
          <p:nvPr/>
        </p:nvSpPr>
        <p:spPr>
          <a:xfrm>
            <a:off x="1856232" y="306323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9" name="Oval 28"/>
          <p:cNvSpPr/>
          <p:nvPr/>
        </p:nvSpPr>
        <p:spPr>
          <a:xfrm>
            <a:off x="2240277" y="306323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0" name="Oval 29"/>
          <p:cNvSpPr/>
          <p:nvPr/>
        </p:nvSpPr>
        <p:spPr>
          <a:xfrm>
            <a:off x="2624327" y="306323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1" name="Oval 30"/>
          <p:cNvSpPr/>
          <p:nvPr/>
        </p:nvSpPr>
        <p:spPr>
          <a:xfrm>
            <a:off x="3008376" y="306323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2" name="Oval 31"/>
          <p:cNvSpPr/>
          <p:nvPr/>
        </p:nvSpPr>
        <p:spPr>
          <a:xfrm>
            <a:off x="3392423" y="306323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3" name="Oval 32"/>
          <p:cNvSpPr/>
          <p:nvPr/>
        </p:nvSpPr>
        <p:spPr>
          <a:xfrm>
            <a:off x="960119" y="3474720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4" name="Oval 33"/>
          <p:cNvSpPr/>
          <p:nvPr/>
        </p:nvSpPr>
        <p:spPr>
          <a:xfrm>
            <a:off x="1344166" y="3474720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5" name="Oval 34"/>
          <p:cNvSpPr/>
          <p:nvPr/>
        </p:nvSpPr>
        <p:spPr>
          <a:xfrm>
            <a:off x="1728216" y="3474720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6" name="Oval 35"/>
          <p:cNvSpPr/>
          <p:nvPr/>
        </p:nvSpPr>
        <p:spPr>
          <a:xfrm>
            <a:off x="2112264" y="3474720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7" name="Oval 36"/>
          <p:cNvSpPr/>
          <p:nvPr/>
        </p:nvSpPr>
        <p:spPr>
          <a:xfrm>
            <a:off x="2496310" y="3474720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8" name="Oval 37"/>
          <p:cNvSpPr/>
          <p:nvPr/>
        </p:nvSpPr>
        <p:spPr>
          <a:xfrm>
            <a:off x="2880360" y="3474720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9" name="Oval 38"/>
          <p:cNvSpPr/>
          <p:nvPr/>
        </p:nvSpPr>
        <p:spPr>
          <a:xfrm>
            <a:off x="3264408" y="3474720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0" name="Oval 39"/>
          <p:cNvSpPr/>
          <p:nvPr/>
        </p:nvSpPr>
        <p:spPr>
          <a:xfrm>
            <a:off x="1088136" y="388619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1" name="Oval 40"/>
          <p:cNvSpPr/>
          <p:nvPr/>
        </p:nvSpPr>
        <p:spPr>
          <a:xfrm>
            <a:off x="1472183" y="388619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2" name="Oval 41"/>
          <p:cNvSpPr/>
          <p:nvPr/>
        </p:nvSpPr>
        <p:spPr>
          <a:xfrm>
            <a:off x="1856232" y="388619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3" name="Oval 42"/>
          <p:cNvSpPr/>
          <p:nvPr/>
        </p:nvSpPr>
        <p:spPr>
          <a:xfrm>
            <a:off x="2240277" y="388619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4" name="Oval 43"/>
          <p:cNvSpPr/>
          <p:nvPr/>
        </p:nvSpPr>
        <p:spPr>
          <a:xfrm>
            <a:off x="2624327" y="388619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5" name="Oval 44"/>
          <p:cNvSpPr/>
          <p:nvPr/>
        </p:nvSpPr>
        <p:spPr>
          <a:xfrm>
            <a:off x="3008376" y="388619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6" name="Oval 45"/>
          <p:cNvSpPr/>
          <p:nvPr/>
        </p:nvSpPr>
        <p:spPr>
          <a:xfrm>
            <a:off x="3392423" y="388619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7" name="Oval 46"/>
          <p:cNvSpPr/>
          <p:nvPr/>
        </p:nvSpPr>
        <p:spPr>
          <a:xfrm>
            <a:off x="960119" y="4297679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8" name="Oval 47"/>
          <p:cNvSpPr/>
          <p:nvPr/>
        </p:nvSpPr>
        <p:spPr>
          <a:xfrm>
            <a:off x="1344166" y="4297679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9" name="Oval 48"/>
          <p:cNvSpPr/>
          <p:nvPr/>
        </p:nvSpPr>
        <p:spPr>
          <a:xfrm>
            <a:off x="1728216" y="4297679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0" name="Oval 49"/>
          <p:cNvSpPr/>
          <p:nvPr/>
        </p:nvSpPr>
        <p:spPr>
          <a:xfrm>
            <a:off x="2112264" y="4297679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1" name="Oval 50"/>
          <p:cNvSpPr/>
          <p:nvPr/>
        </p:nvSpPr>
        <p:spPr>
          <a:xfrm>
            <a:off x="2496310" y="4297679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2" name="Oval 51"/>
          <p:cNvSpPr/>
          <p:nvPr/>
        </p:nvSpPr>
        <p:spPr>
          <a:xfrm>
            <a:off x="2880360" y="4297679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3" name="Oval 52"/>
          <p:cNvSpPr/>
          <p:nvPr/>
        </p:nvSpPr>
        <p:spPr>
          <a:xfrm>
            <a:off x="3264408" y="4297679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4" name="Oval 53"/>
          <p:cNvSpPr/>
          <p:nvPr/>
        </p:nvSpPr>
        <p:spPr>
          <a:xfrm>
            <a:off x="7909559" y="1828799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5" name="Oval 54"/>
          <p:cNvSpPr/>
          <p:nvPr/>
        </p:nvSpPr>
        <p:spPr>
          <a:xfrm>
            <a:off x="8293606" y="1828799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6" name="Oval 55"/>
          <p:cNvSpPr/>
          <p:nvPr/>
        </p:nvSpPr>
        <p:spPr>
          <a:xfrm>
            <a:off x="8677656" y="1828799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7" name="Oval 56"/>
          <p:cNvSpPr/>
          <p:nvPr/>
        </p:nvSpPr>
        <p:spPr>
          <a:xfrm>
            <a:off x="9061704" y="1828799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8" name="Oval 57"/>
          <p:cNvSpPr/>
          <p:nvPr/>
        </p:nvSpPr>
        <p:spPr>
          <a:xfrm>
            <a:off x="9445752" y="1828799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9" name="Oval 58"/>
          <p:cNvSpPr/>
          <p:nvPr/>
        </p:nvSpPr>
        <p:spPr>
          <a:xfrm>
            <a:off x="9829799" y="1828799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0" name="Oval 59"/>
          <p:cNvSpPr/>
          <p:nvPr/>
        </p:nvSpPr>
        <p:spPr>
          <a:xfrm>
            <a:off x="10213847" y="1828799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1" name="Oval 60"/>
          <p:cNvSpPr/>
          <p:nvPr/>
        </p:nvSpPr>
        <p:spPr>
          <a:xfrm>
            <a:off x="8037576" y="2240277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2" name="Oval 61"/>
          <p:cNvSpPr/>
          <p:nvPr/>
        </p:nvSpPr>
        <p:spPr>
          <a:xfrm>
            <a:off x="8421623" y="2240277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3" name="Oval 62"/>
          <p:cNvSpPr/>
          <p:nvPr/>
        </p:nvSpPr>
        <p:spPr>
          <a:xfrm>
            <a:off x="8805671" y="2240277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4" name="Oval 63"/>
          <p:cNvSpPr/>
          <p:nvPr/>
        </p:nvSpPr>
        <p:spPr>
          <a:xfrm>
            <a:off x="9189718" y="2240277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5" name="Oval 64"/>
          <p:cNvSpPr/>
          <p:nvPr/>
        </p:nvSpPr>
        <p:spPr>
          <a:xfrm>
            <a:off x="9573768" y="2240277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6" name="Oval 65"/>
          <p:cNvSpPr/>
          <p:nvPr/>
        </p:nvSpPr>
        <p:spPr>
          <a:xfrm>
            <a:off x="9957816" y="2240277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7" name="Oval 66"/>
          <p:cNvSpPr/>
          <p:nvPr/>
        </p:nvSpPr>
        <p:spPr>
          <a:xfrm>
            <a:off x="10341864" y="2240277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8" name="Oval 67"/>
          <p:cNvSpPr/>
          <p:nvPr/>
        </p:nvSpPr>
        <p:spPr>
          <a:xfrm>
            <a:off x="7909559" y="2651760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9" name="Oval 68"/>
          <p:cNvSpPr/>
          <p:nvPr/>
        </p:nvSpPr>
        <p:spPr>
          <a:xfrm>
            <a:off x="8293606" y="2651760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0" name="Oval 69"/>
          <p:cNvSpPr/>
          <p:nvPr/>
        </p:nvSpPr>
        <p:spPr>
          <a:xfrm>
            <a:off x="8677656" y="2651760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1" name="Oval 70"/>
          <p:cNvSpPr/>
          <p:nvPr/>
        </p:nvSpPr>
        <p:spPr>
          <a:xfrm>
            <a:off x="9061704" y="2651760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2" name="Oval 71"/>
          <p:cNvSpPr/>
          <p:nvPr/>
        </p:nvSpPr>
        <p:spPr>
          <a:xfrm>
            <a:off x="9445752" y="2651760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3" name="Oval 72"/>
          <p:cNvSpPr/>
          <p:nvPr/>
        </p:nvSpPr>
        <p:spPr>
          <a:xfrm>
            <a:off x="9829799" y="2651760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4" name="Oval 73"/>
          <p:cNvSpPr/>
          <p:nvPr/>
        </p:nvSpPr>
        <p:spPr>
          <a:xfrm>
            <a:off x="10213847" y="2651760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5" name="Oval 74"/>
          <p:cNvSpPr/>
          <p:nvPr/>
        </p:nvSpPr>
        <p:spPr>
          <a:xfrm>
            <a:off x="8037576" y="3063238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6" name="Oval 75"/>
          <p:cNvSpPr/>
          <p:nvPr/>
        </p:nvSpPr>
        <p:spPr>
          <a:xfrm>
            <a:off x="8421623" y="3063238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7" name="Oval 76"/>
          <p:cNvSpPr/>
          <p:nvPr/>
        </p:nvSpPr>
        <p:spPr>
          <a:xfrm>
            <a:off x="8805671" y="3063238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8" name="Oval 77"/>
          <p:cNvSpPr/>
          <p:nvPr/>
        </p:nvSpPr>
        <p:spPr>
          <a:xfrm>
            <a:off x="9189718" y="3063238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9" name="Oval 78"/>
          <p:cNvSpPr/>
          <p:nvPr/>
        </p:nvSpPr>
        <p:spPr>
          <a:xfrm>
            <a:off x="9573768" y="3063238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0" name="Oval 79"/>
          <p:cNvSpPr/>
          <p:nvPr/>
        </p:nvSpPr>
        <p:spPr>
          <a:xfrm>
            <a:off x="9957816" y="3063238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1" name="Oval 80"/>
          <p:cNvSpPr/>
          <p:nvPr/>
        </p:nvSpPr>
        <p:spPr>
          <a:xfrm>
            <a:off x="10341864" y="3063238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2" name="Oval 81"/>
          <p:cNvSpPr/>
          <p:nvPr/>
        </p:nvSpPr>
        <p:spPr>
          <a:xfrm>
            <a:off x="7909559" y="3474720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3" name="Oval 82"/>
          <p:cNvSpPr/>
          <p:nvPr/>
        </p:nvSpPr>
        <p:spPr>
          <a:xfrm>
            <a:off x="8293606" y="3474720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4" name="Oval 83"/>
          <p:cNvSpPr/>
          <p:nvPr/>
        </p:nvSpPr>
        <p:spPr>
          <a:xfrm>
            <a:off x="8677656" y="3474720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5" name="Oval 84"/>
          <p:cNvSpPr/>
          <p:nvPr/>
        </p:nvSpPr>
        <p:spPr>
          <a:xfrm>
            <a:off x="9061704" y="3474720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6" name="Oval 85"/>
          <p:cNvSpPr/>
          <p:nvPr/>
        </p:nvSpPr>
        <p:spPr>
          <a:xfrm>
            <a:off x="9445752" y="3474720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7" name="Oval 86"/>
          <p:cNvSpPr/>
          <p:nvPr/>
        </p:nvSpPr>
        <p:spPr>
          <a:xfrm>
            <a:off x="9829799" y="3474720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8" name="Oval 87"/>
          <p:cNvSpPr/>
          <p:nvPr/>
        </p:nvSpPr>
        <p:spPr>
          <a:xfrm>
            <a:off x="10213847" y="3474720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9" name="Oval 88"/>
          <p:cNvSpPr/>
          <p:nvPr/>
        </p:nvSpPr>
        <p:spPr>
          <a:xfrm>
            <a:off x="8037576" y="3886198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0" name="Oval 89"/>
          <p:cNvSpPr/>
          <p:nvPr/>
        </p:nvSpPr>
        <p:spPr>
          <a:xfrm>
            <a:off x="8421623" y="3886198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1" name="Oval 90"/>
          <p:cNvSpPr/>
          <p:nvPr/>
        </p:nvSpPr>
        <p:spPr>
          <a:xfrm>
            <a:off x="8805671" y="3886198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2" name="Oval 91"/>
          <p:cNvSpPr/>
          <p:nvPr/>
        </p:nvSpPr>
        <p:spPr>
          <a:xfrm>
            <a:off x="9189718" y="3886198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3" name="Oval 92"/>
          <p:cNvSpPr/>
          <p:nvPr/>
        </p:nvSpPr>
        <p:spPr>
          <a:xfrm>
            <a:off x="9573768" y="3886198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4" name="Oval 93"/>
          <p:cNvSpPr/>
          <p:nvPr/>
        </p:nvSpPr>
        <p:spPr>
          <a:xfrm>
            <a:off x="9957816" y="3886198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5" name="Oval 94"/>
          <p:cNvSpPr/>
          <p:nvPr/>
        </p:nvSpPr>
        <p:spPr>
          <a:xfrm>
            <a:off x="10341864" y="3886198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6" name="Oval 95"/>
          <p:cNvSpPr/>
          <p:nvPr/>
        </p:nvSpPr>
        <p:spPr>
          <a:xfrm>
            <a:off x="7909559" y="4297679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7" name="Oval 96"/>
          <p:cNvSpPr/>
          <p:nvPr/>
        </p:nvSpPr>
        <p:spPr>
          <a:xfrm>
            <a:off x="8293606" y="4297679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8" name="Oval 97"/>
          <p:cNvSpPr/>
          <p:nvPr/>
        </p:nvSpPr>
        <p:spPr>
          <a:xfrm>
            <a:off x="8677656" y="4297679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9" name="Oval 98"/>
          <p:cNvSpPr/>
          <p:nvPr/>
        </p:nvSpPr>
        <p:spPr>
          <a:xfrm>
            <a:off x="9061704" y="4297679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30" name="Oval 99"/>
          <p:cNvSpPr/>
          <p:nvPr/>
        </p:nvSpPr>
        <p:spPr>
          <a:xfrm>
            <a:off x="9445752" y="4297679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31" name="Oval 100"/>
          <p:cNvSpPr/>
          <p:nvPr/>
        </p:nvSpPr>
        <p:spPr>
          <a:xfrm>
            <a:off x="9829799" y="4297679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32" name="Oval 101"/>
          <p:cNvSpPr/>
          <p:nvPr/>
        </p:nvSpPr>
        <p:spPr>
          <a:xfrm>
            <a:off x="10213847" y="4297679"/>
            <a:ext cx="91451" cy="9145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33" name="Rounded Rectangle 102"/>
          <p:cNvSpPr/>
          <p:nvPr/>
        </p:nvSpPr>
        <p:spPr>
          <a:xfrm>
            <a:off x="5413247" y="2304288"/>
            <a:ext cx="1371606" cy="1755652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34" name="Connector 103"/>
          <p:cNvSpPr/>
          <p:nvPr/>
        </p:nvSpPr>
        <p:spPr>
          <a:xfrm>
            <a:off x="5669279" y="2788920"/>
            <a:ext cx="868682" cy="6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5" name="Connector 104"/>
          <p:cNvSpPr/>
          <p:nvPr/>
        </p:nvSpPr>
        <p:spPr>
          <a:xfrm>
            <a:off x="5669279" y="3108960"/>
            <a:ext cx="731526" cy="6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6" name="Connector 105"/>
          <p:cNvSpPr/>
          <p:nvPr/>
        </p:nvSpPr>
        <p:spPr>
          <a:xfrm>
            <a:off x="5669279" y="3429000"/>
            <a:ext cx="822966" cy="0"/>
          </a:xfrm>
          <a:prstGeom prst="line">
            <a:avLst/>
          </a:prstGeom>
          <a:ln w="17780">
            <a:solidFill>
              <a:srgbClr val="1FA8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7" name="Connector 106"/>
          <p:cNvSpPr/>
          <p:nvPr/>
        </p:nvSpPr>
        <p:spPr>
          <a:xfrm flipV="1">
            <a:off x="3310128" y="2907792"/>
            <a:ext cx="2103126" cy="143561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8" name="Connector 107"/>
          <p:cNvSpPr/>
          <p:nvPr/>
        </p:nvSpPr>
        <p:spPr>
          <a:xfrm flipH="1">
            <a:off x="6784847" y="1874515"/>
            <a:ext cx="1170438" cy="1033280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9" name="TextBox 108"/>
          <p:cNvSpPr txBox="1"/>
          <p:nvPr/>
        </p:nvSpPr>
        <p:spPr>
          <a:xfrm>
            <a:off x="960119" y="5193791"/>
            <a:ext cx="2286001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Recover groups</a:t>
            </a:r>
          </a:p>
        </p:txBody>
      </p:sp>
      <p:sp>
        <p:nvSpPr>
          <p:cNvPr id="2040" name="TextBox 109"/>
          <p:cNvSpPr txBox="1"/>
          <p:nvPr/>
        </p:nvSpPr>
        <p:spPr>
          <a:xfrm>
            <a:off x="4700013" y="5193791"/>
            <a:ext cx="2377447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Ask each group</a:t>
            </a:r>
          </a:p>
        </p:txBody>
      </p:sp>
      <p:sp>
        <p:nvSpPr>
          <p:cNvPr id="2041" name="TextBox 110"/>
          <p:cNvSpPr txBox="1"/>
          <p:nvPr/>
        </p:nvSpPr>
        <p:spPr>
          <a:xfrm>
            <a:off x="8467342" y="5193791"/>
            <a:ext cx="2743203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Aggregate explicitly</a:t>
            </a:r>
          </a:p>
        </p:txBody>
      </p:sp>
      <p:sp>
        <p:nvSpPr>
          <p:cNvPr id="2042" name="TextBox 111"/>
          <p:cNvSpPr txBox="1"/>
          <p:nvPr/>
        </p:nvSpPr>
        <p:spPr>
          <a:xfrm>
            <a:off x="3035803" y="5806440"/>
            <a:ext cx="6217930" cy="152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Recover groups → consult each one → aggregate explicitly</a:t>
            </a:r>
          </a:p>
        </p:txBody>
      </p:sp>
      <p:sp>
        <p:nvSpPr>
          <p:cNvPr id="2043" name="TextBox 112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cross-constituency aggregation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5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</a:t>
            </a:r>
          </a:p>
        </p:txBody>
      </p:sp>
      <p:sp>
        <p:nvSpPr>
          <p:cNvPr id="2046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Four design principles</a:t>
            </a:r>
          </a:p>
        </p:txBody>
      </p:sp>
      <p:sp>
        <p:nvSpPr>
          <p:cNvPr id="2047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2048" name="Connector 4"/>
          <p:cNvSpPr/>
          <p:nvPr/>
        </p:nvSpPr>
        <p:spPr>
          <a:xfrm flipH="1">
            <a:off x="1298447" y="1709925"/>
            <a:ext cx="6" cy="4023366"/>
          </a:xfrm>
          <a:prstGeom prst="line">
            <a:avLst/>
          </a:prstGeom>
          <a:ln w="1905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49" name="Oval 5"/>
          <p:cNvSpPr/>
          <p:nvPr/>
        </p:nvSpPr>
        <p:spPr>
          <a:xfrm>
            <a:off x="1216149" y="1901949"/>
            <a:ext cx="164603" cy="16460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50" name="TextBox 6"/>
          <p:cNvSpPr txBox="1"/>
          <p:nvPr/>
        </p:nvSpPr>
        <p:spPr>
          <a:xfrm>
            <a:off x="1700783" y="1810510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051" name="TextBox 7"/>
          <p:cNvSpPr txBox="1"/>
          <p:nvPr/>
        </p:nvSpPr>
        <p:spPr>
          <a:xfrm>
            <a:off x="2377438" y="1737360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Presence</a:t>
            </a:r>
          </a:p>
        </p:txBody>
      </p:sp>
      <p:sp>
        <p:nvSpPr>
          <p:cNvPr id="2052" name="TextBox 8"/>
          <p:cNvSpPr txBox="1"/>
          <p:nvPr/>
        </p:nvSpPr>
        <p:spPr>
          <a:xfrm>
            <a:off x="6400800" y="1773933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Every group enters</a:t>
            </a:r>
          </a:p>
        </p:txBody>
      </p:sp>
      <p:sp>
        <p:nvSpPr>
          <p:cNvPr id="2053" name="Oval 9"/>
          <p:cNvSpPr/>
          <p:nvPr/>
        </p:nvSpPr>
        <p:spPr>
          <a:xfrm>
            <a:off x="1216149" y="2871216"/>
            <a:ext cx="164603" cy="16460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54" name="TextBox 10"/>
          <p:cNvSpPr txBox="1"/>
          <p:nvPr/>
        </p:nvSpPr>
        <p:spPr>
          <a:xfrm>
            <a:off x="1700783" y="2779776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2055" name="TextBox 11"/>
          <p:cNvSpPr txBox="1"/>
          <p:nvPr/>
        </p:nvSpPr>
        <p:spPr>
          <a:xfrm>
            <a:off x="2377438" y="2706621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Non-compensation</a:t>
            </a:r>
          </a:p>
        </p:txBody>
      </p:sp>
      <p:sp>
        <p:nvSpPr>
          <p:cNvPr id="2056" name="TextBox 12"/>
          <p:cNvSpPr txBox="1"/>
          <p:nvPr/>
        </p:nvSpPr>
        <p:spPr>
          <a:xfrm>
            <a:off x="6400800" y="2743200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Rejection still matters</a:t>
            </a:r>
          </a:p>
        </p:txBody>
      </p:sp>
      <p:sp>
        <p:nvSpPr>
          <p:cNvPr id="2057" name="Oval 13"/>
          <p:cNvSpPr/>
          <p:nvPr/>
        </p:nvSpPr>
        <p:spPr>
          <a:xfrm>
            <a:off x="1216149" y="3840479"/>
            <a:ext cx="164603" cy="164603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58" name="TextBox 14"/>
          <p:cNvSpPr txBox="1"/>
          <p:nvPr/>
        </p:nvSpPr>
        <p:spPr>
          <a:xfrm>
            <a:off x="1700783" y="3749040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2059" name="TextBox 15"/>
          <p:cNvSpPr txBox="1"/>
          <p:nvPr/>
        </p:nvSpPr>
        <p:spPr>
          <a:xfrm>
            <a:off x="2377438" y="3675888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Symmetry</a:t>
            </a:r>
          </a:p>
        </p:txBody>
      </p:sp>
      <p:sp>
        <p:nvSpPr>
          <p:cNvPr id="2060" name="TextBox 16"/>
          <p:cNvSpPr txBox="1"/>
          <p:nvPr/>
        </p:nvSpPr>
        <p:spPr>
          <a:xfrm>
            <a:off x="6400800" y="3712464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default winner</a:t>
            </a:r>
          </a:p>
        </p:txBody>
      </p:sp>
      <p:sp>
        <p:nvSpPr>
          <p:cNvPr id="2061" name="Oval 17"/>
          <p:cNvSpPr/>
          <p:nvPr/>
        </p:nvSpPr>
        <p:spPr>
          <a:xfrm>
            <a:off x="1216149" y="4809744"/>
            <a:ext cx="164603" cy="16460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62" name="TextBox 18"/>
          <p:cNvSpPr txBox="1"/>
          <p:nvPr/>
        </p:nvSpPr>
        <p:spPr>
          <a:xfrm>
            <a:off x="1700783" y="4718303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P4</a:t>
            </a:r>
          </a:p>
        </p:txBody>
      </p:sp>
      <p:sp>
        <p:nvSpPr>
          <p:cNvPr id="2063" name="TextBox 19"/>
          <p:cNvSpPr txBox="1"/>
          <p:nvPr/>
        </p:nvSpPr>
        <p:spPr>
          <a:xfrm>
            <a:off x="2377438" y="4645152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Behavioral recovery</a:t>
            </a:r>
          </a:p>
        </p:txBody>
      </p:sp>
      <p:sp>
        <p:nvSpPr>
          <p:cNvPr id="2064" name="TextBox 20"/>
          <p:cNvSpPr txBox="1"/>
          <p:nvPr/>
        </p:nvSpPr>
        <p:spPr>
          <a:xfrm>
            <a:off x="6400800" y="4681728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outside labels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TextBox 1"/>
          <p:cNvSpPr txBox="1"/>
          <p:nvPr/>
        </p:nvSpPr>
        <p:spPr>
          <a:xfrm>
            <a:off x="603503" y="420623"/>
            <a:ext cx="438912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2067" name="TextBox 2"/>
          <p:cNvSpPr txBox="1"/>
          <p:nvPr/>
        </p:nvSpPr>
        <p:spPr>
          <a:xfrm>
            <a:off x="603504" y="786383"/>
            <a:ext cx="1051560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2068" name="TextBox 3"/>
          <p:cNvSpPr txBox="1"/>
          <p:nvPr/>
        </p:nvSpPr>
        <p:spPr>
          <a:xfrm>
            <a:off x="11082528" y="457199"/>
            <a:ext cx="43891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2069" name="Connector 4"/>
          <p:cNvSpPr/>
          <p:nvPr/>
        </p:nvSpPr>
        <p:spPr>
          <a:xfrm flipH="1">
            <a:off x="1298447" y="1664207"/>
            <a:ext cx="1" cy="3621025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0" name="Oval 5"/>
          <p:cNvSpPr/>
          <p:nvPr/>
        </p:nvSpPr>
        <p:spPr>
          <a:xfrm>
            <a:off x="1216150" y="1810511"/>
            <a:ext cx="164593" cy="16459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71" name="TextBox 6"/>
          <p:cNvSpPr txBox="1"/>
          <p:nvPr/>
        </p:nvSpPr>
        <p:spPr>
          <a:xfrm>
            <a:off x="1700783" y="1810511"/>
            <a:ext cx="594361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072" name="TextBox 7"/>
          <p:cNvSpPr txBox="1"/>
          <p:nvPr/>
        </p:nvSpPr>
        <p:spPr>
          <a:xfrm>
            <a:off x="2313431" y="1755648"/>
            <a:ext cx="2697482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2073" name="TextBox 8"/>
          <p:cNvSpPr txBox="1"/>
          <p:nvPr/>
        </p:nvSpPr>
        <p:spPr>
          <a:xfrm>
            <a:off x="5074920" y="1783079"/>
            <a:ext cx="233172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2074" name="TextBox 9"/>
          <p:cNvSpPr txBox="1"/>
          <p:nvPr/>
        </p:nvSpPr>
        <p:spPr>
          <a:xfrm>
            <a:off x="7845552" y="1609344"/>
            <a:ext cx="352044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CHECK 1 · PRESENCE</a:t>
            </a:r>
          </a:p>
        </p:txBody>
      </p:sp>
      <p:sp>
        <p:nvSpPr>
          <p:cNvPr id="2075" name="TextBox 10"/>
          <p:cNvSpPr txBox="1"/>
          <p:nvPr/>
        </p:nvSpPr>
        <p:spPr>
          <a:xfrm>
            <a:off x="7845552" y="1993392"/>
            <a:ext cx="11887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SAME NOTE</a:t>
            </a:r>
          </a:p>
        </p:txBody>
      </p:sp>
      <p:sp>
        <p:nvSpPr>
          <p:cNvPr id="2076" name="TextBox 11"/>
          <p:cNvSpPr txBox="1"/>
          <p:nvPr/>
        </p:nvSpPr>
        <p:spPr>
          <a:xfrm>
            <a:off x="7845552" y="2468879"/>
            <a:ext cx="1554481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A</a:t>
            </a:r>
          </a:p>
        </p:txBody>
      </p:sp>
      <p:sp>
        <p:nvSpPr>
          <p:cNvPr id="2077" name="TextBox 12"/>
          <p:cNvSpPr txBox="1"/>
          <p:nvPr/>
        </p:nvSpPr>
        <p:spPr>
          <a:xfrm>
            <a:off x="9464040" y="2395727"/>
            <a:ext cx="1097281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90 ratings</a:t>
            </a:r>
          </a:p>
        </p:txBody>
      </p:sp>
      <p:sp>
        <p:nvSpPr>
          <p:cNvPr id="2078" name="Oval 13"/>
          <p:cNvSpPr/>
          <p:nvPr/>
        </p:nvSpPr>
        <p:spPr>
          <a:xfrm>
            <a:off x="10899647" y="2414016"/>
            <a:ext cx="237745" cy="237745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79" name="Connector 14"/>
          <p:cNvSpPr/>
          <p:nvPr/>
        </p:nvSpPr>
        <p:spPr>
          <a:xfrm>
            <a:off x="10945368" y="2532888"/>
            <a:ext cx="45721" cy="45721"/>
          </a:xfrm>
          <a:prstGeom prst="line">
            <a:avLst/>
          </a:prstGeom>
          <a:ln w="1524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0" name="Connector 15"/>
          <p:cNvSpPr/>
          <p:nvPr/>
        </p:nvSpPr>
        <p:spPr>
          <a:xfrm flipV="1">
            <a:off x="10991088" y="2468879"/>
            <a:ext cx="91441" cy="109729"/>
          </a:xfrm>
          <a:prstGeom prst="line">
            <a:avLst/>
          </a:prstGeom>
          <a:ln w="1524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1" name="Connector 16"/>
          <p:cNvSpPr/>
          <p:nvPr/>
        </p:nvSpPr>
        <p:spPr>
          <a:xfrm>
            <a:off x="7845552" y="2907792"/>
            <a:ext cx="3456433" cy="1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2" name="TextBox 17"/>
          <p:cNvSpPr txBox="1"/>
          <p:nvPr/>
        </p:nvSpPr>
        <p:spPr>
          <a:xfrm>
            <a:off x="7845552" y="3246120"/>
            <a:ext cx="155448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B</a:t>
            </a:r>
          </a:p>
        </p:txBody>
      </p:sp>
      <p:sp>
        <p:nvSpPr>
          <p:cNvPr id="2083" name="TextBox 18"/>
          <p:cNvSpPr txBox="1"/>
          <p:nvPr/>
        </p:nvSpPr>
        <p:spPr>
          <a:xfrm>
            <a:off x="9464040" y="3172967"/>
            <a:ext cx="1097281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 ratings</a:t>
            </a:r>
          </a:p>
        </p:txBody>
      </p:sp>
      <p:sp>
        <p:nvSpPr>
          <p:cNvPr id="2084" name="Oval 19"/>
          <p:cNvSpPr/>
          <p:nvPr/>
        </p:nvSpPr>
        <p:spPr>
          <a:xfrm>
            <a:off x="10899647" y="3191255"/>
            <a:ext cx="237745" cy="23774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85" name="Connector 20"/>
          <p:cNvSpPr/>
          <p:nvPr/>
        </p:nvSpPr>
        <p:spPr>
          <a:xfrm>
            <a:off x="10954511" y="3246120"/>
            <a:ext cx="109729" cy="109729"/>
          </a:xfrm>
          <a:prstGeom prst="line">
            <a:avLst/>
          </a:prstGeom>
          <a:ln w="1524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6" name="Connector 21"/>
          <p:cNvSpPr/>
          <p:nvPr/>
        </p:nvSpPr>
        <p:spPr>
          <a:xfrm flipH="1">
            <a:off x="10954511" y="3246120"/>
            <a:ext cx="109729" cy="109729"/>
          </a:xfrm>
          <a:prstGeom prst="line">
            <a:avLst/>
          </a:prstGeom>
          <a:ln w="1524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7" name="TextBox 22"/>
          <p:cNvSpPr txBox="1"/>
          <p:nvPr/>
        </p:nvSpPr>
        <p:spPr>
          <a:xfrm>
            <a:off x="7845552" y="3931920"/>
            <a:ext cx="3493009" cy="396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 SCORE YET</a:t>
            </a:r>
          </a:p>
        </p:txBody>
      </p:sp>
      <p:sp>
        <p:nvSpPr>
          <p:cNvPr id="2088" name="TextBox 23"/>
          <p:cNvSpPr txBox="1"/>
          <p:nvPr/>
        </p:nvSpPr>
        <p:spPr>
          <a:xfrm>
            <a:off x="8339326" y="4590288"/>
            <a:ext cx="2514601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≥3 from every group</a:t>
            </a:r>
          </a:p>
        </p:txBody>
      </p:sp>
      <p:sp>
        <p:nvSpPr>
          <p:cNvPr id="2089" name="TextBox 24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authors’ CCA design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1" name="TextBox 1"/>
          <p:cNvSpPr txBox="1"/>
          <p:nvPr/>
        </p:nvSpPr>
        <p:spPr>
          <a:xfrm>
            <a:off x="603503" y="420623"/>
            <a:ext cx="438912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2092" name="TextBox 2"/>
          <p:cNvSpPr txBox="1"/>
          <p:nvPr/>
        </p:nvSpPr>
        <p:spPr>
          <a:xfrm>
            <a:off x="603504" y="786383"/>
            <a:ext cx="1051560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2093" name="TextBox 3"/>
          <p:cNvSpPr txBox="1"/>
          <p:nvPr/>
        </p:nvSpPr>
        <p:spPr>
          <a:xfrm>
            <a:off x="11082528" y="457199"/>
            <a:ext cx="43891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2094" name="Connector 4"/>
          <p:cNvSpPr/>
          <p:nvPr/>
        </p:nvSpPr>
        <p:spPr>
          <a:xfrm flipH="1">
            <a:off x="1298447" y="1664207"/>
            <a:ext cx="1" cy="3621025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95" name="Oval 5"/>
          <p:cNvSpPr/>
          <p:nvPr/>
        </p:nvSpPr>
        <p:spPr>
          <a:xfrm>
            <a:off x="1216150" y="1810511"/>
            <a:ext cx="164593" cy="16459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6" name="TextBox 6"/>
          <p:cNvSpPr txBox="1"/>
          <p:nvPr/>
        </p:nvSpPr>
        <p:spPr>
          <a:xfrm>
            <a:off x="1700783" y="1810511"/>
            <a:ext cx="594361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097" name="TextBox 7"/>
          <p:cNvSpPr txBox="1"/>
          <p:nvPr/>
        </p:nvSpPr>
        <p:spPr>
          <a:xfrm>
            <a:off x="2313431" y="1755648"/>
            <a:ext cx="2697482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2098" name="TextBox 8"/>
          <p:cNvSpPr txBox="1"/>
          <p:nvPr/>
        </p:nvSpPr>
        <p:spPr>
          <a:xfrm>
            <a:off x="5074920" y="1783079"/>
            <a:ext cx="233172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2099" name="Oval 9"/>
          <p:cNvSpPr/>
          <p:nvPr/>
        </p:nvSpPr>
        <p:spPr>
          <a:xfrm>
            <a:off x="1216150" y="2798064"/>
            <a:ext cx="164593" cy="16459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0" name="TextBox 10"/>
          <p:cNvSpPr txBox="1"/>
          <p:nvPr/>
        </p:nvSpPr>
        <p:spPr>
          <a:xfrm>
            <a:off x="1700783" y="2798064"/>
            <a:ext cx="594361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2101" name="TextBox 11"/>
          <p:cNvSpPr txBox="1"/>
          <p:nvPr/>
        </p:nvSpPr>
        <p:spPr>
          <a:xfrm>
            <a:off x="2313431" y="2743200"/>
            <a:ext cx="2697482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Geometric mean</a:t>
            </a:r>
          </a:p>
        </p:txBody>
      </p:sp>
      <p:sp>
        <p:nvSpPr>
          <p:cNvPr id="2102" name="TextBox 12"/>
          <p:cNvSpPr txBox="1"/>
          <p:nvPr/>
        </p:nvSpPr>
        <p:spPr>
          <a:xfrm>
            <a:off x="5074920" y="2770632"/>
            <a:ext cx="2331721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 soft veto</a:t>
            </a:r>
          </a:p>
        </p:txBody>
      </p:sp>
      <p:sp>
        <p:nvSpPr>
          <p:cNvPr id="2103" name="TextBox 13"/>
          <p:cNvSpPr txBox="1"/>
          <p:nvPr/>
        </p:nvSpPr>
        <p:spPr>
          <a:xfrm>
            <a:off x="7845552" y="1609344"/>
            <a:ext cx="352044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CHECK 2 · NON-COMPENSATION</a:t>
            </a:r>
          </a:p>
        </p:txBody>
      </p:sp>
      <p:sp>
        <p:nvSpPr>
          <p:cNvPr id="2104" name="TextBox 14"/>
          <p:cNvSpPr txBox="1"/>
          <p:nvPr/>
        </p:nvSpPr>
        <p:spPr>
          <a:xfrm>
            <a:off x="7845552" y="1965960"/>
            <a:ext cx="1600201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 · 81 / 90 = 90%</a:t>
            </a:r>
          </a:p>
        </p:txBody>
      </p:sp>
      <p:sp>
        <p:nvSpPr>
          <p:cNvPr id="2105" name="TextBox 15"/>
          <p:cNvSpPr txBox="1"/>
          <p:nvPr/>
        </p:nvSpPr>
        <p:spPr>
          <a:xfrm>
            <a:off x="9710928" y="1965960"/>
            <a:ext cx="1600201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 · 1 / 10 = 10%</a:t>
            </a:r>
          </a:p>
        </p:txBody>
      </p:sp>
      <p:sp>
        <p:nvSpPr>
          <p:cNvPr id="2106" name="TextBox 16"/>
          <p:cNvSpPr txBox="1"/>
          <p:nvPr/>
        </p:nvSpPr>
        <p:spPr>
          <a:xfrm>
            <a:off x="7845552" y="2468879"/>
            <a:ext cx="1417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POOLED VOTES</a:t>
            </a:r>
          </a:p>
        </p:txBody>
      </p:sp>
      <p:sp>
        <p:nvSpPr>
          <p:cNvPr id="2107" name="TextBox 17"/>
          <p:cNvSpPr txBox="1"/>
          <p:nvPr/>
        </p:nvSpPr>
        <p:spPr>
          <a:xfrm>
            <a:off x="7845552" y="2761488"/>
            <a:ext cx="342900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(81 + 1) / (90 + 10) = 82%</a:t>
            </a:r>
          </a:p>
        </p:txBody>
      </p:sp>
      <p:sp>
        <p:nvSpPr>
          <p:cNvPr id="2108" name="TextBox 18"/>
          <p:cNvSpPr txBox="1"/>
          <p:nvPr/>
        </p:nvSpPr>
        <p:spPr>
          <a:xfrm>
            <a:off x="10442447" y="3127248"/>
            <a:ext cx="822961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PASS</a:t>
            </a:r>
          </a:p>
        </p:txBody>
      </p:sp>
      <p:sp>
        <p:nvSpPr>
          <p:cNvPr id="2109" name="Connector 19"/>
          <p:cNvSpPr/>
          <p:nvPr/>
        </p:nvSpPr>
        <p:spPr>
          <a:xfrm>
            <a:off x="7845552" y="3493008"/>
            <a:ext cx="3456433" cy="1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10" name="TextBox 20"/>
          <p:cNvSpPr txBox="1"/>
          <p:nvPr/>
        </p:nvSpPr>
        <p:spPr>
          <a:xfrm>
            <a:off x="7845552" y="3794759"/>
            <a:ext cx="8229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CCA</a:t>
            </a:r>
          </a:p>
        </p:txBody>
      </p:sp>
      <p:sp>
        <p:nvSpPr>
          <p:cNvPr id="2111" name="TextBox 21"/>
          <p:cNvSpPr txBox="1"/>
          <p:nvPr/>
        </p:nvSpPr>
        <p:spPr>
          <a:xfrm>
            <a:off x="7845552" y="4069079"/>
            <a:ext cx="3429001" cy="297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√(.90 × .10) = 30%</a:t>
            </a:r>
          </a:p>
        </p:txBody>
      </p:sp>
      <p:sp>
        <p:nvSpPr>
          <p:cNvPr id="2112" name="TextBox 22"/>
          <p:cNvSpPr txBox="1"/>
          <p:nvPr/>
        </p:nvSpPr>
        <p:spPr>
          <a:xfrm>
            <a:off x="9509759" y="4507991"/>
            <a:ext cx="1755649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DOES NOT PASS</a:t>
            </a:r>
          </a:p>
        </p:txBody>
      </p:sp>
      <p:sp>
        <p:nvSpPr>
          <p:cNvPr id="2113" name="TextBox 23"/>
          <p:cNvSpPr txBox="1"/>
          <p:nvPr/>
        </p:nvSpPr>
        <p:spPr>
          <a:xfrm>
            <a:off x="7845552" y="4864608"/>
            <a:ext cx="333756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Enthusiasm cannot erase rejection</a:t>
            </a:r>
          </a:p>
        </p:txBody>
      </p:sp>
      <p:sp>
        <p:nvSpPr>
          <p:cNvPr id="2114" name="TextBox 24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authors’ CCA design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6" name="TextBox 1"/>
          <p:cNvSpPr txBox="1"/>
          <p:nvPr/>
        </p:nvSpPr>
        <p:spPr>
          <a:xfrm>
            <a:off x="603503" y="420623"/>
            <a:ext cx="438912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2117" name="TextBox 2"/>
          <p:cNvSpPr txBox="1"/>
          <p:nvPr/>
        </p:nvSpPr>
        <p:spPr>
          <a:xfrm>
            <a:off x="603504" y="786383"/>
            <a:ext cx="1051560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2118" name="TextBox 3"/>
          <p:cNvSpPr txBox="1"/>
          <p:nvPr/>
        </p:nvSpPr>
        <p:spPr>
          <a:xfrm>
            <a:off x="11082528" y="457199"/>
            <a:ext cx="43891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2119" name="Connector 4"/>
          <p:cNvSpPr/>
          <p:nvPr/>
        </p:nvSpPr>
        <p:spPr>
          <a:xfrm flipH="1">
            <a:off x="1298447" y="1664207"/>
            <a:ext cx="1" cy="3621025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20" name="Oval 5"/>
          <p:cNvSpPr/>
          <p:nvPr/>
        </p:nvSpPr>
        <p:spPr>
          <a:xfrm>
            <a:off x="1216150" y="1810511"/>
            <a:ext cx="164593" cy="16459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21" name="TextBox 6"/>
          <p:cNvSpPr txBox="1"/>
          <p:nvPr/>
        </p:nvSpPr>
        <p:spPr>
          <a:xfrm>
            <a:off x="1700783" y="1810511"/>
            <a:ext cx="594361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122" name="TextBox 7"/>
          <p:cNvSpPr txBox="1"/>
          <p:nvPr/>
        </p:nvSpPr>
        <p:spPr>
          <a:xfrm>
            <a:off x="2313431" y="1755648"/>
            <a:ext cx="2697482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2123" name="TextBox 8"/>
          <p:cNvSpPr txBox="1"/>
          <p:nvPr/>
        </p:nvSpPr>
        <p:spPr>
          <a:xfrm>
            <a:off x="5074920" y="1783079"/>
            <a:ext cx="233172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2124" name="Oval 9"/>
          <p:cNvSpPr/>
          <p:nvPr/>
        </p:nvSpPr>
        <p:spPr>
          <a:xfrm>
            <a:off x="1216150" y="2798064"/>
            <a:ext cx="164593" cy="16459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25" name="TextBox 10"/>
          <p:cNvSpPr txBox="1"/>
          <p:nvPr/>
        </p:nvSpPr>
        <p:spPr>
          <a:xfrm>
            <a:off x="1700783" y="2798064"/>
            <a:ext cx="594361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2126" name="TextBox 11"/>
          <p:cNvSpPr txBox="1"/>
          <p:nvPr/>
        </p:nvSpPr>
        <p:spPr>
          <a:xfrm>
            <a:off x="2313431" y="2743200"/>
            <a:ext cx="2697482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Geometric mean</a:t>
            </a:r>
          </a:p>
        </p:txBody>
      </p:sp>
      <p:sp>
        <p:nvSpPr>
          <p:cNvPr id="2127" name="TextBox 12"/>
          <p:cNvSpPr txBox="1"/>
          <p:nvPr/>
        </p:nvSpPr>
        <p:spPr>
          <a:xfrm>
            <a:off x="5074920" y="2770632"/>
            <a:ext cx="2331721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 soft veto</a:t>
            </a:r>
          </a:p>
        </p:txBody>
      </p:sp>
      <p:sp>
        <p:nvSpPr>
          <p:cNvPr id="2128" name="Oval 13"/>
          <p:cNvSpPr/>
          <p:nvPr/>
        </p:nvSpPr>
        <p:spPr>
          <a:xfrm>
            <a:off x="1216150" y="3758183"/>
            <a:ext cx="164593" cy="164593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29" name="TextBox 14"/>
          <p:cNvSpPr txBox="1"/>
          <p:nvPr/>
        </p:nvSpPr>
        <p:spPr>
          <a:xfrm>
            <a:off x="1700783" y="3758183"/>
            <a:ext cx="594361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2130" name="TextBox 15"/>
          <p:cNvSpPr txBox="1"/>
          <p:nvPr/>
        </p:nvSpPr>
        <p:spPr>
          <a:xfrm>
            <a:off x="2313431" y="3703320"/>
            <a:ext cx="2697482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Same rule</a:t>
            </a:r>
          </a:p>
        </p:txBody>
      </p:sp>
      <p:sp>
        <p:nvSpPr>
          <p:cNvPr id="2131" name="TextBox 16"/>
          <p:cNvSpPr txBox="1"/>
          <p:nvPr/>
        </p:nvSpPr>
        <p:spPr>
          <a:xfrm>
            <a:off x="5074920" y="3730752"/>
            <a:ext cx="233172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size weighting</a:t>
            </a:r>
          </a:p>
        </p:txBody>
      </p:sp>
      <p:sp>
        <p:nvSpPr>
          <p:cNvPr id="2132" name="TextBox 17"/>
          <p:cNvSpPr txBox="1"/>
          <p:nvPr/>
        </p:nvSpPr>
        <p:spPr>
          <a:xfrm>
            <a:off x="7845552" y="1609344"/>
            <a:ext cx="352044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CHECK 3 · SYMMETRY</a:t>
            </a:r>
          </a:p>
        </p:txBody>
      </p:sp>
      <p:sp>
        <p:nvSpPr>
          <p:cNvPr id="2133" name="TextBox 18"/>
          <p:cNvSpPr txBox="1"/>
          <p:nvPr/>
        </p:nvSpPr>
        <p:spPr>
          <a:xfrm>
            <a:off x="7845552" y="2029967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90 RATERS</a:t>
            </a:r>
          </a:p>
        </p:txBody>
      </p:sp>
      <p:sp>
        <p:nvSpPr>
          <p:cNvPr id="2134" name="Oval 19"/>
          <p:cNvSpPr/>
          <p:nvPr/>
        </p:nvSpPr>
        <p:spPr>
          <a:xfrm>
            <a:off x="7845552" y="2377439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35" name="Oval 20"/>
          <p:cNvSpPr/>
          <p:nvPr/>
        </p:nvSpPr>
        <p:spPr>
          <a:xfrm>
            <a:off x="8028430" y="2377439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36" name="Oval 21"/>
          <p:cNvSpPr/>
          <p:nvPr/>
        </p:nvSpPr>
        <p:spPr>
          <a:xfrm>
            <a:off x="8211311" y="2377439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37" name="Oval 22"/>
          <p:cNvSpPr/>
          <p:nvPr/>
        </p:nvSpPr>
        <p:spPr>
          <a:xfrm>
            <a:off x="8394192" y="2377439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38" name="Oval 23"/>
          <p:cNvSpPr/>
          <p:nvPr/>
        </p:nvSpPr>
        <p:spPr>
          <a:xfrm>
            <a:off x="8577071" y="2377439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39" name="Oval 24"/>
          <p:cNvSpPr/>
          <p:nvPr/>
        </p:nvSpPr>
        <p:spPr>
          <a:xfrm>
            <a:off x="8759952" y="2377439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40" name="Oval 25"/>
          <p:cNvSpPr/>
          <p:nvPr/>
        </p:nvSpPr>
        <p:spPr>
          <a:xfrm>
            <a:off x="8942831" y="2377439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41" name="Oval 26"/>
          <p:cNvSpPr/>
          <p:nvPr/>
        </p:nvSpPr>
        <p:spPr>
          <a:xfrm>
            <a:off x="9125711" y="2377439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42" name="Oval 27"/>
          <p:cNvSpPr/>
          <p:nvPr/>
        </p:nvSpPr>
        <p:spPr>
          <a:xfrm>
            <a:off x="9308592" y="2377439"/>
            <a:ext cx="96013" cy="9601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43" name="TextBox 28"/>
          <p:cNvSpPr txBox="1"/>
          <p:nvPr/>
        </p:nvSpPr>
        <p:spPr>
          <a:xfrm>
            <a:off x="9912095" y="2029967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10 RATERS</a:t>
            </a:r>
          </a:p>
        </p:txBody>
      </p:sp>
      <p:sp>
        <p:nvSpPr>
          <p:cNvPr id="2144" name="Oval 29"/>
          <p:cNvSpPr/>
          <p:nvPr/>
        </p:nvSpPr>
        <p:spPr>
          <a:xfrm>
            <a:off x="9912095" y="2377439"/>
            <a:ext cx="96013" cy="9601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45" name="TextBox 30"/>
          <p:cNvSpPr txBox="1"/>
          <p:nvPr/>
        </p:nvSpPr>
        <p:spPr>
          <a:xfrm>
            <a:off x="7845552" y="2880360"/>
            <a:ext cx="3456433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90 raters  ≠  9× weight</a:t>
            </a:r>
          </a:p>
        </p:txBody>
      </p:sp>
      <p:sp>
        <p:nvSpPr>
          <p:cNvPr id="2146" name="Connector 31"/>
          <p:cNvSpPr/>
          <p:nvPr/>
        </p:nvSpPr>
        <p:spPr>
          <a:xfrm>
            <a:off x="7845552" y="3401567"/>
            <a:ext cx="3456433" cy="1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47" name="TextBox 32"/>
          <p:cNvSpPr txBox="1"/>
          <p:nvPr/>
        </p:nvSpPr>
        <p:spPr>
          <a:xfrm>
            <a:off x="7845552" y="3730752"/>
            <a:ext cx="345643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√(sA × sB)  =  √(sB × sA)</a:t>
            </a:r>
          </a:p>
        </p:txBody>
      </p:sp>
      <p:sp>
        <p:nvSpPr>
          <p:cNvPr id="2148" name="TextBox 33"/>
          <p:cNvSpPr txBox="1"/>
          <p:nvPr/>
        </p:nvSpPr>
        <p:spPr>
          <a:xfrm>
            <a:off x="7845552" y="4224528"/>
            <a:ext cx="3456433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4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√(.90 × .10) = √(.10 × .90) = 30%</a:t>
            </a:r>
          </a:p>
        </p:txBody>
      </p:sp>
      <p:sp>
        <p:nvSpPr>
          <p:cNvPr id="2149" name="TextBox 34"/>
          <p:cNvSpPr txBox="1"/>
          <p:nvPr/>
        </p:nvSpPr>
        <p:spPr>
          <a:xfrm>
            <a:off x="7973568" y="4828032"/>
            <a:ext cx="321868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2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Group size does not change the rule</a:t>
            </a:r>
          </a:p>
        </p:txBody>
      </p:sp>
      <p:sp>
        <p:nvSpPr>
          <p:cNvPr id="2150" name="TextBox 35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authors’ CCA design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TextBox 1"/>
          <p:cNvSpPr txBox="1"/>
          <p:nvPr/>
        </p:nvSpPr>
        <p:spPr>
          <a:xfrm>
            <a:off x="603503" y="420623"/>
            <a:ext cx="438912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2153" name="TextBox 2"/>
          <p:cNvSpPr txBox="1"/>
          <p:nvPr/>
        </p:nvSpPr>
        <p:spPr>
          <a:xfrm>
            <a:off x="603504" y="786383"/>
            <a:ext cx="1051560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2154" name="TextBox 3"/>
          <p:cNvSpPr txBox="1"/>
          <p:nvPr/>
        </p:nvSpPr>
        <p:spPr>
          <a:xfrm>
            <a:off x="11082528" y="457199"/>
            <a:ext cx="43891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2155" name="Connector 4"/>
          <p:cNvSpPr/>
          <p:nvPr/>
        </p:nvSpPr>
        <p:spPr>
          <a:xfrm flipH="1">
            <a:off x="1298447" y="1664207"/>
            <a:ext cx="1" cy="3621025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56" name="Oval 5"/>
          <p:cNvSpPr/>
          <p:nvPr/>
        </p:nvSpPr>
        <p:spPr>
          <a:xfrm>
            <a:off x="1216150" y="1810511"/>
            <a:ext cx="164593" cy="16459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57" name="TextBox 6"/>
          <p:cNvSpPr txBox="1"/>
          <p:nvPr/>
        </p:nvSpPr>
        <p:spPr>
          <a:xfrm>
            <a:off x="1700783" y="1810511"/>
            <a:ext cx="594361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158" name="TextBox 7"/>
          <p:cNvSpPr txBox="1"/>
          <p:nvPr/>
        </p:nvSpPr>
        <p:spPr>
          <a:xfrm>
            <a:off x="2313431" y="1755648"/>
            <a:ext cx="2697482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2159" name="TextBox 8"/>
          <p:cNvSpPr txBox="1"/>
          <p:nvPr/>
        </p:nvSpPr>
        <p:spPr>
          <a:xfrm>
            <a:off x="5074920" y="1783079"/>
            <a:ext cx="233172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2160" name="Oval 9"/>
          <p:cNvSpPr/>
          <p:nvPr/>
        </p:nvSpPr>
        <p:spPr>
          <a:xfrm>
            <a:off x="1216150" y="2798064"/>
            <a:ext cx="164593" cy="16459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61" name="TextBox 10"/>
          <p:cNvSpPr txBox="1"/>
          <p:nvPr/>
        </p:nvSpPr>
        <p:spPr>
          <a:xfrm>
            <a:off x="1700783" y="2798064"/>
            <a:ext cx="594361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2162" name="TextBox 11"/>
          <p:cNvSpPr txBox="1"/>
          <p:nvPr/>
        </p:nvSpPr>
        <p:spPr>
          <a:xfrm>
            <a:off x="2313431" y="2743200"/>
            <a:ext cx="2697482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Geometric mean</a:t>
            </a:r>
          </a:p>
        </p:txBody>
      </p:sp>
      <p:sp>
        <p:nvSpPr>
          <p:cNvPr id="2163" name="TextBox 12"/>
          <p:cNvSpPr txBox="1"/>
          <p:nvPr/>
        </p:nvSpPr>
        <p:spPr>
          <a:xfrm>
            <a:off x="5074920" y="2770632"/>
            <a:ext cx="2331721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 soft veto</a:t>
            </a:r>
          </a:p>
        </p:txBody>
      </p:sp>
      <p:sp>
        <p:nvSpPr>
          <p:cNvPr id="2164" name="Oval 13"/>
          <p:cNvSpPr/>
          <p:nvPr/>
        </p:nvSpPr>
        <p:spPr>
          <a:xfrm>
            <a:off x="1216150" y="3758183"/>
            <a:ext cx="164593" cy="164593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65" name="TextBox 14"/>
          <p:cNvSpPr txBox="1"/>
          <p:nvPr/>
        </p:nvSpPr>
        <p:spPr>
          <a:xfrm>
            <a:off x="1700783" y="3758183"/>
            <a:ext cx="594361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2166" name="TextBox 15"/>
          <p:cNvSpPr txBox="1"/>
          <p:nvPr/>
        </p:nvSpPr>
        <p:spPr>
          <a:xfrm>
            <a:off x="2313431" y="3703320"/>
            <a:ext cx="2697482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Same rule</a:t>
            </a:r>
          </a:p>
        </p:txBody>
      </p:sp>
      <p:sp>
        <p:nvSpPr>
          <p:cNvPr id="2167" name="TextBox 16"/>
          <p:cNvSpPr txBox="1"/>
          <p:nvPr/>
        </p:nvSpPr>
        <p:spPr>
          <a:xfrm>
            <a:off x="5074920" y="3730752"/>
            <a:ext cx="233172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size weighting</a:t>
            </a:r>
          </a:p>
        </p:txBody>
      </p:sp>
      <p:sp>
        <p:nvSpPr>
          <p:cNvPr id="2168" name="Oval 17"/>
          <p:cNvSpPr/>
          <p:nvPr/>
        </p:nvSpPr>
        <p:spPr>
          <a:xfrm>
            <a:off x="1216150" y="4736591"/>
            <a:ext cx="164593" cy="16459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69" name="TextBox 18"/>
          <p:cNvSpPr txBox="1"/>
          <p:nvPr/>
        </p:nvSpPr>
        <p:spPr>
          <a:xfrm>
            <a:off x="1700783" y="4736591"/>
            <a:ext cx="594361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P4</a:t>
            </a:r>
          </a:p>
        </p:txBody>
      </p:sp>
      <p:sp>
        <p:nvSpPr>
          <p:cNvPr id="2170" name="TextBox 19"/>
          <p:cNvSpPr txBox="1"/>
          <p:nvPr/>
        </p:nvSpPr>
        <p:spPr>
          <a:xfrm>
            <a:off x="2313431" y="4681728"/>
            <a:ext cx="2697482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200k raters</a:t>
            </a:r>
          </a:p>
        </p:txBody>
      </p:sp>
      <p:sp>
        <p:nvSpPr>
          <p:cNvPr id="2171" name="TextBox 20"/>
          <p:cNvSpPr txBox="1"/>
          <p:nvPr/>
        </p:nvSpPr>
        <p:spPr>
          <a:xfrm>
            <a:off x="5074920" y="4709159"/>
            <a:ext cx="233172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Method-B recovery</a:t>
            </a:r>
          </a:p>
        </p:txBody>
      </p:sp>
      <p:sp>
        <p:nvSpPr>
          <p:cNvPr id="2172" name="TextBox 21"/>
          <p:cNvSpPr txBox="1"/>
          <p:nvPr/>
        </p:nvSpPr>
        <p:spPr>
          <a:xfrm>
            <a:off x="7845552" y="1609344"/>
            <a:ext cx="352044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CHECK 4 · BEHAVIORAL RECOVERY</a:t>
            </a:r>
          </a:p>
        </p:txBody>
      </p:sp>
      <p:sp>
        <p:nvSpPr>
          <p:cNvPr id="2173" name="Oval 22"/>
          <p:cNvSpPr/>
          <p:nvPr/>
        </p:nvSpPr>
        <p:spPr>
          <a:xfrm>
            <a:off x="7882126" y="2121407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74" name="Oval 23"/>
          <p:cNvSpPr/>
          <p:nvPr/>
        </p:nvSpPr>
        <p:spPr>
          <a:xfrm>
            <a:off x="8092440" y="2121407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75" name="Oval 24"/>
          <p:cNvSpPr/>
          <p:nvPr/>
        </p:nvSpPr>
        <p:spPr>
          <a:xfrm>
            <a:off x="8302752" y="2121407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76" name="Oval 25"/>
          <p:cNvSpPr/>
          <p:nvPr/>
        </p:nvSpPr>
        <p:spPr>
          <a:xfrm>
            <a:off x="8513063" y="2121407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77" name="Oval 26"/>
          <p:cNvSpPr/>
          <p:nvPr/>
        </p:nvSpPr>
        <p:spPr>
          <a:xfrm>
            <a:off x="8723376" y="2121407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78" name="Oval 27"/>
          <p:cNvSpPr/>
          <p:nvPr/>
        </p:nvSpPr>
        <p:spPr>
          <a:xfrm>
            <a:off x="7882126" y="2377438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79" name="Oval 28"/>
          <p:cNvSpPr/>
          <p:nvPr/>
        </p:nvSpPr>
        <p:spPr>
          <a:xfrm>
            <a:off x="8092440" y="2377438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0" name="Oval 29"/>
          <p:cNvSpPr/>
          <p:nvPr/>
        </p:nvSpPr>
        <p:spPr>
          <a:xfrm>
            <a:off x="8302752" y="2377438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1" name="Oval 30"/>
          <p:cNvSpPr/>
          <p:nvPr/>
        </p:nvSpPr>
        <p:spPr>
          <a:xfrm>
            <a:off x="8513063" y="2377438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2" name="Oval 31"/>
          <p:cNvSpPr/>
          <p:nvPr/>
        </p:nvSpPr>
        <p:spPr>
          <a:xfrm>
            <a:off x="8723376" y="2377438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3" name="Oval 32"/>
          <p:cNvSpPr/>
          <p:nvPr/>
        </p:nvSpPr>
        <p:spPr>
          <a:xfrm>
            <a:off x="7882126" y="2633472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4" name="Oval 33"/>
          <p:cNvSpPr/>
          <p:nvPr/>
        </p:nvSpPr>
        <p:spPr>
          <a:xfrm>
            <a:off x="8092440" y="2633472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5" name="Oval 34"/>
          <p:cNvSpPr/>
          <p:nvPr/>
        </p:nvSpPr>
        <p:spPr>
          <a:xfrm>
            <a:off x="8302752" y="2633472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6" name="Oval 35"/>
          <p:cNvSpPr/>
          <p:nvPr/>
        </p:nvSpPr>
        <p:spPr>
          <a:xfrm>
            <a:off x="8513063" y="2633472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7" name="Oval 36"/>
          <p:cNvSpPr/>
          <p:nvPr/>
        </p:nvSpPr>
        <p:spPr>
          <a:xfrm>
            <a:off x="8723376" y="2633472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8" name="Oval 37"/>
          <p:cNvSpPr/>
          <p:nvPr/>
        </p:nvSpPr>
        <p:spPr>
          <a:xfrm>
            <a:off x="7882126" y="2889504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9" name="Oval 38"/>
          <p:cNvSpPr/>
          <p:nvPr/>
        </p:nvSpPr>
        <p:spPr>
          <a:xfrm>
            <a:off x="8092440" y="2889504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90" name="Oval 39"/>
          <p:cNvSpPr/>
          <p:nvPr/>
        </p:nvSpPr>
        <p:spPr>
          <a:xfrm>
            <a:off x="8302752" y="2889504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91" name="Oval 40"/>
          <p:cNvSpPr/>
          <p:nvPr/>
        </p:nvSpPr>
        <p:spPr>
          <a:xfrm>
            <a:off x="8513063" y="2889504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92" name="Oval 41"/>
          <p:cNvSpPr/>
          <p:nvPr/>
        </p:nvSpPr>
        <p:spPr>
          <a:xfrm>
            <a:off x="8723376" y="2889504"/>
            <a:ext cx="82297" cy="8229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93" name="TextBox 42"/>
          <p:cNvSpPr txBox="1"/>
          <p:nvPr/>
        </p:nvSpPr>
        <p:spPr>
          <a:xfrm>
            <a:off x="7845552" y="3273552"/>
            <a:ext cx="1143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200k RATERS</a:t>
            </a:r>
          </a:p>
        </p:txBody>
      </p:sp>
      <p:sp>
        <p:nvSpPr>
          <p:cNvPr id="2194" name="TextBox 43"/>
          <p:cNvSpPr txBox="1"/>
          <p:nvPr/>
        </p:nvSpPr>
        <p:spPr>
          <a:xfrm>
            <a:off x="9034271" y="2496311"/>
            <a:ext cx="329185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195" name="Connector 44"/>
          <p:cNvSpPr/>
          <p:nvPr/>
        </p:nvSpPr>
        <p:spPr>
          <a:xfrm flipV="1">
            <a:off x="9500616" y="2093976"/>
            <a:ext cx="374905" cy="100585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96" name="Connector 45"/>
          <p:cNvSpPr/>
          <p:nvPr/>
        </p:nvSpPr>
        <p:spPr>
          <a:xfrm>
            <a:off x="9500616" y="2194560"/>
            <a:ext cx="128017" cy="521209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97" name="Connector 46"/>
          <p:cNvSpPr/>
          <p:nvPr/>
        </p:nvSpPr>
        <p:spPr>
          <a:xfrm>
            <a:off x="9875519" y="2093976"/>
            <a:ext cx="256033" cy="347473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98" name="Connector 47"/>
          <p:cNvSpPr/>
          <p:nvPr/>
        </p:nvSpPr>
        <p:spPr>
          <a:xfrm flipH="1">
            <a:off x="9628631" y="2093976"/>
            <a:ext cx="246889" cy="621793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99" name="Connector 48"/>
          <p:cNvSpPr/>
          <p:nvPr/>
        </p:nvSpPr>
        <p:spPr>
          <a:xfrm flipH="1">
            <a:off x="9994392" y="2441448"/>
            <a:ext cx="137161" cy="438913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00" name="Connector 49"/>
          <p:cNvSpPr/>
          <p:nvPr/>
        </p:nvSpPr>
        <p:spPr>
          <a:xfrm>
            <a:off x="9628631" y="2715767"/>
            <a:ext cx="365761" cy="164593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01" name="Connector 50"/>
          <p:cNvSpPr/>
          <p:nvPr/>
        </p:nvSpPr>
        <p:spPr>
          <a:xfrm flipV="1">
            <a:off x="9994392" y="2734055"/>
            <a:ext cx="338329" cy="146305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02" name="Oval 51"/>
          <p:cNvSpPr/>
          <p:nvPr/>
        </p:nvSpPr>
        <p:spPr>
          <a:xfrm>
            <a:off x="9454895" y="2148839"/>
            <a:ext cx="100585" cy="1005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03" name="Oval 52"/>
          <p:cNvSpPr/>
          <p:nvPr/>
        </p:nvSpPr>
        <p:spPr>
          <a:xfrm>
            <a:off x="9829799" y="2048255"/>
            <a:ext cx="100586" cy="1005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04" name="Oval 53"/>
          <p:cNvSpPr/>
          <p:nvPr/>
        </p:nvSpPr>
        <p:spPr>
          <a:xfrm>
            <a:off x="10085831" y="2395727"/>
            <a:ext cx="100585" cy="1005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05" name="Oval 54"/>
          <p:cNvSpPr/>
          <p:nvPr/>
        </p:nvSpPr>
        <p:spPr>
          <a:xfrm>
            <a:off x="9582911" y="2670048"/>
            <a:ext cx="100585" cy="1005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06" name="Oval 55"/>
          <p:cNvSpPr/>
          <p:nvPr/>
        </p:nvSpPr>
        <p:spPr>
          <a:xfrm>
            <a:off x="9948671" y="2834639"/>
            <a:ext cx="100585" cy="1005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07" name="Oval 56"/>
          <p:cNvSpPr/>
          <p:nvPr/>
        </p:nvSpPr>
        <p:spPr>
          <a:xfrm>
            <a:off x="10286999" y="2688335"/>
            <a:ext cx="100586" cy="1005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08" name="TextBox 57"/>
          <p:cNvSpPr txBox="1"/>
          <p:nvPr/>
        </p:nvSpPr>
        <p:spPr>
          <a:xfrm>
            <a:off x="9445752" y="327355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CO-RATING</a:t>
            </a:r>
          </a:p>
        </p:txBody>
      </p:sp>
      <p:sp>
        <p:nvSpPr>
          <p:cNvPr id="2209" name="TextBox 58"/>
          <p:cNvSpPr txBox="1"/>
          <p:nvPr/>
        </p:nvSpPr>
        <p:spPr>
          <a:xfrm>
            <a:off x="10451592" y="2496311"/>
            <a:ext cx="329185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210" name="Oval 59"/>
          <p:cNvSpPr/>
          <p:nvPr/>
        </p:nvSpPr>
        <p:spPr>
          <a:xfrm>
            <a:off x="10908792" y="2148839"/>
            <a:ext cx="118873" cy="11887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11" name="Oval 60"/>
          <p:cNvSpPr/>
          <p:nvPr/>
        </p:nvSpPr>
        <p:spPr>
          <a:xfrm>
            <a:off x="11109959" y="2359151"/>
            <a:ext cx="118873" cy="11887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12" name="Oval 61"/>
          <p:cNvSpPr/>
          <p:nvPr/>
        </p:nvSpPr>
        <p:spPr>
          <a:xfrm>
            <a:off x="10863071" y="2596895"/>
            <a:ext cx="118873" cy="11887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13" name="Oval 62"/>
          <p:cNvSpPr/>
          <p:nvPr/>
        </p:nvSpPr>
        <p:spPr>
          <a:xfrm>
            <a:off x="11247119" y="2770632"/>
            <a:ext cx="118873" cy="11887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14" name="Oval 63"/>
          <p:cNvSpPr/>
          <p:nvPr/>
        </p:nvSpPr>
        <p:spPr>
          <a:xfrm>
            <a:off x="11027664" y="2953511"/>
            <a:ext cx="118873" cy="11887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15" name="Oval 64"/>
          <p:cNvSpPr/>
          <p:nvPr/>
        </p:nvSpPr>
        <p:spPr>
          <a:xfrm>
            <a:off x="11292840" y="3127248"/>
            <a:ext cx="118873" cy="11887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16" name="TextBox 65"/>
          <p:cNvSpPr txBox="1"/>
          <p:nvPr/>
        </p:nvSpPr>
        <p:spPr>
          <a:xfrm>
            <a:off x="10863071" y="3401567"/>
            <a:ext cx="548641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 / B</a:t>
            </a:r>
          </a:p>
        </p:txBody>
      </p:sp>
      <p:sp>
        <p:nvSpPr>
          <p:cNvPr id="2217" name="TextBox 66"/>
          <p:cNvSpPr txBox="1"/>
          <p:nvPr/>
        </p:nvSpPr>
        <p:spPr>
          <a:xfrm>
            <a:off x="7845552" y="3977638"/>
            <a:ext cx="3456433" cy="223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5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METHOD B</a:t>
            </a:r>
          </a:p>
        </p:txBody>
      </p:sp>
      <p:sp>
        <p:nvSpPr>
          <p:cNvPr id="2218" name="TextBox 67"/>
          <p:cNvSpPr txBox="1"/>
          <p:nvPr/>
        </p:nvSpPr>
        <p:spPr>
          <a:xfrm>
            <a:off x="7882126" y="4526279"/>
            <a:ext cx="338328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No party · country · ideology labels</a:t>
            </a:r>
          </a:p>
        </p:txBody>
      </p:sp>
      <p:sp>
        <p:nvSpPr>
          <p:cNvPr id="2219" name="TextBox 68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200k Representative pipeline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RESULTS · REPRESENTATIVE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86384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318"/>
                </a:solidFill>
                <a:latin typeface="Helvetica Neue"/>
              </a:rPr>
              <a:t>What the platform shows—and hides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457200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3777F"/>
                </a:solidFill>
                <a:latin typeface="Helvetica Neue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304288"/>
            <a:ext cx="2148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900" b="1">
                <a:solidFill>
                  <a:srgbClr val="111318"/>
                </a:solidFill>
                <a:latin typeface="Helvetica Neue"/>
              </a:rPr>
              <a:t>44,722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2608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11318"/>
                </a:solidFill>
                <a:latin typeface="Helvetica Neue"/>
              </a:rPr>
              <a:t>• </a:t>
            </a:r>
            <a:r>
              <a:rPr sz="1250" b="1">
                <a:solidFill>
                  <a:srgbClr val="73777F"/>
                </a:solidFill>
                <a:latin typeface="Helvetica Neue"/>
              </a:rPr>
              <a:t>Representative picks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44368" y="2761488"/>
            <a:ext cx="758952" cy="0"/>
          </a:xfrm>
          <a:prstGeom prst="line">
            <a:avLst/>
          </a:prstGeom>
          <a:ln w="1905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163824" y="258775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73777F"/>
                </a:solidFill>
                <a:latin typeface="Helvetica Neue"/>
              </a:rPr>
              <a:t>→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3785615" y="2194560"/>
            <a:ext cx="548641" cy="566928"/>
          </a:xfrm>
          <a:prstGeom prst="line">
            <a:avLst/>
          </a:prstGeom>
          <a:ln w="15240">
            <a:solidFill>
              <a:srgbClr val="397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785615" y="2761488"/>
            <a:ext cx="548641" cy="1060703"/>
          </a:xfrm>
          <a:prstGeom prst="line">
            <a:avLst/>
          </a:prstGeom>
          <a:ln w="15240">
            <a:solidFill>
              <a:srgbClr val="FF7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370832" y="1627632"/>
            <a:ext cx="19202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900" b="1">
                <a:solidFill>
                  <a:srgbClr val="3977F6"/>
                </a:solidFill>
                <a:latin typeface="Helvetica Neue"/>
              </a:rPr>
              <a:t>6,832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0832" y="2249424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3977F6"/>
                </a:solidFill>
                <a:latin typeface="Helvetica Neue"/>
              </a:rPr>
              <a:t>• </a:t>
            </a:r>
            <a:r>
              <a:rPr sz="1250" b="1">
                <a:solidFill>
                  <a:srgbClr val="73777F"/>
                </a:solidFill>
                <a:latin typeface="Helvetica Neue"/>
              </a:rPr>
              <a:t>shown · 15%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0832" y="3401568"/>
            <a:ext cx="19202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900" b="1">
                <a:solidFill>
                  <a:srgbClr val="FF705B"/>
                </a:solidFill>
                <a:latin typeface="Helvetica Neue"/>
              </a:rPr>
              <a:t>37,890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0832" y="402336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FF705B"/>
                </a:solidFill>
                <a:latin typeface="Helvetica Neue"/>
              </a:rPr>
              <a:t>• </a:t>
            </a:r>
            <a:r>
              <a:rPr sz="1250" b="1">
                <a:solidFill>
                  <a:srgbClr val="73777F"/>
                </a:solidFill>
                <a:latin typeface="Helvetica Neue"/>
              </a:rPr>
              <a:t>not shown · 85%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364224" y="3931920"/>
            <a:ext cx="1060703" cy="0"/>
          </a:xfrm>
          <a:prstGeom prst="line">
            <a:avLst/>
          </a:prstGeom>
          <a:ln w="1905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720840" y="375818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73777F"/>
                </a:solidFill>
                <a:latin typeface="Helvetica Neue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79792" y="3401568"/>
            <a:ext cx="24231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900" b="1">
                <a:solidFill>
                  <a:srgbClr val="1FA873"/>
                </a:solidFill>
                <a:latin typeface="Helvetica Neue"/>
              </a:rPr>
              <a:t>13,655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79792" y="402336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250" b="1">
                <a:solidFill>
                  <a:srgbClr val="73777F"/>
                </a:solidFill>
                <a:latin typeface="Helvetica Neue"/>
              </a:rPr>
              <a:t>CCA rescue candidates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44383" y="4617720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FA873"/>
                </a:solidFill>
                <a:latin typeface="Helvetica Neue"/>
              </a:rPr>
              <a:t>INSIDE THE HIDDEN POOL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49808" y="5239512"/>
            <a:ext cx="10680192" cy="0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834640" y="5541264"/>
            <a:ext cx="6446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650" b="1">
                <a:solidFill>
                  <a:srgbClr val="111318"/>
                </a:solidFill>
                <a:latin typeface="Helvetica Neue"/>
              </a:rPr>
              <a:t>CCA searches inside the hidden Representative pool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6437376"/>
            <a:ext cx="10881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73777F"/>
                </a:solidFill>
                <a:latin typeface="Helvetica Neue"/>
              </a:rPr>
              <a:t>• Authors’ 200k Representative pipeline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86384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318"/>
                </a:solidFill>
                <a:latin typeface="Helvetica Neue"/>
              </a:rPr>
              <a:t>Gabriel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457200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3777F"/>
                </a:solidFill>
                <a:latin typeface="Helvetica Neue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8048" y="429768"/>
            <a:ext cx="13258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80" b="1">
                <a:solidFill>
                  <a:srgbClr val="FF705B"/>
                </a:solidFill>
                <a:latin typeface="Helvetica Neue"/>
              </a:rPr>
              <a:t>WORK IN PROGRESS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747504" y="658368"/>
            <a:ext cx="1097280" cy="0"/>
          </a:xfrm>
          <a:prstGeom prst="line">
            <a:avLst/>
          </a:prstGeom>
          <a:ln w="12700">
            <a:solidFill>
              <a:srgbClr val="FF7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089904" y="1600200"/>
            <a:ext cx="0" cy="3575304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822960" y="1636776"/>
            <a:ext cx="201168" cy="201168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16276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977F6"/>
                </a:solidFill>
                <a:latin typeface="Helvetica Neue"/>
              </a:rPr>
              <a:t>STAGE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93392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11318"/>
                </a:solidFill>
                <a:latin typeface="Helvetica Neue"/>
              </a:rPr>
              <a:t>Nature + sourcing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578608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FA873"/>
                </a:solidFill>
                <a:latin typeface="Helvetica Neue"/>
              </a:rPr>
              <a:t>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53288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300" b="1">
                <a:solidFill>
                  <a:srgbClr val="111318"/>
                </a:solidFill>
                <a:latin typeface="Helvetica Neue"/>
              </a:rPr>
              <a:t>sourced factual information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1752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FF705B"/>
                </a:solidFill>
                <a:latin typeface="Helvetica Neue"/>
              </a:rPr>
              <a:t>STOP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944368"/>
            <a:ext cx="34015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FF705B"/>
                </a:solidFill>
                <a:latin typeface="Helvetica Neue"/>
              </a:rPr>
              <a:t>• </a:t>
            </a:r>
            <a:r>
              <a:rPr sz="1150" b="0">
                <a:solidFill>
                  <a:srgbClr val="73777F"/>
                </a:solidFill>
                <a:latin typeface="Helvetica Neue"/>
              </a:rPr>
              <a:t>unsourced context / claim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328416"/>
            <a:ext cx="34015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FF705B"/>
                </a:solidFill>
                <a:latin typeface="Helvetica Neue"/>
              </a:rPr>
              <a:t>• </a:t>
            </a:r>
            <a:r>
              <a:rPr sz="1150" b="0">
                <a:solidFill>
                  <a:srgbClr val="73777F"/>
                </a:solidFill>
                <a:latin typeface="Helvetica Neue"/>
              </a:rPr>
              <a:t>opinion / speculation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712464"/>
            <a:ext cx="34015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FF705B"/>
                </a:solidFill>
                <a:latin typeface="Helvetica Neue"/>
              </a:rPr>
              <a:t>• </a:t>
            </a:r>
            <a:r>
              <a:rPr sz="1150" b="0">
                <a:solidFill>
                  <a:srgbClr val="73777F"/>
                </a:solidFill>
                <a:latin typeface="Helvetica Neue"/>
              </a:rPr>
              <a:t>hostile / derogatory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096512"/>
            <a:ext cx="34015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FF705B"/>
                </a:solidFill>
                <a:latin typeface="Helvetica Neue"/>
              </a:rPr>
              <a:t>• </a:t>
            </a:r>
            <a:r>
              <a:rPr sz="1150" b="0">
                <a:solidFill>
                  <a:srgbClr val="73777F"/>
                </a:solidFill>
                <a:latin typeface="Helvetica Neue"/>
              </a:rPr>
              <a:t>irrelevant / spam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4645152"/>
            <a:ext cx="4526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3977F6"/>
                </a:solidFill>
                <a:latin typeface="Helvetica Neue"/>
              </a:rPr>
              <a:t>VISIBLE EXTERNAL SOURCE POINTER REQUIRED</a:t>
            </a:r>
          </a:p>
        </p:txBody>
      </p:sp>
      <p:sp>
        <p:nvSpPr>
          <p:cNvPr id="19" name="Oval 18"/>
          <p:cNvSpPr/>
          <p:nvPr/>
        </p:nvSpPr>
        <p:spPr>
          <a:xfrm>
            <a:off x="6446520" y="1636776"/>
            <a:ext cx="201168" cy="201168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57416" y="16276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A873"/>
                </a:solidFill>
                <a:latin typeface="Helvetica Neue"/>
              </a:rPr>
              <a:t>STAGE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993392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11318"/>
                </a:solidFill>
                <a:latin typeface="Helvetica Neue"/>
              </a:rPr>
              <a:t>Rescue worthiness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93808" y="1892807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2700" b="1">
                <a:solidFill>
                  <a:srgbClr val="1FA873"/>
                </a:solidFill>
                <a:latin typeface="Helvetica Neue"/>
              </a:rPr>
              <a:t>0–100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263347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250" b="0">
                <a:solidFill>
                  <a:srgbClr val="73777F"/>
                </a:solidFill>
                <a:latin typeface="Helvetica Neue"/>
              </a:rPr>
              <a:t>source traceability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3072384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250" b="0">
                <a:solidFill>
                  <a:srgbClr val="73777F"/>
                </a:solidFill>
                <a:latin typeface="Helvetica Neue"/>
              </a:rPr>
              <a:t>claim–source connection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3511296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250" b="0">
                <a:solidFill>
                  <a:srgbClr val="73777F"/>
                </a:solidFill>
                <a:latin typeface="Helvetica Neue"/>
              </a:rPr>
              <a:t>clarity and neutrality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395020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250" b="0">
                <a:solidFill>
                  <a:srgbClr val="73777F"/>
                </a:solidFill>
                <a:latin typeface="Helvetica Neue"/>
              </a:rPr>
              <a:t>constructive presentation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55664" y="4526280"/>
            <a:ext cx="4654296" cy="0"/>
          </a:xfrm>
          <a:prstGeom prst="line">
            <a:avLst/>
          </a:prstGeom>
          <a:ln w="1143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73952" y="4727448"/>
            <a:ext cx="10241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FA873"/>
                </a:solidFill>
                <a:latin typeface="Helvetica Neue"/>
              </a:rPr>
              <a:t>≥50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6368" y="4791456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1318"/>
                </a:solidFill>
                <a:latin typeface="Helvetica Neue"/>
              </a:rPr>
              <a:t>→  VALIDATED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49808" y="5376672"/>
            <a:ext cx="10680192" cy="0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371600" y="5669280"/>
            <a:ext cx="9464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50" b="1">
                <a:solidFill>
                  <a:srgbClr val="FF705B"/>
                </a:solidFill>
                <a:latin typeface="Helvetica Neue"/>
              </a:rPr>
              <a:t>• </a:t>
            </a:r>
            <a:r>
              <a:rPr sz="1450" b="1">
                <a:solidFill>
                  <a:srgbClr val="111318"/>
                </a:solidFill>
                <a:latin typeface="Helvetica Neue"/>
              </a:rPr>
              <a:t>Missing sourcing is a validation failure—not proof that the claim is false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6437376"/>
            <a:ext cx="10881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73777F"/>
                </a:solidFill>
                <a:latin typeface="Helvetica Neue"/>
              </a:rPr>
              <a:t>• Historical Gabriel method · model-based validation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RESULTS ·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86384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318"/>
                </a:solidFill>
                <a:latin typeface="Helvetica Neue"/>
              </a:rPr>
              <a:t>From candidates to validated rescues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457200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3777F"/>
                </a:solidFill>
                <a:latin typeface="Helvetica Neue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8048" y="429768"/>
            <a:ext cx="13258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80" b="1">
                <a:solidFill>
                  <a:srgbClr val="FF705B"/>
                </a:solidFill>
                <a:latin typeface="Helvetica Neue"/>
              </a:rPr>
              <a:t>WORK IN PROGRESS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747504" y="658368"/>
            <a:ext cx="1097280" cy="0"/>
          </a:xfrm>
          <a:prstGeom prst="line">
            <a:avLst/>
          </a:prstGeom>
          <a:ln w="12700">
            <a:solidFill>
              <a:srgbClr val="FF7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426464" y="2871216"/>
            <a:ext cx="9381744" cy="0"/>
          </a:xfrm>
          <a:prstGeom prst="line">
            <a:avLst/>
          </a:prstGeom>
          <a:ln w="2286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408176" y="2779776"/>
            <a:ext cx="182880" cy="182880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938528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111318"/>
                </a:solidFill>
                <a:latin typeface="Helvetica Neue"/>
              </a:rPr>
              <a:t>13,655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5" y="324612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11318"/>
                </a:solidFill>
                <a:latin typeface="Helvetica Neue"/>
              </a:rPr>
              <a:t>• </a:t>
            </a:r>
            <a:r>
              <a:rPr sz="1200" b="1">
                <a:solidFill>
                  <a:srgbClr val="73777F"/>
                </a:solidFill>
                <a:latin typeface="Helvetica Neue"/>
              </a:rPr>
              <a:t>CCA candidates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73552" y="2670048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73777F"/>
                </a:solidFill>
                <a:latin typeface="Helvetica Neue"/>
              </a:rPr>
              <a:t>→</a:t>
            </a:r>
          </a:p>
        </p:txBody>
      </p:sp>
      <p:sp>
        <p:nvSpPr>
          <p:cNvPr id="12" name="Oval 11"/>
          <p:cNvSpPr/>
          <p:nvPr/>
        </p:nvSpPr>
        <p:spPr>
          <a:xfrm>
            <a:off x="4389120" y="2779776"/>
            <a:ext cx="182880" cy="182880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0752" y="1938528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3977F6"/>
                </a:solidFill>
                <a:latin typeface="Helvetica Neue"/>
              </a:rPr>
              <a:t>8,051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24612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3977F6"/>
                </a:solidFill>
                <a:latin typeface="Helvetica Neue"/>
              </a:rPr>
              <a:t>• </a:t>
            </a:r>
            <a:r>
              <a:rPr sz="1200" b="1">
                <a:solidFill>
                  <a:srgbClr val="73777F"/>
                </a:solidFill>
                <a:latin typeface="Helvetica Neue"/>
              </a:rPr>
              <a:t>Stage 1 pass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2670048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73777F"/>
                </a:solidFill>
                <a:latin typeface="Helvetica Neue"/>
              </a:rP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7370064" y="2779776"/>
            <a:ext cx="182880" cy="182880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11696" y="1938528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1FA873"/>
                </a:solidFill>
                <a:latin typeface="Helvetica Neue"/>
              </a:rPr>
              <a:t>3,896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7104" y="324612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200" b="1">
                <a:solidFill>
                  <a:srgbClr val="73777F"/>
                </a:solidFill>
                <a:latin typeface="Helvetica Neue"/>
              </a:rPr>
              <a:t>Stage 2 pass · ≥50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0" y="2962656"/>
            <a:ext cx="0" cy="1078992"/>
          </a:xfrm>
          <a:prstGeom prst="line">
            <a:avLst/>
          </a:prstGeom>
          <a:ln w="12700">
            <a:solidFill>
              <a:srgbClr val="FF7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712463" y="4096512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705B"/>
                </a:solidFill>
                <a:latin typeface="Helvetica Neue"/>
              </a:rPr>
              <a:t>5,604 STOP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93008" y="448056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19" b="0">
                <a:solidFill>
                  <a:srgbClr val="73777F"/>
                </a:solidFill>
                <a:latin typeface="Helvetica Neue"/>
              </a:rPr>
              <a:t>• 474 unsourced context / claim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534656" y="2962656"/>
            <a:ext cx="0" cy="1078992"/>
          </a:xfrm>
          <a:prstGeom prst="line">
            <a:avLst/>
          </a:prstGeom>
          <a:ln w="12700">
            <a:solidFill>
              <a:srgbClr val="FF7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601968" y="4096512"/>
            <a:ext cx="18745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705B"/>
                </a:solidFill>
                <a:latin typeface="Helvetica Neue"/>
              </a:rPr>
              <a:t>4,155 BELOW 50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9808" y="4956048"/>
            <a:ext cx="10680192" cy="0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59536" y="5212080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3777F"/>
                </a:solidFill>
                <a:latin typeface="Helvetica Neue"/>
              </a:rPr>
              <a:t>GPT-4o-mini baseline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53512" y="5193792"/>
            <a:ext cx="329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73777F"/>
                </a:solidFill>
                <a:latin typeface="Helvetica Neue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5212080"/>
            <a:ext cx="2240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3977F6"/>
                </a:solidFill>
                <a:latin typeface="Helvetica Neue"/>
              </a:rPr>
              <a:t>MiMo v2.5 Pro rerun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519379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3977F6"/>
                </a:solidFill>
                <a:latin typeface="Helvetica Neue"/>
              </a:rPr>
              <a:t>• </a:t>
            </a:r>
            <a:r>
              <a:rPr sz="1150" b="0">
                <a:solidFill>
                  <a:srgbClr val="73777F"/>
                </a:solidFill>
                <a:latin typeface="Helvetica Neue"/>
              </a:rPr>
              <a:t>higher reasoning capacity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5193792"/>
            <a:ext cx="257860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150" b="0">
                <a:solidFill>
                  <a:srgbClr val="73777F"/>
                </a:solidFill>
                <a:latin typeface="Helvetica Neue"/>
              </a:rPr>
              <a:t>accuracy expected to improve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5760720"/>
            <a:ext cx="39776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705B"/>
                </a:solidFill>
                <a:latin typeface="Helvetica Neue"/>
              </a:rPr>
              <a:t>FINAL COUNTS WILL CHANGE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6437376"/>
            <a:ext cx="10881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73777F"/>
                </a:solidFill>
                <a:latin typeface="Helvetica Neue"/>
              </a:rPr>
              <a:t>• Historical Gabriel outputs · MiMo rerun underway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