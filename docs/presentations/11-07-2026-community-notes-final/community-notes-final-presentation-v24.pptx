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5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1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7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1" y="2926077"/>
            <a:ext cx="5120654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Emrecan Ulu / Shi Jingyao</a:t>
            </a:r>
          </a:p>
        </p:txBody>
      </p:sp>
      <p:sp>
        <p:nvSpPr>
          <p:cNvPr id="96" name="Oval 4"/>
          <p:cNvSpPr/>
          <p:nvPr/>
        </p:nvSpPr>
        <p:spPr>
          <a:xfrm>
            <a:off x="7543799" y="10058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7" name="Oval 5"/>
          <p:cNvSpPr/>
          <p:nvPr/>
        </p:nvSpPr>
        <p:spPr>
          <a:xfrm>
            <a:off x="7891271" y="10058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8" name="Oval 6"/>
          <p:cNvSpPr/>
          <p:nvPr/>
        </p:nvSpPr>
        <p:spPr>
          <a:xfrm>
            <a:off x="8238742" y="10058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9" name="Oval 7"/>
          <p:cNvSpPr/>
          <p:nvPr/>
        </p:nvSpPr>
        <p:spPr>
          <a:xfrm>
            <a:off x="8586216" y="10058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0" name="Oval 8"/>
          <p:cNvSpPr/>
          <p:nvPr/>
        </p:nvSpPr>
        <p:spPr>
          <a:xfrm>
            <a:off x="8933688" y="10058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" name="Oval 9"/>
          <p:cNvSpPr/>
          <p:nvPr/>
        </p:nvSpPr>
        <p:spPr>
          <a:xfrm>
            <a:off x="7671816" y="138988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2" name="Oval 10"/>
          <p:cNvSpPr/>
          <p:nvPr/>
        </p:nvSpPr>
        <p:spPr>
          <a:xfrm>
            <a:off x="8019288" y="138988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3" name="Oval 11"/>
          <p:cNvSpPr/>
          <p:nvPr/>
        </p:nvSpPr>
        <p:spPr>
          <a:xfrm>
            <a:off x="8366759" y="138988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4" name="Oval 12"/>
          <p:cNvSpPr/>
          <p:nvPr/>
        </p:nvSpPr>
        <p:spPr>
          <a:xfrm>
            <a:off x="8714230" y="138988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5" name="Oval 13"/>
          <p:cNvSpPr/>
          <p:nvPr/>
        </p:nvSpPr>
        <p:spPr>
          <a:xfrm>
            <a:off x="9061704" y="138988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6" name="Oval 14"/>
          <p:cNvSpPr/>
          <p:nvPr/>
        </p:nvSpPr>
        <p:spPr>
          <a:xfrm>
            <a:off x="7543799" y="1773933"/>
            <a:ext cx="91455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7" name="Oval 15"/>
          <p:cNvSpPr/>
          <p:nvPr/>
        </p:nvSpPr>
        <p:spPr>
          <a:xfrm>
            <a:off x="7891271" y="1773933"/>
            <a:ext cx="91455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8" name="Oval 16"/>
          <p:cNvSpPr/>
          <p:nvPr/>
        </p:nvSpPr>
        <p:spPr>
          <a:xfrm>
            <a:off x="8238742" y="1773933"/>
            <a:ext cx="91455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9" name="Oval 17"/>
          <p:cNvSpPr/>
          <p:nvPr/>
        </p:nvSpPr>
        <p:spPr>
          <a:xfrm>
            <a:off x="8586216" y="1773933"/>
            <a:ext cx="91455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0" name="Oval 18"/>
          <p:cNvSpPr/>
          <p:nvPr/>
        </p:nvSpPr>
        <p:spPr>
          <a:xfrm>
            <a:off x="8933688" y="1773933"/>
            <a:ext cx="91455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1" name="Oval 19"/>
          <p:cNvSpPr/>
          <p:nvPr/>
        </p:nvSpPr>
        <p:spPr>
          <a:xfrm>
            <a:off x="7671816" y="2157983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2" name="Oval 20"/>
          <p:cNvSpPr/>
          <p:nvPr/>
        </p:nvSpPr>
        <p:spPr>
          <a:xfrm>
            <a:off x="8019288" y="2157983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3" name="Oval 21"/>
          <p:cNvSpPr/>
          <p:nvPr/>
        </p:nvSpPr>
        <p:spPr>
          <a:xfrm>
            <a:off x="8366759" y="2157983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4" name="Oval 22"/>
          <p:cNvSpPr/>
          <p:nvPr/>
        </p:nvSpPr>
        <p:spPr>
          <a:xfrm>
            <a:off x="8714230" y="2157983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5" name="Oval 23"/>
          <p:cNvSpPr/>
          <p:nvPr/>
        </p:nvSpPr>
        <p:spPr>
          <a:xfrm>
            <a:off x="9061704" y="2157983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6" name="Oval 24"/>
          <p:cNvSpPr/>
          <p:nvPr/>
        </p:nvSpPr>
        <p:spPr>
          <a:xfrm>
            <a:off x="7543799" y="431596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7" name="Oval 25"/>
          <p:cNvSpPr/>
          <p:nvPr/>
        </p:nvSpPr>
        <p:spPr>
          <a:xfrm>
            <a:off x="7891271" y="431596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8" name="Oval 26"/>
          <p:cNvSpPr/>
          <p:nvPr/>
        </p:nvSpPr>
        <p:spPr>
          <a:xfrm>
            <a:off x="8238742" y="431596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9" name="Oval 27"/>
          <p:cNvSpPr/>
          <p:nvPr/>
        </p:nvSpPr>
        <p:spPr>
          <a:xfrm>
            <a:off x="8586216" y="431596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0" name="Oval 28"/>
          <p:cNvSpPr/>
          <p:nvPr/>
        </p:nvSpPr>
        <p:spPr>
          <a:xfrm>
            <a:off x="8933688" y="431596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1" name="Oval 29"/>
          <p:cNvSpPr/>
          <p:nvPr/>
        </p:nvSpPr>
        <p:spPr>
          <a:xfrm>
            <a:off x="7671816" y="4700015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2" name="Oval 30"/>
          <p:cNvSpPr/>
          <p:nvPr/>
        </p:nvSpPr>
        <p:spPr>
          <a:xfrm>
            <a:off x="8019288" y="4700015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3" name="Oval 31"/>
          <p:cNvSpPr/>
          <p:nvPr/>
        </p:nvSpPr>
        <p:spPr>
          <a:xfrm>
            <a:off x="8366759" y="4700015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4" name="Oval 32"/>
          <p:cNvSpPr/>
          <p:nvPr/>
        </p:nvSpPr>
        <p:spPr>
          <a:xfrm>
            <a:off x="8714230" y="4700015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5" name="Oval 33"/>
          <p:cNvSpPr/>
          <p:nvPr/>
        </p:nvSpPr>
        <p:spPr>
          <a:xfrm>
            <a:off x="9061704" y="4700015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6" name="Oval 34"/>
          <p:cNvSpPr/>
          <p:nvPr/>
        </p:nvSpPr>
        <p:spPr>
          <a:xfrm>
            <a:off x="7543799" y="5084064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7" name="Oval 35"/>
          <p:cNvSpPr/>
          <p:nvPr/>
        </p:nvSpPr>
        <p:spPr>
          <a:xfrm>
            <a:off x="7891271" y="5084064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8" name="Oval 36"/>
          <p:cNvSpPr/>
          <p:nvPr/>
        </p:nvSpPr>
        <p:spPr>
          <a:xfrm>
            <a:off x="8238742" y="5084064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9" name="Oval 37"/>
          <p:cNvSpPr/>
          <p:nvPr/>
        </p:nvSpPr>
        <p:spPr>
          <a:xfrm>
            <a:off x="8586216" y="5084064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0" name="Oval 38"/>
          <p:cNvSpPr/>
          <p:nvPr/>
        </p:nvSpPr>
        <p:spPr>
          <a:xfrm>
            <a:off x="8933688" y="5084064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1" name="Rounded Rectangle 39"/>
          <p:cNvSpPr/>
          <p:nvPr/>
        </p:nvSpPr>
        <p:spPr>
          <a:xfrm>
            <a:off x="10195559" y="2542032"/>
            <a:ext cx="1234448" cy="1481336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2" name="Connector 40"/>
          <p:cNvSpPr/>
          <p:nvPr/>
        </p:nvSpPr>
        <p:spPr>
          <a:xfrm>
            <a:off x="10442447" y="2971800"/>
            <a:ext cx="713240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" name="Connector 41"/>
          <p:cNvSpPr/>
          <p:nvPr/>
        </p:nvSpPr>
        <p:spPr>
          <a:xfrm>
            <a:off x="10442447" y="3273552"/>
            <a:ext cx="557792" cy="8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2"/>
          <p:cNvSpPr/>
          <p:nvPr/>
        </p:nvSpPr>
        <p:spPr>
          <a:xfrm>
            <a:off x="9107423" y="2203704"/>
            <a:ext cx="1088144" cy="74067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3"/>
          <p:cNvSpPr/>
          <p:nvPr/>
        </p:nvSpPr>
        <p:spPr>
          <a:xfrm flipV="1">
            <a:off x="8979406" y="3611879"/>
            <a:ext cx="1216160" cy="151791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3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3" name="Connector 5"/>
          <p:cNvSpPr/>
          <p:nvPr/>
        </p:nvSpPr>
        <p:spPr>
          <a:xfrm>
            <a:off x="1832299" y="2660138"/>
            <a:ext cx="8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" name="Connector 6"/>
          <p:cNvSpPr/>
          <p:nvPr/>
        </p:nvSpPr>
        <p:spPr>
          <a:xfrm>
            <a:off x="1659476" y="2832960"/>
            <a:ext cx="345652" cy="8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7"/>
          <p:cNvSpPr/>
          <p:nvPr/>
        </p:nvSpPr>
        <p:spPr>
          <a:xfrm flipH="1">
            <a:off x="1671821" y="3067505"/>
            <a:ext cx="160486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8"/>
          <p:cNvSpPr/>
          <p:nvPr/>
        </p:nvSpPr>
        <p:spPr>
          <a:xfrm>
            <a:off x="1832299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0" name="Group"/>
          <p:cNvGrpSpPr/>
          <p:nvPr/>
        </p:nvGrpSpPr>
        <p:grpSpPr>
          <a:xfrm>
            <a:off x="8060531" y="3550467"/>
            <a:ext cx="635023" cy="635023"/>
            <a:chOff x="0" y="0"/>
            <a:chExt cx="635021" cy="635021"/>
          </a:xfrm>
        </p:grpSpPr>
        <p:sp>
          <p:nvSpPr>
            <p:cNvPr id="147" name="Oval 19"/>
            <p:cNvSpPr/>
            <p:nvPr/>
          </p:nvSpPr>
          <p:spPr>
            <a:xfrm>
              <a:off x="-1" y="-1"/>
              <a:ext cx="635023" cy="63502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48" name="Connector 20"/>
            <p:cNvSpPr/>
            <p:nvPr/>
          </p:nvSpPr>
          <p:spPr>
            <a:xfrm>
              <a:off x="127001" y="338670"/>
              <a:ext cx="169341" cy="169341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9" name="Connector 21"/>
            <p:cNvSpPr/>
            <p:nvPr/>
          </p:nvSpPr>
          <p:spPr>
            <a:xfrm flipV="1">
              <a:off x="296332" y="169334"/>
              <a:ext cx="254008" cy="33867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1" name="Oval 22"/>
          <p:cNvSpPr/>
          <p:nvPr/>
        </p:nvSpPr>
        <p:spPr>
          <a:xfrm>
            <a:off x="8865872" y="3550472"/>
            <a:ext cx="635013" cy="635015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2" name="Connector 23"/>
          <p:cNvSpPr/>
          <p:nvPr/>
        </p:nvSpPr>
        <p:spPr>
          <a:xfrm>
            <a:off x="8992871" y="3867972"/>
            <a:ext cx="381008" cy="8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" name="Connector 24"/>
          <p:cNvSpPr/>
          <p:nvPr/>
        </p:nvSpPr>
        <p:spPr>
          <a:xfrm>
            <a:off x="2693659" y="2846066"/>
            <a:ext cx="1371611" cy="8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TextBox 25"/>
          <p:cNvSpPr txBox="1"/>
          <p:nvPr/>
        </p:nvSpPr>
        <p:spPr>
          <a:xfrm>
            <a:off x="4074407" y="2654044"/>
            <a:ext cx="29261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5" name="TextBox 28"/>
          <p:cNvSpPr txBox="1"/>
          <p:nvPr/>
        </p:nvSpPr>
        <p:spPr>
          <a:xfrm>
            <a:off x="1685330" y="4403166"/>
            <a:ext cx="256033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6" name="TextBox 29"/>
          <p:cNvSpPr txBox="1"/>
          <p:nvPr/>
        </p:nvSpPr>
        <p:spPr>
          <a:xfrm>
            <a:off x="5009839" y="5630290"/>
            <a:ext cx="292608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7" name="TextBox 30"/>
          <p:cNvSpPr txBox="1"/>
          <p:nvPr/>
        </p:nvSpPr>
        <p:spPr>
          <a:xfrm>
            <a:off x="8578742" y="4413015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8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Rectangle"/>
          <p:cNvSpPr/>
          <p:nvPr/>
        </p:nvSpPr>
        <p:spPr>
          <a:xfrm>
            <a:off x="4623363" y="1454860"/>
            <a:ext cx="6103252" cy="46945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4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5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6" name="Connector 5"/>
          <p:cNvSpPr/>
          <p:nvPr/>
        </p:nvSpPr>
        <p:spPr>
          <a:xfrm>
            <a:off x="1832299" y="2660138"/>
            <a:ext cx="8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" name="Connector 6"/>
          <p:cNvSpPr/>
          <p:nvPr/>
        </p:nvSpPr>
        <p:spPr>
          <a:xfrm>
            <a:off x="1659476" y="2832960"/>
            <a:ext cx="345652" cy="8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7"/>
          <p:cNvSpPr/>
          <p:nvPr/>
        </p:nvSpPr>
        <p:spPr>
          <a:xfrm flipH="1">
            <a:off x="1671821" y="3067505"/>
            <a:ext cx="160486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8"/>
          <p:cNvSpPr/>
          <p:nvPr/>
        </p:nvSpPr>
        <p:spPr>
          <a:xfrm>
            <a:off x="1832299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3" name="Group"/>
          <p:cNvGrpSpPr/>
          <p:nvPr/>
        </p:nvGrpSpPr>
        <p:grpSpPr>
          <a:xfrm>
            <a:off x="8060531" y="3550467"/>
            <a:ext cx="635023" cy="635023"/>
            <a:chOff x="0" y="0"/>
            <a:chExt cx="635021" cy="635021"/>
          </a:xfrm>
        </p:grpSpPr>
        <p:sp>
          <p:nvSpPr>
            <p:cNvPr id="170" name="Oval 19"/>
            <p:cNvSpPr/>
            <p:nvPr/>
          </p:nvSpPr>
          <p:spPr>
            <a:xfrm>
              <a:off x="-1" y="-1"/>
              <a:ext cx="635023" cy="63502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1" name="Connector 20"/>
            <p:cNvSpPr/>
            <p:nvPr/>
          </p:nvSpPr>
          <p:spPr>
            <a:xfrm>
              <a:off x="127001" y="338670"/>
              <a:ext cx="169341" cy="169341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2" name="Connector 21"/>
            <p:cNvSpPr/>
            <p:nvPr/>
          </p:nvSpPr>
          <p:spPr>
            <a:xfrm flipV="1">
              <a:off x="296332" y="169334"/>
              <a:ext cx="254008" cy="33867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4" name="Oval 22"/>
          <p:cNvSpPr/>
          <p:nvPr/>
        </p:nvSpPr>
        <p:spPr>
          <a:xfrm>
            <a:off x="8865872" y="3550472"/>
            <a:ext cx="635013" cy="635015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5" name="Connector 23"/>
          <p:cNvSpPr/>
          <p:nvPr/>
        </p:nvSpPr>
        <p:spPr>
          <a:xfrm>
            <a:off x="8992871" y="3867972"/>
            <a:ext cx="381008" cy="8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Connector 24"/>
          <p:cNvSpPr/>
          <p:nvPr/>
        </p:nvSpPr>
        <p:spPr>
          <a:xfrm>
            <a:off x="2693659" y="2846066"/>
            <a:ext cx="1371611" cy="8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TextBox 25"/>
          <p:cNvSpPr txBox="1"/>
          <p:nvPr/>
        </p:nvSpPr>
        <p:spPr>
          <a:xfrm>
            <a:off x="4074407" y="2654044"/>
            <a:ext cx="29261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8" name="TextBox 28"/>
          <p:cNvSpPr txBox="1"/>
          <p:nvPr/>
        </p:nvSpPr>
        <p:spPr>
          <a:xfrm>
            <a:off x="1685330" y="4403166"/>
            <a:ext cx="256033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79" name="TextBox 29"/>
          <p:cNvSpPr txBox="1"/>
          <p:nvPr/>
        </p:nvSpPr>
        <p:spPr>
          <a:xfrm>
            <a:off x="5009839" y="5630290"/>
            <a:ext cx="292608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0" name="TextBox 30"/>
          <p:cNvSpPr txBox="1"/>
          <p:nvPr/>
        </p:nvSpPr>
        <p:spPr>
          <a:xfrm>
            <a:off x="8578742" y="4413015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8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3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8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89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0" name="Connector 5"/>
          <p:cNvSpPr/>
          <p:nvPr/>
        </p:nvSpPr>
        <p:spPr>
          <a:xfrm>
            <a:off x="1832299" y="2660138"/>
            <a:ext cx="8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Connector 6"/>
          <p:cNvSpPr/>
          <p:nvPr/>
        </p:nvSpPr>
        <p:spPr>
          <a:xfrm>
            <a:off x="1659476" y="2832960"/>
            <a:ext cx="345652" cy="8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7"/>
          <p:cNvSpPr/>
          <p:nvPr/>
        </p:nvSpPr>
        <p:spPr>
          <a:xfrm flipH="1">
            <a:off x="1671821" y="3067505"/>
            <a:ext cx="160486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8"/>
          <p:cNvSpPr/>
          <p:nvPr/>
        </p:nvSpPr>
        <p:spPr>
          <a:xfrm>
            <a:off x="1832299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7" name="Group"/>
          <p:cNvGrpSpPr/>
          <p:nvPr/>
        </p:nvGrpSpPr>
        <p:grpSpPr>
          <a:xfrm>
            <a:off x="8060531" y="3550467"/>
            <a:ext cx="635023" cy="635023"/>
            <a:chOff x="0" y="0"/>
            <a:chExt cx="635021" cy="635021"/>
          </a:xfrm>
        </p:grpSpPr>
        <p:sp>
          <p:nvSpPr>
            <p:cNvPr id="194" name="Oval 19"/>
            <p:cNvSpPr/>
            <p:nvPr/>
          </p:nvSpPr>
          <p:spPr>
            <a:xfrm>
              <a:off x="-1" y="-1"/>
              <a:ext cx="635023" cy="63502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95" name="Connector 20"/>
            <p:cNvSpPr/>
            <p:nvPr/>
          </p:nvSpPr>
          <p:spPr>
            <a:xfrm>
              <a:off x="127001" y="338670"/>
              <a:ext cx="169341" cy="169341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6" name="Connector 21"/>
            <p:cNvSpPr/>
            <p:nvPr/>
          </p:nvSpPr>
          <p:spPr>
            <a:xfrm flipV="1">
              <a:off x="296332" y="169334"/>
              <a:ext cx="254008" cy="33867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8" name="Oval 22"/>
          <p:cNvSpPr/>
          <p:nvPr/>
        </p:nvSpPr>
        <p:spPr>
          <a:xfrm>
            <a:off x="8865872" y="3550472"/>
            <a:ext cx="635013" cy="635015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9" name="Connector 23"/>
          <p:cNvSpPr/>
          <p:nvPr/>
        </p:nvSpPr>
        <p:spPr>
          <a:xfrm>
            <a:off x="8992871" y="3867972"/>
            <a:ext cx="381008" cy="8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" name="Connector 24"/>
          <p:cNvSpPr/>
          <p:nvPr/>
        </p:nvSpPr>
        <p:spPr>
          <a:xfrm>
            <a:off x="2693659" y="2846066"/>
            <a:ext cx="1371611" cy="8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TextBox 25"/>
          <p:cNvSpPr txBox="1"/>
          <p:nvPr/>
        </p:nvSpPr>
        <p:spPr>
          <a:xfrm>
            <a:off x="4074407" y="2654044"/>
            <a:ext cx="29261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2" name="TextBox 28"/>
          <p:cNvSpPr txBox="1"/>
          <p:nvPr/>
        </p:nvSpPr>
        <p:spPr>
          <a:xfrm>
            <a:off x="1685330" y="4403166"/>
            <a:ext cx="256033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3" name="TextBox 29"/>
          <p:cNvSpPr txBox="1"/>
          <p:nvPr/>
        </p:nvSpPr>
        <p:spPr>
          <a:xfrm>
            <a:off x="5009839" y="5630290"/>
            <a:ext cx="292608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4" name="TextBox 30"/>
          <p:cNvSpPr txBox="1"/>
          <p:nvPr/>
        </p:nvSpPr>
        <p:spPr>
          <a:xfrm>
            <a:off x="8578742" y="4413015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8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8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09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0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1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2" name="Connector 5"/>
          <p:cNvSpPr/>
          <p:nvPr/>
        </p:nvSpPr>
        <p:spPr>
          <a:xfrm>
            <a:off x="1832299" y="2660138"/>
            <a:ext cx="8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3" name="Connector 6"/>
          <p:cNvSpPr/>
          <p:nvPr/>
        </p:nvSpPr>
        <p:spPr>
          <a:xfrm>
            <a:off x="1659476" y="2832960"/>
            <a:ext cx="345652" cy="8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7"/>
          <p:cNvSpPr/>
          <p:nvPr/>
        </p:nvSpPr>
        <p:spPr>
          <a:xfrm flipH="1">
            <a:off x="1671821" y="3067505"/>
            <a:ext cx="160486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8"/>
          <p:cNvSpPr/>
          <p:nvPr/>
        </p:nvSpPr>
        <p:spPr>
          <a:xfrm>
            <a:off x="1832299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19" name="Group"/>
          <p:cNvGrpSpPr/>
          <p:nvPr/>
        </p:nvGrpSpPr>
        <p:grpSpPr>
          <a:xfrm>
            <a:off x="5383016" y="698304"/>
            <a:ext cx="635023" cy="635023"/>
            <a:chOff x="0" y="0"/>
            <a:chExt cx="635021" cy="635021"/>
          </a:xfrm>
        </p:grpSpPr>
        <p:sp>
          <p:nvSpPr>
            <p:cNvPr id="216" name="Oval 19"/>
            <p:cNvSpPr/>
            <p:nvPr/>
          </p:nvSpPr>
          <p:spPr>
            <a:xfrm>
              <a:off x="-1" y="-1"/>
              <a:ext cx="635023" cy="635023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17" name="Connector 20"/>
            <p:cNvSpPr/>
            <p:nvPr/>
          </p:nvSpPr>
          <p:spPr>
            <a:xfrm>
              <a:off x="127001" y="338670"/>
              <a:ext cx="169341" cy="169341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8" name="Connector 21"/>
            <p:cNvSpPr/>
            <p:nvPr/>
          </p:nvSpPr>
          <p:spPr>
            <a:xfrm flipV="1">
              <a:off x="296332" y="169334"/>
              <a:ext cx="254008" cy="33867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2" name="Group"/>
          <p:cNvGrpSpPr/>
          <p:nvPr/>
        </p:nvGrpSpPr>
        <p:grpSpPr>
          <a:xfrm>
            <a:off x="8575881" y="698299"/>
            <a:ext cx="635023" cy="635023"/>
            <a:chOff x="0" y="0"/>
            <a:chExt cx="635021" cy="635021"/>
          </a:xfrm>
        </p:grpSpPr>
        <p:sp>
          <p:nvSpPr>
            <p:cNvPr id="220" name="Oval 22"/>
            <p:cNvSpPr/>
            <p:nvPr/>
          </p:nvSpPr>
          <p:spPr>
            <a:xfrm>
              <a:off x="-1" y="-1"/>
              <a:ext cx="635023" cy="635023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221" name="Connector 23"/>
            <p:cNvSpPr/>
            <p:nvPr/>
          </p:nvSpPr>
          <p:spPr>
            <a:xfrm>
              <a:off x="127001" y="317504"/>
              <a:ext cx="381011" cy="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3" name="Connector 24"/>
          <p:cNvSpPr/>
          <p:nvPr/>
        </p:nvSpPr>
        <p:spPr>
          <a:xfrm>
            <a:off x="2693659" y="2846066"/>
            <a:ext cx="1371611" cy="8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" name="TextBox 25"/>
          <p:cNvSpPr txBox="1"/>
          <p:nvPr/>
        </p:nvSpPr>
        <p:spPr>
          <a:xfrm>
            <a:off x="4074407" y="2654044"/>
            <a:ext cx="29261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5" name="TextBox 28"/>
          <p:cNvSpPr txBox="1"/>
          <p:nvPr/>
        </p:nvSpPr>
        <p:spPr>
          <a:xfrm>
            <a:off x="1685330" y="4403166"/>
            <a:ext cx="256033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6" name="TextBox 30"/>
          <p:cNvSpPr txBox="1"/>
          <p:nvPr/>
        </p:nvSpPr>
        <p:spPr>
          <a:xfrm>
            <a:off x="6800177" y="5824268"/>
            <a:ext cx="283464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2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1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3" name="Oval 4"/>
          <p:cNvSpPr/>
          <p:nvPr/>
        </p:nvSpPr>
        <p:spPr>
          <a:xfrm>
            <a:off x="868680" y="2578605"/>
            <a:ext cx="192039" cy="1920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4" name="Connector 5"/>
          <p:cNvSpPr/>
          <p:nvPr/>
        </p:nvSpPr>
        <p:spPr>
          <a:xfrm>
            <a:off x="964691" y="2770632"/>
            <a:ext cx="7" cy="31684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" name="Connector 6"/>
          <p:cNvSpPr/>
          <p:nvPr/>
        </p:nvSpPr>
        <p:spPr>
          <a:xfrm>
            <a:off x="830274" y="2905048"/>
            <a:ext cx="268842" cy="8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7"/>
          <p:cNvSpPr/>
          <p:nvPr/>
        </p:nvSpPr>
        <p:spPr>
          <a:xfrm flipH="1">
            <a:off x="839876" y="3087470"/>
            <a:ext cx="124822" cy="2016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8"/>
          <p:cNvSpPr/>
          <p:nvPr/>
        </p:nvSpPr>
        <p:spPr>
          <a:xfrm>
            <a:off x="964690" y="3087470"/>
            <a:ext cx="124816" cy="2016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TextBox 9"/>
          <p:cNvSpPr txBox="1"/>
          <p:nvPr/>
        </p:nvSpPr>
        <p:spPr>
          <a:xfrm>
            <a:off x="1965960" y="2761488"/>
            <a:ext cx="36576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39" name="Oval 10"/>
          <p:cNvSpPr/>
          <p:nvPr/>
        </p:nvSpPr>
        <p:spPr>
          <a:xfrm>
            <a:off x="2834638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0" name="Oval 11"/>
          <p:cNvSpPr/>
          <p:nvPr/>
        </p:nvSpPr>
        <p:spPr>
          <a:xfrm>
            <a:off x="3218688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" name="Oval 12"/>
          <p:cNvSpPr/>
          <p:nvPr/>
        </p:nvSpPr>
        <p:spPr>
          <a:xfrm>
            <a:off x="3602735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2" name="Oval 13"/>
          <p:cNvSpPr/>
          <p:nvPr/>
        </p:nvSpPr>
        <p:spPr>
          <a:xfrm>
            <a:off x="3986784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3" name="Oval 14"/>
          <p:cNvSpPr/>
          <p:nvPr/>
        </p:nvSpPr>
        <p:spPr>
          <a:xfrm>
            <a:off x="4370832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4" name="Oval 15"/>
          <p:cNvSpPr/>
          <p:nvPr/>
        </p:nvSpPr>
        <p:spPr>
          <a:xfrm>
            <a:off x="4754879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5" name="Oval 16"/>
          <p:cNvSpPr/>
          <p:nvPr/>
        </p:nvSpPr>
        <p:spPr>
          <a:xfrm>
            <a:off x="5138928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6" name="Oval 17"/>
          <p:cNvSpPr/>
          <p:nvPr/>
        </p:nvSpPr>
        <p:spPr>
          <a:xfrm>
            <a:off x="5522976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7" name="Oval 18"/>
          <p:cNvSpPr/>
          <p:nvPr/>
        </p:nvSpPr>
        <p:spPr>
          <a:xfrm>
            <a:off x="5907023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8" name="Oval 19"/>
          <p:cNvSpPr/>
          <p:nvPr/>
        </p:nvSpPr>
        <p:spPr>
          <a:xfrm>
            <a:off x="6291071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9" name="Oval 20"/>
          <p:cNvSpPr/>
          <p:nvPr/>
        </p:nvSpPr>
        <p:spPr>
          <a:xfrm>
            <a:off x="6675118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0" name="Oval 21"/>
          <p:cNvSpPr/>
          <p:nvPr/>
        </p:nvSpPr>
        <p:spPr>
          <a:xfrm>
            <a:off x="7059168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1" name="Oval 22"/>
          <p:cNvSpPr/>
          <p:nvPr/>
        </p:nvSpPr>
        <p:spPr>
          <a:xfrm>
            <a:off x="7443216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2" name="Oval 23"/>
          <p:cNvSpPr/>
          <p:nvPr/>
        </p:nvSpPr>
        <p:spPr>
          <a:xfrm>
            <a:off x="7827264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3" name="Oval 24"/>
          <p:cNvSpPr/>
          <p:nvPr/>
        </p:nvSpPr>
        <p:spPr>
          <a:xfrm>
            <a:off x="8211311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4" name="Oval 25"/>
          <p:cNvSpPr/>
          <p:nvPr/>
        </p:nvSpPr>
        <p:spPr>
          <a:xfrm>
            <a:off x="2962655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5" name="Oval 26"/>
          <p:cNvSpPr/>
          <p:nvPr/>
        </p:nvSpPr>
        <p:spPr>
          <a:xfrm>
            <a:off x="3346703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6" name="Oval 27"/>
          <p:cNvSpPr/>
          <p:nvPr/>
        </p:nvSpPr>
        <p:spPr>
          <a:xfrm>
            <a:off x="3730752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7" name="Oval 28"/>
          <p:cNvSpPr/>
          <p:nvPr/>
        </p:nvSpPr>
        <p:spPr>
          <a:xfrm>
            <a:off x="4114800" y="2176272"/>
            <a:ext cx="77724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8" name="Oval 29"/>
          <p:cNvSpPr/>
          <p:nvPr/>
        </p:nvSpPr>
        <p:spPr>
          <a:xfrm>
            <a:off x="4498847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9" name="Oval 30"/>
          <p:cNvSpPr/>
          <p:nvPr/>
        </p:nvSpPr>
        <p:spPr>
          <a:xfrm>
            <a:off x="4882896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0" name="Oval 31"/>
          <p:cNvSpPr/>
          <p:nvPr/>
        </p:nvSpPr>
        <p:spPr>
          <a:xfrm>
            <a:off x="5266944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1" name="Oval 32"/>
          <p:cNvSpPr/>
          <p:nvPr/>
        </p:nvSpPr>
        <p:spPr>
          <a:xfrm>
            <a:off x="5650991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2" name="Oval 33"/>
          <p:cNvSpPr/>
          <p:nvPr/>
        </p:nvSpPr>
        <p:spPr>
          <a:xfrm>
            <a:off x="6035040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3" name="Oval 34"/>
          <p:cNvSpPr/>
          <p:nvPr/>
        </p:nvSpPr>
        <p:spPr>
          <a:xfrm>
            <a:off x="6419088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4" name="Oval 35"/>
          <p:cNvSpPr/>
          <p:nvPr/>
        </p:nvSpPr>
        <p:spPr>
          <a:xfrm>
            <a:off x="6803135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5" name="Oval 36"/>
          <p:cNvSpPr/>
          <p:nvPr/>
        </p:nvSpPr>
        <p:spPr>
          <a:xfrm>
            <a:off x="7187183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6" name="Oval 37"/>
          <p:cNvSpPr/>
          <p:nvPr/>
        </p:nvSpPr>
        <p:spPr>
          <a:xfrm>
            <a:off x="7571230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7" name="Oval 38"/>
          <p:cNvSpPr/>
          <p:nvPr/>
        </p:nvSpPr>
        <p:spPr>
          <a:xfrm>
            <a:off x="7955280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8" name="Oval 39"/>
          <p:cNvSpPr/>
          <p:nvPr/>
        </p:nvSpPr>
        <p:spPr>
          <a:xfrm>
            <a:off x="8339328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9" name="Oval 40"/>
          <p:cNvSpPr/>
          <p:nvPr/>
        </p:nvSpPr>
        <p:spPr>
          <a:xfrm>
            <a:off x="283463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0" name="Oval 41"/>
          <p:cNvSpPr/>
          <p:nvPr/>
        </p:nvSpPr>
        <p:spPr>
          <a:xfrm>
            <a:off x="321868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1" name="Oval 42"/>
          <p:cNvSpPr/>
          <p:nvPr/>
        </p:nvSpPr>
        <p:spPr>
          <a:xfrm>
            <a:off x="3602735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2" name="Oval 43"/>
          <p:cNvSpPr/>
          <p:nvPr/>
        </p:nvSpPr>
        <p:spPr>
          <a:xfrm>
            <a:off x="3986784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3" name="Oval 44"/>
          <p:cNvSpPr/>
          <p:nvPr/>
        </p:nvSpPr>
        <p:spPr>
          <a:xfrm>
            <a:off x="4370832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4" name="Oval 45"/>
          <p:cNvSpPr/>
          <p:nvPr/>
        </p:nvSpPr>
        <p:spPr>
          <a:xfrm>
            <a:off x="4754879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5" name="Oval 46"/>
          <p:cNvSpPr/>
          <p:nvPr/>
        </p:nvSpPr>
        <p:spPr>
          <a:xfrm>
            <a:off x="513892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6" name="Oval 47"/>
          <p:cNvSpPr/>
          <p:nvPr/>
        </p:nvSpPr>
        <p:spPr>
          <a:xfrm>
            <a:off x="5522976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7" name="Oval 48"/>
          <p:cNvSpPr/>
          <p:nvPr/>
        </p:nvSpPr>
        <p:spPr>
          <a:xfrm>
            <a:off x="5907023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8" name="Oval 49"/>
          <p:cNvSpPr/>
          <p:nvPr/>
        </p:nvSpPr>
        <p:spPr>
          <a:xfrm>
            <a:off x="6291071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9" name="Oval 50"/>
          <p:cNvSpPr/>
          <p:nvPr/>
        </p:nvSpPr>
        <p:spPr>
          <a:xfrm>
            <a:off x="667511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0" name="Oval 51"/>
          <p:cNvSpPr/>
          <p:nvPr/>
        </p:nvSpPr>
        <p:spPr>
          <a:xfrm>
            <a:off x="705916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1" name="Oval 52"/>
          <p:cNvSpPr/>
          <p:nvPr/>
        </p:nvSpPr>
        <p:spPr>
          <a:xfrm>
            <a:off x="7443216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2" name="Oval 53"/>
          <p:cNvSpPr/>
          <p:nvPr/>
        </p:nvSpPr>
        <p:spPr>
          <a:xfrm>
            <a:off x="7827264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3" name="Oval 54"/>
          <p:cNvSpPr/>
          <p:nvPr/>
        </p:nvSpPr>
        <p:spPr>
          <a:xfrm>
            <a:off x="8211311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4" name="Oval 55"/>
          <p:cNvSpPr/>
          <p:nvPr/>
        </p:nvSpPr>
        <p:spPr>
          <a:xfrm>
            <a:off x="2962655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5" name="Oval 56"/>
          <p:cNvSpPr/>
          <p:nvPr/>
        </p:nvSpPr>
        <p:spPr>
          <a:xfrm>
            <a:off x="3346703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6" name="Oval 57"/>
          <p:cNvSpPr/>
          <p:nvPr/>
        </p:nvSpPr>
        <p:spPr>
          <a:xfrm>
            <a:off x="3730752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7" name="Oval 58"/>
          <p:cNvSpPr/>
          <p:nvPr/>
        </p:nvSpPr>
        <p:spPr>
          <a:xfrm>
            <a:off x="4114800" y="2962655"/>
            <a:ext cx="77724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8" name="Oval 59"/>
          <p:cNvSpPr/>
          <p:nvPr/>
        </p:nvSpPr>
        <p:spPr>
          <a:xfrm>
            <a:off x="4498847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9" name="Oval 60"/>
          <p:cNvSpPr/>
          <p:nvPr/>
        </p:nvSpPr>
        <p:spPr>
          <a:xfrm>
            <a:off x="4882896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0" name="Oval 61"/>
          <p:cNvSpPr/>
          <p:nvPr/>
        </p:nvSpPr>
        <p:spPr>
          <a:xfrm>
            <a:off x="5266944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1" name="Oval 62"/>
          <p:cNvSpPr/>
          <p:nvPr/>
        </p:nvSpPr>
        <p:spPr>
          <a:xfrm>
            <a:off x="5650991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2" name="Oval 63"/>
          <p:cNvSpPr/>
          <p:nvPr/>
        </p:nvSpPr>
        <p:spPr>
          <a:xfrm>
            <a:off x="6035040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3" name="Oval 64"/>
          <p:cNvSpPr/>
          <p:nvPr/>
        </p:nvSpPr>
        <p:spPr>
          <a:xfrm>
            <a:off x="6419088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4" name="Oval 65"/>
          <p:cNvSpPr/>
          <p:nvPr/>
        </p:nvSpPr>
        <p:spPr>
          <a:xfrm>
            <a:off x="6803135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5" name="Oval 66"/>
          <p:cNvSpPr/>
          <p:nvPr/>
        </p:nvSpPr>
        <p:spPr>
          <a:xfrm>
            <a:off x="7187183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6" name="Oval 67"/>
          <p:cNvSpPr/>
          <p:nvPr/>
        </p:nvSpPr>
        <p:spPr>
          <a:xfrm>
            <a:off x="7571230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7" name="Oval 68"/>
          <p:cNvSpPr/>
          <p:nvPr/>
        </p:nvSpPr>
        <p:spPr>
          <a:xfrm>
            <a:off x="7955280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8" name="Oval 69"/>
          <p:cNvSpPr/>
          <p:nvPr/>
        </p:nvSpPr>
        <p:spPr>
          <a:xfrm>
            <a:off x="8339328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9" name="Oval 70"/>
          <p:cNvSpPr/>
          <p:nvPr/>
        </p:nvSpPr>
        <p:spPr>
          <a:xfrm>
            <a:off x="2834638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0" name="Oval 71"/>
          <p:cNvSpPr/>
          <p:nvPr/>
        </p:nvSpPr>
        <p:spPr>
          <a:xfrm>
            <a:off x="3218688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1" name="Oval 72"/>
          <p:cNvSpPr/>
          <p:nvPr/>
        </p:nvSpPr>
        <p:spPr>
          <a:xfrm>
            <a:off x="3602735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2" name="Oval 73"/>
          <p:cNvSpPr/>
          <p:nvPr/>
        </p:nvSpPr>
        <p:spPr>
          <a:xfrm>
            <a:off x="3986784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3" name="Oval 74"/>
          <p:cNvSpPr/>
          <p:nvPr/>
        </p:nvSpPr>
        <p:spPr>
          <a:xfrm>
            <a:off x="4370832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4" name="Oval 75"/>
          <p:cNvSpPr/>
          <p:nvPr/>
        </p:nvSpPr>
        <p:spPr>
          <a:xfrm>
            <a:off x="4754879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5" name="Oval 76"/>
          <p:cNvSpPr/>
          <p:nvPr/>
        </p:nvSpPr>
        <p:spPr>
          <a:xfrm>
            <a:off x="5138928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6" name="Oval 77"/>
          <p:cNvSpPr/>
          <p:nvPr/>
        </p:nvSpPr>
        <p:spPr>
          <a:xfrm>
            <a:off x="5522976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7" name="Oval 78"/>
          <p:cNvSpPr/>
          <p:nvPr/>
        </p:nvSpPr>
        <p:spPr>
          <a:xfrm>
            <a:off x="5907023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8" name="Oval 79"/>
          <p:cNvSpPr/>
          <p:nvPr/>
        </p:nvSpPr>
        <p:spPr>
          <a:xfrm>
            <a:off x="6291071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9" name="Oval 80"/>
          <p:cNvSpPr/>
          <p:nvPr/>
        </p:nvSpPr>
        <p:spPr>
          <a:xfrm>
            <a:off x="6675118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0" name="Oval 81"/>
          <p:cNvSpPr/>
          <p:nvPr/>
        </p:nvSpPr>
        <p:spPr>
          <a:xfrm>
            <a:off x="7059168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1" name="Oval 82"/>
          <p:cNvSpPr/>
          <p:nvPr/>
        </p:nvSpPr>
        <p:spPr>
          <a:xfrm>
            <a:off x="7443216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2" name="Oval 83"/>
          <p:cNvSpPr/>
          <p:nvPr/>
        </p:nvSpPr>
        <p:spPr>
          <a:xfrm>
            <a:off x="7827264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3" name="Oval 84"/>
          <p:cNvSpPr/>
          <p:nvPr/>
        </p:nvSpPr>
        <p:spPr>
          <a:xfrm>
            <a:off x="8211311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4" name="Oval 85"/>
          <p:cNvSpPr/>
          <p:nvPr/>
        </p:nvSpPr>
        <p:spPr>
          <a:xfrm>
            <a:off x="2962655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5" name="Oval 86"/>
          <p:cNvSpPr/>
          <p:nvPr/>
        </p:nvSpPr>
        <p:spPr>
          <a:xfrm>
            <a:off x="3346703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6" name="Oval 87"/>
          <p:cNvSpPr/>
          <p:nvPr/>
        </p:nvSpPr>
        <p:spPr>
          <a:xfrm>
            <a:off x="3730752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7" name="Oval 88"/>
          <p:cNvSpPr/>
          <p:nvPr/>
        </p:nvSpPr>
        <p:spPr>
          <a:xfrm>
            <a:off x="4114800" y="3749037"/>
            <a:ext cx="77724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8" name="Oval 89"/>
          <p:cNvSpPr/>
          <p:nvPr/>
        </p:nvSpPr>
        <p:spPr>
          <a:xfrm>
            <a:off x="4498847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9" name="Oval 90"/>
          <p:cNvSpPr/>
          <p:nvPr/>
        </p:nvSpPr>
        <p:spPr>
          <a:xfrm>
            <a:off x="4882896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0" name="Oval 91"/>
          <p:cNvSpPr/>
          <p:nvPr/>
        </p:nvSpPr>
        <p:spPr>
          <a:xfrm>
            <a:off x="5266944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1" name="Oval 92"/>
          <p:cNvSpPr/>
          <p:nvPr/>
        </p:nvSpPr>
        <p:spPr>
          <a:xfrm>
            <a:off x="5650991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2" name="Oval 93"/>
          <p:cNvSpPr/>
          <p:nvPr/>
        </p:nvSpPr>
        <p:spPr>
          <a:xfrm>
            <a:off x="6035040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3" name="Oval 94"/>
          <p:cNvSpPr/>
          <p:nvPr/>
        </p:nvSpPr>
        <p:spPr>
          <a:xfrm>
            <a:off x="6419088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4" name="Oval 95"/>
          <p:cNvSpPr/>
          <p:nvPr/>
        </p:nvSpPr>
        <p:spPr>
          <a:xfrm>
            <a:off x="6803135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5" name="Oval 96"/>
          <p:cNvSpPr/>
          <p:nvPr/>
        </p:nvSpPr>
        <p:spPr>
          <a:xfrm>
            <a:off x="7187183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6" name="Oval 97"/>
          <p:cNvSpPr/>
          <p:nvPr/>
        </p:nvSpPr>
        <p:spPr>
          <a:xfrm>
            <a:off x="7571230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7" name="Oval 98"/>
          <p:cNvSpPr/>
          <p:nvPr/>
        </p:nvSpPr>
        <p:spPr>
          <a:xfrm>
            <a:off x="7955280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8" name="Oval 99"/>
          <p:cNvSpPr/>
          <p:nvPr/>
        </p:nvSpPr>
        <p:spPr>
          <a:xfrm>
            <a:off x="8339328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9" name="Oval 100"/>
          <p:cNvSpPr/>
          <p:nvPr/>
        </p:nvSpPr>
        <p:spPr>
          <a:xfrm>
            <a:off x="283463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0" name="Oval 101"/>
          <p:cNvSpPr/>
          <p:nvPr/>
        </p:nvSpPr>
        <p:spPr>
          <a:xfrm>
            <a:off x="321868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1" name="Oval 102"/>
          <p:cNvSpPr/>
          <p:nvPr/>
        </p:nvSpPr>
        <p:spPr>
          <a:xfrm>
            <a:off x="3602735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2" name="Oval 103"/>
          <p:cNvSpPr/>
          <p:nvPr/>
        </p:nvSpPr>
        <p:spPr>
          <a:xfrm>
            <a:off x="3986784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3" name="Oval 104"/>
          <p:cNvSpPr/>
          <p:nvPr/>
        </p:nvSpPr>
        <p:spPr>
          <a:xfrm>
            <a:off x="4370832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4" name="Oval 105"/>
          <p:cNvSpPr/>
          <p:nvPr/>
        </p:nvSpPr>
        <p:spPr>
          <a:xfrm>
            <a:off x="4754879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5" name="Oval 106"/>
          <p:cNvSpPr/>
          <p:nvPr/>
        </p:nvSpPr>
        <p:spPr>
          <a:xfrm>
            <a:off x="513892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6" name="Oval 107"/>
          <p:cNvSpPr/>
          <p:nvPr/>
        </p:nvSpPr>
        <p:spPr>
          <a:xfrm>
            <a:off x="5522976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7" name="Oval 108"/>
          <p:cNvSpPr/>
          <p:nvPr/>
        </p:nvSpPr>
        <p:spPr>
          <a:xfrm>
            <a:off x="5907023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8" name="Oval 109"/>
          <p:cNvSpPr/>
          <p:nvPr/>
        </p:nvSpPr>
        <p:spPr>
          <a:xfrm>
            <a:off x="6291071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9" name="Oval 110"/>
          <p:cNvSpPr/>
          <p:nvPr/>
        </p:nvSpPr>
        <p:spPr>
          <a:xfrm>
            <a:off x="667511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0" name="Oval 111"/>
          <p:cNvSpPr/>
          <p:nvPr/>
        </p:nvSpPr>
        <p:spPr>
          <a:xfrm>
            <a:off x="705916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1" name="Oval 112"/>
          <p:cNvSpPr/>
          <p:nvPr/>
        </p:nvSpPr>
        <p:spPr>
          <a:xfrm>
            <a:off x="7443216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2" name="Oval 113"/>
          <p:cNvSpPr/>
          <p:nvPr/>
        </p:nvSpPr>
        <p:spPr>
          <a:xfrm>
            <a:off x="7827264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3" name="Oval 114"/>
          <p:cNvSpPr/>
          <p:nvPr/>
        </p:nvSpPr>
        <p:spPr>
          <a:xfrm>
            <a:off x="8211311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4" name="Oval 115"/>
          <p:cNvSpPr/>
          <p:nvPr/>
        </p:nvSpPr>
        <p:spPr>
          <a:xfrm>
            <a:off x="2962655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5" name="Oval 116"/>
          <p:cNvSpPr/>
          <p:nvPr/>
        </p:nvSpPr>
        <p:spPr>
          <a:xfrm>
            <a:off x="3346703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6" name="Oval 117"/>
          <p:cNvSpPr/>
          <p:nvPr/>
        </p:nvSpPr>
        <p:spPr>
          <a:xfrm>
            <a:off x="3730752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7" name="Oval 118"/>
          <p:cNvSpPr/>
          <p:nvPr/>
        </p:nvSpPr>
        <p:spPr>
          <a:xfrm>
            <a:off x="4114800" y="4535423"/>
            <a:ext cx="77724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8" name="Oval 119"/>
          <p:cNvSpPr/>
          <p:nvPr/>
        </p:nvSpPr>
        <p:spPr>
          <a:xfrm>
            <a:off x="4498847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9" name="Oval 120"/>
          <p:cNvSpPr/>
          <p:nvPr/>
        </p:nvSpPr>
        <p:spPr>
          <a:xfrm>
            <a:off x="4882896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0" name="Oval 121"/>
          <p:cNvSpPr/>
          <p:nvPr/>
        </p:nvSpPr>
        <p:spPr>
          <a:xfrm>
            <a:off x="5266944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1" name="Oval 122"/>
          <p:cNvSpPr/>
          <p:nvPr/>
        </p:nvSpPr>
        <p:spPr>
          <a:xfrm>
            <a:off x="5650991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2" name="Oval 123"/>
          <p:cNvSpPr/>
          <p:nvPr/>
        </p:nvSpPr>
        <p:spPr>
          <a:xfrm>
            <a:off x="6035040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3" name="Oval 124"/>
          <p:cNvSpPr/>
          <p:nvPr/>
        </p:nvSpPr>
        <p:spPr>
          <a:xfrm>
            <a:off x="6419088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4" name="Oval 125"/>
          <p:cNvSpPr/>
          <p:nvPr/>
        </p:nvSpPr>
        <p:spPr>
          <a:xfrm>
            <a:off x="6803135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5" name="Oval 126"/>
          <p:cNvSpPr/>
          <p:nvPr/>
        </p:nvSpPr>
        <p:spPr>
          <a:xfrm>
            <a:off x="7187183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6" name="Oval 127"/>
          <p:cNvSpPr/>
          <p:nvPr/>
        </p:nvSpPr>
        <p:spPr>
          <a:xfrm>
            <a:off x="7571230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7" name="Oval 128"/>
          <p:cNvSpPr/>
          <p:nvPr/>
        </p:nvSpPr>
        <p:spPr>
          <a:xfrm>
            <a:off x="7955280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8" name="Oval 129"/>
          <p:cNvSpPr/>
          <p:nvPr/>
        </p:nvSpPr>
        <p:spPr>
          <a:xfrm>
            <a:off x="8339328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9" name="Oval 130"/>
          <p:cNvSpPr/>
          <p:nvPr/>
        </p:nvSpPr>
        <p:spPr>
          <a:xfrm>
            <a:off x="283463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0" name="Oval 131"/>
          <p:cNvSpPr/>
          <p:nvPr/>
        </p:nvSpPr>
        <p:spPr>
          <a:xfrm>
            <a:off x="321868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1" name="Oval 132"/>
          <p:cNvSpPr/>
          <p:nvPr/>
        </p:nvSpPr>
        <p:spPr>
          <a:xfrm>
            <a:off x="3602735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2" name="Oval 133"/>
          <p:cNvSpPr/>
          <p:nvPr/>
        </p:nvSpPr>
        <p:spPr>
          <a:xfrm>
            <a:off x="3986784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3" name="Oval 134"/>
          <p:cNvSpPr/>
          <p:nvPr/>
        </p:nvSpPr>
        <p:spPr>
          <a:xfrm>
            <a:off x="4370832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4" name="Oval 135"/>
          <p:cNvSpPr/>
          <p:nvPr/>
        </p:nvSpPr>
        <p:spPr>
          <a:xfrm>
            <a:off x="4754879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5" name="Oval 136"/>
          <p:cNvSpPr/>
          <p:nvPr/>
        </p:nvSpPr>
        <p:spPr>
          <a:xfrm>
            <a:off x="513892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6" name="Oval 137"/>
          <p:cNvSpPr/>
          <p:nvPr/>
        </p:nvSpPr>
        <p:spPr>
          <a:xfrm>
            <a:off x="5522976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7" name="Oval 138"/>
          <p:cNvSpPr/>
          <p:nvPr/>
        </p:nvSpPr>
        <p:spPr>
          <a:xfrm>
            <a:off x="5907023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8" name="Oval 139"/>
          <p:cNvSpPr/>
          <p:nvPr/>
        </p:nvSpPr>
        <p:spPr>
          <a:xfrm>
            <a:off x="6291071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9" name="Oval 140"/>
          <p:cNvSpPr/>
          <p:nvPr/>
        </p:nvSpPr>
        <p:spPr>
          <a:xfrm>
            <a:off x="667511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0" name="Oval 141"/>
          <p:cNvSpPr/>
          <p:nvPr/>
        </p:nvSpPr>
        <p:spPr>
          <a:xfrm>
            <a:off x="705916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1" name="Oval 142"/>
          <p:cNvSpPr/>
          <p:nvPr/>
        </p:nvSpPr>
        <p:spPr>
          <a:xfrm>
            <a:off x="7443216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2" name="Oval 143"/>
          <p:cNvSpPr/>
          <p:nvPr/>
        </p:nvSpPr>
        <p:spPr>
          <a:xfrm>
            <a:off x="7827264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3" name="Oval 144"/>
          <p:cNvSpPr/>
          <p:nvPr/>
        </p:nvSpPr>
        <p:spPr>
          <a:xfrm>
            <a:off x="8211311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4" name="Rounded Rectangle 145"/>
          <p:cNvSpPr/>
          <p:nvPr/>
        </p:nvSpPr>
        <p:spPr>
          <a:xfrm>
            <a:off x="9528047" y="2167127"/>
            <a:ext cx="1417328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5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6" name="Connector 147"/>
          <p:cNvSpPr/>
          <p:nvPr/>
        </p:nvSpPr>
        <p:spPr>
          <a:xfrm>
            <a:off x="9802368" y="2990088"/>
            <a:ext cx="694952" cy="8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8"/>
          <p:cNvSpPr/>
          <p:nvPr/>
        </p:nvSpPr>
        <p:spPr>
          <a:xfrm>
            <a:off x="9802368" y="3310128"/>
            <a:ext cx="786392" cy="8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9"/>
          <p:cNvSpPr/>
          <p:nvPr/>
        </p:nvSpPr>
        <p:spPr>
          <a:xfrm>
            <a:off x="7098030" y="1821936"/>
            <a:ext cx="2430026" cy="12687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50"/>
          <p:cNvSpPr/>
          <p:nvPr/>
        </p:nvSpPr>
        <p:spPr>
          <a:xfrm>
            <a:off x="7994138" y="2215133"/>
            <a:ext cx="1533915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1"/>
          <p:cNvSpPr/>
          <p:nvPr/>
        </p:nvSpPr>
        <p:spPr>
          <a:xfrm>
            <a:off x="3769612" y="3001516"/>
            <a:ext cx="5758443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2"/>
          <p:cNvSpPr/>
          <p:nvPr/>
        </p:nvSpPr>
        <p:spPr>
          <a:xfrm flipV="1">
            <a:off x="4793739" y="3090671"/>
            <a:ext cx="4734316" cy="30404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3"/>
          <p:cNvSpPr/>
          <p:nvPr/>
        </p:nvSpPr>
        <p:spPr>
          <a:xfrm flipV="1">
            <a:off x="5689851" y="3090671"/>
            <a:ext cx="3838200" cy="69723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4"/>
          <p:cNvSpPr/>
          <p:nvPr/>
        </p:nvSpPr>
        <p:spPr>
          <a:xfrm flipV="1">
            <a:off x="7866126" y="3090670"/>
            <a:ext cx="1661924" cy="109043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5"/>
          <p:cNvSpPr/>
          <p:nvPr/>
        </p:nvSpPr>
        <p:spPr>
          <a:xfrm flipV="1">
            <a:off x="3641596" y="3090671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6" name="TextBox 157"/>
          <p:cNvSpPr txBox="1"/>
          <p:nvPr/>
        </p:nvSpPr>
        <p:spPr>
          <a:xfrm>
            <a:off x="3840479" y="5614415"/>
            <a:ext cx="310896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7" name="TextBox 158"/>
          <p:cNvSpPr txBox="1"/>
          <p:nvPr/>
        </p:nvSpPr>
        <p:spPr>
          <a:xfrm>
            <a:off x="8000999" y="5614415"/>
            <a:ext cx="34747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8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89" name="VoteLine r1c3"/>
          <p:cNvSpPr/>
          <p:nvPr/>
        </p:nvSpPr>
        <p:spPr>
          <a:xfrm>
            <a:off x="3641602" y="1821944"/>
            <a:ext cx="5886448" cy="12687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0" name="VoteLine r1c8"/>
          <p:cNvSpPr/>
          <p:nvPr/>
        </p:nvSpPr>
        <p:spPr>
          <a:xfrm>
            <a:off x="5561842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12"/>
          <p:cNvSpPr/>
          <p:nvPr/>
        </p:nvSpPr>
        <p:spPr>
          <a:xfrm>
            <a:off x="7098034" y="1821943"/>
            <a:ext cx="2430014" cy="126873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2c5"/>
          <p:cNvSpPr/>
          <p:nvPr/>
        </p:nvSpPr>
        <p:spPr>
          <a:xfrm>
            <a:off x="4537714" y="2215139"/>
            <a:ext cx="4990336" cy="8755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11"/>
          <p:cNvSpPr/>
          <p:nvPr/>
        </p:nvSpPr>
        <p:spPr>
          <a:xfrm>
            <a:off x="6842001" y="2215139"/>
            <a:ext cx="2686048" cy="8755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3c2"/>
          <p:cNvSpPr/>
          <p:nvPr/>
        </p:nvSpPr>
        <p:spPr>
          <a:xfrm>
            <a:off x="3257553" y="2608329"/>
            <a:ext cx="6270496" cy="4823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4c4"/>
          <p:cNvSpPr/>
          <p:nvPr/>
        </p:nvSpPr>
        <p:spPr>
          <a:xfrm>
            <a:off x="4153661" y="3001521"/>
            <a:ext cx="5374389" cy="8915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9"/>
          <p:cNvSpPr/>
          <p:nvPr/>
        </p:nvSpPr>
        <p:spPr>
          <a:xfrm>
            <a:off x="6073907" y="3001522"/>
            <a:ext cx="3454143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5c1"/>
          <p:cNvSpPr/>
          <p:nvPr/>
        </p:nvSpPr>
        <p:spPr>
          <a:xfrm flipV="1">
            <a:off x="2873505" y="3090672"/>
            <a:ext cx="6654542" cy="3040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1"/>
          <p:cNvSpPr/>
          <p:nvPr/>
        </p:nvSpPr>
        <p:spPr>
          <a:xfrm flipV="1">
            <a:off x="6713984" y="3090672"/>
            <a:ext cx="2814065" cy="3040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6c6"/>
          <p:cNvSpPr/>
          <p:nvPr/>
        </p:nvSpPr>
        <p:spPr>
          <a:xfrm flipV="1">
            <a:off x="4921763" y="3090672"/>
            <a:ext cx="4606287" cy="6972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15"/>
          <p:cNvSpPr/>
          <p:nvPr/>
        </p:nvSpPr>
        <p:spPr>
          <a:xfrm flipV="1">
            <a:off x="8378193" y="3090672"/>
            <a:ext cx="1149855" cy="6972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7c3"/>
          <p:cNvSpPr/>
          <p:nvPr/>
        </p:nvSpPr>
        <p:spPr>
          <a:xfrm flipV="1">
            <a:off x="3641602" y="3090672"/>
            <a:ext cx="5886448" cy="10904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9"/>
          <p:cNvSpPr/>
          <p:nvPr/>
        </p:nvSpPr>
        <p:spPr>
          <a:xfrm flipV="1">
            <a:off x="5945890" y="3090672"/>
            <a:ext cx="3582159" cy="10904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8c13"/>
          <p:cNvSpPr/>
          <p:nvPr/>
        </p:nvSpPr>
        <p:spPr>
          <a:xfrm flipV="1">
            <a:off x="7610095" y="3090671"/>
            <a:ext cx="1917952" cy="148362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9c5"/>
          <p:cNvSpPr/>
          <p:nvPr/>
        </p:nvSpPr>
        <p:spPr>
          <a:xfrm flipV="1">
            <a:off x="4409699" y="3090672"/>
            <a:ext cx="5118349" cy="187681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8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09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0" name="Oval 4"/>
          <p:cNvSpPr/>
          <p:nvPr/>
        </p:nvSpPr>
        <p:spPr>
          <a:xfrm>
            <a:off x="868680" y="2578605"/>
            <a:ext cx="192039" cy="1920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1" name="Connector 5"/>
          <p:cNvSpPr/>
          <p:nvPr/>
        </p:nvSpPr>
        <p:spPr>
          <a:xfrm>
            <a:off x="964691" y="2770632"/>
            <a:ext cx="7" cy="31684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2" name="Connector 6"/>
          <p:cNvSpPr/>
          <p:nvPr/>
        </p:nvSpPr>
        <p:spPr>
          <a:xfrm>
            <a:off x="830274" y="2905048"/>
            <a:ext cx="268842" cy="8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7"/>
          <p:cNvSpPr/>
          <p:nvPr/>
        </p:nvSpPr>
        <p:spPr>
          <a:xfrm flipH="1">
            <a:off x="839876" y="3087470"/>
            <a:ext cx="124822" cy="2016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8"/>
          <p:cNvSpPr/>
          <p:nvPr/>
        </p:nvSpPr>
        <p:spPr>
          <a:xfrm>
            <a:off x="964690" y="3087470"/>
            <a:ext cx="124816" cy="2016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TextBox 9"/>
          <p:cNvSpPr txBox="1"/>
          <p:nvPr/>
        </p:nvSpPr>
        <p:spPr>
          <a:xfrm>
            <a:off x="1965960" y="2761488"/>
            <a:ext cx="36576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6" name="Oval 10"/>
          <p:cNvSpPr/>
          <p:nvPr/>
        </p:nvSpPr>
        <p:spPr>
          <a:xfrm>
            <a:off x="2834638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7" name="Oval 11"/>
          <p:cNvSpPr/>
          <p:nvPr/>
        </p:nvSpPr>
        <p:spPr>
          <a:xfrm>
            <a:off x="3218688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8" name="Oval 12"/>
          <p:cNvSpPr/>
          <p:nvPr/>
        </p:nvSpPr>
        <p:spPr>
          <a:xfrm>
            <a:off x="3602735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9" name="Oval 13"/>
          <p:cNvSpPr/>
          <p:nvPr/>
        </p:nvSpPr>
        <p:spPr>
          <a:xfrm>
            <a:off x="3986784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0" name="Oval 14"/>
          <p:cNvSpPr/>
          <p:nvPr/>
        </p:nvSpPr>
        <p:spPr>
          <a:xfrm>
            <a:off x="4370832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1" name="Oval 15"/>
          <p:cNvSpPr/>
          <p:nvPr/>
        </p:nvSpPr>
        <p:spPr>
          <a:xfrm>
            <a:off x="4754879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2" name="Oval 16"/>
          <p:cNvSpPr/>
          <p:nvPr/>
        </p:nvSpPr>
        <p:spPr>
          <a:xfrm>
            <a:off x="5138928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3" name="Oval 17"/>
          <p:cNvSpPr/>
          <p:nvPr/>
        </p:nvSpPr>
        <p:spPr>
          <a:xfrm>
            <a:off x="5522976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4" name="Oval 18"/>
          <p:cNvSpPr/>
          <p:nvPr/>
        </p:nvSpPr>
        <p:spPr>
          <a:xfrm>
            <a:off x="5907023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5" name="Oval 19"/>
          <p:cNvSpPr/>
          <p:nvPr/>
        </p:nvSpPr>
        <p:spPr>
          <a:xfrm>
            <a:off x="6291071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6" name="Oval 20"/>
          <p:cNvSpPr/>
          <p:nvPr/>
        </p:nvSpPr>
        <p:spPr>
          <a:xfrm>
            <a:off x="6675118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7" name="Oval 21"/>
          <p:cNvSpPr/>
          <p:nvPr/>
        </p:nvSpPr>
        <p:spPr>
          <a:xfrm>
            <a:off x="7059168" y="1783077"/>
            <a:ext cx="77739" cy="7773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8" name="Oval 22"/>
          <p:cNvSpPr/>
          <p:nvPr/>
        </p:nvSpPr>
        <p:spPr>
          <a:xfrm>
            <a:off x="7443216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9" name="Oval 23"/>
          <p:cNvSpPr/>
          <p:nvPr/>
        </p:nvSpPr>
        <p:spPr>
          <a:xfrm>
            <a:off x="7827264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0" name="Oval 24"/>
          <p:cNvSpPr/>
          <p:nvPr/>
        </p:nvSpPr>
        <p:spPr>
          <a:xfrm>
            <a:off x="8211311" y="178307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1" name="Oval 25"/>
          <p:cNvSpPr/>
          <p:nvPr/>
        </p:nvSpPr>
        <p:spPr>
          <a:xfrm>
            <a:off x="2962655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2" name="Oval 26"/>
          <p:cNvSpPr/>
          <p:nvPr/>
        </p:nvSpPr>
        <p:spPr>
          <a:xfrm>
            <a:off x="3346703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3" name="Oval 27"/>
          <p:cNvSpPr/>
          <p:nvPr/>
        </p:nvSpPr>
        <p:spPr>
          <a:xfrm>
            <a:off x="3730752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4" name="Oval 28"/>
          <p:cNvSpPr/>
          <p:nvPr/>
        </p:nvSpPr>
        <p:spPr>
          <a:xfrm>
            <a:off x="4114800" y="2176272"/>
            <a:ext cx="77724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5" name="Oval 29"/>
          <p:cNvSpPr/>
          <p:nvPr/>
        </p:nvSpPr>
        <p:spPr>
          <a:xfrm>
            <a:off x="4498847" y="2176272"/>
            <a:ext cx="77739" cy="7773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6" name="Oval 30"/>
          <p:cNvSpPr/>
          <p:nvPr/>
        </p:nvSpPr>
        <p:spPr>
          <a:xfrm>
            <a:off x="4882896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7" name="Oval 31"/>
          <p:cNvSpPr/>
          <p:nvPr/>
        </p:nvSpPr>
        <p:spPr>
          <a:xfrm>
            <a:off x="5266944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8" name="Oval 32"/>
          <p:cNvSpPr/>
          <p:nvPr/>
        </p:nvSpPr>
        <p:spPr>
          <a:xfrm>
            <a:off x="5650991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9" name="Oval 33"/>
          <p:cNvSpPr/>
          <p:nvPr/>
        </p:nvSpPr>
        <p:spPr>
          <a:xfrm>
            <a:off x="6035040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0" name="Oval 34"/>
          <p:cNvSpPr/>
          <p:nvPr/>
        </p:nvSpPr>
        <p:spPr>
          <a:xfrm>
            <a:off x="6419088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1" name="Oval 35"/>
          <p:cNvSpPr/>
          <p:nvPr/>
        </p:nvSpPr>
        <p:spPr>
          <a:xfrm>
            <a:off x="6803135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2" name="Oval 36"/>
          <p:cNvSpPr/>
          <p:nvPr/>
        </p:nvSpPr>
        <p:spPr>
          <a:xfrm>
            <a:off x="7187183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3" name="Oval 37"/>
          <p:cNvSpPr/>
          <p:nvPr/>
        </p:nvSpPr>
        <p:spPr>
          <a:xfrm>
            <a:off x="7571230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4" name="Oval 38"/>
          <p:cNvSpPr/>
          <p:nvPr/>
        </p:nvSpPr>
        <p:spPr>
          <a:xfrm>
            <a:off x="7955280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5" name="Oval 39"/>
          <p:cNvSpPr/>
          <p:nvPr/>
        </p:nvSpPr>
        <p:spPr>
          <a:xfrm>
            <a:off x="8339328" y="217627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6" name="Oval 40"/>
          <p:cNvSpPr/>
          <p:nvPr/>
        </p:nvSpPr>
        <p:spPr>
          <a:xfrm>
            <a:off x="283463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7" name="Oval 41"/>
          <p:cNvSpPr/>
          <p:nvPr/>
        </p:nvSpPr>
        <p:spPr>
          <a:xfrm>
            <a:off x="321868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8" name="Oval 42"/>
          <p:cNvSpPr/>
          <p:nvPr/>
        </p:nvSpPr>
        <p:spPr>
          <a:xfrm>
            <a:off x="3602735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9" name="Oval 43"/>
          <p:cNvSpPr/>
          <p:nvPr/>
        </p:nvSpPr>
        <p:spPr>
          <a:xfrm>
            <a:off x="3986784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0" name="Oval 44"/>
          <p:cNvSpPr/>
          <p:nvPr/>
        </p:nvSpPr>
        <p:spPr>
          <a:xfrm>
            <a:off x="4370832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1" name="Oval 45"/>
          <p:cNvSpPr/>
          <p:nvPr/>
        </p:nvSpPr>
        <p:spPr>
          <a:xfrm>
            <a:off x="4754879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2" name="Oval 46"/>
          <p:cNvSpPr/>
          <p:nvPr/>
        </p:nvSpPr>
        <p:spPr>
          <a:xfrm>
            <a:off x="513892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3" name="Oval 47"/>
          <p:cNvSpPr/>
          <p:nvPr/>
        </p:nvSpPr>
        <p:spPr>
          <a:xfrm>
            <a:off x="5522976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4" name="Oval 48"/>
          <p:cNvSpPr/>
          <p:nvPr/>
        </p:nvSpPr>
        <p:spPr>
          <a:xfrm>
            <a:off x="5907023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5" name="Oval 49"/>
          <p:cNvSpPr/>
          <p:nvPr/>
        </p:nvSpPr>
        <p:spPr>
          <a:xfrm>
            <a:off x="6291071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6" name="Oval 50"/>
          <p:cNvSpPr/>
          <p:nvPr/>
        </p:nvSpPr>
        <p:spPr>
          <a:xfrm>
            <a:off x="667511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7" name="Oval 51"/>
          <p:cNvSpPr/>
          <p:nvPr/>
        </p:nvSpPr>
        <p:spPr>
          <a:xfrm>
            <a:off x="7059168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8" name="Oval 52"/>
          <p:cNvSpPr/>
          <p:nvPr/>
        </p:nvSpPr>
        <p:spPr>
          <a:xfrm>
            <a:off x="7443216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9" name="Oval 53"/>
          <p:cNvSpPr/>
          <p:nvPr/>
        </p:nvSpPr>
        <p:spPr>
          <a:xfrm>
            <a:off x="7827264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0" name="Oval 54"/>
          <p:cNvSpPr/>
          <p:nvPr/>
        </p:nvSpPr>
        <p:spPr>
          <a:xfrm>
            <a:off x="8211311" y="2569464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1" name="Oval 55"/>
          <p:cNvSpPr/>
          <p:nvPr/>
        </p:nvSpPr>
        <p:spPr>
          <a:xfrm>
            <a:off x="2962655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2" name="Oval 56"/>
          <p:cNvSpPr/>
          <p:nvPr/>
        </p:nvSpPr>
        <p:spPr>
          <a:xfrm>
            <a:off x="3346703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3" name="Oval 57"/>
          <p:cNvSpPr/>
          <p:nvPr/>
        </p:nvSpPr>
        <p:spPr>
          <a:xfrm>
            <a:off x="3730752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4" name="Oval 58"/>
          <p:cNvSpPr/>
          <p:nvPr/>
        </p:nvSpPr>
        <p:spPr>
          <a:xfrm>
            <a:off x="4114800" y="2962655"/>
            <a:ext cx="77724" cy="7773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5" name="Oval 59"/>
          <p:cNvSpPr/>
          <p:nvPr/>
        </p:nvSpPr>
        <p:spPr>
          <a:xfrm>
            <a:off x="4498847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6" name="Oval 60"/>
          <p:cNvSpPr/>
          <p:nvPr/>
        </p:nvSpPr>
        <p:spPr>
          <a:xfrm>
            <a:off x="4882896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7" name="Oval 61"/>
          <p:cNvSpPr/>
          <p:nvPr/>
        </p:nvSpPr>
        <p:spPr>
          <a:xfrm>
            <a:off x="5266944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8" name="Oval 62"/>
          <p:cNvSpPr/>
          <p:nvPr/>
        </p:nvSpPr>
        <p:spPr>
          <a:xfrm>
            <a:off x="5650991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9" name="Oval 63"/>
          <p:cNvSpPr/>
          <p:nvPr/>
        </p:nvSpPr>
        <p:spPr>
          <a:xfrm>
            <a:off x="6035040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0" name="Oval 64"/>
          <p:cNvSpPr/>
          <p:nvPr/>
        </p:nvSpPr>
        <p:spPr>
          <a:xfrm>
            <a:off x="6419088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1" name="Oval 65"/>
          <p:cNvSpPr/>
          <p:nvPr/>
        </p:nvSpPr>
        <p:spPr>
          <a:xfrm>
            <a:off x="6803135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2" name="Oval 66"/>
          <p:cNvSpPr/>
          <p:nvPr/>
        </p:nvSpPr>
        <p:spPr>
          <a:xfrm>
            <a:off x="7187183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3" name="Oval 67"/>
          <p:cNvSpPr/>
          <p:nvPr/>
        </p:nvSpPr>
        <p:spPr>
          <a:xfrm>
            <a:off x="7571230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4" name="Oval 68"/>
          <p:cNvSpPr/>
          <p:nvPr/>
        </p:nvSpPr>
        <p:spPr>
          <a:xfrm>
            <a:off x="7955280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5" name="Oval 69"/>
          <p:cNvSpPr/>
          <p:nvPr/>
        </p:nvSpPr>
        <p:spPr>
          <a:xfrm>
            <a:off x="8339328" y="296265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6" name="Oval 70"/>
          <p:cNvSpPr/>
          <p:nvPr/>
        </p:nvSpPr>
        <p:spPr>
          <a:xfrm>
            <a:off x="2834638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7" name="Oval 71"/>
          <p:cNvSpPr/>
          <p:nvPr/>
        </p:nvSpPr>
        <p:spPr>
          <a:xfrm>
            <a:off x="3218688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8" name="Oval 72"/>
          <p:cNvSpPr/>
          <p:nvPr/>
        </p:nvSpPr>
        <p:spPr>
          <a:xfrm>
            <a:off x="3602735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9" name="Oval 73"/>
          <p:cNvSpPr/>
          <p:nvPr/>
        </p:nvSpPr>
        <p:spPr>
          <a:xfrm>
            <a:off x="3986784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0" name="Oval 74"/>
          <p:cNvSpPr/>
          <p:nvPr/>
        </p:nvSpPr>
        <p:spPr>
          <a:xfrm>
            <a:off x="4370832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1" name="Oval 75"/>
          <p:cNvSpPr/>
          <p:nvPr/>
        </p:nvSpPr>
        <p:spPr>
          <a:xfrm>
            <a:off x="4754879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2" name="Oval 76"/>
          <p:cNvSpPr/>
          <p:nvPr/>
        </p:nvSpPr>
        <p:spPr>
          <a:xfrm>
            <a:off x="5138928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3" name="Oval 77"/>
          <p:cNvSpPr/>
          <p:nvPr/>
        </p:nvSpPr>
        <p:spPr>
          <a:xfrm>
            <a:off x="5522976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4" name="Oval 78"/>
          <p:cNvSpPr/>
          <p:nvPr/>
        </p:nvSpPr>
        <p:spPr>
          <a:xfrm>
            <a:off x="5907023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5" name="Oval 79"/>
          <p:cNvSpPr/>
          <p:nvPr/>
        </p:nvSpPr>
        <p:spPr>
          <a:xfrm>
            <a:off x="6291071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6" name="Oval 80"/>
          <p:cNvSpPr/>
          <p:nvPr/>
        </p:nvSpPr>
        <p:spPr>
          <a:xfrm>
            <a:off x="6675118" y="3355847"/>
            <a:ext cx="77739" cy="7773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7" name="Oval 81"/>
          <p:cNvSpPr/>
          <p:nvPr/>
        </p:nvSpPr>
        <p:spPr>
          <a:xfrm>
            <a:off x="7059168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8" name="Oval 82"/>
          <p:cNvSpPr/>
          <p:nvPr/>
        </p:nvSpPr>
        <p:spPr>
          <a:xfrm>
            <a:off x="7443216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9" name="Oval 83"/>
          <p:cNvSpPr/>
          <p:nvPr/>
        </p:nvSpPr>
        <p:spPr>
          <a:xfrm>
            <a:off x="7827264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0" name="Oval 84"/>
          <p:cNvSpPr/>
          <p:nvPr/>
        </p:nvSpPr>
        <p:spPr>
          <a:xfrm>
            <a:off x="8211311" y="335584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1" name="Oval 85"/>
          <p:cNvSpPr/>
          <p:nvPr/>
        </p:nvSpPr>
        <p:spPr>
          <a:xfrm>
            <a:off x="2962655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2" name="Oval 86"/>
          <p:cNvSpPr/>
          <p:nvPr/>
        </p:nvSpPr>
        <p:spPr>
          <a:xfrm>
            <a:off x="3346703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3" name="Oval 87"/>
          <p:cNvSpPr/>
          <p:nvPr/>
        </p:nvSpPr>
        <p:spPr>
          <a:xfrm>
            <a:off x="3730752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4" name="Oval 88"/>
          <p:cNvSpPr/>
          <p:nvPr/>
        </p:nvSpPr>
        <p:spPr>
          <a:xfrm>
            <a:off x="4114800" y="3749037"/>
            <a:ext cx="77724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5" name="Oval 89"/>
          <p:cNvSpPr/>
          <p:nvPr/>
        </p:nvSpPr>
        <p:spPr>
          <a:xfrm>
            <a:off x="4498847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6" name="Oval 90"/>
          <p:cNvSpPr/>
          <p:nvPr/>
        </p:nvSpPr>
        <p:spPr>
          <a:xfrm>
            <a:off x="4882896" y="3749037"/>
            <a:ext cx="77739" cy="7773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7" name="Oval 91"/>
          <p:cNvSpPr/>
          <p:nvPr/>
        </p:nvSpPr>
        <p:spPr>
          <a:xfrm>
            <a:off x="5266944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8" name="Oval 92"/>
          <p:cNvSpPr/>
          <p:nvPr/>
        </p:nvSpPr>
        <p:spPr>
          <a:xfrm>
            <a:off x="5650991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9" name="Oval 93"/>
          <p:cNvSpPr/>
          <p:nvPr/>
        </p:nvSpPr>
        <p:spPr>
          <a:xfrm>
            <a:off x="6035040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0" name="Oval 94"/>
          <p:cNvSpPr/>
          <p:nvPr/>
        </p:nvSpPr>
        <p:spPr>
          <a:xfrm>
            <a:off x="6419088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1" name="Oval 95"/>
          <p:cNvSpPr/>
          <p:nvPr/>
        </p:nvSpPr>
        <p:spPr>
          <a:xfrm>
            <a:off x="6803135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2" name="Oval 96"/>
          <p:cNvSpPr/>
          <p:nvPr/>
        </p:nvSpPr>
        <p:spPr>
          <a:xfrm>
            <a:off x="7187183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3" name="Oval 97"/>
          <p:cNvSpPr/>
          <p:nvPr/>
        </p:nvSpPr>
        <p:spPr>
          <a:xfrm>
            <a:off x="7571230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4" name="Oval 98"/>
          <p:cNvSpPr/>
          <p:nvPr/>
        </p:nvSpPr>
        <p:spPr>
          <a:xfrm>
            <a:off x="7955280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5" name="Oval 99"/>
          <p:cNvSpPr/>
          <p:nvPr/>
        </p:nvSpPr>
        <p:spPr>
          <a:xfrm>
            <a:off x="8339328" y="3749037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6" name="Oval 100"/>
          <p:cNvSpPr/>
          <p:nvPr/>
        </p:nvSpPr>
        <p:spPr>
          <a:xfrm>
            <a:off x="283463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7" name="Oval 101"/>
          <p:cNvSpPr/>
          <p:nvPr/>
        </p:nvSpPr>
        <p:spPr>
          <a:xfrm>
            <a:off x="321868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8" name="Oval 102"/>
          <p:cNvSpPr/>
          <p:nvPr/>
        </p:nvSpPr>
        <p:spPr>
          <a:xfrm>
            <a:off x="3602735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9" name="Oval 103"/>
          <p:cNvSpPr/>
          <p:nvPr/>
        </p:nvSpPr>
        <p:spPr>
          <a:xfrm>
            <a:off x="3986784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0" name="Oval 104"/>
          <p:cNvSpPr/>
          <p:nvPr/>
        </p:nvSpPr>
        <p:spPr>
          <a:xfrm>
            <a:off x="4370832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1" name="Oval 105"/>
          <p:cNvSpPr/>
          <p:nvPr/>
        </p:nvSpPr>
        <p:spPr>
          <a:xfrm>
            <a:off x="4754879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2" name="Oval 106"/>
          <p:cNvSpPr/>
          <p:nvPr/>
        </p:nvSpPr>
        <p:spPr>
          <a:xfrm>
            <a:off x="513892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3" name="Oval 107"/>
          <p:cNvSpPr/>
          <p:nvPr/>
        </p:nvSpPr>
        <p:spPr>
          <a:xfrm>
            <a:off x="5522976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4" name="Oval 108"/>
          <p:cNvSpPr/>
          <p:nvPr/>
        </p:nvSpPr>
        <p:spPr>
          <a:xfrm>
            <a:off x="5907023" y="4142232"/>
            <a:ext cx="77739" cy="7773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5" name="Oval 109"/>
          <p:cNvSpPr/>
          <p:nvPr/>
        </p:nvSpPr>
        <p:spPr>
          <a:xfrm>
            <a:off x="6291071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6" name="Oval 110"/>
          <p:cNvSpPr/>
          <p:nvPr/>
        </p:nvSpPr>
        <p:spPr>
          <a:xfrm>
            <a:off x="667511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7" name="Oval 111"/>
          <p:cNvSpPr/>
          <p:nvPr/>
        </p:nvSpPr>
        <p:spPr>
          <a:xfrm>
            <a:off x="7059168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8" name="Oval 112"/>
          <p:cNvSpPr/>
          <p:nvPr/>
        </p:nvSpPr>
        <p:spPr>
          <a:xfrm>
            <a:off x="7443216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9" name="Oval 113"/>
          <p:cNvSpPr/>
          <p:nvPr/>
        </p:nvSpPr>
        <p:spPr>
          <a:xfrm>
            <a:off x="7827264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0" name="Oval 114"/>
          <p:cNvSpPr/>
          <p:nvPr/>
        </p:nvSpPr>
        <p:spPr>
          <a:xfrm>
            <a:off x="8211311" y="4142232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1" name="Oval 115"/>
          <p:cNvSpPr/>
          <p:nvPr/>
        </p:nvSpPr>
        <p:spPr>
          <a:xfrm>
            <a:off x="2962655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2" name="Oval 116"/>
          <p:cNvSpPr/>
          <p:nvPr/>
        </p:nvSpPr>
        <p:spPr>
          <a:xfrm>
            <a:off x="3346703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3" name="Oval 117"/>
          <p:cNvSpPr/>
          <p:nvPr/>
        </p:nvSpPr>
        <p:spPr>
          <a:xfrm>
            <a:off x="3730752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4" name="Oval 118"/>
          <p:cNvSpPr/>
          <p:nvPr/>
        </p:nvSpPr>
        <p:spPr>
          <a:xfrm>
            <a:off x="4114800" y="4535423"/>
            <a:ext cx="77724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5" name="Oval 119"/>
          <p:cNvSpPr/>
          <p:nvPr/>
        </p:nvSpPr>
        <p:spPr>
          <a:xfrm>
            <a:off x="4498847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6" name="Oval 120"/>
          <p:cNvSpPr/>
          <p:nvPr/>
        </p:nvSpPr>
        <p:spPr>
          <a:xfrm>
            <a:off x="4882896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7" name="Oval 121"/>
          <p:cNvSpPr/>
          <p:nvPr/>
        </p:nvSpPr>
        <p:spPr>
          <a:xfrm>
            <a:off x="5266944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8" name="Oval 122"/>
          <p:cNvSpPr/>
          <p:nvPr/>
        </p:nvSpPr>
        <p:spPr>
          <a:xfrm>
            <a:off x="5650991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9" name="Oval 123"/>
          <p:cNvSpPr/>
          <p:nvPr/>
        </p:nvSpPr>
        <p:spPr>
          <a:xfrm>
            <a:off x="6035040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0" name="Oval 124"/>
          <p:cNvSpPr/>
          <p:nvPr/>
        </p:nvSpPr>
        <p:spPr>
          <a:xfrm>
            <a:off x="6419088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1" name="Oval 125"/>
          <p:cNvSpPr/>
          <p:nvPr/>
        </p:nvSpPr>
        <p:spPr>
          <a:xfrm>
            <a:off x="6803135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2" name="Oval 126"/>
          <p:cNvSpPr/>
          <p:nvPr/>
        </p:nvSpPr>
        <p:spPr>
          <a:xfrm>
            <a:off x="7187183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3" name="Oval 127"/>
          <p:cNvSpPr/>
          <p:nvPr/>
        </p:nvSpPr>
        <p:spPr>
          <a:xfrm>
            <a:off x="7571230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4" name="Oval 128"/>
          <p:cNvSpPr/>
          <p:nvPr/>
        </p:nvSpPr>
        <p:spPr>
          <a:xfrm>
            <a:off x="7955280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5" name="Oval 129"/>
          <p:cNvSpPr/>
          <p:nvPr/>
        </p:nvSpPr>
        <p:spPr>
          <a:xfrm>
            <a:off x="8339328" y="4535423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6" name="Oval 130"/>
          <p:cNvSpPr/>
          <p:nvPr/>
        </p:nvSpPr>
        <p:spPr>
          <a:xfrm>
            <a:off x="283463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7" name="Oval 131"/>
          <p:cNvSpPr/>
          <p:nvPr/>
        </p:nvSpPr>
        <p:spPr>
          <a:xfrm>
            <a:off x="321868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8" name="Oval 132"/>
          <p:cNvSpPr/>
          <p:nvPr/>
        </p:nvSpPr>
        <p:spPr>
          <a:xfrm>
            <a:off x="3602735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9" name="Oval 133"/>
          <p:cNvSpPr/>
          <p:nvPr/>
        </p:nvSpPr>
        <p:spPr>
          <a:xfrm>
            <a:off x="3986784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0" name="Oval 134"/>
          <p:cNvSpPr/>
          <p:nvPr/>
        </p:nvSpPr>
        <p:spPr>
          <a:xfrm>
            <a:off x="4370832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1" name="Oval 135"/>
          <p:cNvSpPr/>
          <p:nvPr/>
        </p:nvSpPr>
        <p:spPr>
          <a:xfrm>
            <a:off x="4754879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2" name="Oval 136"/>
          <p:cNvSpPr/>
          <p:nvPr/>
        </p:nvSpPr>
        <p:spPr>
          <a:xfrm>
            <a:off x="513892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3" name="Oval 137"/>
          <p:cNvSpPr/>
          <p:nvPr/>
        </p:nvSpPr>
        <p:spPr>
          <a:xfrm>
            <a:off x="5522976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4" name="Oval 138"/>
          <p:cNvSpPr/>
          <p:nvPr/>
        </p:nvSpPr>
        <p:spPr>
          <a:xfrm>
            <a:off x="5907023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5" name="Oval 139"/>
          <p:cNvSpPr/>
          <p:nvPr/>
        </p:nvSpPr>
        <p:spPr>
          <a:xfrm>
            <a:off x="6291071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6" name="Oval 140"/>
          <p:cNvSpPr/>
          <p:nvPr/>
        </p:nvSpPr>
        <p:spPr>
          <a:xfrm>
            <a:off x="667511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7" name="Oval 141"/>
          <p:cNvSpPr/>
          <p:nvPr/>
        </p:nvSpPr>
        <p:spPr>
          <a:xfrm>
            <a:off x="7059168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8" name="Oval 142"/>
          <p:cNvSpPr/>
          <p:nvPr/>
        </p:nvSpPr>
        <p:spPr>
          <a:xfrm>
            <a:off x="7443216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9" name="Oval 143"/>
          <p:cNvSpPr/>
          <p:nvPr/>
        </p:nvSpPr>
        <p:spPr>
          <a:xfrm>
            <a:off x="7827264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0" name="Oval 144"/>
          <p:cNvSpPr/>
          <p:nvPr/>
        </p:nvSpPr>
        <p:spPr>
          <a:xfrm>
            <a:off x="8211311" y="4928615"/>
            <a:ext cx="77739" cy="7773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1" name="Rounded Rectangle 145"/>
          <p:cNvSpPr/>
          <p:nvPr/>
        </p:nvSpPr>
        <p:spPr>
          <a:xfrm>
            <a:off x="9528047" y="2167127"/>
            <a:ext cx="1417328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2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Connector 147"/>
          <p:cNvSpPr/>
          <p:nvPr/>
        </p:nvSpPr>
        <p:spPr>
          <a:xfrm>
            <a:off x="9802368" y="2990088"/>
            <a:ext cx="694952" cy="8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8"/>
          <p:cNvSpPr/>
          <p:nvPr/>
        </p:nvSpPr>
        <p:spPr>
          <a:xfrm>
            <a:off x="9802368" y="3310128"/>
            <a:ext cx="786392" cy="8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9"/>
          <p:cNvSpPr/>
          <p:nvPr/>
        </p:nvSpPr>
        <p:spPr>
          <a:xfrm>
            <a:off x="7098030" y="1821936"/>
            <a:ext cx="2430026" cy="12687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50"/>
          <p:cNvSpPr/>
          <p:nvPr/>
        </p:nvSpPr>
        <p:spPr>
          <a:xfrm>
            <a:off x="7994138" y="2215133"/>
            <a:ext cx="1533915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1"/>
          <p:cNvSpPr/>
          <p:nvPr/>
        </p:nvSpPr>
        <p:spPr>
          <a:xfrm>
            <a:off x="3769612" y="3001516"/>
            <a:ext cx="5758443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2"/>
          <p:cNvSpPr/>
          <p:nvPr/>
        </p:nvSpPr>
        <p:spPr>
          <a:xfrm flipV="1">
            <a:off x="4793739" y="3090671"/>
            <a:ext cx="4734316" cy="30404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3"/>
          <p:cNvSpPr/>
          <p:nvPr/>
        </p:nvSpPr>
        <p:spPr>
          <a:xfrm flipV="1">
            <a:off x="5689851" y="3090671"/>
            <a:ext cx="3838200" cy="69723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4"/>
          <p:cNvSpPr/>
          <p:nvPr/>
        </p:nvSpPr>
        <p:spPr>
          <a:xfrm flipV="1">
            <a:off x="7866126" y="3090670"/>
            <a:ext cx="1661924" cy="109043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5"/>
          <p:cNvSpPr/>
          <p:nvPr/>
        </p:nvSpPr>
        <p:spPr>
          <a:xfrm flipV="1">
            <a:off x="3641596" y="3090671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3" name="TextBox 157"/>
          <p:cNvSpPr txBox="1"/>
          <p:nvPr/>
        </p:nvSpPr>
        <p:spPr>
          <a:xfrm>
            <a:off x="3840479" y="5614415"/>
            <a:ext cx="310896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4" name="TextBox 158"/>
          <p:cNvSpPr txBox="1"/>
          <p:nvPr/>
        </p:nvSpPr>
        <p:spPr>
          <a:xfrm>
            <a:off x="8000999" y="5614415"/>
            <a:ext cx="34747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5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6" name="VoteLine r1c3"/>
          <p:cNvSpPr/>
          <p:nvPr/>
        </p:nvSpPr>
        <p:spPr>
          <a:xfrm>
            <a:off x="3641602" y="1821944"/>
            <a:ext cx="5886448" cy="12687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7" name="VoteLine r1c8"/>
          <p:cNvSpPr/>
          <p:nvPr/>
        </p:nvSpPr>
        <p:spPr>
          <a:xfrm>
            <a:off x="5561842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12"/>
          <p:cNvSpPr/>
          <p:nvPr/>
        </p:nvSpPr>
        <p:spPr>
          <a:xfrm>
            <a:off x="7098034" y="1821943"/>
            <a:ext cx="2430014" cy="126873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2c5"/>
          <p:cNvSpPr/>
          <p:nvPr/>
        </p:nvSpPr>
        <p:spPr>
          <a:xfrm>
            <a:off x="4537714" y="2215139"/>
            <a:ext cx="4990336" cy="8755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11"/>
          <p:cNvSpPr/>
          <p:nvPr/>
        </p:nvSpPr>
        <p:spPr>
          <a:xfrm>
            <a:off x="6842001" y="2215139"/>
            <a:ext cx="2686048" cy="8755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3c2"/>
          <p:cNvSpPr/>
          <p:nvPr/>
        </p:nvSpPr>
        <p:spPr>
          <a:xfrm>
            <a:off x="3257553" y="2608329"/>
            <a:ext cx="6270496" cy="4823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4c4"/>
          <p:cNvSpPr/>
          <p:nvPr/>
        </p:nvSpPr>
        <p:spPr>
          <a:xfrm>
            <a:off x="4153661" y="3001521"/>
            <a:ext cx="5374389" cy="8915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9"/>
          <p:cNvSpPr/>
          <p:nvPr/>
        </p:nvSpPr>
        <p:spPr>
          <a:xfrm>
            <a:off x="6073907" y="3001522"/>
            <a:ext cx="3454143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5c1"/>
          <p:cNvSpPr/>
          <p:nvPr/>
        </p:nvSpPr>
        <p:spPr>
          <a:xfrm flipV="1">
            <a:off x="2873505" y="3090672"/>
            <a:ext cx="6654542" cy="3040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1"/>
          <p:cNvSpPr/>
          <p:nvPr/>
        </p:nvSpPr>
        <p:spPr>
          <a:xfrm flipV="1">
            <a:off x="6713984" y="3090672"/>
            <a:ext cx="2814065" cy="30404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6c6"/>
          <p:cNvSpPr/>
          <p:nvPr/>
        </p:nvSpPr>
        <p:spPr>
          <a:xfrm flipV="1">
            <a:off x="4921763" y="3090672"/>
            <a:ext cx="4606287" cy="6972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15"/>
          <p:cNvSpPr/>
          <p:nvPr/>
        </p:nvSpPr>
        <p:spPr>
          <a:xfrm flipV="1">
            <a:off x="8378193" y="3090672"/>
            <a:ext cx="1149855" cy="6972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7c3"/>
          <p:cNvSpPr/>
          <p:nvPr/>
        </p:nvSpPr>
        <p:spPr>
          <a:xfrm flipV="1">
            <a:off x="3641602" y="3090672"/>
            <a:ext cx="5886448" cy="10904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9"/>
          <p:cNvSpPr/>
          <p:nvPr/>
        </p:nvSpPr>
        <p:spPr>
          <a:xfrm flipV="1">
            <a:off x="5945890" y="3090672"/>
            <a:ext cx="3582159" cy="10904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8c13"/>
          <p:cNvSpPr/>
          <p:nvPr/>
        </p:nvSpPr>
        <p:spPr>
          <a:xfrm flipV="1">
            <a:off x="7610095" y="3090671"/>
            <a:ext cx="1917952" cy="148362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9c5"/>
          <p:cNvSpPr/>
          <p:nvPr/>
        </p:nvSpPr>
        <p:spPr>
          <a:xfrm flipV="1">
            <a:off x="4409699" y="3090672"/>
            <a:ext cx="5118349" cy="187681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5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6" name="Connector 4"/>
          <p:cNvSpPr/>
          <p:nvPr/>
        </p:nvSpPr>
        <p:spPr>
          <a:xfrm flipH="1">
            <a:off x="6099047" y="1627632"/>
            <a:ext cx="7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8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9" name="Connector 7"/>
          <p:cNvSpPr/>
          <p:nvPr/>
        </p:nvSpPr>
        <p:spPr>
          <a:xfrm>
            <a:off x="1348738" y="2450592"/>
            <a:ext cx="7" cy="37719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0" name="Connector 8"/>
          <p:cNvSpPr/>
          <p:nvPr/>
        </p:nvSpPr>
        <p:spPr>
          <a:xfrm>
            <a:off x="1188719" y="2610610"/>
            <a:ext cx="320047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9"/>
          <p:cNvSpPr/>
          <p:nvPr/>
        </p:nvSpPr>
        <p:spPr>
          <a:xfrm flipH="1">
            <a:off x="1200149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10"/>
          <p:cNvSpPr/>
          <p:nvPr/>
        </p:nvSpPr>
        <p:spPr>
          <a:xfrm>
            <a:off x="1348737" y="2827782"/>
            <a:ext cx="148598" cy="24003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Rounded Rectangle 11"/>
          <p:cNvSpPr/>
          <p:nvPr/>
        </p:nvSpPr>
        <p:spPr>
          <a:xfrm>
            <a:off x="3310128" y="2011677"/>
            <a:ext cx="1353319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Connector 12"/>
          <p:cNvSpPr/>
          <p:nvPr/>
        </p:nvSpPr>
        <p:spPr>
          <a:xfrm>
            <a:off x="3529584" y="2450592"/>
            <a:ext cx="914406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5" name="Connector 13"/>
          <p:cNvSpPr/>
          <p:nvPr/>
        </p:nvSpPr>
        <p:spPr>
          <a:xfrm>
            <a:off x="3529584" y="2761488"/>
            <a:ext cx="786391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4"/>
          <p:cNvSpPr/>
          <p:nvPr/>
        </p:nvSpPr>
        <p:spPr>
          <a:xfrm>
            <a:off x="3529584" y="3072382"/>
            <a:ext cx="87783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Oval 15"/>
          <p:cNvSpPr/>
          <p:nvPr/>
        </p:nvSpPr>
        <p:spPr>
          <a:xfrm>
            <a:off x="2331720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" name="Connector 16"/>
          <p:cNvSpPr/>
          <p:nvPr/>
        </p:nvSpPr>
        <p:spPr>
          <a:xfrm>
            <a:off x="2372866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Connector 17"/>
          <p:cNvSpPr/>
          <p:nvPr/>
        </p:nvSpPr>
        <p:spPr>
          <a:xfrm flipV="1">
            <a:off x="2418587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TextBox 18"/>
          <p:cNvSpPr txBox="1"/>
          <p:nvPr/>
        </p:nvSpPr>
        <p:spPr>
          <a:xfrm>
            <a:off x="2103120" y="2907792"/>
            <a:ext cx="713239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1" name="Connector 19"/>
          <p:cNvSpPr/>
          <p:nvPr/>
        </p:nvSpPr>
        <p:spPr>
          <a:xfrm>
            <a:off x="1837943" y="2688332"/>
            <a:ext cx="411486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" name="Connector 20"/>
          <p:cNvSpPr/>
          <p:nvPr/>
        </p:nvSpPr>
        <p:spPr>
          <a:xfrm>
            <a:off x="2578604" y="2688332"/>
            <a:ext cx="694952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4" name="TextBox 23"/>
          <p:cNvSpPr txBox="1"/>
          <p:nvPr/>
        </p:nvSpPr>
        <p:spPr>
          <a:xfrm>
            <a:off x="3977638" y="3950208"/>
            <a:ext cx="1115569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5" name="Connector 24"/>
          <p:cNvSpPr/>
          <p:nvPr/>
        </p:nvSpPr>
        <p:spPr>
          <a:xfrm>
            <a:off x="2240277" y="4160520"/>
            <a:ext cx="22860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Connector 25"/>
          <p:cNvSpPr/>
          <p:nvPr/>
        </p:nvSpPr>
        <p:spPr>
          <a:xfrm>
            <a:off x="3657598" y="4160520"/>
            <a:ext cx="274328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TextBox 27"/>
          <p:cNvSpPr txBox="1"/>
          <p:nvPr/>
        </p:nvSpPr>
        <p:spPr>
          <a:xfrm>
            <a:off x="6419086" y="1572766"/>
            <a:ext cx="246888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9" name="Connector 29"/>
          <p:cNvSpPr/>
          <p:nvPr/>
        </p:nvSpPr>
        <p:spPr>
          <a:xfrm>
            <a:off x="7011619" y="2437787"/>
            <a:ext cx="7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" name="Connector 30"/>
          <p:cNvSpPr/>
          <p:nvPr/>
        </p:nvSpPr>
        <p:spPr>
          <a:xfrm>
            <a:off x="6860560" y="2588846"/>
            <a:ext cx="302125" cy="7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1"/>
          <p:cNvSpPr/>
          <p:nvPr/>
        </p:nvSpPr>
        <p:spPr>
          <a:xfrm flipH="1">
            <a:off x="6871350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2"/>
          <p:cNvSpPr/>
          <p:nvPr/>
        </p:nvSpPr>
        <p:spPr>
          <a:xfrm>
            <a:off x="7011619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4" name="Connector 34"/>
          <p:cNvSpPr/>
          <p:nvPr/>
        </p:nvSpPr>
        <p:spPr>
          <a:xfrm>
            <a:off x="8539781" y="2448049"/>
            <a:ext cx="914407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" name="Connector 35"/>
          <p:cNvSpPr/>
          <p:nvPr/>
        </p:nvSpPr>
        <p:spPr>
          <a:xfrm>
            <a:off x="8539781" y="2758948"/>
            <a:ext cx="786391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6"/>
          <p:cNvSpPr/>
          <p:nvPr/>
        </p:nvSpPr>
        <p:spPr>
          <a:xfrm>
            <a:off x="8539781" y="3069842"/>
            <a:ext cx="877831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" name="Connector 38"/>
          <p:cNvSpPr/>
          <p:nvPr/>
        </p:nvSpPr>
        <p:spPr>
          <a:xfrm>
            <a:off x="10710401" y="2441915"/>
            <a:ext cx="7" cy="35607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9" name="Connector 39"/>
          <p:cNvSpPr/>
          <p:nvPr/>
        </p:nvSpPr>
        <p:spPr>
          <a:xfrm>
            <a:off x="10559342" y="2592974"/>
            <a:ext cx="302125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40"/>
          <p:cNvSpPr/>
          <p:nvPr/>
        </p:nvSpPr>
        <p:spPr>
          <a:xfrm flipH="1">
            <a:off x="10570132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1"/>
          <p:cNvSpPr/>
          <p:nvPr/>
        </p:nvSpPr>
        <p:spPr>
          <a:xfrm>
            <a:off x="10710401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Oval 42"/>
          <p:cNvSpPr/>
          <p:nvPr/>
        </p:nvSpPr>
        <p:spPr>
          <a:xfrm>
            <a:off x="7973568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3" name="Connector 43"/>
          <p:cNvSpPr/>
          <p:nvPr/>
        </p:nvSpPr>
        <p:spPr>
          <a:xfrm>
            <a:off x="8014716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4" name="Connector 44"/>
          <p:cNvSpPr/>
          <p:nvPr/>
        </p:nvSpPr>
        <p:spPr>
          <a:xfrm flipV="1">
            <a:off x="8060435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Oval 45"/>
          <p:cNvSpPr/>
          <p:nvPr/>
        </p:nvSpPr>
        <p:spPr>
          <a:xfrm>
            <a:off x="9737645" y="2585210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6" name="Connector 46"/>
          <p:cNvSpPr/>
          <p:nvPr/>
        </p:nvSpPr>
        <p:spPr>
          <a:xfrm>
            <a:off x="9778793" y="2694937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" name="Connector 47"/>
          <p:cNvSpPr/>
          <p:nvPr/>
        </p:nvSpPr>
        <p:spPr>
          <a:xfrm flipV="1">
            <a:off x="9824515" y="264007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8"/>
          <p:cNvSpPr/>
          <p:nvPr/>
        </p:nvSpPr>
        <p:spPr>
          <a:xfrm>
            <a:off x="7452359" y="2688332"/>
            <a:ext cx="429774" cy="7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50"/>
          <p:cNvSpPr/>
          <p:nvPr/>
        </p:nvSpPr>
        <p:spPr>
          <a:xfrm>
            <a:off x="10042906" y="2679443"/>
            <a:ext cx="448063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2" name="TextBox 53"/>
          <p:cNvSpPr txBox="1"/>
          <p:nvPr/>
        </p:nvSpPr>
        <p:spPr>
          <a:xfrm>
            <a:off x="10241280" y="3904486"/>
            <a:ext cx="914407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3" name="Connector 54"/>
          <p:cNvSpPr/>
          <p:nvPr/>
        </p:nvSpPr>
        <p:spPr>
          <a:xfrm>
            <a:off x="8119871" y="4160520"/>
            <a:ext cx="21945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Connector 55"/>
          <p:cNvSpPr/>
          <p:nvPr/>
        </p:nvSpPr>
        <p:spPr>
          <a:xfrm>
            <a:off x="10058399" y="4160520"/>
            <a:ext cx="164600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TextBox 56"/>
          <p:cNvSpPr txBox="1"/>
          <p:nvPr/>
        </p:nvSpPr>
        <p:spPr>
          <a:xfrm>
            <a:off x="6784847" y="4773167"/>
            <a:ext cx="310896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6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7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8" name="Rectangle"/>
          <p:cNvSpPr/>
          <p:nvPr/>
        </p:nvSpPr>
        <p:spPr>
          <a:xfrm>
            <a:off x="1630322" y="1436428"/>
            <a:ext cx="9768877" cy="46699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39" name="TextBox 1"/>
          <p:cNvSpPr txBox="1"/>
          <p:nvPr/>
        </p:nvSpPr>
        <p:spPr>
          <a:xfrm>
            <a:off x="603498" y="420623"/>
            <a:ext cx="438913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3" name="Connector 4"/>
          <p:cNvSpPr/>
          <p:nvPr/>
        </p:nvSpPr>
        <p:spPr>
          <a:xfrm flipH="1">
            <a:off x="6099047" y="1627632"/>
            <a:ext cx="7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Connector 7"/>
          <p:cNvSpPr/>
          <p:nvPr/>
        </p:nvSpPr>
        <p:spPr>
          <a:xfrm>
            <a:off x="1348738" y="2450592"/>
            <a:ext cx="7" cy="37719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Connector 8"/>
          <p:cNvSpPr/>
          <p:nvPr/>
        </p:nvSpPr>
        <p:spPr>
          <a:xfrm>
            <a:off x="1188719" y="2610609"/>
            <a:ext cx="320047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9"/>
          <p:cNvSpPr/>
          <p:nvPr/>
        </p:nvSpPr>
        <p:spPr>
          <a:xfrm flipH="1">
            <a:off x="1200149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10"/>
          <p:cNvSpPr/>
          <p:nvPr/>
        </p:nvSpPr>
        <p:spPr>
          <a:xfrm>
            <a:off x="1348734" y="2827781"/>
            <a:ext cx="148598" cy="24003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Rounded Rectangle 11"/>
          <p:cNvSpPr/>
          <p:nvPr/>
        </p:nvSpPr>
        <p:spPr>
          <a:xfrm>
            <a:off x="3310128" y="2011677"/>
            <a:ext cx="1353319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1" name="Connector 12"/>
          <p:cNvSpPr/>
          <p:nvPr/>
        </p:nvSpPr>
        <p:spPr>
          <a:xfrm>
            <a:off x="3529584" y="2450592"/>
            <a:ext cx="914406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2" name="Connector 13"/>
          <p:cNvSpPr/>
          <p:nvPr/>
        </p:nvSpPr>
        <p:spPr>
          <a:xfrm>
            <a:off x="3529584" y="2761486"/>
            <a:ext cx="786391" cy="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4"/>
          <p:cNvSpPr/>
          <p:nvPr/>
        </p:nvSpPr>
        <p:spPr>
          <a:xfrm>
            <a:off x="3529584" y="3072382"/>
            <a:ext cx="87783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Oval 15"/>
          <p:cNvSpPr/>
          <p:nvPr/>
        </p:nvSpPr>
        <p:spPr>
          <a:xfrm>
            <a:off x="2331720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5" name="Connector 16"/>
          <p:cNvSpPr/>
          <p:nvPr/>
        </p:nvSpPr>
        <p:spPr>
          <a:xfrm>
            <a:off x="2372865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6" name="Connector 17"/>
          <p:cNvSpPr/>
          <p:nvPr/>
        </p:nvSpPr>
        <p:spPr>
          <a:xfrm flipV="1">
            <a:off x="2418587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TextBox 18"/>
          <p:cNvSpPr txBox="1"/>
          <p:nvPr/>
        </p:nvSpPr>
        <p:spPr>
          <a:xfrm>
            <a:off x="2103120" y="2907792"/>
            <a:ext cx="713239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8" name="Connector 19"/>
          <p:cNvSpPr/>
          <p:nvPr/>
        </p:nvSpPr>
        <p:spPr>
          <a:xfrm>
            <a:off x="1837943" y="2688332"/>
            <a:ext cx="411486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" name="Connector 20"/>
          <p:cNvSpPr/>
          <p:nvPr/>
        </p:nvSpPr>
        <p:spPr>
          <a:xfrm>
            <a:off x="2578604" y="2688332"/>
            <a:ext cx="694952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1" name="TextBox 23"/>
          <p:cNvSpPr txBox="1"/>
          <p:nvPr/>
        </p:nvSpPr>
        <p:spPr>
          <a:xfrm>
            <a:off x="3977637" y="3950208"/>
            <a:ext cx="111557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2" name="Connector 24"/>
          <p:cNvSpPr/>
          <p:nvPr/>
        </p:nvSpPr>
        <p:spPr>
          <a:xfrm>
            <a:off x="2240277" y="4160520"/>
            <a:ext cx="22860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3" name="Connector 25"/>
          <p:cNvSpPr/>
          <p:nvPr/>
        </p:nvSpPr>
        <p:spPr>
          <a:xfrm>
            <a:off x="3657598" y="4160520"/>
            <a:ext cx="274328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TextBox 27"/>
          <p:cNvSpPr txBox="1"/>
          <p:nvPr/>
        </p:nvSpPr>
        <p:spPr>
          <a:xfrm>
            <a:off x="6419086" y="1572766"/>
            <a:ext cx="246888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5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6" name="Connector 29"/>
          <p:cNvSpPr/>
          <p:nvPr/>
        </p:nvSpPr>
        <p:spPr>
          <a:xfrm>
            <a:off x="7011619" y="2437787"/>
            <a:ext cx="7" cy="35607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7" name="Connector 30"/>
          <p:cNvSpPr/>
          <p:nvPr/>
        </p:nvSpPr>
        <p:spPr>
          <a:xfrm>
            <a:off x="6860560" y="2588847"/>
            <a:ext cx="302125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1"/>
          <p:cNvSpPr/>
          <p:nvPr/>
        </p:nvSpPr>
        <p:spPr>
          <a:xfrm flipH="1">
            <a:off x="6871350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2"/>
          <p:cNvSpPr/>
          <p:nvPr/>
        </p:nvSpPr>
        <p:spPr>
          <a:xfrm>
            <a:off x="7011619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1" name="Connector 34"/>
          <p:cNvSpPr/>
          <p:nvPr/>
        </p:nvSpPr>
        <p:spPr>
          <a:xfrm>
            <a:off x="8539781" y="2448049"/>
            <a:ext cx="914407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2" name="Connector 35"/>
          <p:cNvSpPr/>
          <p:nvPr/>
        </p:nvSpPr>
        <p:spPr>
          <a:xfrm>
            <a:off x="8539781" y="2758943"/>
            <a:ext cx="786391" cy="9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6"/>
          <p:cNvSpPr/>
          <p:nvPr/>
        </p:nvSpPr>
        <p:spPr>
          <a:xfrm>
            <a:off x="8539781" y="3069842"/>
            <a:ext cx="877831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5" name="Connector 38"/>
          <p:cNvSpPr/>
          <p:nvPr/>
        </p:nvSpPr>
        <p:spPr>
          <a:xfrm>
            <a:off x="10710401" y="2441915"/>
            <a:ext cx="7" cy="35607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" name="Connector 39"/>
          <p:cNvSpPr/>
          <p:nvPr/>
        </p:nvSpPr>
        <p:spPr>
          <a:xfrm>
            <a:off x="10559342" y="2592974"/>
            <a:ext cx="302125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40"/>
          <p:cNvSpPr/>
          <p:nvPr/>
        </p:nvSpPr>
        <p:spPr>
          <a:xfrm flipH="1">
            <a:off x="10570132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1"/>
          <p:cNvSpPr/>
          <p:nvPr/>
        </p:nvSpPr>
        <p:spPr>
          <a:xfrm>
            <a:off x="10710401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Oval 42"/>
          <p:cNvSpPr/>
          <p:nvPr/>
        </p:nvSpPr>
        <p:spPr>
          <a:xfrm>
            <a:off x="7973568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0" name="Connector 43"/>
          <p:cNvSpPr/>
          <p:nvPr/>
        </p:nvSpPr>
        <p:spPr>
          <a:xfrm>
            <a:off x="8014716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" name="Connector 44"/>
          <p:cNvSpPr/>
          <p:nvPr/>
        </p:nvSpPr>
        <p:spPr>
          <a:xfrm flipV="1">
            <a:off x="8060435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Oval 45"/>
          <p:cNvSpPr/>
          <p:nvPr/>
        </p:nvSpPr>
        <p:spPr>
          <a:xfrm>
            <a:off x="9737645" y="2585210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3" name="Connector 46"/>
          <p:cNvSpPr/>
          <p:nvPr/>
        </p:nvSpPr>
        <p:spPr>
          <a:xfrm>
            <a:off x="9778793" y="2694937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4" name="Connector 47"/>
          <p:cNvSpPr/>
          <p:nvPr/>
        </p:nvSpPr>
        <p:spPr>
          <a:xfrm flipV="1">
            <a:off x="9824515" y="264007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8"/>
          <p:cNvSpPr/>
          <p:nvPr/>
        </p:nvSpPr>
        <p:spPr>
          <a:xfrm>
            <a:off x="7452359" y="2688332"/>
            <a:ext cx="429774" cy="7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50"/>
          <p:cNvSpPr/>
          <p:nvPr/>
        </p:nvSpPr>
        <p:spPr>
          <a:xfrm>
            <a:off x="10042906" y="2679444"/>
            <a:ext cx="448063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89" name="TextBox 53"/>
          <p:cNvSpPr txBox="1"/>
          <p:nvPr/>
        </p:nvSpPr>
        <p:spPr>
          <a:xfrm>
            <a:off x="10241280" y="3904486"/>
            <a:ext cx="914407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0" name="Connector 54"/>
          <p:cNvSpPr/>
          <p:nvPr/>
        </p:nvSpPr>
        <p:spPr>
          <a:xfrm>
            <a:off x="8119871" y="4160520"/>
            <a:ext cx="21945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1" name="Connector 55"/>
          <p:cNvSpPr/>
          <p:nvPr/>
        </p:nvSpPr>
        <p:spPr>
          <a:xfrm>
            <a:off x="10058399" y="4160520"/>
            <a:ext cx="164600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TextBox 56"/>
          <p:cNvSpPr txBox="1"/>
          <p:nvPr/>
        </p:nvSpPr>
        <p:spPr>
          <a:xfrm>
            <a:off x="6784847" y="4773167"/>
            <a:ext cx="310896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5" name="Rectangle"/>
          <p:cNvSpPr/>
          <p:nvPr/>
        </p:nvSpPr>
        <p:spPr>
          <a:xfrm>
            <a:off x="1630322" y="1436428"/>
            <a:ext cx="9768877" cy="46699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6" name="TextBox 21"/>
          <p:cNvSpPr txBox="1"/>
          <p:nvPr/>
        </p:nvSpPr>
        <p:spPr>
          <a:xfrm>
            <a:off x="1051560" y="4087367"/>
            <a:ext cx="1371607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7" name="TextBox 26"/>
          <p:cNvSpPr txBox="1"/>
          <p:nvPr/>
        </p:nvSpPr>
        <p:spPr>
          <a:xfrm>
            <a:off x="987548" y="4773167"/>
            <a:ext cx="3200410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8" name="TextBox 1"/>
          <p:cNvSpPr txBox="1"/>
          <p:nvPr/>
        </p:nvSpPr>
        <p:spPr>
          <a:xfrm>
            <a:off x="603498" y="420623"/>
            <a:ext cx="438913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2" name="Connector 4"/>
          <p:cNvSpPr/>
          <p:nvPr/>
        </p:nvSpPr>
        <p:spPr>
          <a:xfrm flipH="1">
            <a:off x="6099047" y="1627632"/>
            <a:ext cx="7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4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5" name="Connector 7"/>
          <p:cNvSpPr/>
          <p:nvPr/>
        </p:nvSpPr>
        <p:spPr>
          <a:xfrm>
            <a:off x="1348738" y="2450592"/>
            <a:ext cx="7" cy="37719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" name="Connector 8"/>
          <p:cNvSpPr/>
          <p:nvPr/>
        </p:nvSpPr>
        <p:spPr>
          <a:xfrm>
            <a:off x="1188719" y="2610609"/>
            <a:ext cx="320047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9"/>
          <p:cNvSpPr/>
          <p:nvPr/>
        </p:nvSpPr>
        <p:spPr>
          <a:xfrm flipH="1">
            <a:off x="1200149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10"/>
          <p:cNvSpPr/>
          <p:nvPr/>
        </p:nvSpPr>
        <p:spPr>
          <a:xfrm>
            <a:off x="1348734" y="2827781"/>
            <a:ext cx="148598" cy="24003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Rounded Rectangle 11"/>
          <p:cNvSpPr/>
          <p:nvPr/>
        </p:nvSpPr>
        <p:spPr>
          <a:xfrm>
            <a:off x="3310128" y="2011677"/>
            <a:ext cx="1353319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0" name="Connector 12"/>
          <p:cNvSpPr/>
          <p:nvPr/>
        </p:nvSpPr>
        <p:spPr>
          <a:xfrm>
            <a:off x="3529584" y="2450592"/>
            <a:ext cx="914406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" name="Connector 13"/>
          <p:cNvSpPr/>
          <p:nvPr/>
        </p:nvSpPr>
        <p:spPr>
          <a:xfrm>
            <a:off x="3529584" y="2761486"/>
            <a:ext cx="786391" cy="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4"/>
          <p:cNvSpPr/>
          <p:nvPr/>
        </p:nvSpPr>
        <p:spPr>
          <a:xfrm>
            <a:off x="3529584" y="3072382"/>
            <a:ext cx="87783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Oval 15"/>
          <p:cNvSpPr/>
          <p:nvPr/>
        </p:nvSpPr>
        <p:spPr>
          <a:xfrm>
            <a:off x="2331720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4" name="Connector 16"/>
          <p:cNvSpPr/>
          <p:nvPr/>
        </p:nvSpPr>
        <p:spPr>
          <a:xfrm>
            <a:off x="2372865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5" name="Connector 17"/>
          <p:cNvSpPr/>
          <p:nvPr/>
        </p:nvSpPr>
        <p:spPr>
          <a:xfrm flipV="1">
            <a:off x="2418587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TextBox 18"/>
          <p:cNvSpPr txBox="1"/>
          <p:nvPr/>
        </p:nvSpPr>
        <p:spPr>
          <a:xfrm>
            <a:off x="2103120" y="2907792"/>
            <a:ext cx="713239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7" name="Connector 19"/>
          <p:cNvSpPr/>
          <p:nvPr/>
        </p:nvSpPr>
        <p:spPr>
          <a:xfrm>
            <a:off x="1837943" y="2688332"/>
            <a:ext cx="411486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" name="Connector 20"/>
          <p:cNvSpPr/>
          <p:nvPr/>
        </p:nvSpPr>
        <p:spPr>
          <a:xfrm>
            <a:off x="2578604" y="2688332"/>
            <a:ext cx="694952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TextBox 21"/>
          <p:cNvSpPr txBox="1"/>
          <p:nvPr/>
        </p:nvSpPr>
        <p:spPr>
          <a:xfrm>
            <a:off x="1051560" y="4087367"/>
            <a:ext cx="1371607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0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1" name="TextBox 23"/>
          <p:cNvSpPr txBox="1"/>
          <p:nvPr/>
        </p:nvSpPr>
        <p:spPr>
          <a:xfrm>
            <a:off x="3977637" y="3950208"/>
            <a:ext cx="111557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2" name="Connector 24"/>
          <p:cNvSpPr/>
          <p:nvPr/>
        </p:nvSpPr>
        <p:spPr>
          <a:xfrm>
            <a:off x="2240277" y="4160520"/>
            <a:ext cx="22860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" name="Connector 25"/>
          <p:cNvSpPr/>
          <p:nvPr/>
        </p:nvSpPr>
        <p:spPr>
          <a:xfrm>
            <a:off x="3657598" y="4160520"/>
            <a:ext cx="274328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TextBox 26"/>
          <p:cNvSpPr txBox="1"/>
          <p:nvPr/>
        </p:nvSpPr>
        <p:spPr>
          <a:xfrm>
            <a:off x="987548" y="4773167"/>
            <a:ext cx="3200410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5" name="TextBox 27"/>
          <p:cNvSpPr txBox="1"/>
          <p:nvPr/>
        </p:nvSpPr>
        <p:spPr>
          <a:xfrm>
            <a:off x="6419086" y="1572766"/>
            <a:ext cx="246888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7" name="Connector 29"/>
          <p:cNvSpPr/>
          <p:nvPr/>
        </p:nvSpPr>
        <p:spPr>
          <a:xfrm>
            <a:off x="7011619" y="2437787"/>
            <a:ext cx="7" cy="35607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" name="Connector 30"/>
          <p:cNvSpPr/>
          <p:nvPr/>
        </p:nvSpPr>
        <p:spPr>
          <a:xfrm>
            <a:off x="6860560" y="2588847"/>
            <a:ext cx="302125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1"/>
          <p:cNvSpPr/>
          <p:nvPr/>
        </p:nvSpPr>
        <p:spPr>
          <a:xfrm flipH="1">
            <a:off x="6871350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2"/>
          <p:cNvSpPr/>
          <p:nvPr/>
        </p:nvSpPr>
        <p:spPr>
          <a:xfrm>
            <a:off x="7011619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2" name="Connector 34"/>
          <p:cNvSpPr/>
          <p:nvPr/>
        </p:nvSpPr>
        <p:spPr>
          <a:xfrm>
            <a:off x="8539781" y="2448049"/>
            <a:ext cx="914407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Connector 35"/>
          <p:cNvSpPr/>
          <p:nvPr/>
        </p:nvSpPr>
        <p:spPr>
          <a:xfrm>
            <a:off x="8539781" y="2758943"/>
            <a:ext cx="786391" cy="9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6"/>
          <p:cNvSpPr/>
          <p:nvPr/>
        </p:nvSpPr>
        <p:spPr>
          <a:xfrm>
            <a:off x="8539781" y="3069842"/>
            <a:ext cx="877831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6" name="Connector 38"/>
          <p:cNvSpPr/>
          <p:nvPr/>
        </p:nvSpPr>
        <p:spPr>
          <a:xfrm>
            <a:off x="10710401" y="2441915"/>
            <a:ext cx="7" cy="35607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Connector 39"/>
          <p:cNvSpPr/>
          <p:nvPr/>
        </p:nvSpPr>
        <p:spPr>
          <a:xfrm>
            <a:off x="10559342" y="2592974"/>
            <a:ext cx="302125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40"/>
          <p:cNvSpPr/>
          <p:nvPr/>
        </p:nvSpPr>
        <p:spPr>
          <a:xfrm flipH="1">
            <a:off x="10570132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1"/>
          <p:cNvSpPr/>
          <p:nvPr/>
        </p:nvSpPr>
        <p:spPr>
          <a:xfrm>
            <a:off x="10710401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Oval 42"/>
          <p:cNvSpPr/>
          <p:nvPr/>
        </p:nvSpPr>
        <p:spPr>
          <a:xfrm>
            <a:off x="7973568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1" name="Connector 43"/>
          <p:cNvSpPr/>
          <p:nvPr/>
        </p:nvSpPr>
        <p:spPr>
          <a:xfrm>
            <a:off x="8014716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Connector 44"/>
          <p:cNvSpPr/>
          <p:nvPr/>
        </p:nvSpPr>
        <p:spPr>
          <a:xfrm flipV="1">
            <a:off x="8060435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Oval 45"/>
          <p:cNvSpPr/>
          <p:nvPr/>
        </p:nvSpPr>
        <p:spPr>
          <a:xfrm>
            <a:off x="9737645" y="2585210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4" name="Connector 46"/>
          <p:cNvSpPr/>
          <p:nvPr/>
        </p:nvSpPr>
        <p:spPr>
          <a:xfrm>
            <a:off x="9778793" y="2694937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" name="Connector 47"/>
          <p:cNvSpPr/>
          <p:nvPr/>
        </p:nvSpPr>
        <p:spPr>
          <a:xfrm flipV="1">
            <a:off x="9824515" y="264007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8"/>
          <p:cNvSpPr/>
          <p:nvPr/>
        </p:nvSpPr>
        <p:spPr>
          <a:xfrm>
            <a:off x="7452359" y="2688332"/>
            <a:ext cx="429774" cy="7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50"/>
          <p:cNvSpPr/>
          <p:nvPr/>
        </p:nvSpPr>
        <p:spPr>
          <a:xfrm>
            <a:off x="10042906" y="2679444"/>
            <a:ext cx="448063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4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0" name="TextBox 53"/>
          <p:cNvSpPr txBox="1"/>
          <p:nvPr/>
        </p:nvSpPr>
        <p:spPr>
          <a:xfrm>
            <a:off x="10241280" y="3904486"/>
            <a:ext cx="914407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1" name="Connector 54"/>
          <p:cNvSpPr/>
          <p:nvPr/>
        </p:nvSpPr>
        <p:spPr>
          <a:xfrm>
            <a:off x="8119871" y="4160520"/>
            <a:ext cx="21945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" name="Connector 55"/>
          <p:cNvSpPr/>
          <p:nvPr/>
        </p:nvSpPr>
        <p:spPr>
          <a:xfrm>
            <a:off x="10058399" y="4160520"/>
            <a:ext cx="164600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TextBox 56"/>
          <p:cNvSpPr txBox="1"/>
          <p:nvPr/>
        </p:nvSpPr>
        <p:spPr>
          <a:xfrm>
            <a:off x="6784847" y="4773167"/>
            <a:ext cx="310896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4" name="Connector 57"/>
          <p:cNvSpPr/>
          <p:nvPr/>
        </p:nvSpPr>
        <p:spPr>
          <a:xfrm>
            <a:off x="749804" y="5413246"/>
            <a:ext cx="10680201" cy="6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5" name="TextBox 58"/>
          <p:cNvSpPr txBox="1"/>
          <p:nvPr/>
        </p:nvSpPr>
        <p:spPr>
          <a:xfrm>
            <a:off x="841242" y="5669279"/>
            <a:ext cx="4114810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6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7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8" name="Rectangle"/>
          <p:cNvSpPr/>
          <p:nvPr/>
        </p:nvSpPr>
        <p:spPr>
          <a:xfrm>
            <a:off x="5919536" y="1436428"/>
            <a:ext cx="5479663" cy="46699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9" name="TextBox 1"/>
          <p:cNvSpPr txBox="1"/>
          <p:nvPr/>
        </p:nvSpPr>
        <p:spPr>
          <a:xfrm>
            <a:off x="603498" y="420623"/>
            <a:ext cx="438913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3" name="Connector 4"/>
          <p:cNvSpPr/>
          <p:nvPr/>
        </p:nvSpPr>
        <p:spPr>
          <a:xfrm flipH="1">
            <a:off x="6099047" y="1627632"/>
            <a:ext cx="7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6" name="Connector 7"/>
          <p:cNvSpPr/>
          <p:nvPr/>
        </p:nvSpPr>
        <p:spPr>
          <a:xfrm>
            <a:off x="1348738" y="2450592"/>
            <a:ext cx="7" cy="37719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Connector 8"/>
          <p:cNvSpPr/>
          <p:nvPr/>
        </p:nvSpPr>
        <p:spPr>
          <a:xfrm>
            <a:off x="1188719" y="2610609"/>
            <a:ext cx="320047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9"/>
          <p:cNvSpPr/>
          <p:nvPr/>
        </p:nvSpPr>
        <p:spPr>
          <a:xfrm flipH="1">
            <a:off x="1200149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10"/>
          <p:cNvSpPr/>
          <p:nvPr/>
        </p:nvSpPr>
        <p:spPr>
          <a:xfrm>
            <a:off x="1348734" y="2827781"/>
            <a:ext cx="148598" cy="24003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Rounded Rectangle 11"/>
          <p:cNvSpPr/>
          <p:nvPr/>
        </p:nvSpPr>
        <p:spPr>
          <a:xfrm>
            <a:off x="3310128" y="2011677"/>
            <a:ext cx="1353319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1" name="Connector 12"/>
          <p:cNvSpPr/>
          <p:nvPr/>
        </p:nvSpPr>
        <p:spPr>
          <a:xfrm>
            <a:off x="3529584" y="2450592"/>
            <a:ext cx="914406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" name="Connector 13"/>
          <p:cNvSpPr/>
          <p:nvPr/>
        </p:nvSpPr>
        <p:spPr>
          <a:xfrm>
            <a:off x="3529584" y="2761486"/>
            <a:ext cx="786391" cy="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4"/>
          <p:cNvSpPr/>
          <p:nvPr/>
        </p:nvSpPr>
        <p:spPr>
          <a:xfrm>
            <a:off x="3529584" y="3072382"/>
            <a:ext cx="87783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Oval 15"/>
          <p:cNvSpPr/>
          <p:nvPr/>
        </p:nvSpPr>
        <p:spPr>
          <a:xfrm>
            <a:off x="2331720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5" name="Connector 16"/>
          <p:cNvSpPr/>
          <p:nvPr/>
        </p:nvSpPr>
        <p:spPr>
          <a:xfrm>
            <a:off x="2372865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Connector 17"/>
          <p:cNvSpPr/>
          <p:nvPr/>
        </p:nvSpPr>
        <p:spPr>
          <a:xfrm flipV="1">
            <a:off x="2418587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TextBox 18"/>
          <p:cNvSpPr txBox="1"/>
          <p:nvPr/>
        </p:nvSpPr>
        <p:spPr>
          <a:xfrm>
            <a:off x="2103120" y="2907792"/>
            <a:ext cx="713239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8" name="Connector 19"/>
          <p:cNvSpPr/>
          <p:nvPr/>
        </p:nvSpPr>
        <p:spPr>
          <a:xfrm>
            <a:off x="1837943" y="2688332"/>
            <a:ext cx="411486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Connector 20"/>
          <p:cNvSpPr/>
          <p:nvPr/>
        </p:nvSpPr>
        <p:spPr>
          <a:xfrm>
            <a:off x="2578604" y="2688332"/>
            <a:ext cx="694952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TextBox 21"/>
          <p:cNvSpPr txBox="1"/>
          <p:nvPr/>
        </p:nvSpPr>
        <p:spPr>
          <a:xfrm>
            <a:off x="1051560" y="4087367"/>
            <a:ext cx="1371607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2" name="TextBox 23"/>
          <p:cNvSpPr txBox="1"/>
          <p:nvPr/>
        </p:nvSpPr>
        <p:spPr>
          <a:xfrm>
            <a:off x="3977637" y="3950208"/>
            <a:ext cx="111557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3" name="Connector 24"/>
          <p:cNvSpPr/>
          <p:nvPr/>
        </p:nvSpPr>
        <p:spPr>
          <a:xfrm>
            <a:off x="2240277" y="4160520"/>
            <a:ext cx="22860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" name="Connector 25"/>
          <p:cNvSpPr/>
          <p:nvPr/>
        </p:nvSpPr>
        <p:spPr>
          <a:xfrm>
            <a:off x="3657598" y="4160520"/>
            <a:ext cx="274328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TextBox 26"/>
          <p:cNvSpPr txBox="1"/>
          <p:nvPr/>
        </p:nvSpPr>
        <p:spPr>
          <a:xfrm>
            <a:off x="987548" y="4773167"/>
            <a:ext cx="3200410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6" name="TextBox 27"/>
          <p:cNvSpPr txBox="1"/>
          <p:nvPr/>
        </p:nvSpPr>
        <p:spPr>
          <a:xfrm>
            <a:off x="6419086" y="1572766"/>
            <a:ext cx="246888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8" name="Connector 29"/>
          <p:cNvSpPr/>
          <p:nvPr/>
        </p:nvSpPr>
        <p:spPr>
          <a:xfrm>
            <a:off x="7011619" y="2437787"/>
            <a:ext cx="7" cy="35607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9" name="Connector 30"/>
          <p:cNvSpPr/>
          <p:nvPr/>
        </p:nvSpPr>
        <p:spPr>
          <a:xfrm>
            <a:off x="6860560" y="2588847"/>
            <a:ext cx="302125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1"/>
          <p:cNvSpPr/>
          <p:nvPr/>
        </p:nvSpPr>
        <p:spPr>
          <a:xfrm flipH="1">
            <a:off x="6871350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2"/>
          <p:cNvSpPr/>
          <p:nvPr/>
        </p:nvSpPr>
        <p:spPr>
          <a:xfrm>
            <a:off x="7011619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3" name="Connector 34"/>
          <p:cNvSpPr/>
          <p:nvPr/>
        </p:nvSpPr>
        <p:spPr>
          <a:xfrm>
            <a:off x="8539781" y="2448049"/>
            <a:ext cx="914407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" name="Connector 35"/>
          <p:cNvSpPr/>
          <p:nvPr/>
        </p:nvSpPr>
        <p:spPr>
          <a:xfrm>
            <a:off x="8539781" y="2758943"/>
            <a:ext cx="786391" cy="9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6"/>
          <p:cNvSpPr/>
          <p:nvPr/>
        </p:nvSpPr>
        <p:spPr>
          <a:xfrm>
            <a:off x="8539781" y="3069842"/>
            <a:ext cx="877831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7" name="Connector 38"/>
          <p:cNvSpPr/>
          <p:nvPr/>
        </p:nvSpPr>
        <p:spPr>
          <a:xfrm>
            <a:off x="10710401" y="2441915"/>
            <a:ext cx="7" cy="35607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8" name="Connector 39"/>
          <p:cNvSpPr/>
          <p:nvPr/>
        </p:nvSpPr>
        <p:spPr>
          <a:xfrm>
            <a:off x="10559342" y="2592974"/>
            <a:ext cx="302125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40"/>
          <p:cNvSpPr/>
          <p:nvPr/>
        </p:nvSpPr>
        <p:spPr>
          <a:xfrm flipH="1">
            <a:off x="10570132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1"/>
          <p:cNvSpPr/>
          <p:nvPr/>
        </p:nvSpPr>
        <p:spPr>
          <a:xfrm>
            <a:off x="10710401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Oval 42"/>
          <p:cNvSpPr/>
          <p:nvPr/>
        </p:nvSpPr>
        <p:spPr>
          <a:xfrm>
            <a:off x="7973568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2" name="Connector 43"/>
          <p:cNvSpPr/>
          <p:nvPr/>
        </p:nvSpPr>
        <p:spPr>
          <a:xfrm>
            <a:off x="8014716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3" name="Connector 44"/>
          <p:cNvSpPr/>
          <p:nvPr/>
        </p:nvSpPr>
        <p:spPr>
          <a:xfrm flipV="1">
            <a:off x="8060435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8"/>
          <p:cNvSpPr/>
          <p:nvPr/>
        </p:nvSpPr>
        <p:spPr>
          <a:xfrm>
            <a:off x="7452359" y="2688332"/>
            <a:ext cx="429774" cy="7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50"/>
          <p:cNvSpPr/>
          <p:nvPr/>
        </p:nvSpPr>
        <p:spPr>
          <a:xfrm>
            <a:off x="10042906" y="2679444"/>
            <a:ext cx="448063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7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8" name="TextBox 53"/>
          <p:cNvSpPr txBox="1"/>
          <p:nvPr/>
        </p:nvSpPr>
        <p:spPr>
          <a:xfrm>
            <a:off x="10241280" y="3904486"/>
            <a:ext cx="914407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09" name="Connector 54"/>
          <p:cNvSpPr/>
          <p:nvPr/>
        </p:nvSpPr>
        <p:spPr>
          <a:xfrm>
            <a:off x="8119871" y="4160520"/>
            <a:ext cx="21945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0" name="Connector 55"/>
          <p:cNvSpPr/>
          <p:nvPr/>
        </p:nvSpPr>
        <p:spPr>
          <a:xfrm>
            <a:off x="10058399" y="4160520"/>
            <a:ext cx="164600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TextBox 56"/>
          <p:cNvSpPr txBox="1"/>
          <p:nvPr/>
        </p:nvSpPr>
        <p:spPr>
          <a:xfrm>
            <a:off x="6784847" y="4773167"/>
            <a:ext cx="310896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2" name="Connector 57"/>
          <p:cNvSpPr/>
          <p:nvPr/>
        </p:nvSpPr>
        <p:spPr>
          <a:xfrm>
            <a:off x="749804" y="5413246"/>
            <a:ext cx="10680201" cy="6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3" name="TextBox 58"/>
          <p:cNvSpPr txBox="1"/>
          <p:nvPr/>
        </p:nvSpPr>
        <p:spPr>
          <a:xfrm>
            <a:off x="841242" y="5669279"/>
            <a:ext cx="4114810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6" name="Rectangle"/>
          <p:cNvSpPr/>
          <p:nvPr/>
        </p:nvSpPr>
        <p:spPr>
          <a:xfrm>
            <a:off x="5919536" y="3945001"/>
            <a:ext cx="5479663" cy="21613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17" name="Rectangle"/>
          <p:cNvSpPr/>
          <p:nvPr/>
        </p:nvSpPr>
        <p:spPr>
          <a:xfrm>
            <a:off x="5994177" y="1402529"/>
            <a:ext cx="2226839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18" name="Oval 45"/>
          <p:cNvSpPr/>
          <p:nvPr/>
        </p:nvSpPr>
        <p:spPr>
          <a:xfrm>
            <a:off x="9737645" y="2585210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9" name="Connector 46"/>
          <p:cNvSpPr/>
          <p:nvPr/>
        </p:nvSpPr>
        <p:spPr>
          <a:xfrm>
            <a:off x="9778793" y="2694937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0" name="Connector 47"/>
          <p:cNvSpPr/>
          <p:nvPr/>
        </p:nvSpPr>
        <p:spPr>
          <a:xfrm flipV="1">
            <a:off x="9824515" y="264007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TextBox 1"/>
          <p:cNvSpPr txBox="1"/>
          <p:nvPr/>
        </p:nvSpPr>
        <p:spPr>
          <a:xfrm>
            <a:off x="603498" y="420623"/>
            <a:ext cx="438913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extBox 1"/>
          <p:cNvSpPr txBox="1"/>
          <p:nvPr/>
        </p:nvSpPr>
        <p:spPr>
          <a:xfrm>
            <a:off x="603498" y="420623"/>
            <a:ext cx="438913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5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6" name="Connector 4"/>
          <p:cNvSpPr/>
          <p:nvPr/>
        </p:nvSpPr>
        <p:spPr>
          <a:xfrm flipH="1">
            <a:off x="6099047" y="1627632"/>
            <a:ext cx="7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7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8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9" name="Connector 7"/>
          <p:cNvSpPr/>
          <p:nvPr/>
        </p:nvSpPr>
        <p:spPr>
          <a:xfrm>
            <a:off x="1348738" y="2450592"/>
            <a:ext cx="7" cy="37719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0" name="Connector 8"/>
          <p:cNvSpPr/>
          <p:nvPr/>
        </p:nvSpPr>
        <p:spPr>
          <a:xfrm>
            <a:off x="1188719" y="2610609"/>
            <a:ext cx="320047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9"/>
          <p:cNvSpPr/>
          <p:nvPr/>
        </p:nvSpPr>
        <p:spPr>
          <a:xfrm flipH="1">
            <a:off x="1200149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10"/>
          <p:cNvSpPr/>
          <p:nvPr/>
        </p:nvSpPr>
        <p:spPr>
          <a:xfrm>
            <a:off x="1348734" y="2827781"/>
            <a:ext cx="148598" cy="24003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Rounded Rectangle 11"/>
          <p:cNvSpPr/>
          <p:nvPr/>
        </p:nvSpPr>
        <p:spPr>
          <a:xfrm>
            <a:off x="3310128" y="2011677"/>
            <a:ext cx="1353319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4" name="Connector 12"/>
          <p:cNvSpPr/>
          <p:nvPr/>
        </p:nvSpPr>
        <p:spPr>
          <a:xfrm>
            <a:off x="3529584" y="2450592"/>
            <a:ext cx="914406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5" name="Connector 13"/>
          <p:cNvSpPr/>
          <p:nvPr/>
        </p:nvSpPr>
        <p:spPr>
          <a:xfrm>
            <a:off x="3529584" y="2761486"/>
            <a:ext cx="786391" cy="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4"/>
          <p:cNvSpPr/>
          <p:nvPr/>
        </p:nvSpPr>
        <p:spPr>
          <a:xfrm>
            <a:off x="3529584" y="3072382"/>
            <a:ext cx="87783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Oval 15"/>
          <p:cNvSpPr/>
          <p:nvPr/>
        </p:nvSpPr>
        <p:spPr>
          <a:xfrm>
            <a:off x="2331720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8" name="Connector 16"/>
          <p:cNvSpPr/>
          <p:nvPr/>
        </p:nvSpPr>
        <p:spPr>
          <a:xfrm>
            <a:off x="2372865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9" name="Connector 17"/>
          <p:cNvSpPr/>
          <p:nvPr/>
        </p:nvSpPr>
        <p:spPr>
          <a:xfrm flipV="1">
            <a:off x="2418587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TextBox 18"/>
          <p:cNvSpPr txBox="1"/>
          <p:nvPr/>
        </p:nvSpPr>
        <p:spPr>
          <a:xfrm>
            <a:off x="2103120" y="2907792"/>
            <a:ext cx="713239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1" name="Connector 19"/>
          <p:cNvSpPr/>
          <p:nvPr/>
        </p:nvSpPr>
        <p:spPr>
          <a:xfrm>
            <a:off x="1837943" y="2688332"/>
            <a:ext cx="411486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2" name="Connector 20"/>
          <p:cNvSpPr/>
          <p:nvPr/>
        </p:nvSpPr>
        <p:spPr>
          <a:xfrm>
            <a:off x="2578604" y="2688332"/>
            <a:ext cx="694952" cy="7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TextBox 21"/>
          <p:cNvSpPr txBox="1"/>
          <p:nvPr/>
        </p:nvSpPr>
        <p:spPr>
          <a:xfrm>
            <a:off x="1051560" y="4087367"/>
            <a:ext cx="1371607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5" name="TextBox 23"/>
          <p:cNvSpPr txBox="1"/>
          <p:nvPr/>
        </p:nvSpPr>
        <p:spPr>
          <a:xfrm>
            <a:off x="3977637" y="3950208"/>
            <a:ext cx="111557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6" name="Connector 24"/>
          <p:cNvSpPr/>
          <p:nvPr/>
        </p:nvSpPr>
        <p:spPr>
          <a:xfrm>
            <a:off x="2240277" y="4160520"/>
            <a:ext cx="22860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7" name="Connector 25"/>
          <p:cNvSpPr/>
          <p:nvPr/>
        </p:nvSpPr>
        <p:spPr>
          <a:xfrm>
            <a:off x="3657598" y="4160520"/>
            <a:ext cx="274328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TextBox 26"/>
          <p:cNvSpPr txBox="1"/>
          <p:nvPr/>
        </p:nvSpPr>
        <p:spPr>
          <a:xfrm>
            <a:off x="987548" y="4773167"/>
            <a:ext cx="3200410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49" name="TextBox 27"/>
          <p:cNvSpPr txBox="1"/>
          <p:nvPr/>
        </p:nvSpPr>
        <p:spPr>
          <a:xfrm>
            <a:off x="6419086" y="1572766"/>
            <a:ext cx="246888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0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1" name="Connector 29"/>
          <p:cNvSpPr/>
          <p:nvPr/>
        </p:nvSpPr>
        <p:spPr>
          <a:xfrm>
            <a:off x="7011619" y="2437787"/>
            <a:ext cx="7" cy="35607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2" name="Connector 30"/>
          <p:cNvSpPr/>
          <p:nvPr/>
        </p:nvSpPr>
        <p:spPr>
          <a:xfrm>
            <a:off x="6860560" y="2588847"/>
            <a:ext cx="302125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1"/>
          <p:cNvSpPr/>
          <p:nvPr/>
        </p:nvSpPr>
        <p:spPr>
          <a:xfrm flipH="1">
            <a:off x="6871350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2"/>
          <p:cNvSpPr/>
          <p:nvPr/>
        </p:nvSpPr>
        <p:spPr>
          <a:xfrm>
            <a:off x="7011619" y="2793856"/>
            <a:ext cx="140276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6" name="Connector 34"/>
          <p:cNvSpPr/>
          <p:nvPr/>
        </p:nvSpPr>
        <p:spPr>
          <a:xfrm>
            <a:off x="8539781" y="2448049"/>
            <a:ext cx="914407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7" name="Connector 35"/>
          <p:cNvSpPr/>
          <p:nvPr/>
        </p:nvSpPr>
        <p:spPr>
          <a:xfrm>
            <a:off x="8539781" y="2758943"/>
            <a:ext cx="786391" cy="9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6"/>
          <p:cNvSpPr/>
          <p:nvPr/>
        </p:nvSpPr>
        <p:spPr>
          <a:xfrm>
            <a:off x="8539781" y="3069842"/>
            <a:ext cx="877831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0" name="Connector 38"/>
          <p:cNvSpPr/>
          <p:nvPr/>
        </p:nvSpPr>
        <p:spPr>
          <a:xfrm>
            <a:off x="10710401" y="2441915"/>
            <a:ext cx="7" cy="35607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1" name="Connector 39"/>
          <p:cNvSpPr/>
          <p:nvPr/>
        </p:nvSpPr>
        <p:spPr>
          <a:xfrm>
            <a:off x="10559342" y="2592974"/>
            <a:ext cx="302125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40"/>
          <p:cNvSpPr/>
          <p:nvPr/>
        </p:nvSpPr>
        <p:spPr>
          <a:xfrm flipH="1">
            <a:off x="10570132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1"/>
          <p:cNvSpPr/>
          <p:nvPr/>
        </p:nvSpPr>
        <p:spPr>
          <a:xfrm>
            <a:off x="10710401" y="2797979"/>
            <a:ext cx="140276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Oval 42"/>
          <p:cNvSpPr/>
          <p:nvPr/>
        </p:nvSpPr>
        <p:spPr>
          <a:xfrm>
            <a:off x="7973568" y="2587749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5" name="Connector 43"/>
          <p:cNvSpPr/>
          <p:nvPr/>
        </p:nvSpPr>
        <p:spPr>
          <a:xfrm>
            <a:off x="8014716" y="2697476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6" name="Connector 44"/>
          <p:cNvSpPr/>
          <p:nvPr/>
        </p:nvSpPr>
        <p:spPr>
          <a:xfrm flipV="1">
            <a:off x="8060435" y="264261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8"/>
          <p:cNvSpPr/>
          <p:nvPr/>
        </p:nvSpPr>
        <p:spPr>
          <a:xfrm>
            <a:off x="7452359" y="2688332"/>
            <a:ext cx="429774" cy="7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50"/>
          <p:cNvSpPr/>
          <p:nvPr/>
        </p:nvSpPr>
        <p:spPr>
          <a:xfrm>
            <a:off x="10042906" y="2679444"/>
            <a:ext cx="448063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1" name="TextBox 53"/>
          <p:cNvSpPr txBox="1"/>
          <p:nvPr/>
        </p:nvSpPr>
        <p:spPr>
          <a:xfrm>
            <a:off x="10241280" y="3904486"/>
            <a:ext cx="914407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2" name="Connector 54"/>
          <p:cNvSpPr/>
          <p:nvPr/>
        </p:nvSpPr>
        <p:spPr>
          <a:xfrm>
            <a:off x="8119871" y="4160520"/>
            <a:ext cx="219455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3" name="Connector 55"/>
          <p:cNvSpPr/>
          <p:nvPr/>
        </p:nvSpPr>
        <p:spPr>
          <a:xfrm>
            <a:off x="10058399" y="4160520"/>
            <a:ext cx="164600" cy="7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TextBox 56"/>
          <p:cNvSpPr txBox="1"/>
          <p:nvPr/>
        </p:nvSpPr>
        <p:spPr>
          <a:xfrm>
            <a:off x="6784847" y="4773167"/>
            <a:ext cx="310896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5" name="Connector 57"/>
          <p:cNvSpPr/>
          <p:nvPr/>
        </p:nvSpPr>
        <p:spPr>
          <a:xfrm>
            <a:off x="749804" y="5413246"/>
            <a:ext cx="10680201" cy="6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6" name="TextBox 58"/>
          <p:cNvSpPr txBox="1"/>
          <p:nvPr/>
        </p:nvSpPr>
        <p:spPr>
          <a:xfrm>
            <a:off x="841242" y="5669279"/>
            <a:ext cx="4114810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79" name="Oval 45"/>
          <p:cNvSpPr/>
          <p:nvPr/>
        </p:nvSpPr>
        <p:spPr>
          <a:xfrm>
            <a:off x="9737645" y="2585210"/>
            <a:ext cx="201181" cy="2011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0" name="Connector 46"/>
          <p:cNvSpPr/>
          <p:nvPr/>
        </p:nvSpPr>
        <p:spPr>
          <a:xfrm>
            <a:off x="9778793" y="2694937"/>
            <a:ext cx="45727" cy="4572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1" name="Connector 47"/>
          <p:cNvSpPr/>
          <p:nvPr/>
        </p:nvSpPr>
        <p:spPr>
          <a:xfrm flipV="1">
            <a:off x="9824515" y="2640076"/>
            <a:ext cx="82303" cy="100591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4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5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6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7" name="Oval 6"/>
          <p:cNvSpPr/>
          <p:nvPr/>
        </p:nvSpPr>
        <p:spPr>
          <a:xfrm>
            <a:off x="868680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8" name="Connector 7"/>
          <p:cNvSpPr/>
          <p:nvPr/>
        </p:nvSpPr>
        <p:spPr>
          <a:xfrm>
            <a:off x="934515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Connector 8"/>
          <p:cNvSpPr/>
          <p:nvPr/>
        </p:nvSpPr>
        <p:spPr>
          <a:xfrm>
            <a:off x="842344" y="2189805"/>
            <a:ext cx="184351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9"/>
          <p:cNvSpPr/>
          <p:nvPr/>
        </p:nvSpPr>
        <p:spPr>
          <a:xfrm flipH="1">
            <a:off x="848928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10"/>
          <p:cNvSpPr/>
          <p:nvPr/>
        </p:nvSpPr>
        <p:spPr>
          <a:xfrm>
            <a:off x="934516" y="2314892"/>
            <a:ext cx="85594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Oval 11"/>
          <p:cNvSpPr/>
          <p:nvPr/>
        </p:nvSpPr>
        <p:spPr>
          <a:xfrm>
            <a:off x="1490472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3" name="Connector 12"/>
          <p:cNvSpPr/>
          <p:nvPr/>
        </p:nvSpPr>
        <p:spPr>
          <a:xfrm>
            <a:off x="1556307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4" name="Connector 13"/>
          <p:cNvSpPr/>
          <p:nvPr/>
        </p:nvSpPr>
        <p:spPr>
          <a:xfrm>
            <a:off x="1464136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4"/>
          <p:cNvSpPr/>
          <p:nvPr/>
        </p:nvSpPr>
        <p:spPr>
          <a:xfrm flipH="1">
            <a:off x="1470719" y="2314892"/>
            <a:ext cx="85596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5"/>
          <p:cNvSpPr/>
          <p:nvPr/>
        </p:nvSpPr>
        <p:spPr>
          <a:xfrm>
            <a:off x="1556307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Oval 16"/>
          <p:cNvSpPr/>
          <p:nvPr/>
        </p:nvSpPr>
        <p:spPr>
          <a:xfrm>
            <a:off x="2112264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8" name="Connector 17"/>
          <p:cNvSpPr/>
          <p:nvPr/>
        </p:nvSpPr>
        <p:spPr>
          <a:xfrm>
            <a:off x="2178099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9" name="Connector 18"/>
          <p:cNvSpPr/>
          <p:nvPr/>
        </p:nvSpPr>
        <p:spPr>
          <a:xfrm>
            <a:off x="2085929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9"/>
          <p:cNvSpPr/>
          <p:nvPr/>
        </p:nvSpPr>
        <p:spPr>
          <a:xfrm flipH="1">
            <a:off x="2092512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20"/>
          <p:cNvSpPr/>
          <p:nvPr/>
        </p:nvSpPr>
        <p:spPr>
          <a:xfrm>
            <a:off x="2178099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Oval 21"/>
          <p:cNvSpPr/>
          <p:nvPr/>
        </p:nvSpPr>
        <p:spPr>
          <a:xfrm>
            <a:off x="2734055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3" name="Connector 22"/>
          <p:cNvSpPr/>
          <p:nvPr/>
        </p:nvSpPr>
        <p:spPr>
          <a:xfrm>
            <a:off x="2799892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4" name="Connector 23"/>
          <p:cNvSpPr/>
          <p:nvPr/>
        </p:nvSpPr>
        <p:spPr>
          <a:xfrm>
            <a:off x="2707719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4"/>
          <p:cNvSpPr/>
          <p:nvPr/>
        </p:nvSpPr>
        <p:spPr>
          <a:xfrm flipH="1">
            <a:off x="2714304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5"/>
          <p:cNvSpPr/>
          <p:nvPr/>
        </p:nvSpPr>
        <p:spPr>
          <a:xfrm>
            <a:off x="2799892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Oval 26"/>
          <p:cNvSpPr/>
          <p:nvPr/>
        </p:nvSpPr>
        <p:spPr>
          <a:xfrm>
            <a:off x="3355847" y="1965960"/>
            <a:ext cx="131687" cy="131687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8" name="Connector 27"/>
          <p:cNvSpPr/>
          <p:nvPr/>
        </p:nvSpPr>
        <p:spPr>
          <a:xfrm>
            <a:off x="3421684" y="2097633"/>
            <a:ext cx="7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9" name="Connector 28"/>
          <p:cNvSpPr/>
          <p:nvPr/>
        </p:nvSpPr>
        <p:spPr>
          <a:xfrm>
            <a:off x="3329513" y="2189805"/>
            <a:ext cx="184350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30"/>
          <p:cNvSpPr/>
          <p:nvPr/>
        </p:nvSpPr>
        <p:spPr>
          <a:xfrm flipH="1">
            <a:off x="3336093" y="2314892"/>
            <a:ext cx="85595" cy="13826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1"/>
          <p:cNvSpPr/>
          <p:nvPr/>
        </p:nvSpPr>
        <p:spPr>
          <a:xfrm>
            <a:off x="3421684" y="2314892"/>
            <a:ext cx="85595" cy="13826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Oval 36"/>
          <p:cNvSpPr/>
          <p:nvPr/>
        </p:nvSpPr>
        <p:spPr>
          <a:xfrm>
            <a:off x="3977640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3" name="Connector 37"/>
          <p:cNvSpPr/>
          <p:nvPr/>
        </p:nvSpPr>
        <p:spPr>
          <a:xfrm>
            <a:off x="4043475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4" name="Connector 38"/>
          <p:cNvSpPr/>
          <p:nvPr/>
        </p:nvSpPr>
        <p:spPr>
          <a:xfrm>
            <a:off x="395130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9"/>
          <p:cNvSpPr/>
          <p:nvPr/>
        </p:nvSpPr>
        <p:spPr>
          <a:xfrm flipH="1">
            <a:off x="3957886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40"/>
          <p:cNvSpPr/>
          <p:nvPr/>
        </p:nvSpPr>
        <p:spPr>
          <a:xfrm>
            <a:off x="4043475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Oval 41"/>
          <p:cNvSpPr/>
          <p:nvPr/>
        </p:nvSpPr>
        <p:spPr>
          <a:xfrm>
            <a:off x="4599432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8" name="Connector 42"/>
          <p:cNvSpPr/>
          <p:nvPr/>
        </p:nvSpPr>
        <p:spPr>
          <a:xfrm>
            <a:off x="4665267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9" name="Connector 43"/>
          <p:cNvSpPr/>
          <p:nvPr/>
        </p:nvSpPr>
        <p:spPr>
          <a:xfrm>
            <a:off x="4573096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4"/>
          <p:cNvSpPr/>
          <p:nvPr/>
        </p:nvSpPr>
        <p:spPr>
          <a:xfrm flipH="1">
            <a:off x="4579680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5"/>
          <p:cNvSpPr/>
          <p:nvPr/>
        </p:nvSpPr>
        <p:spPr>
          <a:xfrm>
            <a:off x="4665267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Oval 46"/>
          <p:cNvSpPr/>
          <p:nvPr/>
        </p:nvSpPr>
        <p:spPr>
          <a:xfrm>
            <a:off x="1033271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3" name="Connector 47"/>
          <p:cNvSpPr/>
          <p:nvPr/>
        </p:nvSpPr>
        <p:spPr>
          <a:xfrm>
            <a:off x="1099107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4" name="Connector 48"/>
          <p:cNvSpPr/>
          <p:nvPr/>
        </p:nvSpPr>
        <p:spPr>
          <a:xfrm>
            <a:off x="1006936" y="2921323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9"/>
          <p:cNvSpPr/>
          <p:nvPr/>
        </p:nvSpPr>
        <p:spPr>
          <a:xfrm flipH="1">
            <a:off x="1013520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50"/>
          <p:cNvSpPr/>
          <p:nvPr/>
        </p:nvSpPr>
        <p:spPr>
          <a:xfrm>
            <a:off x="1099108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Oval 51"/>
          <p:cNvSpPr/>
          <p:nvPr/>
        </p:nvSpPr>
        <p:spPr>
          <a:xfrm>
            <a:off x="1655060" y="2697477"/>
            <a:ext cx="131687" cy="131687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8" name="Connector 52"/>
          <p:cNvSpPr/>
          <p:nvPr/>
        </p:nvSpPr>
        <p:spPr>
          <a:xfrm>
            <a:off x="1720898" y="2829153"/>
            <a:ext cx="7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Connector 53"/>
          <p:cNvSpPr/>
          <p:nvPr/>
        </p:nvSpPr>
        <p:spPr>
          <a:xfrm>
            <a:off x="1628729" y="2921323"/>
            <a:ext cx="184350" cy="7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5"/>
          <p:cNvSpPr/>
          <p:nvPr/>
        </p:nvSpPr>
        <p:spPr>
          <a:xfrm flipH="1">
            <a:off x="1635312" y="3046414"/>
            <a:ext cx="85595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6"/>
          <p:cNvSpPr/>
          <p:nvPr/>
        </p:nvSpPr>
        <p:spPr>
          <a:xfrm>
            <a:off x="1720899" y="3046414"/>
            <a:ext cx="85595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Oval 61"/>
          <p:cNvSpPr/>
          <p:nvPr/>
        </p:nvSpPr>
        <p:spPr>
          <a:xfrm>
            <a:off x="2276855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3" name="Connector 62"/>
          <p:cNvSpPr/>
          <p:nvPr/>
        </p:nvSpPr>
        <p:spPr>
          <a:xfrm>
            <a:off x="2342692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Connector 63"/>
          <p:cNvSpPr/>
          <p:nvPr/>
        </p:nvSpPr>
        <p:spPr>
          <a:xfrm>
            <a:off x="2250519" y="2921323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4"/>
          <p:cNvSpPr/>
          <p:nvPr/>
        </p:nvSpPr>
        <p:spPr>
          <a:xfrm flipH="1">
            <a:off x="2257104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5"/>
          <p:cNvSpPr/>
          <p:nvPr/>
        </p:nvSpPr>
        <p:spPr>
          <a:xfrm>
            <a:off x="2342692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Oval 66"/>
          <p:cNvSpPr/>
          <p:nvPr/>
        </p:nvSpPr>
        <p:spPr>
          <a:xfrm>
            <a:off x="2898648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8" name="Connector 67"/>
          <p:cNvSpPr/>
          <p:nvPr/>
        </p:nvSpPr>
        <p:spPr>
          <a:xfrm>
            <a:off x="2964483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9" name="Connector 68"/>
          <p:cNvSpPr/>
          <p:nvPr/>
        </p:nvSpPr>
        <p:spPr>
          <a:xfrm>
            <a:off x="2872313" y="2921323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9"/>
          <p:cNvSpPr/>
          <p:nvPr/>
        </p:nvSpPr>
        <p:spPr>
          <a:xfrm flipH="1">
            <a:off x="2878895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70"/>
          <p:cNvSpPr/>
          <p:nvPr/>
        </p:nvSpPr>
        <p:spPr>
          <a:xfrm>
            <a:off x="2964483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Oval 71"/>
          <p:cNvSpPr/>
          <p:nvPr/>
        </p:nvSpPr>
        <p:spPr>
          <a:xfrm>
            <a:off x="3520440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3" name="Connector 72"/>
          <p:cNvSpPr/>
          <p:nvPr/>
        </p:nvSpPr>
        <p:spPr>
          <a:xfrm>
            <a:off x="3586275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4" name="Connector 73"/>
          <p:cNvSpPr/>
          <p:nvPr/>
        </p:nvSpPr>
        <p:spPr>
          <a:xfrm>
            <a:off x="3494104" y="2921323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4"/>
          <p:cNvSpPr/>
          <p:nvPr/>
        </p:nvSpPr>
        <p:spPr>
          <a:xfrm flipH="1">
            <a:off x="3500686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5"/>
          <p:cNvSpPr/>
          <p:nvPr/>
        </p:nvSpPr>
        <p:spPr>
          <a:xfrm>
            <a:off x="3586275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Oval 76"/>
          <p:cNvSpPr/>
          <p:nvPr/>
        </p:nvSpPr>
        <p:spPr>
          <a:xfrm>
            <a:off x="4142232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8" name="Connector 77"/>
          <p:cNvSpPr/>
          <p:nvPr/>
        </p:nvSpPr>
        <p:spPr>
          <a:xfrm>
            <a:off x="4208067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Connector 78"/>
          <p:cNvSpPr/>
          <p:nvPr/>
        </p:nvSpPr>
        <p:spPr>
          <a:xfrm>
            <a:off x="4115896" y="2921323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9"/>
          <p:cNvSpPr/>
          <p:nvPr/>
        </p:nvSpPr>
        <p:spPr>
          <a:xfrm flipH="1">
            <a:off x="4122479" y="304641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80"/>
          <p:cNvSpPr/>
          <p:nvPr/>
        </p:nvSpPr>
        <p:spPr>
          <a:xfrm>
            <a:off x="4208067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Oval 81"/>
          <p:cNvSpPr/>
          <p:nvPr/>
        </p:nvSpPr>
        <p:spPr>
          <a:xfrm>
            <a:off x="4764023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3" name="Connector 82"/>
          <p:cNvSpPr/>
          <p:nvPr/>
        </p:nvSpPr>
        <p:spPr>
          <a:xfrm>
            <a:off x="4829858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4" name="Connector 83"/>
          <p:cNvSpPr/>
          <p:nvPr/>
        </p:nvSpPr>
        <p:spPr>
          <a:xfrm>
            <a:off x="4737689" y="2921323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4"/>
          <p:cNvSpPr/>
          <p:nvPr/>
        </p:nvSpPr>
        <p:spPr>
          <a:xfrm flipH="1">
            <a:off x="4744271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5"/>
          <p:cNvSpPr/>
          <p:nvPr/>
        </p:nvSpPr>
        <p:spPr>
          <a:xfrm>
            <a:off x="4829858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Oval 86"/>
          <p:cNvSpPr/>
          <p:nvPr/>
        </p:nvSpPr>
        <p:spPr>
          <a:xfrm>
            <a:off x="868680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8" name="Connector 87"/>
          <p:cNvSpPr/>
          <p:nvPr/>
        </p:nvSpPr>
        <p:spPr>
          <a:xfrm>
            <a:off x="934515" y="356067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9" name="Connector 88"/>
          <p:cNvSpPr/>
          <p:nvPr/>
        </p:nvSpPr>
        <p:spPr>
          <a:xfrm>
            <a:off x="842344" y="3652844"/>
            <a:ext cx="184351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9"/>
          <p:cNvSpPr/>
          <p:nvPr/>
        </p:nvSpPr>
        <p:spPr>
          <a:xfrm flipH="1">
            <a:off x="848928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90"/>
          <p:cNvSpPr/>
          <p:nvPr/>
        </p:nvSpPr>
        <p:spPr>
          <a:xfrm>
            <a:off x="934516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Oval 91"/>
          <p:cNvSpPr/>
          <p:nvPr/>
        </p:nvSpPr>
        <p:spPr>
          <a:xfrm>
            <a:off x="1490472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3" name="Connector 92"/>
          <p:cNvSpPr/>
          <p:nvPr/>
        </p:nvSpPr>
        <p:spPr>
          <a:xfrm>
            <a:off x="1556307" y="356067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4" name="Connector 93"/>
          <p:cNvSpPr/>
          <p:nvPr/>
        </p:nvSpPr>
        <p:spPr>
          <a:xfrm>
            <a:off x="1464136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4"/>
          <p:cNvSpPr/>
          <p:nvPr/>
        </p:nvSpPr>
        <p:spPr>
          <a:xfrm flipH="1">
            <a:off x="1470720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5"/>
          <p:cNvSpPr/>
          <p:nvPr/>
        </p:nvSpPr>
        <p:spPr>
          <a:xfrm>
            <a:off x="1556308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Oval 96"/>
          <p:cNvSpPr/>
          <p:nvPr/>
        </p:nvSpPr>
        <p:spPr>
          <a:xfrm>
            <a:off x="2112264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8" name="Connector 97"/>
          <p:cNvSpPr/>
          <p:nvPr/>
        </p:nvSpPr>
        <p:spPr>
          <a:xfrm>
            <a:off x="2178099" y="356067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9" name="Connector 98"/>
          <p:cNvSpPr/>
          <p:nvPr/>
        </p:nvSpPr>
        <p:spPr>
          <a:xfrm>
            <a:off x="2085929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9"/>
          <p:cNvSpPr/>
          <p:nvPr/>
        </p:nvSpPr>
        <p:spPr>
          <a:xfrm flipH="1">
            <a:off x="2092512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100"/>
          <p:cNvSpPr/>
          <p:nvPr/>
        </p:nvSpPr>
        <p:spPr>
          <a:xfrm>
            <a:off x="2178099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Oval 101"/>
          <p:cNvSpPr/>
          <p:nvPr/>
        </p:nvSpPr>
        <p:spPr>
          <a:xfrm>
            <a:off x="2734055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3" name="Connector 102"/>
          <p:cNvSpPr/>
          <p:nvPr/>
        </p:nvSpPr>
        <p:spPr>
          <a:xfrm>
            <a:off x="2799892" y="356067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4" name="Connector 103"/>
          <p:cNvSpPr/>
          <p:nvPr/>
        </p:nvSpPr>
        <p:spPr>
          <a:xfrm>
            <a:off x="2707719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4"/>
          <p:cNvSpPr/>
          <p:nvPr/>
        </p:nvSpPr>
        <p:spPr>
          <a:xfrm flipH="1">
            <a:off x="2714304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5"/>
          <p:cNvSpPr/>
          <p:nvPr/>
        </p:nvSpPr>
        <p:spPr>
          <a:xfrm>
            <a:off x="2799892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Oval 106"/>
          <p:cNvSpPr/>
          <p:nvPr/>
        </p:nvSpPr>
        <p:spPr>
          <a:xfrm>
            <a:off x="3355847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8" name="Connector 107"/>
          <p:cNvSpPr/>
          <p:nvPr/>
        </p:nvSpPr>
        <p:spPr>
          <a:xfrm>
            <a:off x="3421684" y="356067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9" name="Connector 108"/>
          <p:cNvSpPr/>
          <p:nvPr/>
        </p:nvSpPr>
        <p:spPr>
          <a:xfrm>
            <a:off x="3329513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9"/>
          <p:cNvSpPr/>
          <p:nvPr/>
        </p:nvSpPr>
        <p:spPr>
          <a:xfrm flipH="1">
            <a:off x="3336093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10"/>
          <p:cNvSpPr/>
          <p:nvPr/>
        </p:nvSpPr>
        <p:spPr>
          <a:xfrm>
            <a:off x="3421684" y="3777934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Oval 111"/>
          <p:cNvSpPr/>
          <p:nvPr/>
        </p:nvSpPr>
        <p:spPr>
          <a:xfrm>
            <a:off x="3977640" y="3428998"/>
            <a:ext cx="131687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3" name="Connector 112"/>
          <p:cNvSpPr/>
          <p:nvPr/>
        </p:nvSpPr>
        <p:spPr>
          <a:xfrm>
            <a:off x="4043475" y="3560670"/>
            <a:ext cx="7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4" name="Connector 113"/>
          <p:cNvSpPr/>
          <p:nvPr/>
        </p:nvSpPr>
        <p:spPr>
          <a:xfrm>
            <a:off x="3951304" y="3652844"/>
            <a:ext cx="184350" cy="7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5"/>
          <p:cNvSpPr/>
          <p:nvPr/>
        </p:nvSpPr>
        <p:spPr>
          <a:xfrm flipH="1">
            <a:off x="3957886" y="3777934"/>
            <a:ext cx="85595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6"/>
          <p:cNvSpPr/>
          <p:nvPr/>
        </p:nvSpPr>
        <p:spPr>
          <a:xfrm>
            <a:off x="4043475" y="3777934"/>
            <a:ext cx="85595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Oval 121"/>
          <p:cNvSpPr/>
          <p:nvPr/>
        </p:nvSpPr>
        <p:spPr>
          <a:xfrm>
            <a:off x="4599432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8" name="Connector 122"/>
          <p:cNvSpPr/>
          <p:nvPr/>
        </p:nvSpPr>
        <p:spPr>
          <a:xfrm>
            <a:off x="4665267" y="356067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9" name="Connector 123"/>
          <p:cNvSpPr/>
          <p:nvPr/>
        </p:nvSpPr>
        <p:spPr>
          <a:xfrm>
            <a:off x="4573096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4"/>
          <p:cNvSpPr/>
          <p:nvPr/>
        </p:nvSpPr>
        <p:spPr>
          <a:xfrm flipH="1">
            <a:off x="4579679" y="377793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5"/>
          <p:cNvSpPr/>
          <p:nvPr/>
        </p:nvSpPr>
        <p:spPr>
          <a:xfrm>
            <a:off x="4665267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Oval 126"/>
          <p:cNvSpPr/>
          <p:nvPr/>
        </p:nvSpPr>
        <p:spPr>
          <a:xfrm>
            <a:off x="1033271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3" name="Connector 127"/>
          <p:cNvSpPr/>
          <p:nvPr/>
        </p:nvSpPr>
        <p:spPr>
          <a:xfrm>
            <a:off x="1099107" y="4292192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4" name="Connector 128"/>
          <p:cNvSpPr/>
          <p:nvPr/>
        </p:nvSpPr>
        <p:spPr>
          <a:xfrm>
            <a:off x="1006936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9"/>
          <p:cNvSpPr/>
          <p:nvPr/>
        </p:nvSpPr>
        <p:spPr>
          <a:xfrm flipH="1">
            <a:off x="1013520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30"/>
          <p:cNvSpPr/>
          <p:nvPr/>
        </p:nvSpPr>
        <p:spPr>
          <a:xfrm>
            <a:off x="1099108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Oval 131"/>
          <p:cNvSpPr/>
          <p:nvPr/>
        </p:nvSpPr>
        <p:spPr>
          <a:xfrm>
            <a:off x="1655060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8" name="Connector 132"/>
          <p:cNvSpPr/>
          <p:nvPr/>
        </p:nvSpPr>
        <p:spPr>
          <a:xfrm>
            <a:off x="1720898" y="4292192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9" name="Connector 133"/>
          <p:cNvSpPr/>
          <p:nvPr/>
        </p:nvSpPr>
        <p:spPr>
          <a:xfrm>
            <a:off x="162872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4"/>
          <p:cNvSpPr/>
          <p:nvPr/>
        </p:nvSpPr>
        <p:spPr>
          <a:xfrm flipH="1">
            <a:off x="1635312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5"/>
          <p:cNvSpPr/>
          <p:nvPr/>
        </p:nvSpPr>
        <p:spPr>
          <a:xfrm>
            <a:off x="172089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Oval 136"/>
          <p:cNvSpPr/>
          <p:nvPr/>
        </p:nvSpPr>
        <p:spPr>
          <a:xfrm>
            <a:off x="2276855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3" name="Connector 137"/>
          <p:cNvSpPr/>
          <p:nvPr/>
        </p:nvSpPr>
        <p:spPr>
          <a:xfrm>
            <a:off x="2342692" y="4292192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4" name="Connector 138"/>
          <p:cNvSpPr/>
          <p:nvPr/>
        </p:nvSpPr>
        <p:spPr>
          <a:xfrm>
            <a:off x="225051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9"/>
          <p:cNvSpPr/>
          <p:nvPr/>
        </p:nvSpPr>
        <p:spPr>
          <a:xfrm flipH="1">
            <a:off x="2257104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40"/>
          <p:cNvSpPr/>
          <p:nvPr/>
        </p:nvSpPr>
        <p:spPr>
          <a:xfrm>
            <a:off x="2342692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Oval 141"/>
          <p:cNvSpPr/>
          <p:nvPr/>
        </p:nvSpPr>
        <p:spPr>
          <a:xfrm>
            <a:off x="2898648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8" name="Connector 142"/>
          <p:cNvSpPr/>
          <p:nvPr/>
        </p:nvSpPr>
        <p:spPr>
          <a:xfrm>
            <a:off x="2964483" y="4292192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9" name="Connector 143"/>
          <p:cNvSpPr/>
          <p:nvPr/>
        </p:nvSpPr>
        <p:spPr>
          <a:xfrm>
            <a:off x="2872313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4"/>
          <p:cNvSpPr/>
          <p:nvPr/>
        </p:nvSpPr>
        <p:spPr>
          <a:xfrm flipH="1">
            <a:off x="2878895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5"/>
          <p:cNvSpPr/>
          <p:nvPr/>
        </p:nvSpPr>
        <p:spPr>
          <a:xfrm>
            <a:off x="2964483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Oval 146"/>
          <p:cNvSpPr/>
          <p:nvPr/>
        </p:nvSpPr>
        <p:spPr>
          <a:xfrm>
            <a:off x="3520440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3" name="Connector 147"/>
          <p:cNvSpPr/>
          <p:nvPr/>
        </p:nvSpPr>
        <p:spPr>
          <a:xfrm>
            <a:off x="3586275" y="4292192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Connector 148"/>
          <p:cNvSpPr/>
          <p:nvPr/>
        </p:nvSpPr>
        <p:spPr>
          <a:xfrm>
            <a:off x="3494104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9"/>
          <p:cNvSpPr/>
          <p:nvPr/>
        </p:nvSpPr>
        <p:spPr>
          <a:xfrm flipH="1">
            <a:off x="3500686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50"/>
          <p:cNvSpPr/>
          <p:nvPr/>
        </p:nvSpPr>
        <p:spPr>
          <a:xfrm>
            <a:off x="3586275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Oval 151"/>
          <p:cNvSpPr/>
          <p:nvPr/>
        </p:nvSpPr>
        <p:spPr>
          <a:xfrm>
            <a:off x="4142232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8" name="Connector 152"/>
          <p:cNvSpPr/>
          <p:nvPr/>
        </p:nvSpPr>
        <p:spPr>
          <a:xfrm>
            <a:off x="4208067" y="4292192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9" name="Connector 153"/>
          <p:cNvSpPr/>
          <p:nvPr/>
        </p:nvSpPr>
        <p:spPr>
          <a:xfrm>
            <a:off x="4115896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4"/>
          <p:cNvSpPr/>
          <p:nvPr/>
        </p:nvSpPr>
        <p:spPr>
          <a:xfrm flipH="1">
            <a:off x="4122479" y="4509452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5"/>
          <p:cNvSpPr/>
          <p:nvPr/>
        </p:nvSpPr>
        <p:spPr>
          <a:xfrm>
            <a:off x="4208067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Oval 156"/>
          <p:cNvSpPr/>
          <p:nvPr/>
        </p:nvSpPr>
        <p:spPr>
          <a:xfrm>
            <a:off x="4764023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3" name="Connector 157"/>
          <p:cNvSpPr/>
          <p:nvPr/>
        </p:nvSpPr>
        <p:spPr>
          <a:xfrm>
            <a:off x="4829858" y="4292192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4" name="Connector 158"/>
          <p:cNvSpPr/>
          <p:nvPr/>
        </p:nvSpPr>
        <p:spPr>
          <a:xfrm>
            <a:off x="473768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9"/>
          <p:cNvSpPr/>
          <p:nvPr/>
        </p:nvSpPr>
        <p:spPr>
          <a:xfrm flipH="1">
            <a:off x="4744271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60"/>
          <p:cNvSpPr/>
          <p:nvPr/>
        </p:nvSpPr>
        <p:spPr>
          <a:xfrm>
            <a:off x="4829858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5" name="Oval 6"/>
          <p:cNvSpPr/>
          <p:nvPr/>
        </p:nvSpPr>
        <p:spPr>
          <a:xfrm>
            <a:off x="868680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6" name="Connector 7"/>
          <p:cNvSpPr/>
          <p:nvPr/>
        </p:nvSpPr>
        <p:spPr>
          <a:xfrm>
            <a:off x="934515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7" name="Connector 8"/>
          <p:cNvSpPr/>
          <p:nvPr/>
        </p:nvSpPr>
        <p:spPr>
          <a:xfrm>
            <a:off x="842344" y="2189805"/>
            <a:ext cx="184351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9"/>
          <p:cNvSpPr/>
          <p:nvPr/>
        </p:nvSpPr>
        <p:spPr>
          <a:xfrm flipH="1">
            <a:off x="848928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10"/>
          <p:cNvSpPr/>
          <p:nvPr/>
        </p:nvSpPr>
        <p:spPr>
          <a:xfrm>
            <a:off x="934513" y="2314892"/>
            <a:ext cx="85594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Oval 11"/>
          <p:cNvSpPr/>
          <p:nvPr/>
        </p:nvSpPr>
        <p:spPr>
          <a:xfrm>
            <a:off x="1490472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1" name="Connector 12"/>
          <p:cNvSpPr/>
          <p:nvPr/>
        </p:nvSpPr>
        <p:spPr>
          <a:xfrm>
            <a:off x="1556307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2" name="Connector 13"/>
          <p:cNvSpPr/>
          <p:nvPr/>
        </p:nvSpPr>
        <p:spPr>
          <a:xfrm>
            <a:off x="1464136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4"/>
          <p:cNvSpPr/>
          <p:nvPr/>
        </p:nvSpPr>
        <p:spPr>
          <a:xfrm flipH="1">
            <a:off x="1470719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5"/>
          <p:cNvSpPr/>
          <p:nvPr/>
        </p:nvSpPr>
        <p:spPr>
          <a:xfrm>
            <a:off x="1556307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Oval 16"/>
          <p:cNvSpPr/>
          <p:nvPr/>
        </p:nvSpPr>
        <p:spPr>
          <a:xfrm>
            <a:off x="2112264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6" name="Connector 17"/>
          <p:cNvSpPr/>
          <p:nvPr/>
        </p:nvSpPr>
        <p:spPr>
          <a:xfrm>
            <a:off x="2178098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7" name="Connector 18"/>
          <p:cNvSpPr/>
          <p:nvPr/>
        </p:nvSpPr>
        <p:spPr>
          <a:xfrm>
            <a:off x="2085929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9"/>
          <p:cNvSpPr/>
          <p:nvPr/>
        </p:nvSpPr>
        <p:spPr>
          <a:xfrm flipH="1">
            <a:off x="2092512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20"/>
          <p:cNvSpPr/>
          <p:nvPr/>
        </p:nvSpPr>
        <p:spPr>
          <a:xfrm>
            <a:off x="2178099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Oval 21"/>
          <p:cNvSpPr/>
          <p:nvPr/>
        </p:nvSpPr>
        <p:spPr>
          <a:xfrm>
            <a:off x="2734055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1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2" name="Connector 23"/>
          <p:cNvSpPr/>
          <p:nvPr/>
        </p:nvSpPr>
        <p:spPr>
          <a:xfrm>
            <a:off x="2707719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4"/>
          <p:cNvSpPr/>
          <p:nvPr/>
        </p:nvSpPr>
        <p:spPr>
          <a:xfrm flipH="1">
            <a:off x="2714304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5"/>
          <p:cNvSpPr/>
          <p:nvPr/>
        </p:nvSpPr>
        <p:spPr>
          <a:xfrm>
            <a:off x="2799892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Oval 26"/>
          <p:cNvSpPr/>
          <p:nvPr/>
        </p:nvSpPr>
        <p:spPr>
          <a:xfrm>
            <a:off x="3355847" y="1965960"/>
            <a:ext cx="131687" cy="13168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6" name="Connector 27"/>
          <p:cNvSpPr/>
          <p:nvPr/>
        </p:nvSpPr>
        <p:spPr>
          <a:xfrm>
            <a:off x="3421684" y="2097633"/>
            <a:ext cx="7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7" name="Connector 28"/>
          <p:cNvSpPr/>
          <p:nvPr/>
        </p:nvSpPr>
        <p:spPr>
          <a:xfrm>
            <a:off x="3329513" y="2189805"/>
            <a:ext cx="184350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30"/>
          <p:cNvSpPr/>
          <p:nvPr/>
        </p:nvSpPr>
        <p:spPr>
          <a:xfrm flipH="1">
            <a:off x="3336091" y="2314892"/>
            <a:ext cx="85595" cy="13826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1"/>
          <p:cNvSpPr/>
          <p:nvPr/>
        </p:nvSpPr>
        <p:spPr>
          <a:xfrm>
            <a:off x="3421684" y="2314892"/>
            <a:ext cx="85595" cy="13826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Oval 36"/>
          <p:cNvSpPr/>
          <p:nvPr/>
        </p:nvSpPr>
        <p:spPr>
          <a:xfrm>
            <a:off x="3977640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1" name="Connector 37"/>
          <p:cNvSpPr/>
          <p:nvPr/>
        </p:nvSpPr>
        <p:spPr>
          <a:xfrm>
            <a:off x="4043473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2" name="Connector 38"/>
          <p:cNvSpPr/>
          <p:nvPr/>
        </p:nvSpPr>
        <p:spPr>
          <a:xfrm>
            <a:off x="395130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9"/>
          <p:cNvSpPr/>
          <p:nvPr/>
        </p:nvSpPr>
        <p:spPr>
          <a:xfrm flipH="1">
            <a:off x="3957885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40"/>
          <p:cNvSpPr/>
          <p:nvPr/>
        </p:nvSpPr>
        <p:spPr>
          <a:xfrm>
            <a:off x="4043474" y="2314892"/>
            <a:ext cx="85594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Oval 41"/>
          <p:cNvSpPr/>
          <p:nvPr/>
        </p:nvSpPr>
        <p:spPr>
          <a:xfrm>
            <a:off x="4599432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6" name="Connector 42"/>
          <p:cNvSpPr/>
          <p:nvPr/>
        </p:nvSpPr>
        <p:spPr>
          <a:xfrm>
            <a:off x="4665267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7" name="Connector 43"/>
          <p:cNvSpPr/>
          <p:nvPr/>
        </p:nvSpPr>
        <p:spPr>
          <a:xfrm>
            <a:off x="4573096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4"/>
          <p:cNvSpPr/>
          <p:nvPr/>
        </p:nvSpPr>
        <p:spPr>
          <a:xfrm flipH="1">
            <a:off x="4579680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5"/>
          <p:cNvSpPr/>
          <p:nvPr/>
        </p:nvSpPr>
        <p:spPr>
          <a:xfrm>
            <a:off x="4665267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Oval 46"/>
          <p:cNvSpPr/>
          <p:nvPr/>
        </p:nvSpPr>
        <p:spPr>
          <a:xfrm>
            <a:off x="1033271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1" name="Connector 47"/>
          <p:cNvSpPr/>
          <p:nvPr/>
        </p:nvSpPr>
        <p:spPr>
          <a:xfrm>
            <a:off x="1099107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2" name="Connector 48"/>
          <p:cNvSpPr/>
          <p:nvPr/>
        </p:nvSpPr>
        <p:spPr>
          <a:xfrm>
            <a:off x="1006936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9"/>
          <p:cNvSpPr/>
          <p:nvPr/>
        </p:nvSpPr>
        <p:spPr>
          <a:xfrm flipH="1">
            <a:off x="1013519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50"/>
          <p:cNvSpPr/>
          <p:nvPr/>
        </p:nvSpPr>
        <p:spPr>
          <a:xfrm>
            <a:off x="1099107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Oval 51"/>
          <p:cNvSpPr/>
          <p:nvPr/>
        </p:nvSpPr>
        <p:spPr>
          <a:xfrm>
            <a:off x="1655060" y="2697477"/>
            <a:ext cx="131687" cy="13168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6" name="Connector 52"/>
          <p:cNvSpPr/>
          <p:nvPr/>
        </p:nvSpPr>
        <p:spPr>
          <a:xfrm>
            <a:off x="1720898" y="2829153"/>
            <a:ext cx="7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7" name="Connector 53"/>
          <p:cNvSpPr/>
          <p:nvPr/>
        </p:nvSpPr>
        <p:spPr>
          <a:xfrm>
            <a:off x="1628729" y="2921322"/>
            <a:ext cx="184350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5"/>
          <p:cNvSpPr/>
          <p:nvPr/>
        </p:nvSpPr>
        <p:spPr>
          <a:xfrm flipH="1">
            <a:off x="1635311" y="3046414"/>
            <a:ext cx="85595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6"/>
          <p:cNvSpPr/>
          <p:nvPr/>
        </p:nvSpPr>
        <p:spPr>
          <a:xfrm>
            <a:off x="1720899" y="3046414"/>
            <a:ext cx="85595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Oval 61"/>
          <p:cNvSpPr/>
          <p:nvPr/>
        </p:nvSpPr>
        <p:spPr>
          <a:xfrm>
            <a:off x="2276855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1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2" name="Connector 63"/>
          <p:cNvSpPr/>
          <p:nvPr/>
        </p:nvSpPr>
        <p:spPr>
          <a:xfrm>
            <a:off x="2250519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4"/>
          <p:cNvSpPr/>
          <p:nvPr/>
        </p:nvSpPr>
        <p:spPr>
          <a:xfrm flipH="1">
            <a:off x="2257104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5"/>
          <p:cNvSpPr/>
          <p:nvPr/>
        </p:nvSpPr>
        <p:spPr>
          <a:xfrm>
            <a:off x="2342692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Oval 66"/>
          <p:cNvSpPr/>
          <p:nvPr/>
        </p:nvSpPr>
        <p:spPr>
          <a:xfrm>
            <a:off x="2898648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6" name="Connector 67"/>
          <p:cNvSpPr/>
          <p:nvPr/>
        </p:nvSpPr>
        <p:spPr>
          <a:xfrm>
            <a:off x="2964482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7" name="Connector 68"/>
          <p:cNvSpPr/>
          <p:nvPr/>
        </p:nvSpPr>
        <p:spPr>
          <a:xfrm>
            <a:off x="2872313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9"/>
          <p:cNvSpPr/>
          <p:nvPr/>
        </p:nvSpPr>
        <p:spPr>
          <a:xfrm flipH="1">
            <a:off x="2878895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70"/>
          <p:cNvSpPr/>
          <p:nvPr/>
        </p:nvSpPr>
        <p:spPr>
          <a:xfrm>
            <a:off x="2964483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Oval 71"/>
          <p:cNvSpPr/>
          <p:nvPr/>
        </p:nvSpPr>
        <p:spPr>
          <a:xfrm>
            <a:off x="3520440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1" name="Connector 72"/>
          <p:cNvSpPr/>
          <p:nvPr/>
        </p:nvSpPr>
        <p:spPr>
          <a:xfrm>
            <a:off x="3586273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2" name="Connector 73"/>
          <p:cNvSpPr/>
          <p:nvPr/>
        </p:nvSpPr>
        <p:spPr>
          <a:xfrm>
            <a:off x="3494104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4"/>
          <p:cNvSpPr/>
          <p:nvPr/>
        </p:nvSpPr>
        <p:spPr>
          <a:xfrm flipH="1">
            <a:off x="3500684" y="304641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5"/>
          <p:cNvSpPr/>
          <p:nvPr/>
        </p:nvSpPr>
        <p:spPr>
          <a:xfrm>
            <a:off x="3586273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Oval 76"/>
          <p:cNvSpPr/>
          <p:nvPr/>
        </p:nvSpPr>
        <p:spPr>
          <a:xfrm>
            <a:off x="4142232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6" name="Connector 77"/>
          <p:cNvSpPr/>
          <p:nvPr/>
        </p:nvSpPr>
        <p:spPr>
          <a:xfrm>
            <a:off x="4208067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7" name="Connector 78"/>
          <p:cNvSpPr/>
          <p:nvPr/>
        </p:nvSpPr>
        <p:spPr>
          <a:xfrm>
            <a:off x="4115896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9"/>
          <p:cNvSpPr/>
          <p:nvPr/>
        </p:nvSpPr>
        <p:spPr>
          <a:xfrm flipH="1">
            <a:off x="4122479" y="304641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80"/>
          <p:cNvSpPr/>
          <p:nvPr/>
        </p:nvSpPr>
        <p:spPr>
          <a:xfrm>
            <a:off x="4208067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Oval 81"/>
          <p:cNvSpPr/>
          <p:nvPr/>
        </p:nvSpPr>
        <p:spPr>
          <a:xfrm>
            <a:off x="4764023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1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2" name="Connector 83"/>
          <p:cNvSpPr/>
          <p:nvPr/>
        </p:nvSpPr>
        <p:spPr>
          <a:xfrm>
            <a:off x="4737689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4"/>
          <p:cNvSpPr/>
          <p:nvPr/>
        </p:nvSpPr>
        <p:spPr>
          <a:xfrm flipH="1">
            <a:off x="4744269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5"/>
          <p:cNvSpPr/>
          <p:nvPr/>
        </p:nvSpPr>
        <p:spPr>
          <a:xfrm>
            <a:off x="4829856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Oval 86"/>
          <p:cNvSpPr/>
          <p:nvPr/>
        </p:nvSpPr>
        <p:spPr>
          <a:xfrm>
            <a:off x="868680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6" name="Connector 87"/>
          <p:cNvSpPr/>
          <p:nvPr/>
        </p:nvSpPr>
        <p:spPr>
          <a:xfrm>
            <a:off x="934515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7" name="Connector 88"/>
          <p:cNvSpPr/>
          <p:nvPr/>
        </p:nvSpPr>
        <p:spPr>
          <a:xfrm>
            <a:off x="842344" y="3652844"/>
            <a:ext cx="184351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9"/>
          <p:cNvSpPr/>
          <p:nvPr/>
        </p:nvSpPr>
        <p:spPr>
          <a:xfrm flipH="1">
            <a:off x="848928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90"/>
          <p:cNvSpPr/>
          <p:nvPr/>
        </p:nvSpPr>
        <p:spPr>
          <a:xfrm>
            <a:off x="934513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Oval 91"/>
          <p:cNvSpPr/>
          <p:nvPr/>
        </p:nvSpPr>
        <p:spPr>
          <a:xfrm>
            <a:off x="1490472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1" name="Connector 92"/>
          <p:cNvSpPr/>
          <p:nvPr/>
        </p:nvSpPr>
        <p:spPr>
          <a:xfrm>
            <a:off x="1556307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2" name="Connector 93"/>
          <p:cNvSpPr/>
          <p:nvPr/>
        </p:nvSpPr>
        <p:spPr>
          <a:xfrm>
            <a:off x="1464136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4"/>
          <p:cNvSpPr/>
          <p:nvPr/>
        </p:nvSpPr>
        <p:spPr>
          <a:xfrm flipH="1">
            <a:off x="1470719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5"/>
          <p:cNvSpPr/>
          <p:nvPr/>
        </p:nvSpPr>
        <p:spPr>
          <a:xfrm>
            <a:off x="1556307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Oval 96"/>
          <p:cNvSpPr/>
          <p:nvPr/>
        </p:nvSpPr>
        <p:spPr>
          <a:xfrm>
            <a:off x="2112264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6" name="Connector 97"/>
          <p:cNvSpPr/>
          <p:nvPr/>
        </p:nvSpPr>
        <p:spPr>
          <a:xfrm>
            <a:off x="2178098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7" name="Connector 98"/>
          <p:cNvSpPr/>
          <p:nvPr/>
        </p:nvSpPr>
        <p:spPr>
          <a:xfrm>
            <a:off x="2085929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9"/>
          <p:cNvSpPr/>
          <p:nvPr/>
        </p:nvSpPr>
        <p:spPr>
          <a:xfrm flipH="1">
            <a:off x="2092512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100"/>
          <p:cNvSpPr/>
          <p:nvPr/>
        </p:nvSpPr>
        <p:spPr>
          <a:xfrm>
            <a:off x="2178099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Oval 101"/>
          <p:cNvSpPr/>
          <p:nvPr/>
        </p:nvSpPr>
        <p:spPr>
          <a:xfrm>
            <a:off x="2734055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1" name="Connector 102"/>
          <p:cNvSpPr/>
          <p:nvPr/>
        </p:nvSpPr>
        <p:spPr>
          <a:xfrm>
            <a:off x="2799892" y="3560668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2" name="Connector 103"/>
          <p:cNvSpPr/>
          <p:nvPr/>
        </p:nvSpPr>
        <p:spPr>
          <a:xfrm>
            <a:off x="2707719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4"/>
          <p:cNvSpPr/>
          <p:nvPr/>
        </p:nvSpPr>
        <p:spPr>
          <a:xfrm flipH="1">
            <a:off x="2714304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5"/>
          <p:cNvSpPr/>
          <p:nvPr/>
        </p:nvSpPr>
        <p:spPr>
          <a:xfrm>
            <a:off x="2799892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Oval 106"/>
          <p:cNvSpPr/>
          <p:nvPr/>
        </p:nvSpPr>
        <p:spPr>
          <a:xfrm>
            <a:off x="3355847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6" name="Connector 107"/>
          <p:cNvSpPr/>
          <p:nvPr/>
        </p:nvSpPr>
        <p:spPr>
          <a:xfrm>
            <a:off x="3421684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7" name="Connector 108"/>
          <p:cNvSpPr/>
          <p:nvPr/>
        </p:nvSpPr>
        <p:spPr>
          <a:xfrm>
            <a:off x="3329513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9"/>
          <p:cNvSpPr/>
          <p:nvPr/>
        </p:nvSpPr>
        <p:spPr>
          <a:xfrm flipH="1">
            <a:off x="3336091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10"/>
          <p:cNvSpPr/>
          <p:nvPr/>
        </p:nvSpPr>
        <p:spPr>
          <a:xfrm>
            <a:off x="3421684" y="3777934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Oval 111"/>
          <p:cNvSpPr/>
          <p:nvPr/>
        </p:nvSpPr>
        <p:spPr>
          <a:xfrm>
            <a:off x="3977640" y="3428998"/>
            <a:ext cx="131687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1" name="Connector 112"/>
          <p:cNvSpPr/>
          <p:nvPr/>
        </p:nvSpPr>
        <p:spPr>
          <a:xfrm>
            <a:off x="4043473" y="3560668"/>
            <a:ext cx="7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2" name="Connector 113"/>
          <p:cNvSpPr/>
          <p:nvPr/>
        </p:nvSpPr>
        <p:spPr>
          <a:xfrm>
            <a:off x="3951304" y="3652844"/>
            <a:ext cx="184350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5"/>
          <p:cNvSpPr/>
          <p:nvPr/>
        </p:nvSpPr>
        <p:spPr>
          <a:xfrm flipH="1">
            <a:off x="3957884" y="3777934"/>
            <a:ext cx="85596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6"/>
          <p:cNvSpPr/>
          <p:nvPr/>
        </p:nvSpPr>
        <p:spPr>
          <a:xfrm>
            <a:off x="4043473" y="3777934"/>
            <a:ext cx="85595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Oval 121"/>
          <p:cNvSpPr/>
          <p:nvPr/>
        </p:nvSpPr>
        <p:spPr>
          <a:xfrm>
            <a:off x="4599432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6" name="Connector 122"/>
          <p:cNvSpPr/>
          <p:nvPr/>
        </p:nvSpPr>
        <p:spPr>
          <a:xfrm>
            <a:off x="4665267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7" name="Connector 123"/>
          <p:cNvSpPr/>
          <p:nvPr/>
        </p:nvSpPr>
        <p:spPr>
          <a:xfrm>
            <a:off x="4573096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4"/>
          <p:cNvSpPr/>
          <p:nvPr/>
        </p:nvSpPr>
        <p:spPr>
          <a:xfrm flipH="1">
            <a:off x="4579679" y="377793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5"/>
          <p:cNvSpPr/>
          <p:nvPr/>
        </p:nvSpPr>
        <p:spPr>
          <a:xfrm>
            <a:off x="4665267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Oval 126"/>
          <p:cNvSpPr/>
          <p:nvPr/>
        </p:nvSpPr>
        <p:spPr>
          <a:xfrm>
            <a:off x="1033271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1" name="Connector 127"/>
          <p:cNvSpPr/>
          <p:nvPr/>
        </p:nvSpPr>
        <p:spPr>
          <a:xfrm>
            <a:off x="1099107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2" name="Connector 128"/>
          <p:cNvSpPr/>
          <p:nvPr/>
        </p:nvSpPr>
        <p:spPr>
          <a:xfrm>
            <a:off x="1006936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9"/>
          <p:cNvSpPr/>
          <p:nvPr/>
        </p:nvSpPr>
        <p:spPr>
          <a:xfrm flipH="1">
            <a:off x="101351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30"/>
          <p:cNvSpPr/>
          <p:nvPr/>
        </p:nvSpPr>
        <p:spPr>
          <a:xfrm>
            <a:off x="1099107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Oval 131"/>
          <p:cNvSpPr/>
          <p:nvPr/>
        </p:nvSpPr>
        <p:spPr>
          <a:xfrm>
            <a:off x="1655060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6" name="Connector 132"/>
          <p:cNvSpPr/>
          <p:nvPr/>
        </p:nvSpPr>
        <p:spPr>
          <a:xfrm>
            <a:off x="1720898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7" name="Connector 133"/>
          <p:cNvSpPr/>
          <p:nvPr/>
        </p:nvSpPr>
        <p:spPr>
          <a:xfrm>
            <a:off x="162872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4"/>
          <p:cNvSpPr/>
          <p:nvPr/>
        </p:nvSpPr>
        <p:spPr>
          <a:xfrm flipH="1">
            <a:off x="1635311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5"/>
          <p:cNvSpPr/>
          <p:nvPr/>
        </p:nvSpPr>
        <p:spPr>
          <a:xfrm>
            <a:off x="172089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Oval 136"/>
          <p:cNvSpPr/>
          <p:nvPr/>
        </p:nvSpPr>
        <p:spPr>
          <a:xfrm>
            <a:off x="2276855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1" name="Connector 137"/>
          <p:cNvSpPr/>
          <p:nvPr/>
        </p:nvSpPr>
        <p:spPr>
          <a:xfrm>
            <a:off x="2342692" y="4292190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2" name="Connector 138"/>
          <p:cNvSpPr/>
          <p:nvPr/>
        </p:nvSpPr>
        <p:spPr>
          <a:xfrm>
            <a:off x="225051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9"/>
          <p:cNvSpPr/>
          <p:nvPr/>
        </p:nvSpPr>
        <p:spPr>
          <a:xfrm flipH="1">
            <a:off x="2257104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40"/>
          <p:cNvSpPr/>
          <p:nvPr/>
        </p:nvSpPr>
        <p:spPr>
          <a:xfrm>
            <a:off x="2342692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Oval 141"/>
          <p:cNvSpPr/>
          <p:nvPr/>
        </p:nvSpPr>
        <p:spPr>
          <a:xfrm>
            <a:off x="2898648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6" name="Connector 142"/>
          <p:cNvSpPr/>
          <p:nvPr/>
        </p:nvSpPr>
        <p:spPr>
          <a:xfrm>
            <a:off x="2964482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7" name="Connector 143"/>
          <p:cNvSpPr/>
          <p:nvPr/>
        </p:nvSpPr>
        <p:spPr>
          <a:xfrm>
            <a:off x="2872313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4"/>
          <p:cNvSpPr/>
          <p:nvPr/>
        </p:nvSpPr>
        <p:spPr>
          <a:xfrm flipH="1">
            <a:off x="2878895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5"/>
          <p:cNvSpPr/>
          <p:nvPr/>
        </p:nvSpPr>
        <p:spPr>
          <a:xfrm>
            <a:off x="2964483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Oval 146"/>
          <p:cNvSpPr/>
          <p:nvPr/>
        </p:nvSpPr>
        <p:spPr>
          <a:xfrm>
            <a:off x="3520440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1" name="Connector 147"/>
          <p:cNvSpPr/>
          <p:nvPr/>
        </p:nvSpPr>
        <p:spPr>
          <a:xfrm>
            <a:off x="3586273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2" name="Connector 148"/>
          <p:cNvSpPr/>
          <p:nvPr/>
        </p:nvSpPr>
        <p:spPr>
          <a:xfrm>
            <a:off x="3494104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9"/>
          <p:cNvSpPr/>
          <p:nvPr/>
        </p:nvSpPr>
        <p:spPr>
          <a:xfrm flipH="1">
            <a:off x="3500684" y="4509452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50"/>
          <p:cNvSpPr/>
          <p:nvPr/>
        </p:nvSpPr>
        <p:spPr>
          <a:xfrm>
            <a:off x="3586273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Oval 151"/>
          <p:cNvSpPr/>
          <p:nvPr/>
        </p:nvSpPr>
        <p:spPr>
          <a:xfrm>
            <a:off x="4142232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6" name="Connector 152"/>
          <p:cNvSpPr/>
          <p:nvPr/>
        </p:nvSpPr>
        <p:spPr>
          <a:xfrm>
            <a:off x="4208067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Connector 153"/>
          <p:cNvSpPr/>
          <p:nvPr/>
        </p:nvSpPr>
        <p:spPr>
          <a:xfrm>
            <a:off x="4115896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4"/>
          <p:cNvSpPr/>
          <p:nvPr/>
        </p:nvSpPr>
        <p:spPr>
          <a:xfrm flipH="1">
            <a:off x="4122479" y="4509452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5"/>
          <p:cNvSpPr/>
          <p:nvPr/>
        </p:nvSpPr>
        <p:spPr>
          <a:xfrm>
            <a:off x="4208067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Oval 156"/>
          <p:cNvSpPr/>
          <p:nvPr/>
        </p:nvSpPr>
        <p:spPr>
          <a:xfrm>
            <a:off x="4764023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1" name="Connector 157"/>
          <p:cNvSpPr/>
          <p:nvPr/>
        </p:nvSpPr>
        <p:spPr>
          <a:xfrm>
            <a:off x="4829859" y="4292190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2" name="Connector 158"/>
          <p:cNvSpPr/>
          <p:nvPr/>
        </p:nvSpPr>
        <p:spPr>
          <a:xfrm>
            <a:off x="473768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9"/>
          <p:cNvSpPr/>
          <p:nvPr/>
        </p:nvSpPr>
        <p:spPr>
          <a:xfrm flipH="1">
            <a:off x="474426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60"/>
          <p:cNvSpPr/>
          <p:nvPr/>
        </p:nvSpPr>
        <p:spPr>
          <a:xfrm>
            <a:off x="4829856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7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8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79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2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3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4" name="Oval 6"/>
          <p:cNvSpPr/>
          <p:nvPr/>
        </p:nvSpPr>
        <p:spPr>
          <a:xfrm>
            <a:off x="868680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5" name="Connector 7"/>
          <p:cNvSpPr/>
          <p:nvPr/>
        </p:nvSpPr>
        <p:spPr>
          <a:xfrm>
            <a:off x="934515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6" name="Connector 8"/>
          <p:cNvSpPr/>
          <p:nvPr/>
        </p:nvSpPr>
        <p:spPr>
          <a:xfrm>
            <a:off x="842344" y="2189805"/>
            <a:ext cx="184351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9"/>
          <p:cNvSpPr/>
          <p:nvPr/>
        </p:nvSpPr>
        <p:spPr>
          <a:xfrm flipH="1">
            <a:off x="848928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10"/>
          <p:cNvSpPr/>
          <p:nvPr/>
        </p:nvSpPr>
        <p:spPr>
          <a:xfrm>
            <a:off x="934513" y="2314892"/>
            <a:ext cx="85594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Oval 11"/>
          <p:cNvSpPr/>
          <p:nvPr/>
        </p:nvSpPr>
        <p:spPr>
          <a:xfrm>
            <a:off x="1490472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0" name="Connector 12"/>
          <p:cNvSpPr/>
          <p:nvPr/>
        </p:nvSpPr>
        <p:spPr>
          <a:xfrm>
            <a:off x="1556307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1" name="Connector 13"/>
          <p:cNvSpPr/>
          <p:nvPr/>
        </p:nvSpPr>
        <p:spPr>
          <a:xfrm>
            <a:off x="1464136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4"/>
          <p:cNvSpPr/>
          <p:nvPr/>
        </p:nvSpPr>
        <p:spPr>
          <a:xfrm flipH="1">
            <a:off x="1470719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5"/>
          <p:cNvSpPr/>
          <p:nvPr/>
        </p:nvSpPr>
        <p:spPr>
          <a:xfrm>
            <a:off x="1556307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Oval 16"/>
          <p:cNvSpPr/>
          <p:nvPr/>
        </p:nvSpPr>
        <p:spPr>
          <a:xfrm>
            <a:off x="2112264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5" name="Connector 17"/>
          <p:cNvSpPr/>
          <p:nvPr/>
        </p:nvSpPr>
        <p:spPr>
          <a:xfrm>
            <a:off x="2178098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6" name="Connector 18"/>
          <p:cNvSpPr/>
          <p:nvPr/>
        </p:nvSpPr>
        <p:spPr>
          <a:xfrm>
            <a:off x="2085929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9"/>
          <p:cNvSpPr/>
          <p:nvPr/>
        </p:nvSpPr>
        <p:spPr>
          <a:xfrm flipH="1">
            <a:off x="2092512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20"/>
          <p:cNvSpPr/>
          <p:nvPr/>
        </p:nvSpPr>
        <p:spPr>
          <a:xfrm>
            <a:off x="2178099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Oval 21"/>
          <p:cNvSpPr/>
          <p:nvPr/>
        </p:nvSpPr>
        <p:spPr>
          <a:xfrm>
            <a:off x="2734055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0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1" name="Connector 23"/>
          <p:cNvSpPr/>
          <p:nvPr/>
        </p:nvSpPr>
        <p:spPr>
          <a:xfrm>
            <a:off x="2707719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4"/>
          <p:cNvSpPr/>
          <p:nvPr/>
        </p:nvSpPr>
        <p:spPr>
          <a:xfrm flipH="1">
            <a:off x="2714304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5"/>
          <p:cNvSpPr/>
          <p:nvPr/>
        </p:nvSpPr>
        <p:spPr>
          <a:xfrm>
            <a:off x="2799892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Oval 26"/>
          <p:cNvSpPr/>
          <p:nvPr/>
        </p:nvSpPr>
        <p:spPr>
          <a:xfrm>
            <a:off x="3355847" y="1965960"/>
            <a:ext cx="131687" cy="13168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5" name="Connector 27"/>
          <p:cNvSpPr/>
          <p:nvPr/>
        </p:nvSpPr>
        <p:spPr>
          <a:xfrm>
            <a:off x="3421684" y="2097633"/>
            <a:ext cx="7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6" name="Connector 28"/>
          <p:cNvSpPr/>
          <p:nvPr/>
        </p:nvSpPr>
        <p:spPr>
          <a:xfrm>
            <a:off x="3329513" y="2189805"/>
            <a:ext cx="184350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9"/>
          <p:cNvSpPr/>
          <p:nvPr/>
        </p:nvSpPr>
        <p:spPr>
          <a:xfrm flipV="1">
            <a:off x="3474353" y="1998876"/>
            <a:ext cx="98762" cy="190934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30"/>
          <p:cNvSpPr/>
          <p:nvPr/>
        </p:nvSpPr>
        <p:spPr>
          <a:xfrm flipH="1">
            <a:off x="3336091" y="2314892"/>
            <a:ext cx="85595" cy="13826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1"/>
          <p:cNvSpPr/>
          <p:nvPr/>
        </p:nvSpPr>
        <p:spPr>
          <a:xfrm>
            <a:off x="3421684" y="2314892"/>
            <a:ext cx="85595" cy="13826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2"/>
          <p:cNvSpPr/>
          <p:nvPr/>
        </p:nvSpPr>
        <p:spPr>
          <a:xfrm>
            <a:off x="3647434" y="1993388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3"/>
          <p:cNvSpPr/>
          <p:nvPr/>
        </p:nvSpPr>
        <p:spPr>
          <a:xfrm>
            <a:off x="3711444" y="1993388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4"/>
          <p:cNvSpPr/>
          <p:nvPr/>
        </p:nvSpPr>
        <p:spPr>
          <a:xfrm>
            <a:off x="3775451" y="1993388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5"/>
          <p:cNvSpPr/>
          <p:nvPr/>
        </p:nvSpPr>
        <p:spPr>
          <a:xfrm>
            <a:off x="3839458" y="1993388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Oval 36"/>
          <p:cNvSpPr/>
          <p:nvPr/>
        </p:nvSpPr>
        <p:spPr>
          <a:xfrm>
            <a:off x="3977640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5" name="Connector 37"/>
          <p:cNvSpPr/>
          <p:nvPr/>
        </p:nvSpPr>
        <p:spPr>
          <a:xfrm>
            <a:off x="4043473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6" name="Connector 38"/>
          <p:cNvSpPr/>
          <p:nvPr/>
        </p:nvSpPr>
        <p:spPr>
          <a:xfrm>
            <a:off x="395130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9"/>
          <p:cNvSpPr/>
          <p:nvPr/>
        </p:nvSpPr>
        <p:spPr>
          <a:xfrm flipH="1">
            <a:off x="3957885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40"/>
          <p:cNvSpPr/>
          <p:nvPr/>
        </p:nvSpPr>
        <p:spPr>
          <a:xfrm>
            <a:off x="4043474" y="2314892"/>
            <a:ext cx="85594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Oval 41"/>
          <p:cNvSpPr/>
          <p:nvPr/>
        </p:nvSpPr>
        <p:spPr>
          <a:xfrm>
            <a:off x="4599432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0" name="Connector 42"/>
          <p:cNvSpPr/>
          <p:nvPr/>
        </p:nvSpPr>
        <p:spPr>
          <a:xfrm>
            <a:off x="4665267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1" name="Connector 43"/>
          <p:cNvSpPr/>
          <p:nvPr/>
        </p:nvSpPr>
        <p:spPr>
          <a:xfrm>
            <a:off x="4573096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4"/>
          <p:cNvSpPr/>
          <p:nvPr/>
        </p:nvSpPr>
        <p:spPr>
          <a:xfrm flipH="1">
            <a:off x="4579680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5"/>
          <p:cNvSpPr/>
          <p:nvPr/>
        </p:nvSpPr>
        <p:spPr>
          <a:xfrm>
            <a:off x="4665267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Oval 46"/>
          <p:cNvSpPr/>
          <p:nvPr/>
        </p:nvSpPr>
        <p:spPr>
          <a:xfrm>
            <a:off x="1033271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5" name="Connector 47"/>
          <p:cNvSpPr/>
          <p:nvPr/>
        </p:nvSpPr>
        <p:spPr>
          <a:xfrm>
            <a:off x="1099107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6" name="Connector 48"/>
          <p:cNvSpPr/>
          <p:nvPr/>
        </p:nvSpPr>
        <p:spPr>
          <a:xfrm>
            <a:off x="1006936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9"/>
          <p:cNvSpPr/>
          <p:nvPr/>
        </p:nvSpPr>
        <p:spPr>
          <a:xfrm flipH="1">
            <a:off x="1013519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50"/>
          <p:cNvSpPr/>
          <p:nvPr/>
        </p:nvSpPr>
        <p:spPr>
          <a:xfrm>
            <a:off x="1099107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Oval 51"/>
          <p:cNvSpPr/>
          <p:nvPr/>
        </p:nvSpPr>
        <p:spPr>
          <a:xfrm>
            <a:off x="1655060" y="2697477"/>
            <a:ext cx="131687" cy="13168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0" name="Connector 52"/>
          <p:cNvSpPr/>
          <p:nvPr/>
        </p:nvSpPr>
        <p:spPr>
          <a:xfrm>
            <a:off x="1720898" y="2829153"/>
            <a:ext cx="7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1" name="Connector 53"/>
          <p:cNvSpPr/>
          <p:nvPr/>
        </p:nvSpPr>
        <p:spPr>
          <a:xfrm>
            <a:off x="1628729" y="2921322"/>
            <a:ext cx="184350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4"/>
          <p:cNvSpPr/>
          <p:nvPr/>
        </p:nvSpPr>
        <p:spPr>
          <a:xfrm flipV="1">
            <a:off x="1773570" y="2730398"/>
            <a:ext cx="98762" cy="190934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5"/>
          <p:cNvSpPr/>
          <p:nvPr/>
        </p:nvSpPr>
        <p:spPr>
          <a:xfrm flipH="1">
            <a:off x="1635311" y="3046414"/>
            <a:ext cx="85595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6"/>
          <p:cNvSpPr/>
          <p:nvPr/>
        </p:nvSpPr>
        <p:spPr>
          <a:xfrm>
            <a:off x="1720899" y="3046414"/>
            <a:ext cx="85595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7"/>
          <p:cNvSpPr/>
          <p:nvPr/>
        </p:nvSpPr>
        <p:spPr>
          <a:xfrm>
            <a:off x="1946655" y="2724909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8"/>
          <p:cNvSpPr/>
          <p:nvPr/>
        </p:nvSpPr>
        <p:spPr>
          <a:xfrm>
            <a:off x="2010660" y="2724909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9"/>
          <p:cNvSpPr/>
          <p:nvPr/>
        </p:nvSpPr>
        <p:spPr>
          <a:xfrm>
            <a:off x="2074672" y="2724909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60"/>
          <p:cNvSpPr/>
          <p:nvPr/>
        </p:nvSpPr>
        <p:spPr>
          <a:xfrm>
            <a:off x="2138677" y="2724909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Oval 61"/>
          <p:cNvSpPr/>
          <p:nvPr/>
        </p:nvSpPr>
        <p:spPr>
          <a:xfrm>
            <a:off x="2276855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0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1" name="Connector 63"/>
          <p:cNvSpPr/>
          <p:nvPr/>
        </p:nvSpPr>
        <p:spPr>
          <a:xfrm>
            <a:off x="2250519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4"/>
          <p:cNvSpPr/>
          <p:nvPr/>
        </p:nvSpPr>
        <p:spPr>
          <a:xfrm flipH="1">
            <a:off x="2257104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5"/>
          <p:cNvSpPr/>
          <p:nvPr/>
        </p:nvSpPr>
        <p:spPr>
          <a:xfrm>
            <a:off x="2342692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Oval 66"/>
          <p:cNvSpPr/>
          <p:nvPr/>
        </p:nvSpPr>
        <p:spPr>
          <a:xfrm>
            <a:off x="2898648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5" name="Connector 67"/>
          <p:cNvSpPr/>
          <p:nvPr/>
        </p:nvSpPr>
        <p:spPr>
          <a:xfrm>
            <a:off x="2964482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6" name="Connector 68"/>
          <p:cNvSpPr/>
          <p:nvPr/>
        </p:nvSpPr>
        <p:spPr>
          <a:xfrm>
            <a:off x="2872313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9"/>
          <p:cNvSpPr/>
          <p:nvPr/>
        </p:nvSpPr>
        <p:spPr>
          <a:xfrm flipH="1">
            <a:off x="2878895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70"/>
          <p:cNvSpPr/>
          <p:nvPr/>
        </p:nvSpPr>
        <p:spPr>
          <a:xfrm>
            <a:off x="2964483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Oval 71"/>
          <p:cNvSpPr/>
          <p:nvPr/>
        </p:nvSpPr>
        <p:spPr>
          <a:xfrm>
            <a:off x="3520440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0" name="Connector 72"/>
          <p:cNvSpPr/>
          <p:nvPr/>
        </p:nvSpPr>
        <p:spPr>
          <a:xfrm>
            <a:off x="3586273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1" name="Connector 73"/>
          <p:cNvSpPr/>
          <p:nvPr/>
        </p:nvSpPr>
        <p:spPr>
          <a:xfrm>
            <a:off x="3494104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4"/>
          <p:cNvSpPr/>
          <p:nvPr/>
        </p:nvSpPr>
        <p:spPr>
          <a:xfrm flipH="1">
            <a:off x="3500684" y="304641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5"/>
          <p:cNvSpPr/>
          <p:nvPr/>
        </p:nvSpPr>
        <p:spPr>
          <a:xfrm>
            <a:off x="3586273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Oval 76"/>
          <p:cNvSpPr/>
          <p:nvPr/>
        </p:nvSpPr>
        <p:spPr>
          <a:xfrm>
            <a:off x="4142232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5" name="Connector 77"/>
          <p:cNvSpPr/>
          <p:nvPr/>
        </p:nvSpPr>
        <p:spPr>
          <a:xfrm>
            <a:off x="4208067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6" name="Connector 78"/>
          <p:cNvSpPr/>
          <p:nvPr/>
        </p:nvSpPr>
        <p:spPr>
          <a:xfrm>
            <a:off x="4115896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9"/>
          <p:cNvSpPr/>
          <p:nvPr/>
        </p:nvSpPr>
        <p:spPr>
          <a:xfrm flipH="1">
            <a:off x="4122479" y="304641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80"/>
          <p:cNvSpPr/>
          <p:nvPr/>
        </p:nvSpPr>
        <p:spPr>
          <a:xfrm>
            <a:off x="4208067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Oval 81"/>
          <p:cNvSpPr/>
          <p:nvPr/>
        </p:nvSpPr>
        <p:spPr>
          <a:xfrm>
            <a:off x="4764023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0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1" name="Connector 83"/>
          <p:cNvSpPr/>
          <p:nvPr/>
        </p:nvSpPr>
        <p:spPr>
          <a:xfrm>
            <a:off x="4737689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4"/>
          <p:cNvSpPr/>
          <p:nvPr/>
        </p:nvSpPr>
        <p:spPr>
          <a:xfrm flipH="1">
            <a:off x="4744269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5"/>
          <p:cNvSpPr/>
          <p:nvPr/>
        </p:nvSpPr>
        <p:spPr>
          <a:xfrm>
            <a:off x="4829856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Oval 86"/>
          <p:cNvSpPr/>
          <p:nvPr/>
        </p:nvSpPr>
        <p:spPr>
          <a:xfrm>
            <a:off x="868680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5" name="Connector 87"/>
          <p:cNvSpPr/>
          <p:nvPr/>
        </p:nvSpPr>
        <p:spPr>
          <a:xfrm>
            <a:off x="934515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6" name="Connector 88"/>
          <p:cNvSpPr/>
          <p:nvPr/>
        </p:nvSpPr>
        <p:spPr>
          <a:xfrm>
            <a:off x="842344" y="3652844"/>
            <a:ext cx="184351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9"/>
          <p:cNvSpPr/>
          <p:nvPr/>
        </p:nvSpPr>
        <p:spPr>
          <a:xfrm flipH="1">
            <a:off x="848928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90"/>
          <p:cNvSpPr/>
          <p:nvPr/>
        </p:nvSpPr>
        <p:spPr>
          <a:xfrm>
            <a:off x="934513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Oval 91"/>
          <p:cNvSpPr/>
          <p:nvPr/>
        </p:nvSpPr>
        <p:spPr>
          <a:xfrm>
            <a:off x="1490472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0" name="Connector 92"/>
          <p:cNvSpPr/>
          <p:nvPr/>
        </p:nvSpPr>
        <p:spPr>
          <a:xfrm>
            <a:off x="1556307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1" name="Connector 93"/>
          <p:cNvSpPr/>
          <p:nvPr/>
        </p:nvSpPr>
        <p:spPr>
          <a:xfrm>
            <a:off x="1464136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4"/>
          <p:cNvSpPr/>
          <p:nvPr/>
        </p:nvSpPr>
        <p:spPr>
          <a:xfrm flipH="1">
            <a:off x="1470719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5"/>
          <p:cNvSpPr/>
          <p:nvPr/>
        </p:nvSpPr>
        <p:spPr>
          <a:xfrm>
            <a:off x="1556307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Oval 96"/>
          <p:cNvSpPr/>
          <p:nvPr/>
        </p:nvSpPr>
        <p:spPr>
          <a:xfrm>
            <a:off x="2112264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5" name="Connector 97"/>
          <p:cNvSpPr/>
          <p:nvPr/>
        </p:nvSpPr>
        <p:spPr>
          <a:xfrm>
            <a:off x="2178098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6" name="Connector 98"/>
          <p:cNvSpPr/>
          <p:nvPr/>
        </p:nvSpPr>
        <p:spPr>
          <a:xfrm>
            <a:off x="2085929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9"/>
          <p:cNvSpPr/>
          <p:nvPr/>
        </p:nvSpPr>
        <p:spPr>
          <a:xfrm flipH="1">
            <a:off x="2092512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100"/>
          <p:cNvSpPr/>
          <p:nvPr/>
        </p:nvSpPr>
        <p:spPr>
          <a:xfrm>
            <a:off x="2178099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Oval 101"/>
          <p:cNvSpPr/>
          <p:nvPr/>
        </p:nvSpPr>
        <p:spPr>
          <a:xfrm>
            <a:off x="2734055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0" name="Connector 102"/>
          <p:cNvSpPr/>
          <p:nvPr/>
        </p:nvSpPr>
        <p:spPr>
          <a:xfrm>
            <a:off x="2799892" y="3560668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1" name="Connector 103"/>
          <p:cNvSpPr/>
          <p:nvPr/>
        </p:nvSpPr>
        <p:spPr>
          <a:xfrm>
            <a:off x="2707719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4"/>
          <p:cNvSpPr/>
          <p:nvPr/>
        </p:nvSpPr>
        <p:spPr>
          <a:xfrm flipH="1">
            <a:off x="2714304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5"/>
          <p:cNvSpPr/>
          <p:nvPr/>
        </p:nvSpPr>
        <p:spPr>
          <a:xfrm>
            <a:off x="2799892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Oval 106"/>
          <p:cNvSpPr/>
          <p:nvPr/>
        </p:nvSpPr>
        <p:spPr>
          <a:xfrm>
            <a:off x="3355847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5" name="Connector 107"/>
          <p:cNvSpPr/>
          <p:nvPr/>
        </p:nvSpPr>
        <p:spPr>
          <a:xfrm>
            <a:off x="3421684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6" name="Connector 108"/>
          <p:cNvSpPr/>
          <p:nvPr/>
        </p:nvSpPr>
        <p:spPr>
          <a:xfrm>
            <a:off x="3329513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9"/>
          <p:cNvSpPr/>
          <p:nvPr/>
        </p:nvSpPr>
        <p:spPr>
          <a:xfrm flipH="1">
            <a:off x="3336091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10"/>
          <p:cNvSpPr/>
          <p:nvPr/>
        </p:nvSpPr>
        <p:spPr>
          <a:xfrm>
            <a:off x="3421684" y="3777934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Oval 111"/>
          <p:cNvSpPr/>
          <p:nvPr/>
        </p:nvSpPr>
        <p:spPr>
          <a:xfrm>
            <a:off x="3977640" y="3428998"/>
            <a:ext cx="131687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0" name="Connector 112"/>
          <p:cNvSpPr/>
          <p:nvPr/>
        </p:nvSpPr>
        <p:spPr>
          <a:xfrm>
            <a:off x="4043473" y="3560668"/>
            <a:ext cx="7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1" name="Connector 113"/>
          <p:cNvSpPr/>
          <p:nvPr/>
        </p:nvSpPr>
        <p:spPr>
          <a:xfrm>
            <a:off x="3951304" y="3652844"/>
            <a:ext cx="184350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4"/>
          <p:cNvSpPr/>
          <p:nvPr/>
        </p:nvSpPr>
        <p:spPr>
          <a:xfrm flipV="1">
            <a:off x="4096146" y="3461915"/>
            <a:ext cx="98762" cy="190934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5"/>
          <p:cNvSpPr/>
          <p:nvPr/>
        </p:nvSpPr>
        <p:spPr>
          <a:xfrm flipH="1">
            <a:off x="3957884" y="3777934"/>
            <a:ext cx="85596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6"/>
          <p:cNvSpPr/>
          <p:nvPr/>
        </p:nvSpPr>
        <p:spPr>
          <a:xfrm>
            <a:off x="4043473" y="3777934"/>
            <a:ext cx="85595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7"/>
          <p:cNvSpPr/>
          <p:nvPr/>
        </p:nvSpPr>
        <p:spPr>
          <a:xfrm>
            <a:off x="4269232" y="3456432"/>
            <a:ext cx="7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8"/>
          <p:cNvSpPr/>
          <p:nvPr/>
        </p:nvSpPr>
        <p:spPr>
          <a:xfrm>
            <a:off x="4333240" y="3456432"/>
            <a:ext cx="7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9"/>
          <p:cNvSpPr/>
          <p:nvPr/>
        </p:nvSpPr>
        <p:spPr>
          <a:xfrm>
            <a:off x="4397247" y="3456432"/>
            <a:ext cx="7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20"/>
          <p:cNvSpPr/>
          <p:nvPr/>
        </p:nvSpPr>
        <p:spPr>
          <a:xfrm>
            <a:off x="4461254" y="3456432"/>
            <a:ext cx="7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Oval 121"/>
          <p:cNvSpPr/>
          <p:nvPr/>
        </p:nvSpPr>
        <p:spPr>
          <a:xfrm>
            <a:off x="4599432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0" name="Connector 122"/>
          <p:cNvSpPr/>
          <p:nvPr/>
        </p:nvSpPr>
        <p:spPr>
          <a:xfrm>
            <a:off x="4665267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1" name="Connector 123"/>
          <p:cNvSpPr/>
          <p:nvPr/>
        </p:nvSpPr>
        <p:spPr>
          <a:xfrm>
            <a:off x="4573096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4"/>
          <p:cNvSpPr/>
          <p:nvPr/>
        </p:nvSpPr>
        <p:spPr>
          <a:xfrm flipH="1">
            <a:off x="4579679" y="377793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5"/>
          <p:cNvSpPr/>
          <p:nvPr/>
        </p:nvSpPr>
        <p:spPr>
          <a:xfrm>
            <a:off x="4665267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Oval 126"/>
          <p:cNvSpPr/>
          <p:nvPr/>
        </p:nvSpPr>
        <p:spPr>
          <a:xfrm>
            <a:off x="1033271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5" name="Connector 127"/>
          <p:cNvSpPr/>
          <p:nvPr/>
        </p:nvSpPr>
        <p:spPr>
          <a:xfrm>
            <a:off x="1099107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6" name="Connector 128"/>
          <p:cNvSpPr/>
          <p:nvPr/>
        </p:nvSpPr>
        <p:spPr>
          <a:xfrm>
            <a:off x="1006936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9"/>
          <p:cNvSpPr/>
          <p:nvPr/>
        </p:nvSpPr>
        <p:spPr>
          <a:xfrm flipH="1">
            <a:off x="101351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30"/>
          <p:cNvSpPr/>
          <p:nvPr/>
        </p:nvSpPr>
        <p:spPr>
          <a:xfrm>
            <a:off x="1099107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Oval 131"/>
          <p:cNvSpPr/>
          <p:nvPr/>
        </p:nvSpPr>
        <p:spPr>
          <a:xfrm>
            <a:off x="1655060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0" name="Connector 132"/>
          <p:cNvSpPr/>
          <p:nvPr/>
        </p:nvSpPr>
        <p:spPr>
          <a:xfrm>
            <a:off x="1720898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1" name="Connector 133"/>
          <p:cNvSpPr/>
          <p:nvPr/>
        </p:nvSpPr>
        <p:spPr>
          <a:xfrm>
            <a:off x="162872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4"/>
          <p:cNvSpPr/>
          <p:nvPr/>
        </p:nvSpPr>
        <p:spPr>
          <a:xfrm flipH="1">
            <a:off x="1635311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5"/>
          <p:cNvSpPr/>
          <p:nvPr/>
        </p:nvSpPr>
        <p:spPr>
          <a:xfrm>
            <a:off x="172089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Oval 136"/>
          <p:cNvSpPr/>
          <p:nvPr/>
        </p:nvSpPr>
        <p:spPr>
          <a:xfrm>
            <a:off x="2276855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5" name="Connector 137"/>
          <p:cNvSpPr/>
          <p:nvPr/>
        </p:nvSpPr>
        <p:spPr>
          <a:xfrm>
            <a:off x="2342692" y="4292190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6" name="Connector 138"/>
          <p:cNvSpPr/>
          <p:nvPr/>
        </p:nvSpPr>
        <p:spPr>
          <a:xfrm>
            <a:off x="225051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9"/>
          <p:cNvSpPr/>
          <p:nvPr/>
        </p:nvSpPr>
        <p:spPr>
          <a:xfrm flipH="1">
            <a:off x="2257104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40"/>
          <p:cNvSpPr/>
          <p:nvPr/>
        </p:nvSpPr>
        <p:spPr>
          <a:xfrm>
            <a:off x="2342692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Oval 141"/>
          <p:cNvSpPr/>
          <p:nvPr/>
        </p:nvSpPr>
        <p:spPr>
          <a:xfrm>
            <a:off x="2898648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0" name="Connector 142"/>
          <p:cNvSpPr/>
          <p:nvPr/>
        </p:nvSpPr>
        <p:spPr>
          <a:xfrm>
            <a:off x="2964482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1" name="Connector 143"/>
          <p:cNvSpPr/>
          <p:nvPr/>
        </p:nvSpPr>
        <p:spPr>
          <a:xfrm>
            <a:off x="2872313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4"/>
          <p:cNvSpPr/>
          <p:nvPr/>
        </p:nvSpPr>
        <p:spPr>
          <a:xfrm flipH="1">
            <a:off x="2878895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5"/>
          <p:cNvSpPr/>
          <p:nvPr/>
        </p:nvSpPr>
        <p:spPr>
          <a:xfrm>
            <a:off x="2964483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Oval 146"/>
          <p:cNvSpPr/>
          <p:nvPr/>
        </p:nvSpPr>
        <p:spPr>
          <a:xfrm>
            <a:off x="3520440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5" name="Connector 147"/>
          <p:cNvSpPr/>
          <p:nvPr/>
        </p:nvSpPr>
        <p:spPr>
          <a:xfrm>
            <a:off x="3586273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6" name="Connector 148"/>
          <p:cNvSpPr/>
          <p:nvPr/>
        </p:nvSpPr>
        <p:spPr>
          <a:xfrm>
            <a:off x="3494104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9"/>
          <p:cNvSpPr/>
          <p:nvPr/>
        </p:nvSpPr>
        <p:spPr>
          <a:xfrm flipH="1">
            <a:off x="3500684" y="4509452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50"/>
          <p:cNvSpPr/>
          <p:nvPr/>
        </p:nvSpPr>
        <p:spPr>
          <a:xfrm>
            <a:off x="3586273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Oval 151"/>
          <p:cNvSpPr/>
          <p:nvPr/>
        </p:nvSpPr>
        <p:spPr>
          <a:xfrm>
            <a:off x="4142232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0" name="Connector 152"/>
          <p:cNvSpPr/>
          <p:nvPr/>
        </p:nvSpPr>
        <p:spPr>
          <a:xfrm>
            <a:off x="4208067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1" name="Connector 153"/>
          <p:cNvSpPr/>
          <p:nvPr/>
        </p:nvSpPr>
        <p:spPr>
          <a:xfrm>
            <a:off x="4115896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4"/>
          <p:cNvSpPr/>
          <p:nvPr/>
        </p:nvSpPr>
        <p:spPr>
          <a:xfrm flipH="1">
            <a:off x="4122479" y="4509452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5"/>
          <p:cNvSpPr/>
          <p:nvPr/>
        </p:nvSpPr>
        <p:spPr>
          <a:xfrm>
            <a:off x="4208067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Oval 156"/>
          <p:cNvSpPr/>
          <p:nvPr/>
        </p:nvSpPr>
        <p:spPr>
          <a:xfrm>
            <a:off x="4764023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5" name="Connector 157"/>
          <p:cNvSpPr/>
          <p:nvPr/>
        </p:nvSpPr>
        <p:spPr>
          <a:xfrm>
            <a:off x="4829859" y="4292190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6" name="Connector 158"/>
          <p:cNvSpPr/>
          <p:nvPr/>
        </p:nvSpPr>
        <p:spPr>
          <a:xfrm>
            <a:off x="473768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9"/>
          <p:cNvSpPr/>
          <p:nvPr/>
        </p:nvSpPr>
        <p:spPr>
          <a:xfrm flipH="1">
            <a:off x="474426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60"/>
          <p:cNvSpPr/>
          <p:nvPr/>
        </p:nvSpPr>
        <p:spPr>
          <a:xfrm>
            <a:off x="4829856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1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2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3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8" name="Oval 6"/>
          <p:cNvSpPr/>
          <p:nvPr/>
        </p:nvSpPr>
        <p:spPr>
          <a:xfrm>
            <a:off x="868680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9" name="Connector 7"/>
          <p:cNvSpPr/>
          <p:nvPr/>
        </p:nvSpPr>
        <p:spPr>
          <a:xfrm>
            <a:off x="934515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0" name="Connector 8"/>
          <p:cNvSpPr/>
          <p:nvPr/>
        </p:nvSpPr>
        <p:spPr>
          <a:xfrm>
            <a:off x="842344" y="2189805"/>
            <a:ext cx="184351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9"/>
          <p:cNvSpPr/>
          <p:nvPr/>
        </p:nvSpPr>
        <p:spPr>
          <a:xfrm flipH="1">
            <a:off x="848928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10"/>
          <p:cNvSpPr/>
          <p:nvPr/>
        </p:nvSpPr>
        <p:spPr>
          <a:xfrm>
            <a:off x="934513" y="2314892"/>
            <a:ext cx="85594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Oval 11"/>
          <p:cNvSpPr/>
          <p:nvPr/>
        </p:nvSpPr>
        <p:spPr>
          <a:xfrm>
            <a:off x="1490472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4" name="Connector 12"/>
          <p:cNvSpPr/>
          <p:nvPr/>
        </p:nvSpPr>
        <p:spPr>
          <a:xfrm>
            <a:off x="1556307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5" name="Connector 13"/>
          <p:cNvSpPr/>
          <p:nvPr/>
        </p:nvSpPr>
        <p:spPr>
          <a:xfrm>
            <a:off x="1464136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4"/>
          <p:cNvSpPr/>
          <p:nvPr/>
        </p:nvSpPr>
        <p:spPr>
          <a:xfrm flipH="1">
            <a:off x="1470719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5"/>
          <p:cNvSpPr/>
          <p:nvPr/>
        </p:nvSpPr>
        <p:spPr>
          <a:xfrm>
            <a:off x="1556307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Oval 16"/>
          <p:cNvSpPr/>
          <p:nvPr/>
        </p:nvSpPr>
        <p:spPr>
          <a:xfrm>
            <a:off x="2112264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9" name="Connector 17"/>
          <p:cNvSpPr/>
          <p:nvPr/>
        </p:nvSpPr>
        <p:spPr>
          <a:xfrm>
            <a:off x="2178098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0" name="Connector 18"/>
          <p:cNvSpPr/>
          <p:nvPr/>
        </p:nvSpPr>
        <p:spPr>
          <a:xfrm>
            <a:off x="2085929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9"/>
          <p:cNvSpPr/>
          <p:nvPr/>
        </p:nvSpPr>
        <p:spPr>
          <a:xfrm flipH="1">
            <a:off x="2092512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20"/>
          <p:cNvSpPr/>
          <p:nvPr/>
        </p:nvSpPr>
        <p:spPr>
          <a:xfrm>
            <a:off x="2178099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Oval 21"/>
          <p:cNvSpPr/>
          <p:nvPr/>
        </p:nvSpPr>
        <p:spPr>
          <a:xfrm>
            <a:off x="2734055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5" name="Connector 23"/>
          <p:cNvSpPr/>
          <p:nvPr/>
        </p:nvSpPr>
        <p:spPr>
          <a:xfrm>
            <a:off x="2707719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4"/>
          <p:cNvSpPr/>
          <p:nvPr/>
        </p:nvSpPr>
        <p:spPr>
          <a:xfrm flipH="1">
            <a:off x="2714304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5"/>
          <p:cNvSpPr/>
          <p:nvPr/>
        </p:nvSpPr>
        <p:spPr>
          <a:xfrm>
            <a:off x="2799892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Oval 26"/>
          <p:cNvSpPr/>
          <p:nvPr/>
        </p:nvSpPr>
        <p:spPr>
          <a:xfrm>
            <a:off x="3355847" y="1965960"/>
            <a:ext cx="131687" cy="13168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9" name="Connector 27"/>
          <p:cNvSpPr/>
          <p:nvPr/>
        </p:nvSpPr>
        <p:spPr>
          <a:xfrm>
            <a:off x="3421684" y="2097633"/>
            <a:ext cx="7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0" name="Connector 28"/>
          <p:cNvSpPr/>
          <p:nvPr/>
        </p:nvSpPr>
        <p:spPr>
          <a:xfrm>
            <a:off x="3329513" y="2189805"/>
            <a:ext cx="184350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9"/>
          <p:cNvSpPr/>
          <p:nvPr/>
        </p:nvSpPr>
        <p:spPr>
          <a:xfrm flipV="1">
            <a:off x="3474353" y="1998876"/>
            <a:ext cx="98762" cy="190934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30"/>
          <p:cNvSpPr/>
          <p:nvPr/>
        </p:nvSpPr>
        <p:spPr>
          <a:xfrm flipH="1">
            <a:off x="3336091" y="2314892"/>
            <a:ext cx="85595" cy="13826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1"/>
          <p:cNvSpPr/>
          <p:nvPr/>
        </p:nvSpPr>
        <p:spPr>
          <a:xfrm>
            <a:off x="3421684" y="2314892"/>
            <a:ext cx="85595" cy="13826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2"/>
          <p:cNvSpPr/>
          <p:nvPr/>
        </p:nvSpPr>
        <p:spPr>
          <a:xfrm>
            <a:off x="3647434" y="1993388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3"/>
          <p:cNvSpPr/>
          <p:nvPr/>
        </p:nvSpPr>
        <p:spPr>
          <a:xfrm>
            <a:off x="3711444" y="1993388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4"/>
          <p:cNvSpPr/>
          <p:nvPr/>
        </p:nvSpPr>
        <p:spPr>
          <a:xfrm>
            <a:off x="3775451" y="1993388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5"/>
          <p:cNvSpPr/>
          <p:nvPr/>
        </p:nvSpPr>
        <p:spPr>
          <a:xfrm>
            <a:off x="3839458" y="1993388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Oval 36"/>
          <p:cNvSpPr/>
          <p:nvPr/>
        </p:nvSpPr>
        <p:spPr>
          <a:xfrm>
            <a:off x="3977640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9" name="Connector 37"/>
          <p:cNvSpPr/>
          <p:nvPr/>
        </p:nvSpPr>
        <p:spPr>
          <a:xfrm>
            <a:off x="4043473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0" name="Connector 38"/>
          <p:cNvSpPr/>
          <p:nvPr/>
        </p:nvSpPr>
        <p:spPr>
          <a:xfrm>
            <a:off x="395130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9"/>
          <p:cNvSpPr/>
          <p:nvPr/>
        </p:nvSpPr>
        <p:spPr>
          <a:xfrm flipH="1">
            <a:off x="3957885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40"/>
          <p:cNvSpPr/>
          <p:nvPr/>
        </p:nvSpPr>
        <p:spPr>
          <a:xfrm>
            <a:off x="4043474" y="2314892"/>
            <a:ext cx="85594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Oval 41"/>
          <p:cNvSpPr/>
          <p:nvPr/>
        </p:nvSpPr>
        <p:spPr>
          <a:xfrm>
            <a:off x="4599432" y="196596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4" name="Connector 42"/>
          <p:cNvSpPr/>
          <p:nvPr/>
        </p:nvSpPr>
        <p:spPr>
          <a:xfrm>
            <a:off x="4665267" y="209763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5" name="Connector 43"/>
          <p:cNvSpPr/>
          <p:nvPr/>
        </p:nvSpPr>
        <p:spPr>
          <a:xfrm>
            <a:off x="4573096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4"/>
          <p:cNvSpPr/>
          <p:nvPr/>
        </p:nvSpPr>
        <p:spPr>
          <a:xfrm flipH="1">
            <a:off x="4579680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5"/>
          <p:cNvSpPr/>
          <p:nvPr/>
        </p:nvSpPr>
        <p:spPr>
          <a:xfrm>
            <a:off x="4665267" y="2314892"/>
            <a:ext cx="85595" cy="13826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Oval 46"/>
          <p:cNvSpPr/>
          <p:nvPr/>
        </p:nvSpPr>
        <p:spPr>
          <a:xfrm>
            <a:off x="1033271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9" name="Connector 47"/>
          <p:cNvSpPr/>
          <p:nvPr/>
        </p:nvSpPr>
        <p:spPr>
          <a:xfrm>
            <a:off x="1099107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0" name="Connector 48"/>
          <p:cNvSpPr/>
          <p:nvPr/>
        </p:nvSpPr>
        <p:spPr>
          <a:xfrm>
            <a:off x="1006936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9"/>
          <p:cNvSpPr/>
          <p:nvPr/>
        </p:nvSpPr>
        <p:spPr>
          <a:xfrm flipH="1">
            <a:off x="1013519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50"/>
          <p:cNvSpPr/>
          <p:nvPr/>
        </p:nvSpPr>
        <p:spPr>
          <a:xfrm>
            <a:off x="1099107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Oval 51"/>
          <p:cNvSpPr/>
          <p:nvPr/>
        </p:nvSpPr>
        <p:spPr>
          <a:xfrm>
            <a:off x="1655060" y="2697477"/>
            <a:ext cx="131687" cy="13168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4" name="Connector 52"/>
          <p:cNvSpPr/>
          <p:nvPr/>
        </p:nvSpPr>
        <p:spPr>
          <a:xfrm>
            <a:off x="1720898" y="2829153"/>
            <a:ext cx="7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5" name="Connector 53"/>
          <p:cNvSpPr/>
          <p:nvPr/>
        </p:nvSpPr>
        <p:spPr>
          <a:xfrm>
            <a:off x="1628729" y="2921322"/>
            <a:ext cx="184350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4"/>
          <p:cNvSpPr/>
          <p:nvPr/>
        </p:nvSpPr>
        <p:spPr>
          <a:xfrm flipV="1">
            <a:off x="1773570" y="2730398"/>
            <a:ext cx="98762" cy="190934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5"/>
          <p:cNvSpPr/>
          <p:nvPr/>
        </p:nvSpPr>
        <p:spPr>
          <a:xfrm flipH="1">
            <a:off x="1635311" y="3046414"/>
            <a:ext cx="85595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6"/>
          <p:cNvSpPr/>
          <p:nvPr/>
        </p:nvSpPr>
        <p:spPr>
          <a:xfrm>
            <a:off x="1720899" y="3046414"/>
            <a:ext cx="85595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7"/>
          <p:cNvSpPr/>
          <p:nvPr/>
        </p:nvSpPr>
        <p:spPr>
          <a:xfrm>
            <a:off x="1946655" y="2724909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8"/>
          <p:cNvSpPr/>
          <p:nvPr/>
        </p:nvSpPr>
        <p:spPr>
          <a:xfrm>
            <a:off x="2010660" y="2724909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9"/>
          <p:cNvSpPr/>
          <p:nvPr/>
        </p:nvSpPr>
        <p:spPr>
          <a:xfrm>
            <a:off x="2074672" y="2724909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60"/>
          <p:cNvSpPr/>
          <p:nvPr/>
        </p:nvSpPr>
        <p:spPr>
          <a:xfrm>
            <a:off x="2138677" y="2724909"/>
            <a:ext cx="7" cy="10059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Oval 61"/>
          <p:cNvSpPr/>
          <p:nvPr/>
        </p:nvSpPr>
        <p:spPr>
          <a:xfrm>
            <a:off x="2276855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5" name="Connector 63"/>
          <p:cNvSpPr/>
          <p:nvPr/>
        </p:nvSpPr>
        <p:spPr>
          <a:xfrm>
            <a:off x="2250519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4"/>
          <p:cNvSpPr/>
          <p:nvPr/>
        </p:nvSpPr>
        <p:spPr>
          <a:xfrm flipH="1">
            <a:off x="2257104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5"/>
          <p:cNvSpPr/>
          <p:nvPr/>
        </p:nvSpPr>
        <p:spPr>
          <a:xfrm>
            <a:off x="2342692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Oval 66"/>
          <p:cNvSpPr/>
          <p:nvPr/>
        </p:nvSpPr>
        <p:spPr>
          <a:xfrm>
            <a:off x="2898648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9" name="Connector 67"/>
          <p:cNvSpPr/>
          <p:nvPr/>
        </p:nvSpPr>
        <p:spPr>
          <a:xfrm>
            <a:off x="2964482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0" name="Connector 68"/>
          <p:cNvSpPr/>
          <p:nvPr/>
        </p:nvSpPr>
        <p:spPr>
          <a:xfrm>
            <a:off x="2872313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9"/>
          <p:cNvSpPr/>
          <p:nvPr/>
        </p:nvSpPr>
        <p:spPr>
          <a:xfrm flipH="1">
            <a:off x="2878895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70"/>
          <p:cNvSpPr/>
          <p:nvPr/>
        </p:nvSpPr>
        <p:spPr>
          <a:xfrm>
            <a:off x="2964483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Oval 71"/>
          <p:cNvSpPr/>
          <p:nvPr/>
        </p:nvSpPr>
        <p:spPr>
          <a:xfrm>
            <a:off x="3520440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4" name="Connector 72"/>
          <p:cNvSpPr/>
          <p:nvPr/>
        </p:nvSpPr>
        <p:spPr>
          <a:xfrm>
            <a:off x="3586273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5" name="Connector 73"/>
          <p:cNvSpPr/>
          <p:nvPr/>
        </p:nvSpPr>
        <p:spPr>
          <a:xfrm>
            <a:off x="3494104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4"/>
          <p:cNvSpPr/>
          <p:nvPr/>
        </p:nvSpPr>
        <p:spPr>
          <a:xfrm flipH="1">
            <a:off x="3500684" y="304641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5"/>
          <p:cNvSpPr/>
          <p:nvPr/>
        </p:nvSpPr>
        <p:spPr>
          <a:xfrm>
            <a:off x="3586273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Oval 76"/>
          <p:cNvSpPr/>
          <p:nvPr/>
        </p:nvSpPr>
        <p:spPr>
          <a:xfrm>
            <a:off x="4142232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9" name="Connector 77"/>
          <p:cNvSpPr/>
          <p:nvPr/>
        </p:nvSpPr>
        <p:spPr>
          <a:xfrm>
            <a:off x="4208067" y="2829153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0" name="Connector 78"/>
          <p:cNvSpPr/>
          <p:nvPr/>
        </p:nvSpPr>
        <p:spPr>
          <a:xfrm>
            <a:off x="4115896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9"/>
          <p:cNvSpPr/>
          <p:nvPr/>
        </p:nvSpPr>
        <p:spPr>
          <a:xfrm flipH="1">
            <a:off x="4122479" y="304641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80"/>
          <p:cNvSpPr/>
          <p:nvPr/>
        </p:nvSpPr>
        <p:spPr>
          <a:xfrm>
            <a:off x="4208067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Oval 81"/>
          <p:cNvSpPr/>
          <p:nvPr/>
        </p:nvSpPr>
        <p:spPr>
          <a:xfrm>
            <a:off x="4764023" y="2697477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5" name="Connector 83"/>
          <p:cNvSpPr/>
          <p:nvPr/>
        </p:nvSpPr>
        <p:spPr>
          <a:xfrm>
            <a:off x="4737689" y="2921322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4"/>
          <p:cNvSpPr/>
          <p:nvPr/>
        </p:nvSpPr>
        <p:spPr>
          <a:xfrm flipH="1">
            <a:off x="4744269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5"/>
          <p:cNvSpPr/>
          <p:nvPr/>
        </p:nvSpPr>
        <p:spPr>
          <a:xfrm>
            <a:off x="4829856" y="304641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Oval 86"/>
          <p:cNvSpPr/>
          <p:nvPr/>
        </p:nvSpPr>
        <p:spPr>
          <a:xfrm>
            <a:off x="868680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9" name="Connector 87"/>
          <p:cNvSpPr/>
          <p:nvPr/>
        </p:nvSpPr>
        <p:spPr>
          <a:xfrm>
            <a:off x="934515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0" name="Connector 88"/>
          <p:cNvSpPr/>
          <p:nvPr/>
        </p:nvSpPr>
        <p:spPr>
          <a:xfrm>
            <a:off x="842344" y="3652844"/>
            <a:ext cx="184351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9"/>
          <p:cNvSpPr/>
          <p:nvPr/>
        </p:nvSpPr>
        <p:spPr>
          <a:xfrm flipH="1">
            <a:off x="848928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90"/>
          <p:cNvSpPr/>
          <p:nvPr/>
        </p:nvSpPr>
        <p:spPr>
          <a:xfrm>
            <a:off x="934513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Oval 91"/>
          <p:cNvSpPr/>
          <p:nvPr/>
        </p:nvSpPr>
        <p:spPr>
          <a:xfrm>
            <a:off x="1490472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4" name="Connector 92"/>
          <p:cNvSpPr/>
          <p:nvPr/>
        </p:nvSpPr>
        <p:spPr>
          <a:xfrm>
            <a:off x="1556307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5" name="Connector 93"/>
          <p:cNvSpPr/>
          <p:nvPr/>
        </p:nvSpPr>
        <p:spPr>
          <a:xfrm>
            <a:off x="1464136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4"/>
          <p:cNvSpPr/>
          <p:nvPr/>
        </p:nvSpPr>
        <p:spPr>
          <a:xfrm flipH="1">
            <a:off x="1470719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5"/>
          <p:cNvSpPr/>
          <p:nvPr/>
        </p:nvSpPr>
        <p:spPr>
          <a:xfrm>
            <a:off x="1556307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Oval 96"/>
          <p:cNvSpPr/>
          <p:nvPr/>
        </p:nvSpPr>
        <p:spPr>
          <a:xfrm>
            <a:off x="2112264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9" name="Connector 97"/>
          <p:cNvSpPr/>
          <p:nvPr/>
        </p:nvSpPr>
        <p:spPr>
          <a:xfrm>
            <a:off x="2178098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0" name="Connector 98"/>
          <p:cNvSpPr/>
          <p:nvPr/>
        </p:nvSpPr>
        <p:spPr>
          <a:xfrm>
            <a:off x="2085929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9"/>
          <p:cNvSpPr/>
          <p:nvPr/>
        </p:nvSpPr>
        <p:spPr>
          <a:xfrm flipH="1">
            <a:off x="2092512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100"/>
          <p:cNvSpPr/>
          <p:nvPr/>
        </p:nvSpPr>
        <p:spPr>
          <a:xfrm>
            <a:off x="2178099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Oval 101"/>
          <p:cNvSpPr/>
          <p:nvPr/>
        </p:nvSpPr>
        <p:spPr>
          <a:xfrm>
            <a:off x="2734055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4" name="Connector 102"/>
          <p:cNvSpPr/>
          <p:nvPr/>
        </p:nvSpPr>
        <p:spPr>
          <a:xfrm>
            <a:off x="2799892" y="3560668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5" name="Connector 103"/>
          <p:cNvSpPr/>
          <p:nvPr/>
        </p:nvSpPr>
        <p:spPr>
          <a:xfrm>
            <a:off x="2707719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4"/>
          <p:cNvSpPr/>
          <p:nvPr/>
        </p:nvSpPr>
        <p:spPr>
          <a:xfrm flipH="1">
            <a:off x="2714304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5"/>
          <p:cNvSpPr/>
          <p:nvPr/>
        </p:nvSpPr>
        <p:spPr>
          <a:xfrm>
            <a:off x="2799892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Oval 106"/>
          <p:cNvSpPr/>
          <p:nvPr/>
        </p:nvSpPr>
        <p:spPr>
          <a:xfrm>
            <a:off x="3355847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9" name="Connector 107"/>
          <p:cNvSpPr/>
          <p:nvPr/>
        </p:nvSpPr>
        <p:spPr>
          <a:xfrm>
            <a:off x="3421684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0" name="Connector 108"/>
          <p:cNvSpPr/>
          <p:nvPr/>
        </p:nvSpPr>
        <p:spPr>
          <a:xfrm>
            <a:off x="3329513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9"/>
          <p:cNvSpPr/>
          <p:nvPr/>
        </p:nvSpPr>
        <p:spPr>
          <a:xfrm flipH="1">
            <a:off x="3336091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10"/>
          <p:cNvSpPr/>
          <p:nvPr/>
        </p:nvSpPr>
        <p:spPr>
          <a:xfrm>
            <a:off x="3421684" y="3777934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Oval 111"/>
          <p:cNvSpPr/>
          <p:nvPr/>
        </p:nvSpPr>
        <p:spPr>
          <a:xfrm>
            <a:off x="3977640" y="3428998"/>
            <a:ext cx="131687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4" name="Connector 112"/>
          <p:cNvSpPr/>
          <p:nvPr/>
        </p:nvSpPr>
        <p:spPr>
          <a:xfrm>
            <a:off x="4043473" y="3560668"/>
            <a:ext cx="7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5" name="Connector 113"/>
          <p:cNvSpPr/>
          <p:nvPr/>
        </p:nvSpPr>
        <p:spPr>
          <a:xfrm>
            <a:off x="3951304" y="3652844"/>
            <a:ext cx="184350" cy="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4"/>
          <p:cNvSpPr/>
          <p:nvPr/>
        </p:nvSpPr>
        <p:spPr>
          <a:xfrm flipV="1">
            <a:off x="4096146" y="3461915"/>
            <a:ext cx="98762" cy="190934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5"/>
          <p:cNvSpPr/>
          <p:nvPr/>
        </p:nvSpPr>
        <p:spPr>
          <a:xfrm flipH="1">
            <a:off x="3957884" y="3777934"/>
            <a:ext cx="85596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6"/>
          <p:cNvSpPr/>
          <p:nvPr/>
        </p:nvSpPr>
        <p:spPr>
          <a:xfrm>
            <a:off x="4043473" y="3777934"/>
            <a:ext cx="85595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7"/>
          <p:cNvSpPr/>
          <p:nvPr/>
        </p:nvSpPr>
        <p:spPr>
          <a:xfrm>
            <a:off x="4269232" y="3456432"/>
            <a:ext cx="7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8"/>
          <p:cNvSpPr/>
          <p:nvPr/>
        </p:nvSpPr>
        <p:spPr>
          <a:xfrm>
            <a:off x="4333240" y="3456432"/>
            <a:ext cx="7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9"/>
          <p:cNvSpPr/>
          <p:nvPr/>
        </p:nvSpPr>
        <p:spPr>
          <a:xfrm>
            <a:off x="4397247" y="3456432"/>
            <a:ext cx="7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20"/>
          <p:cNvSpPr/>
          <p:nvPr/>
        </p:nvSpPr>
        <p:spPr>
          <a:xfrm>
            <a:off x="4461254" y="3456432"/>
            <a:ext cx="7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Oval 121"/>
          <p:cNvSpPr/>
          <p:nvPr/>
        </p:nvSpPr>
        <p:spPr>
          <a:xfrm>
            <a:off x="4599432" y="3428998"/>
            <a:ext cx="131687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4" name="Connector 122"/>
          <p:cNvSpPr/>
          <p:nvPr/>
        </p:nvSpPr>
        <p:spPr>
          <a:xfrm>
            <a:off x="4665267" y="3560668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5" name="Connector 123"/>
          <p:cNvSpPr/>
          <p:nvPr/>
        </p:nvSpPr>
        <p:spPr>
          <a:xfrm>
            <a:off x="4573096" y="365284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4"/>
          <p:cNvSpPr/>
          <p:nvPr/>
        </p:nvSpPr>
        <p:spPr>
          <a:xfrm flipH="1">
            <a:off x="4579679" y="3777934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5"/>
          <p:cNvSpPr/>
          <p:nvPr/>
        </p:nvSpPr>
        <p:spPr>
          <a:xfrm>
            <a:off x="4665267" y="3777934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Oval 126"/>
          <p:cNvSpPr/>
          <p:nvPr/>
        </p:nvSpPr>
        <p:spPr>
          <a:xfrm>
            <a:off x="1033271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9" name="Connector 127"/>
          <p:cNvSpPr/>
          <p:nvPr/>
        </p:nvSpPr>
        <p:spPr>
          <a:xfrm>
            <a:off x="1099107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0" name="Connector 128"/>
          <p:cNvSpPr/>
          <p:nvPr/>
        </p:nvSpPr>
        <p:spPr>
          <a:xfrm>
            <a:off x="1006936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9"/>
          <p:cNvSpPr/>
          <p:nvPr/>
        </p:nvSpPr>
        <p:spPr>
          <a:xfrm flipH="1">
            <a:off x="101351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30"/>
          <p:cNvSpPr/>
          <p:nvPr/>
        </p:nvSpPr>
        <p:spPr>
          <a:xfrm>
            <a:off x="1099107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Oval 131"/>
          <p:cNvSpPr/>
          <p:nvPr/>
        </p:nvSpPr>
        <p:spPr>
          <a:xfrm>
            <a:off x="1655060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4" name="Connector 132"/>
          <p:cNvSpPr/>
          <p:nvPr/>
        </p:nvSpPr>
        <p:spPr>
          <a:xfrm>
            <a:off x="1720898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5" name="Connector 133"/>
          <p:cNvSpPr/>
          <p:nvPr/>
        </p:nvSpPr>
        <p:spPr>
          <a:xfrm>
            <a:off x="162872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4"/>
          <p:cNvSpPr/>
          <p:nvPr/>
        </p:nvSpPr>
        <p:spPr>
          <a:xfrm flipH="1">
            <a:off x="1635311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5"/>
          <p:cNvSpPr/>
          <p:nvPr/>
        </p:nvSpPr>
        <p:spPr>
          <a:xfrm>
            <a:off x="172089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Oval 136"/>
          <p:cNvSpPr/>
          <p:nvPr/>
        </p:nvSpPr>
        <p:spPr>
          <a:xfrm>
            <a:off x="2276855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9" name="Connector 137"/>
          <p:cNvSpPr/>
          <p:nvPr/>
        </p:nvSpPr>
        <p:spPr>
          <a:xfrm>
            <a:off x="2342692" y="4292190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0" name="Connector 138"/>
          <p:cNvSpPr/>
          <p:nvPr/>
        </p:nvSpPr>
        <p:spPr>
          <a:xfrm>
            <a:off x="225051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9"/>
          <p:cNvSpPr/>
          <p:nvPr/>
        </p:nvSpPr>
        <p:spPr>
          <a:xfrm flipH="1">
            <a:off x="2257104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40"/>
          <p:cNvSpPr/>
          <p:nvPr/>
        </p:nvSpPr>
        <p:spPr>
          <a:xfrm>
            <a:off x="2342692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Oval 141"/>
          <p:cNvSpPr/>
          <p:nvPr/>
        </p:nvSpPr>
        <p:spPr>
          <a:xfrm>
            <a:off x="2898648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4" name="Connector 142"/>
          <p:cNvSpPr/>
          <p:nvPr/>
        </p:nvSpPr>
        <p:spPr>
          <a:xfrm>
            <a:off x="2964482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5" name="Connector 143"/>
          <p:cNvSpPr/>
          <p:nvPr/>
        </p:nvSpPr>
        <p:spPr>
          <a:xfrm>
            <a:off x="2872313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4"/>
          <p:cNvSpPr/>
          <p:nvPr/>
        </p:nvSpPr>
        <p:spPr>
          <a:xfrm flipH="1">
            <a:off x="2878895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5"/>
          <p:cNvSpPr/>
          <p:nvPr/>
        </p:nvSpPr>
        <p:spPr>
          <a:xfrm>
            <a:off x="2964483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Oval 146"/>
          <p:cNvSpPr/>
          <p:nvPr/>
        </p:nvSpPr>
        <p:spPr>
          <a:xfrm>
            <a:off x="3520440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9" name="Connector 147"/>
          <p:cNvSpPr/>
          <p:nvPr/>
        </p:nvSpPr>
        <p:spPr>
          <a:xfrm>
            <a:off x="3586273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0" name="Connector 148"/>
          <p:cNvSpPr/>
          <p:nvPr/>
        </p:nvSpPr>
        <p:spPr>
          <a:xfrm>
            <a:off x="3494104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9"/>
          <p:cNvSpPr/>
          <p:nvPr/>
        </p:nvSpPr>
        <p:spPr>
          <a:xfrm flipH="1">
            <a:off x="3500684" y="4509452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50"/>
          <p:cNvSpPr/>
          <p:nvPr/>
        </p:nvSpPr>
        <p:spPr>
          <a:xfrm>
            <a:off x="3586273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Oval 151"/>
          <p:cNvSpPr/>
          <p:nvPr/>
        </p:nvSpPr>
        <p:spPr>
          <a:xfrm>
            <a:off x="4142232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4" name="Connector 152"/>
          <p:cNvSpPr/>
          <p:nvPr/>
        </p:nvSpPr>
        <p:spPr>
          <a:xfrm>
            <a:off x="4208067" y="4292190"/>
            <a:ext cx="7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5" name="Connector 153"/>
          <p:cNvSpPr/>
          <p:nvPr/>
        </p:nvSpPr>
        <p:spPr>
          <a:xfrm>
            <a:off x="4115896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4"/>
          <p:cNvSpPr/>
          <p:nvPr/>
        </p:nvSpPr>
        <p:spPr>
          <a:xfrm flipH="1">
            <a:off x="4122479" y="4509452"/>
            <a:ext cx="85596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5"/>
          <p:cNvSpPr/>
          <p:nvPr/>
        </p:nvSpPr>
        <p:spPr>
          <a:xfrm>
            <a:off x="4208067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Oval 156"/>
          <p:cNvSpPr/>
          <p:nvPr/>
        </p:nvSpPr>
        <p:spPr>
          <a:xfrm>
            <a:off x="4764023" y="4160520"/>
            <a:ext cx="131687" cy="1316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9" name="Connector 157"/>
          <p:cNvSpPr/>
          <p:nvPr/>
        </p:nvSpPr>
        <p:spPr>
          <a:xfrm>
            <a:off x="4829859" y="4292190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0" name="Connector 158"/>
          <p:cNvSpPr/>
          <p:nvPr/>
        </p:nvSpPr>
        <p:spPr>
          <a:xfrm>
            <a:off x="4737689" y="4384364"/>
            <a:ext cx="184350" cy="7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9"/>
          <p:cNvSpPr/>
          <p:nvPr/>
        </p:nvSpPr>
        <p:spPr>
          <a:xfrm flipH="1">
            <a:off x="4744269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60"/>
          <p:cNvSpPr/>
          <p:nvPr/>
        </p:nvSpPr>
        <p:spPr>
          <a:xfrm>
            <a:off x="4829856" y="4509452"/>
            <a:ext cx="85595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1"/>
          <p:cNvSpPr/>
          <p:nvPr/>
        </p:nvSpPr>
        <p:spPr>
          <a:xfrm>
            <a:off x="6492240" y="3246115"/>
            <a:ext cx="4681735" cy="9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2"/>
          <p:cNvSpPr/>
          <p:nvPr/>
        </p:nvSpPr>
        <p:spPr>
          <a:xfrm>
            <a:off x="3767327" y="2185416"/>
            <a:ext cx="2724919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3"/>
          <p:cNvSpPr/>
          <p:nvPr/>
        </p:nvSpPr>
        <p:spPr>
          <a:xfrm>
            <a:off x="3803903" y="2249421"/>
            <a:ext cx="2688341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4"/>
          <p:cNvSpPr/>
          <p:nvPr/>
        </p:nvSpPr>
        <p:spPr>
          <a:xfrm>
            <a:off x="2066542" y="2916932"/>
            <a:ext cx="4425705" cy="32919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5"/>
          <p:cNvSpPr/>
          <p:nvPr/>
        </p:nvSpPr>
        <p:spPr>
          <a:xfrm>
            <a:off x="2103120" y="2980942"/>
            <a:ext cx="4389121" cy="320049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6"/>
          <p:cNvSpPr/>
          <p:nvPr/>
        </p:nvSpPr>
        <p:spPr>
          <a:xfrm flipV="1">
            <a:off x="4389120" y="3246120"/>
            <a:ext cx="2103125" cy="402343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7"/>
          <p:cNvSpPr/>
          <p:nvPr/>
        </p:nvSpPr>
        <p:spPr>
          <a:xfrm flipV="1">
            <a:off x="4425696" y="3300985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8"/>
          <p:cNvSpPr/>
          <p:nvPr/>
        </p:nvSpPr>
        <p:spPr>
          <a:xfrm flipV="1">
            <a:off x="4352542" y="3374136"/>
            <a:ext cx="2139703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9"/>
          <p:cNvSpPr/>
          <p:nvPr/>
        </p:nvSpPr>
        <p:spPr>
          <a:xfrm>
            <a:off x="1810510" y="2834636"/>
            <a:ext cx="4681733" cy="3017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Oval 170"/>
          <p:cNvSpPr/>
          <p:nvPr/>
        </p:nvSpPr>
        <p:spPr>
          <a:xfrm>
            <a:off x="678484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3" name="Oval 171"/>
          <p:cNvSpPr/>
          <p:nvPr/>
        </p:nvSpPr>
        <p:spPr>
          <a:xfrm>
            <a:off x="7205471" y="3456432"/>
            <a:ext cx="82309" cy="8230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2"/>
          <p:cNvSpPr/>
          <p:nvPr/>
        </p:nvSpPr>
        <p:spPr>
          <a:xfrm>
            <a:off x="7626094" y="3017520"/>
            <a:ext cx="100597" cy="100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3"/>
          <p:cNvSpPr/>
          <p:nvPr/>
        </p:nvSpPr>
        <p:spPr>
          <a:xfrm>
            <a:off x="8247888" y="3364991"/>
            <a:ext cx="73165" cy="7316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4"/>
          <p:cNvSpPr/>
          <p:nvPr/>
        </p:nvSpPr>
        <p:spPr>
          <a:xfrm>
            <a:off x="8887968" y="2926077"/>
            <a:ext cx="128029" cy="12802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6"/>
          <p:cNvSpPr/>
          <p:nvPr/>
        </p:nvSpPr>
        <p:spPr>
          <a:xfrm>
            <a:off x="9765792" y="2889504"/>
            <a:ext cx="146317" cy="1463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7"/>
          <p:cNvSpPr/>
          <p:nvPr/>
        </p:nvSpPr>
        <p:spPr>
          <a:xfrm>
            <a:off x="10241280" y="3310128"/>
            <a:ext cx="128029" cy="12802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8"/>
          <p:cNvSpPr/>
          <p:nvPr/>
        </p:nvSpPr>
        <p:spPr>
          <a:xfrm>
            <a:off x="10735056" y="2980944"/>
            <a:ext cx="137173" cy="1371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2" name="TextBox 180"/>
          <p:cNvSpPr txBox="1"/>
          <p:nvPr/>
        </p:nvSpPr>
        <p:spPr>
          <a:xfrm>
            <a:off x="7424925" y="4315967"/>
            <a:ext cx="914407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3" name="TextBox 181"/>
          <p:cNvSpPr txBox="1"/>
          <p:nvPr/>
        </p:nvSpPr>
        <p:spPr>
          <a:xfrm>
            <a:off x="8016306" y="4477013"/>
            <a:ext cx="1508767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4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5" name="TextBox 183"/>
          <p:cNvSpPr txBox="1"/>
          <p:nvPr/>
        </p:nvSpPr>
        <p:spPr>
          <a:xfrm>
            <a:off x="10634471" y="4489703"/>
            <a:ext cx="1051567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2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4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5" name="Connector 4"/>
          <p:cNvSpPr/>
          <p:nvPr/>
        </p:nvSpPr>
        <p:spPr>
          <a:xfrm flipH="1">
            <a:off x="4005070" y="1554477"/>
            <a:ext cx="5" cy="3456439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6" name="Connector 5"/>
          <p:cNvSpPr/>
          <p:nvPr/>
        </p:nvSpPr>
        <p:spPr>
          <a:xfrm>
            <a:off x="8010141" y="1554477"/>
            <a:ext cx="5" cy="3456439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8" name="Oval 7"/>
          <p:cNvSpPr/>
          <p:nvPr/>
        </p:nvSpPr>
        <p:spPr>
          <a:xfrm>
            <a:off x="960119" y="2240277"/>
            <a:ext cx="164599" cy="1645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39" name="Connector 8"/>
          <p:cNvSpPr/>
          <p:nvPr/>
        </p:nvSpPr>
        <p:spPr>
          <a:xfrm>
            <a:off x="1042415" y="2404872"/>
            <a:ext cx="5" cy="27158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0" name="Connector 9"/>
          <p:cNvSpPr/>
          <p:nvPr/>
        </p:nvSpPr>
        <p:spPr>
          <a:xfrm>
            <a:off x="927199" y="2520083"/>
            <a:ext cx="23043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10"/>
          <p:cNvSpPr/>
          <p:nvPr/>
        </p:nvSpPr>
        <p:spPr>
          <a:xfrm flipH="1">
            <a:off x="935430" y="2676448"/>
            <a:ext cx="106988" cy="17282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1"/>
          <p:cNvSpPr/>
          <p:nvPr/>
        </p:nvSpPr>
        <p:spPr>
          <a:xfrm>
            <a:off x="1042416" y="2676448"/>
            <a:ext cx="106987" cy="17282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Oval 12"/>
          <p:cNvSpPr/>
          <p:nvPr/>
        </p:nvSpPr>
        <p:spPr>
          <a:xfrm>
            <a:off x="3502150" y="2215624"/>
            <a:ext cx="164599" cy="1645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44" name="Connector 13"/>
          <p:cNvSpPr/>
          <p:nvPr/>
        </p:nvSpPr>
        <p:spPr>
          <a:xfrm>
            <a:off x="3584447" y="2380214"/>
            <a:ext cx="4" cy="2715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5" name="Connector 14"/>
          <p:cNvSpPr/>
          <p:nvPr/>
        </p:nvSpPr>
        <p:spPr>
          <a:xfrm>
            <a:off x="3469232" y="2495430"/>
            <a:ext cx="230433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5"/>
          <p:cNvSpPr/>
          <p:nvPr/>
        </p:nvSpPr>
        <p:spPr>
          <a:xfrm flipH="1">
            <a:off x="3477463" y="2651792"/>
            <a:ext cx="106988" cy="17282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6"/>
          <p:cNvSpPr/>
          <p:nvPr/>
        </p:nvSpPr>
        <p:spPr>
          <a:xfrm>
            <a:off x="3584447" y="2651792"/>
            <a:ext cx="106988" cy="17282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Rounded Rectangle 17"/>
          <p:cNvSpPr/>
          <p:nvPr/>
        </p:nvSpPr>
        <p:spPr>
          <a:xfrm>
            <a:off x="1856231" y="2011677"/>
            <a:ext cx="960124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49" name="Connector 18"/>
          <p:cNvSpPr/>
          <p:nvPr/>
        </p:nvSpPr>
        <p:spPr>
          <a:xfrm>
            <a:off x="2075687" y="2450592"/>
            <a:ext cx="52120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0" name="Connector 19"/>
          <p:cNvSpPr/>
          <p:nvPr/>
        </p:nvSpPr>
        <p:spPr>
          <a:xfrm>
            <a:off x="2075687" y="2761488"/>
            <a:ext cx="39319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20"/>
          <p:cNvSpPr/>
          <p:nvPr/>
        </p:nvSpPr>
        <p:spPr>
          <a:xfrm>
            <a:off x="2075687" y="3072383"/>
            <a:ext cx="48463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Oval 21"/>
          <p:cNvSpPr/>
          <p:nvPr/>
        </p:nvSpPr>
        <p:spPr>
          <a:xfrm>
            <a:off x="1572766" y="251459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53" name="Connector 22"/>
          <p:cNvSpPr/>
          <p:nvPr/>
        </p:nvSpPr>
        <p:spPr>
          <a:xfrm>
            <a:off x="1613915" y="262432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4" name="Connector 23"/>
          <p:cNvSpPr/>
          <p:nvPr/>
        </p:nvSpPr>
        <p:spPr>
          <a:xfrm flipV="1">
            <a:off x="1659633" y="2569464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7"/>
          <p:cNvSpPr/>
          <p:nvPr/>
        </p:nvSpPr>
        <p:spPr>
          <a:xfrm>
            <a:off x="1344166" y="2615183"/>
            <a:ext cx="192028" cy="4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TextBox 30"/>
          <p:cNvSpPr txBox="1"/>
          <p:nvPr/>
        </p:nvSpPr>
        <p:spPr>
          <a:xfrm>
            <a:off x="941830" y="3675886"/>
            <a:ext cx="283464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7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8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59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0" name="Oval 34"/>
          <p:cNvSpPr/>
          <p:nvPr/>
        </p:nvSpPr>
        <p:spPr>
          <a:xfrm>
            <a:off x="4315967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1" name="Oval 35"/>
          <p:cNvSpPr/>
          <p:nvPr/>
        </p:nvSpPr>
        <p:spPr>
          <a:xfrm>
            <a:off x="4507991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2" name="Oval 36"/>
          <p:cNvSpPr/>
          <p:nvPr/>
        </p:nvSpPr>
        <p:spPr>
          <a:xfrm>
            <a:off x="4700015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3" name="Oval 37"/>
          <p:cNvSpPr/>
          <p:nvPr/>
        </p:nvSpPr>
        <p:spPr>
          <a:xfrm>
            <a:off x="4892040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4" name="Oval 38"/>
          <p:cNvSpPr/>
          <p:nvPr/>
        </p:nvSpPr>
        <p:spPr>
          <a:xfrm>
            <a:off x="5084064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5" name="Oval 39"/>
          <p:cNvSpPr/>
          <p:nvPr/>
        </p:nvSpPr>
        <p:spPr>
          <a:xfrm>
            <a:off x="5276088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6" name="Oval 40"/>
          <p:cNvSpPr/>
          <p:nvPr/>
        </p:nvSpPr>
        <p:spPr>
          <a:xfrm>
            <a:off x="5468110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7" name="Oval 41"/>
          <p:cNvSpPr/>
          <p:nvPr/>
        </p:nvSpPr>
        <p:spPr>
          <a:xfrm>
            <a:off x="5660135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8" name="Oval 42"/>
          <p:cNvSpPr/>
          <p:nvPr/>
        </p:nvSpPr>
        <p:spPr>
          <a:xfrm>
            <a:off x="5852159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9" name="Oval 43"/>
          <p:cNvSpPr/>
          <p:nvPr/>
        </p:nvSpPr>
        <p:spPr>
          <a:xfrm>
            <a:off x="6044183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0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1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2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3" name="Oval 47"/>
          <p:cNvSpPr/>
          <p:nvPr/>
        </p:nvSpPr>
        <p:spPr>
          <a:xfrm>
            <a:off x="4315967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4" name="Oval 48"/>
          <p:cNvSpPr/>
          <p:nvPr/>
        </p:nvSpPr>
        <p:spPr>
          <a:xfrm>
            <a:off x="4507991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5" name="Oval 49"/>
          <p:cNvSpPr/>
          <p:nvPr/>
        </p:nvSpPr>
        <p:spPr>
          <a:xfrm>
            <a:off x="4700015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6" name="Oval 50"/>
          <p:cNvSpPr/>
          <p:nvPr/>
        </p:nvSpPr>
        <p:spPr>
          <a:xfrm>
            <a:off x="4892040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7" name="Oval 51"/>
          <p:cNvSpPr/>
          <p:nvPr/>
        </p:nvSpPr>
        <p:spPr>
          <a:xfrm>
            <a:off x="5084064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8" name="Oval 52"/>
          <p:cNvSpPr/>
          <p:nvPr/>
        </p:nvSpPr>
        <p:spPr>
          <a:xfrm>
            <a:off x="5276088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9" name="Oval 53"/>
          <p:cNvSpPr/>
          <p:nvPr/>
        </p:nvSpPr>
        <p:spPr>
          <a:xfrm>
            <a:off x="5468110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80" name="Oval 54"/>
          <p:cNvSpPr/>
          <p:nvPr/>
        </p:nvSpPr>
        <p:spPr>
          <a:xfrm>
            <a:off x="5660135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81" name="Oval 55"/>
          <p:cNvSpPr/>
          <p:nvPr/>
        </p:nvSpPr>
        <p:spPr>
          <a:xfrm>
            <a:off x="5852159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82" name="Oval 56"/>
          <p:cNvSpPr/>
          <p:nvPr/>
        </p:nvSpPr>
        <p:spPr>
          <a:xfrm>
            <a:off x="6044183" y="3913632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83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4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5" name="TextBox 59"/>
          <p:cNvSpPr txBox="1"/>
          <p:nvPr/>
        </p:nvSpPr>
        <p:spPr>
          <a:xfrm>
            <a:off x="6629400" y="3145533"/>
            <a:ext cx="1188720" cy="677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6" name="TextBox 60"/>
          <p:cNvSpPr txBox="1"/>
          <p:nvPr/>
        </p:nvSpPr>
        <p:spPr>
          <a:xfrm>
            <a:off x="8193023" y="1572766"/>
            <a:ext cx="237744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7" name="TextBox 61"/>
          <p:cNvSpPr txBox="1"/>
          <p:nvPr/>
        </p:nvSpPr>
        <p:spPr>
          <a:xfrm>
            <a:off x="8229599" y="2039110"/>
            <a:ext cx="10515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8" name="TextBox 62"/>
          <p:cNvSpPr txBox="1"/>
          <p:nvPr/>
        </p:nvSpPr>
        <p:spPr>
          <a:xfrm>
            <a:off x="8229599" y="2395727"/>
            <a:ext cx="1097285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89" name="TextBox 63"/>
          <p:cNvSpPr txBox="1"/>
          <p:nvPr/>
        </p:nvSpPr>
        <p:spPr>
          <a:xfrm>
            <a:off x="9372600" y="2468877"/>
            <a:ext cx="187451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0" name="TextBox 64"/>
          <p:cNvSpPr txBox="1"/>
          <p:nvPr/>
        </p:nvSpPr>
        <p:spPr>
          <a:xfrm>
            <a:off x="8229599" y="2852927"/>
            <a:ext cx="28803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1" name="Connector 65"/>
          <p:cNvSpPr/>
          <p:nvPr/>
        </p:nvSpPr>
        <p:spPr>
          <a:xfrm>
            <a:off x="8229599" y="3328414"/>
            <a:ext cx="3035812" cy="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2" name="TextBox 66"/>
          <p:cNvSpPr txBox="1"/>
          <p:nvPr/>
        </p:nvSpPr>
        <p:spPr>
          <a:xfrm>
            <a:off x="8229599" y="3639310"/>
            <a:ext cx="10515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3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4" name="TextBox 68"/>
          <p:cNvSpPr txBox="1"/>
          <p:nvPr/>
        </p:nvSpPr>
        <p:spPr>
          <a:xfrm>
            <a:off x="8732518" y="4041647"/>
            <a:ext cx="248717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5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6" name="Connector 70"/>
          <p:cNvSpPr/>
          <p:nvPr/>
        </p:nvSpPr>
        <p:spPr>
          <a:xfrm>
            <a:off x="749805" y="5230365"/>
            <a:ext cx="10680198" cy="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7" name="TextBox 71"/>
          <p:cNvSpPr txBox="1"/>
          <p:nvPr/>
        </p:nvSpPr>
        <p:spPr>
          <a:xfrm>
            <a:off x="2944366" y="5522976"/>
            <a:ext cx="635508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8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599" name="Oval 21"/>
          <p:cNvSpPr/>
          <p:nvPr/>
        </p:nvSpPr>
        <p:spPr>
          <a:xfrm>
            <a:off x="2884696" y="251459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00" name="Connector 22"/>
          <p:cNvSpPr/>
          <p:nvPr/>
        </p:nvSpPr>
        <p:spPr>
          <a:xfrm>
            <a:off x="2925845" y="262432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1" name="Connector 23"/>
          <p:cNvSpPr/>
          <p:nvPr/>
        </p:nvSpPr>
        <p:spPr>
          <a:xfrm flipV="1">
            <a:off x="2971563" y="2569464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7"/>
          <p:cNvSpPr/>
          <p:nvPr/>
        </p:nvSpPr>
        <p:spPr>
          <a:xfrm>
            <a:off x="3134853" y="2615119"/>
            <a:ext cx="192029" cy="4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Rectangle"/>
          <p:cNvSpPr/>
          <p:nvPr/>
        </p:nvSpPr>
        <p:spPr>
          <a:xfrm>
            <a:off x="3742044" y="1460621"/>
            <a:ext cx="8005737" cy="3644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7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8" name="Connector 4"/>
          <p:cNvSpPr/>
          <p:nvPr/>
        </p:nvSpPr>
        <p:spPr>
          <a:xfrm flipH="1">
            <a:off x="4005070" y="1554478"/>
            <a:ext cx="5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9" name="Connector 5"/>
          <p:cNvSpPr/>
          <p:nvPr/>
        </p:nvSpPr>
        <p:spPr>
          <a:xfrm>
            <a:off x="8010141" y="1554478"/>
            <a:ext cx="5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1" name="Oval 7"/>
          <p:cNvSpPr/>
          <p:nvPr/>
        </p:nvSpPr>
        <p:spPr>
          <a:xfrm>
            <a:off x="960119" y="2240277"/>
            <a:ext cx="164599" cy="1645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12" name="Connector 8"/>
          <p:cNvSpPr/>
          <p:nvPr/>
        </p:nvSpPr>
        <p:spPr>
          <a:xfrm>
            <a:off x="1042412" y="2404872"/>
            <a:ext cx="5" cy="27158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3" name="Connector 9"/>
          <p:cNvSpPr/>
          <p:nvPr/>
        </p:nvSpPr>
        <p:spPr>
          <a:xfrm>
            <a:off x="927199" y="2520083"/>
            <a:ext cx="23043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10"/>
          <p:cNvSpPr/>
          <p:nvPr/>
        </p:nvSpPr>
        <p:spPr>
          <a:xfrm flipH="1">
            <a:off x="935430" y="2676448"/>
            <a:ext cx="106988" cy="17282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1"/>
          <p:cNvSpPr/>
          <p:nvPr/>
        </p:nvSpPr>
        <p:spPr>
          <a:xfrm>
            <a:off x="1042416" y="2676448"/>
            <a:ext cx="106987" cy="17282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Oval 12"/>
          <p:cNvSpPr/>
          <p:nvPr/>
        </p:nvSpPr>
        <p:spPr>
          <a:xfrm>
            <a:off x="3502150" y="2215624"/>
            <a:ext cx="164599" cy="1645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17" name="Connector 13"/>
          <p:cNvSpPr/>
          <p:nvPr/>
        </p:nvSpPr>
        <p:spPr>
          <a:xfrm>
            <a:off x="3584447" y="2380214"/>
            <a:ext cx="4" cy="2715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8" name="Connector 14"/>
          <p:cNvSpPr/>
          <p:nvPr/>
        </p:nvSpPr>
        <p:spPr>
          <a:xfrm>
            <a:off x="3469232" y="2495430"/>
            <a:ext cx="230433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5"/>
          <p:cNvSpPr/>
          <p:nvPr/>
        </p:nvSpPr>
        <p:spPr>
          <a:xfrm flipH="1">
            <a:off x="3477463" y="2651792"/>
            <a:ext cx="106988" cy="17282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6"/>
          <p:cNvSpPr/>
          <p:nvPr/>
        </p:nvSpPr>
        <p:spPr>
          <a:xfrm>
            <a:off x="3584447" y="2651792"/>
            <a:ext cx="106988" cy="17282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Rounded Rectangle 17"/>
          <p:cNvSpPr/>
          <p:nvPr/>
        </p:nvSpPr>
        <p:spPr>
          <a:xfrm>
            <a:off x="1856231" y="2011677"/>
            <a:ext cx="960124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22" name="Connector 18"/>
          <p:cNvSpPr/>
          <p:nvPr/>
        </p:nvSpPr>
        <p:spPr>
          <a:xfrm>
            <a:off x="2075687" y="2450592"/>
            <a:ext cx="52120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3" name="Connector 19"/>
          <p:cNvSpPr/>
          <p:nvPr/>
        </p:nvSpPr>
        <p:spPr>
          <a:xfrm>
            <a:off x="2075687" y="2761488"/>
            <a:ext cx="39319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20"/>
          <p:cNvSpPr/>
          <p:nvPr/>
        </p:nvSpPr>
        <p:spPr>
          <a:xfrm>
            <a:off x="2075687" y="3072383"/>
            <a:ext cx="48463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Oval 21"/>
          <p:cNvSpPr/>
          <p:nvPr/>
        </p:nvSpPr>
        <p:spPr>
          <a:xfrm>
            <a:off x="1572766" y="251459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26" name="Connector 22"/>
          <p:cNvSpPr/>
          <p:nvPr/>
        </p:nvSpPr>
        <p:spPr>
          <a:xfrm>
            <a:off x="1613915" y="262432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7" name="Connector 23"/>
          <p:cNvSpPr/>
          <p:nvPr/>
        </p:nvSpPr>
        <p:spPr>
          <a:xfrm flipV="1">
            <a:off x="1659633" y="2569464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7"/>
          <p:cNvSpPr/>
          <p:nvPr/>
        </p:nvSpPr>
        <p:spPr>
          <a:xfrm>
            <a:off x="1344166" y="2615183"/>
            <a:ext cx="192028" cy="4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TextBox 30"/>
          <p:cNvSpPr txBox="1"/>
          <p:nvPr/>
        </p:nvSpPr>
        <p:spPr>
          <a:xfrm>
            <a:off x="941830" y="3675886"/>
            <a:ext cx="283464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0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1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2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3" name="Oval 34"/>
          <p:cNvSpPr/>
          <p:nvPr/>
        </p:nvSpPr>
        <p:spPr>
          <a:xfrm>
            <a:off x="4315967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34" name="Oval 35"/>
          <p:cNvSpPr/>
          <p:nvPr/>
        </p:nvSpPr>
        <p:spPr>
          <a:xfrm>
            <a:off x="4507991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35" name="Oval 36"/>
          <p:cNvSpPr/>
          <p:nvPr/>
        </p:nvSpPr>
        <p:spPr>
          <a:xfrm>
            <a:off x="4700015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36" name="Oval 37"/>
          <p:cNvSpPr/>
          <p:nvPr/>
        </p:nvSpPr>
        <p:spPr>
          <a:xfrm>
            <a:off x="4892040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37" name="Oval 38"/>
          <p:cNvSpPr/>
          <p:nvPr/>
        </p:nvSpPr>
        <p:spPr>
          <a:xfrm>
            <a:off x="5084064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38" name="Oval 39"/>
          <p:cNvSpPr/>
          <p:nvPr/>
        </p:nvSpPr>
        <p:spPr>
          <a:xfrm>
            <a:off x="5276088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39" name="Oval 40"/>
          <p:cNvSpPr/>
          <p:nvPr/>
        </p:nvSpPr>
        <p:spPr>
          <a:xfrm>
            <a:off x="5468110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40" name="Oval 41"/>
          <p:cNvSpPr/>
          <p:nvPr/>
        </p:nvSpPr>
        <p:spPr>
          <a:xfrm>
            <a:off x="5660135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41" name="Oval 42"/>
          <p:cNvSpPr/>
          <p:nvPr/>
        </p:nvSpPr>
        <p:spPr>
          <a:xfrm>
            <a:off x="5852159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42" name="Oval 43"/>
          <p:cNvSpPr/>
          <p:nvPr/>
        </p:nvSpPr>
        <p:spPr>
          <a:xfrm>
            <a:off x="6044183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43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4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5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6" name="Oval 47"/>
          <p:cNvSpPr/>
          <p:nvPr/>
        </p:nvSpPr>
        <p:spPr>
          <a:xfrm>
            <a:off x="4315967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47" name="Oval 48"/>
          <p:cNvSpPr/>
          <p:nvPr/>
        </p:nvSpPr>
        <p:spPr>
          <a:xfrm>
            <a:off x="4507991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48" name="Oval 49"/>
          <p:cNvSpPr/>
          <p:nvPr/>
        </p:nvSpPr>
        <p:spPr>
          <a:xfrm>
            <a:off x="4700015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49" name="Oval 50"/>
          <p:cNvSpPr/>
          <p:nvPr/>
        </p:nvSpPr>
        <p:spPr>
          <a:xfrm>
            <a:off x="4892040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0" name="Oval 51"/>
          <p:cNvSpPr/>
          <p:nvPr/>
        </p:nvSpPr>
        <p:spPr>
          <a:xfrm>
            <a:off x="5084064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1" name="Oval 52"/>
          <p:cNvSpPr/>
          <p:nvPr/>
        </p:nvSpPr>
        <p:spPr>
          <a:xfrm>
            <a:off x="5276088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2" name="Oval 53"/>
          <p:cNvSpPr/>
          <p:nvPr/>
        </p:nvSpPr>
        <p:spPr>
          <a:xfrm>
            <a:off x="5468110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3" name="Oval 54"/>
          <p:cNvSpPr/>
          <p:nvPr/>
        </p:nvSpPr>
        <p:spPr>
          <a:xfrm>
            <a:off x="5660135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4" name="Oval 55"/>
          <p:cNvSpPr/>
          <p:nvPr/>
        </p:nvSpPr>
        <p:spPr>
          <a:xfrm>
            <a:off x="5852159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5" name="Oval 56"/>
          <p:cNvSpPr/>
          <p:nvPr/>
        </p:nvSpPr>
        <p:spPr>
          <a:xfrm>
            <a:off x="6044183" y="3913632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6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7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8" name="TextBox 59"/>
          <p:cNvSpPr txBox="1"/>
          <p:nvPr/>
        </p:nvSpPr>
        <p:spPr>
          <a:xfrm>
            <a:off x="6629400" y="3145533"/>
            <a:ext cx="1188720" cy="677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59" name="TextBox 60"/>
          <p:cNvSpPr txBox="1"/>
          <p:nvPr/>
        </p:nvSpPr>
        <p:spPr>
          <a:xfrm>
            <a:off x="8193023" y="1572766"/>
            <a:ext cx="237744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0" name="TextBox 61"/>
          <p:cNvSpPr txBox="1"/>
          <p:nvPr/>
        </p:nvSpPr>
        <p:spPr>
          <a:xfrm>
            <a:off x="8229599" y="2039110"/>
            <a:ext cx="10515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1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2" name="TextBox 63"/>
          <p:cNvSpPr txBox="1"/>
          <p:nvPr/>
        </p:nvSpPr>
        <p:spPr>
          <a:xfrm>
            <a:off x="9372600" y="2468877"/>
            <a:ext cx="187451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3" name="TextBox 64"/>
          <p:cNvSpPr txBox="1"/>
          <p:nvPr/>
        </p:nvSpPr>
        <p:spPr>
          <a:xfrm>
            <a:off x="8229599" y="2852927"/>
            <a:ext cx="28803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4" name="Connector 65"/>
          <p:cNvSpPr/>
          <p:nvPr/>
        </p:nvSpPr>
        <p:spPr>
          <a:xfrm>
            <a:off x="8229599" y="3328414"/>
            <a:ext cx="3035813" cy="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5" name="TextBox 66"/>
          <p:cNvSpPr txBox="1"/>
          <p:nvPr/>
        </p:nvSpPr>
        <p:spPr>
          <a:xfrm>
            <a:off x="8229599" y="3639310"/>
            <a:ext cx="10515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6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7" name="TextBox 68"/>
          <p:cNvSpPr txBox="1"/>
          <p:nvPr/>
        </p:nvSpPr>
        <p:spPr>
          <a:xfrm>
            <a:off x="8732518" y="4041647"/>
            <a:ext cx="248717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8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69" name="Connector 70"/>
          <p:cNvSpPr/>
          <p:nvPr/>
        </p:nvSpPr>
        <p:spPr>
          <a:xfrm>
            <a:off x="749805" y="5230365"/>
            <a:ext cx="10680198" cy="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0" name="TextBox 71"/>
          <p:cNvSpPr txBox="1"/>
          <p:nvPr/>
        </p:nvSpPr>
        <p:spPr>
          <a:xfrm>
            <a:off x="2944366" y="5522976"/>
            <a:ext cx="635508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1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2" name="Oval 21"/>
          <p:cNvSpPr/>
          <p:nvPr/>
        </p:nvSpPr>
        <p:spPr>
          <a:xfrm>
            <a:off x="2884696" y="251459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73" name="Connector 22"/>
          <p:cNvSpPr/>
          <p:nvPr/>
        </p:nvSpPr>
        <p:spPr>
          <a:xfrm>
            <a:off x="2925845" y="262432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4" name="Connector 23"/>
          <p:cNvSpPr/>
          <p:nvPr/>
        </p:nvSpPr>
        <p:spPr>
          <a:xfrm flipV="1">
            <a:off x="2971563" y="2569464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7"/>
          <p:cNvSpPr/>
          <p:nvPr/>
        </p:nvSpPr>
        <p:spPr>
          <a:xfrm>
            <a:off x="3134853" y="2615119"/>
            <a:ext cx="192029" cy="4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Rectangle"/>
          <p:cNvSpPr/>
          <p:nvPr/>
        </p:nvSpPr>
        <p:spPr>
          <a:xfrm>
            <a:off x="6594474" y="1460621"/>
            <a:ext cx="5153310" cy="3644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77" name="Rectangle"/>
          <p:cNvSpPr/>
          <p:nvPr/>
        </p:nvSpPr>
        <p:spPr>
          <a:xfrm>
            <a:off x="4145505" y="3414910"/>
            <a:ext cx="7729275" cy="16916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1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2" name="Connector 4"/>
          <p:cNvSpPr/>
          <p:nvPr/>
        </p:nvSpPr>
        <p:spPr>
          <a:xfrm flipH="1">
            <a:off x="4005070" y="1554478"/>
            <a:ext cx="5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3" name="Connector 5"/>
          <p:cNvSpPr/>
          <p:nvPr/>
        </p:nvSpPr>
        <p:spPr>
          <a:xfrm>
            <a:off x="8010141" y="1554478"/>
            <a:ext cx="5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5" name="Oval 7"/>
          <p:cNvSpPr/>
          <p:nvPr/>
        </p:nvSpPr>
        <p:spPr>
          <a:xfrm>
            <a:off x="960119" y="2240277"/>
            <a:ext cx="164599" cy="1645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86" name="Connector 8"/>
          <p:cNvSpPr/>
          <p:nvPr/>
        </p:nvSpPr>
        <p:spPr>
          <a:xfrm>
            <a:off x="1042412" y="2404872"/>
            <a:ext cx="5" cy="27158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7" name="Connector 9"/>
          <p:cNvSpPr/>
          <p:nvPr/>
        </p:nvSpPr>
        <p:spPr>
          <a:xfrm>
            <a:off x="927199" y="2520083"/>
            <a:ext cx="23043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10"/>
          <p:cNvSpPr/>
          <p:nvPr/>
        </p:nvSpPr>
        <p:spPr>
          <a:xfrm flipH="1">
            <a:off x="935430" y="2676448"/>
            <a:ext cx="106988" cy="17282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1"/>
          <p:cNvSpPr/>
          <p:nvPr/>
        </p:nvSpPr>
        <p:spPr>
          <a:xfrm>
            <a:off x="1042416" y="2676448"/>
            <a:ext cx="106987" cy="17282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Oval 12"/>
          <p:cNvSpPr/>
          <p:nvPr/>
        </p:nvSpPr>
        <p:spPr>
          <a:xfrm>
            <a:off x="3502150" y="2215624"/>
            <a:ext cx="164599" cy="1645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91" name="Connector 13"/>
          <p:cNvSpPr/>
          <p:nvPr/>
        </p:nvSpPr>
        <p:spPr>
          <a:xfrm>
            <a:off x="3584447" y="2380214"/>
            <a:ext cx="4" cy="2715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2" name="Connector 14"/>
          <p:cNvSpPr/>
          <p:nvPr/>
        </p:nvSpPr>
        <p:spPr>
          <a:xfrm>
            <a:off x="3469232" y="2495430"/>
            <a:ext cx="230433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5"/>
          <p:cNvSpPr/>
          <p:nvPr/>
        </p:nvSpPr>
        <p:spPr>
          <a:xfrm flipH="1">
            <a:off x="3477463" y="2651792"/>
            <a:ext cx="106988" cy="17282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6"/>
          <p:cNvSpPr/>
          <p:nvPr/>
        </p:nvSpPr>
        <p:spPr>
          <a:xfrm>
            <a:off x="3584447" y="2651792"/>
            <a:ext cx="106988" cy="17282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Rounded Rectangle 17"/>
          <p:cNvSpPr/>
          <p:nvPr/>
        </p:nvSpPr>
        <p:spPr>
          <a:xfrm>
            <a:off x="1856231" y="2011677"/>
            <a:ext cx="960124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96" name="Connector 18"/>
          <p:cNvSpPr/>
          <p:nvPr/>
        </p:nvSpPr>
        <p:spPr>
          <a:xfrm>
            <a:off x="2075687" y="2450592"/>
            <a:ext cx="52120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7" name="Connector 19"/>
          <p:cNvSpPr/>
          <p:nvPr/>
        </p:nvSpPr>
        <p:spPr>
          <a:xfrm>
            <a:off x="2075687" y="2761488"/>
            <a:ext cx="39319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20"/>
          <p:cNvSpPr/>
          <p:nvPr/>
        </p:nvSpPr>
        <p:spPr>
          <a:xfrm>
            <a:off x="2075687" y="3072383"/>
            <a:ext cx="48463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Oval 21"/>
          <p:cNvSpPr/>
          <p:nvPr/>
        </p:nvSpPr>
        <p:spPr>
          <a:xfrm>
            <a:off x="1572766" y="251459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00" name="Connector 22"/>
          <p:cNvSpPr/>
          <p:nvPr/>
        </p:nvSpPr>
        <p:spPr>
          <a:xfrm>
            <a:off x="1613915" y="262432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1" name="Connector 23"/>
          <p:cNvSpPr/>
          <p:nvPr/>
        </p:nvSpPr>
        <p:spPr>
          <a:xfrm flipV="1">
            <a:off x="1659633" y="2569464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7"/>
          <p:cNvSpPr/>
          <p:nvPr/>
        </p:nvSpPr>
        <p:spPr>
          <a:xfrm>
            <a:off x="1344166" y="2615183"/>
            <a:ext cx="192028" cy="4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TextBox 30"/>
          <p:cNvSpPr txBox="1"/>
          <p:nvPr/>
        </p:nvSpPr>
        <p:spPr>
          <a:xfrm>
            <a:off x="941830" y="3675886"/>
            <a:ext cx="283464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5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7" name="Oval 34"/>
          <p:cNvSpPr/>
          <p:nvPr/>
        </p:nvSpPr>
        <p:spPr>
          <a:xfrm>
            <a:off x="4315967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08" name="Oval 35"/>
          <p:cNvSpPr/>
          <p:nvPr/>
        </p:nvSpPr>
        <p:spPr>
          <a:xfrm>
            <a:off x="4507991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09" name="Oval 36"/>
          <p:cNvSpPr/>
          <p:nvPr/>
        </p:nvSpPr>
        <p:spPr>
          <a:xfrm>
            <a:off x="4700015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0" name="Oval 37"/>
          <p:cNvSpPr/>
          <p:nvPr/>
        </p:nvSpPr>
        <p:spPr>
          <a:xfrm>
            <a:off x="4892040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1" name="Oval 38"/>
          <p:cNvSpPr/>
          <p:nvPr/>
        </p:nvSpPr>
        <p:spPr>
          <a:xfrm>
            <a:off x="5084064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2" name="Oval 39"/>
          <p:cNvSpPr/>
          <p:nvPr/>
        </p:nvSpPr>
        <p:spPr>
          <a:xfrm>
            <a:off x="5276088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3" name="Oval 40"/>
          <p:cNvSpPr/>
          <p:nvPr/>
        </p:nvSpPr>
        <p:spPr>
          <a:xfrm>
            <a:off x="5468110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4" name="Oval 41"/>
          <p:cNvSpPr/>
          <p:nvPr/>
        </p:nvSpPr>
        <p:spPr>
          <a:xfrm>
            <a:off x="5660135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5" name="Oval 42"/>
          <p:cNvSpPr/>
          <p:nvPr/>
        </p:nvSpPr>
        <p:spPr>
          <a:xfrm>
            <a:off x="5852159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6" name="Oval 43"/>
          <p:cNvSpPr/>
          <p:nvPr/>
        </p:nvSpPr>
        <p:spPr>
          <a:xfrm>
            <a:off x="6044183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7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8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1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0" name="Oval 47"/>
          <p:cNvSpPr/>
          <p:nvPr/>
        </p:nvSpPr>
        <p:spPr>
          <a:xfrm>
            <a:off x="4315967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1" name="Oval 48"/>
          <p:cNvSpPr/>
          <p:nvPr/>
        </p:nvSpPr>
        <p:spPr>
          <a:xfrm>
            <a:off x="4507991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2" name="Oval 49"/>
          <p:cNvSpPr/>
          <p:nvPr/>
        </p:nvSpPr>
        <p:spPr>
          <a:xfrm>
            <a:off x="4700015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3" name="Oval 50"/>
          <p:cNvSpPr/>
          <p:nvPr/>
        </p:nvSpPr>
        <p:spPr>
          <a:xfrm>
            <a:off x="4892040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4" name="Oval 51"/>
          <p:cNvSpPr/>
          <p:nvPr/>
        </p:nvSpPr>
        <p:spPr>
          <a:xfrm>
            <a:off x="5084064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5" name="Oval 52"/>
          <p:cNvSpPr/>
          <p:nvPr/>
        </p:nvSpPr>
        <p:spPr>
          <a:xfrm>
            <a:off x="5276088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6" name="Oval 53"/>
          <p:cNvSpPr/>
          <p:nvPr/>
        </p:nvSpPr>
        <p:spPr>
          <a:xfrm>
            <a:off x="5468110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7" name="Oval 54"/>
          <p:cNvSpPr/>
          <p:nvPr/>
        </p:nvSpPr>
        <p:spPr>
          <a:xfrm>
            <a:off x="5660135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8" name="Oval 55"/>
          <p:cNvSpPr/>
          <p:nvPr/>
        </p:nvSpPr>
        <p:spPr>
          <a:xfrm>
            <a:off x="5852159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9" name="Oval 56"/>
          <p:cNvSpPr/>
          <p:nvPr/>
        </p:nvSpPr>
        <p:spPr>
          <a:xfrm>
            <a:off x="6044183" y="3913632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30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1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2" name="TextBox 59"/>
          <p:cNvSpPr txBox="1"/>
          <p:nvPr/>
        </p:nvSpPr>
        <p:spPr>
          <a:xfrm>
            <a:off x="6629400" y="3145533"/>
            <a:ext cx="1188720" cy="677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3" name="TextBox 60"/>
          <p:cNvSpPr txBox="1"/>
          <p:nvPr/>
        </p:nvSpPr>
        <p:spPr>
          <a:xfrm>
            <a:off x="8193023" y="1572766"/>
            <a:ext cx="237744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4" name="TextBox 61"/>
          <p:cNvSpPr txBox="1"/>
          <p:nvPr/>
        </p:nvSpPr>
        <p:spPr>
          <a:xfrm>
            <a:off x="8229599" y="2039110"/>
            <a:ext cx="10515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5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6" name="TextBox 63"/>
          <p:cNvSpPr txBox="1"/>
          <p:nvPr/>
        </p:nvSpPr>
        <p:spPr>
          <a:xfrm>
            <a:off x="9372600" y="2468877"/>
            <a:ext cx="187451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7" name="TextBox 64"/>
          <p:cNvSpPr txBox="1"/>
          <p:nvPr/>
        </p:nvSpPr>
        <p:spPr>
          <a:xfrm>
            <a:off x="8229599" y="2852927"/>
            <a:ext cx="28803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8" name="Connector 65"/>
          <p:cNvSpPr/>
          <p:nvPr/>
        </p:nvSpPr>
        <p:spPr>
          <a:xfrm>
            <a:off x="8229599" y="3328414"/>
            <a:ext cx="3035813" cy="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9" name="TextBox 66"/>
          <p:cNvSpPr txBox="1"/>
          <p:nvPr/>
        </p:nvSpPr>
        <p:spPr>
          <a:xfrm>
            <a:off x="8229599" y="3639310"/>
            <a:ext cx="10515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0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1" name="TextBox 68"/>
          <p:cNvSpPr txBox="1"/>
          <p:nvPr/>
        </p:nvSpPr>
        <p:spPr>
          <a:xfrm>
            <a:off x="8732518" y="4041647"/>
            <a:ext cx="248717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3" name="Connector 70"/>
          <p:cNvSpPr/>
          <p:nvPr/>
        </p:nvSpPr>
        <p:spPr>
          <a:xfrm>
            <a:off x="749805" y="5230365"/>
            <a:ext cx="10680198" cy="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4" name="TextBox 71"/>
          <p:cNvSpPr txBox="1"/>
          <p:nvPr/>
        </p:nvSpPr>
        <p:spPr>
          <a:xfrm>
            <a:off x="2944366" y="5522976"/>
            <a:ext cx="635508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6" name="Oval 21"/>
          <p:cNvSpPr/>
          <p:nvPr/>
        </p:nvSpPr>
        <p:spPr>
          <a:xfrm>
            <a:off x="2884696" y="251459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47" name="Connector 22"/>
          <p:cNvSpPr/>
          <p:nvPr/>
        </p:nvSpPr>
        <p:spPr>
          <a:xfrm>
            <a:off x="2925845" y="262432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8" name="Connector 23"/>
          <p:cNvSpPr/>
          <p:nvPr/>
        </p:nvSpPr>
        <p:spPr>
          <a:xfrm flipV="1">
            <a:off x="2971563" y="2569464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7"/>
          <p:cNvSpPr/>
          <p:nvPr/>
        </p:nvSpPr>
        <p:spPr>
          <a:xfrm>
            <a:off x="3134853" y="2615119"/>
            <a:ext cx="192029" cy="4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Rectangle"/>
          <p:cNvSpPr/>
          <p:nvPr/>
        </p:nvSpPr>
        <p:spPr>
          <a:xfrm>
            <a:off x="6594475" y="1460621"/>
            <a:ext cx="5153306" cy="3644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4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5" name="Connector 4"/>
          <p:cNvSpPr/>
          <p:nvPr/>
        </p:nvSpPr>
        <p:spPr>
          <a:xfrm flipH="1">
            <a:off x="4005070" y="1554478"/>
            <a:ext cx="5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6" name="Connector 5"/>
          <p:cNvSpPr/>
          <p:nvPr/>
        </p:nvSpPr>
        <p:spPr>
          <a:xfrm>
            <a:off x="8010141" y="1554478"/>
            <a:ext cx="5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8" name="Oval 7"/>
          <p:cNvSpPr/>
          <p:nvPr/>
        </p:nvSpPr>
        <p:spPr>
          <a:xfrm>
            <a:off x="960119" y="2240277"/>
            <a:ext cx="164599" cy="1645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59" name="Connector 8"/>
          <p:cNvSpPr/>
          <p:nvPr/>
        </p:nvSpPr>
        <p:spPr>
          <a:xfrm>
            <a:off x="1042412" y="2404872"/>
            <a:ext cx="5" cy="27158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0" name="Connector 9"/>
          <p:cNvSpPr/>
          <p:nvPr/>
        </p:nvSpPr>
        <p:spPr>
          <a:xfrm>
            <a:off x="927199" y="2520083"/>
            <a:ext cx="23043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10"/>
          <p:cNvSpPr/>
          <p:nvPr/>
        </p:nvSpPr>
        <p:spPr>
          <a:xfrm flipH="1">
            <a:off x="935430" y="2676448"/>
            <a:ext cx="106988" cy="17282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1"/>
          <p:cNvSpPr/>
          <p:nvPr/>
        </p:nvSpPr>
        <p:spPr>
          <a:xfrm>
            <a:off x="1042416" y="2676448"/>
            <a:ext cx="106987" cy="17282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Oval 12"/>
          <p:cNvSpPr/>
          <p:nvPr/>
        </p:nvSpPr>
        <p:spPr>
          <a:xfrm>
            <a:off x="3502150" y="2215624"/>
            <a:ext cx="164599" cy="1645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64" name="Connector 13"/>
          <p:cNvSpPr/>
          <p:nvPr/>
        </p:nvSpPr>
        <p:spPr>
          <a:xfrm>
            <a:off x="3584447" y="2380214"/>
            <a:ext cx="4" cy="2715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5" name="Connector 14"/>
          <p:cNvSpPr/>
          <p:nvPr/>
        </p:nvSpPr>
        <p:spPr>
          <a:xfrm>
            <a:off x="3469232" y="2495430"/>
            <a:ext cx="230433" cy="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5"/>
          <p:cNvSpPr/>
          <p:nvPr/>
        </p:nvSpPr>
        <p:spPr>
          <a:xfrm flipH="1">
            <a:off x="3477463" y="2651792"/>
            <a:ext cx="106988" cy="17282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6"/>
          <p:cNvSpPr/>
          <p:nvPr/>
        </p:nvSpPr>
        <p:spPr>
          <a:xfrm>
            <a:off x="3584447" y="2651792"/>
            <a:ext cx="106988" cy="17282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Rounded Rectangle 17"/>
          <p:cNvSpPr/>
          <p:nvPr/>
        </p:nvSpPr>
        <p:spPr>
          <a:xfrm>
            <a:off x="1856231" y="2011677"/>
            <a:ext cx="960124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69" name="Connector 18"/>
          <p:cNvSpPr/>
          <p:nvPr/>
        </p:nvSpPr>
        <p:spPr>
          <a:xfrm>
            <a:off x="2075687" y="2450592"/>
            <a:ext cx="52120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0" name="Connector 19"/>
          <p:cNvSpPr/>
          <p:nvPr/>
        </p:nvSpPr>
        <p:spPr>
          <a:xfrm>
            <a:off x="2075687" y="2761488"/>
            <a:ext cx="39319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20"/>
          <p:cNvSpPr/>
          <p:nvPr/>
        </p:nvSpPr>
        <p:spPr>
          <a:xfrm>
            <a:off x="2075687" y="3072383"/>
            <a:ext cx="48463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Oval 21"/>
          <p:cNvSpPr/>
          <p:nvPr/>
        </p:nvSpPr>
        <p:spPr>
          <a:xfrm>
            <a:off x="1572766" y="251459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73" name="Connector 22"/>
          <p:cNvSpPr/>
          <p:nvPr/>
        </p:nvSpPr>
        <p:spPr>
          <a:xfrm>
            <a:off x="1613915" y="262432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4" name="Connector 23"/>
          <p:cNvSpPr/>
          <p:nvPr/>
        </p:nvSpPr>
        <p:spPr>
          <a:xfrm flipV="1">
            <a:off x="1659633" y="2569464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7"/>
          <p:cNvSpPr/>
          <p:nvPr/>
        </p:nvSpPr>
        <p:spPr>
          <a:xfrm>
            <a:off x="1344166" y="2615183"/>
            <a:ext cx="192028" cy="4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TextBox 30"/>
          <p:cNvSpPr txBox="1"/>
          <p:nvPr/>
        </p:nvSpPr>
        <p:spPr>
          <a:xfrm>
            <a:off x="941830" y="3675886"/>
            <a:ext cx="283464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7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8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79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0" name="Oval 34"/>
          <p:cNvSpPr/>
          <p:nvPr/>
        </p:nvSpPr>
        <p:spPr>
          <a:xfrm>
            <a:off x="4315967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1" name="Oval 35"/>
          <p:cNvSpPr/>
          <p:nvPr/>
        </p:nvSpPr>
        <p:spPr>
          <a:xfrm>
            <a:off x="4507991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2" name="Oval 36"/>
          <p:cNvSpPr/>
          <p:nvPr/>
        </p:nvSpPr>
        <p:spPr>
          <a:xfrm>
            <a:off x="4700015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3" name="Oval 37"/>
          <p:cNvSpPr/>
          <p:nvPr/>
        </p:nvSpPr>
        <p:spPr>
          <a:xfrm>
            <a:off x="4892040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4" name="Oval 38"/>
          <p:cNvSpPr/>
          <p:nvPr/>
        </p:nvSpPr>
        <p:spPr>
          <a:xfrm>
            <a:off x="5084064" y="2340864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5" name="Oval 39"/>
          <p:cNvSpPr/>
          <p:nvPr/>
        </p:nvSpPr>
        <p:spPr>
          <a:xfrm>
            <a:off x="5276088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6" name="Oval 40"/>
          <p:cNvSpPr/>
          <p:nvPr/>
        </p:nvSpPr>
        <p:spPr>
          <a:xfrm>
            <a:off x="5468110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7" name="Oval 41"/>
          <p:cNvSpPr/>
          <p:nvPr/>
        </p:nvSpPr>
        <p:spPr>
          <a:xfrm>
            <a:off x="5660135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8" name="Oval 42"/>
          <p:cNvSpPr/>
          <p:nvPr/>
        </p:nvSpPr>
        <p:spPr>
          <a:xfrm>
            <a:off x="5852159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9" name="Oval 43"/>
          <p:cNvSpPr/>
          <p:nvPr/>
        </p:nvSpPr>
        <p:spPr>
          <a:xfrm>
            <a:off x="6044183" y="2340864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90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1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2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3" name="Oval 47"/>
          <p:cNvSpPr/>
          <p:nvPr/>
        </p:nvSpPr>
        <p:spPr>
          <a:xfrm>
            <a:off x="4315967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94" name="Oval 48"/>
          <p:cNvSpPr/>
          <p:nvPr/>
        </p:nvSpPr>
        <p:spPr>
          <a:xfrm>
            <a:off x="4507991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95" name="Oval 49"/>
          <p:cNvSpPr/>
          <p:nvPr/>
        </p:nvSpPr>
        <p:spPr>
          <a:xfrm>
            <a:off x="4700015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96" name="Oval 50"/>
          <p:cNvSpPr/>
          <p:nvPr/>
        </p:nvSpPr>
        <p:spPr>
          <a:xfrm>
            <a:off x="4892040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97" name="Oval 51"/>
          <p:cNvSpPr/>
          <p:nvPr/>
        </p:nvSpPr>
        <p:spPr>
          <a:xfrm>
            <a:off x="5084064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98" name="Oval 52"/>
          <p:cNvSpPr/>
          <p:nvPr/>
        </p:nvSpPr>
        <p:spPr>
          <a:xfrm>
            <a:off x="5276088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99" name="Oval 53"/>
          <p:cNvSpPr/>
          <p:nvPr/>
        </p:nvSpPr>
        <p:spPr>
          <a:xfrm>
            <a:off x="5468110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00" name="Oval 54"/>
          <p:cNvSpPr/>
          <p:nvPr/>
        </p:nvSpPr>
        <p:spPr>
          <a:xfrm>
            <a:off x="5660135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01" name="Oval 55"/>
          <p:cNvSpPr/>
          <p:nvPr/>
        </p:nvSpPr>
        <p:spPr>
          <a:xfrm>
            <a:off x="5852159" y="3913632"/>
            <a:ext cx="96019" cy="96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02" name="Oval 56"/>
          <p:cNvSpPr/>
          <p:nvPr/>
        </p:nvSpPr>
        <p:spPr>
          <a:xfrm>
            <a:off x="6044183" y="3913632"/>
            <a:ext cx="96019" cy="96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03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4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5" name="TextBox 59"/>
          <p:cNvSpPr txBox="1"/>
          <p:nvPr/>
        </p:nvSpPr>
        <p:spPr>
          <a:xfrm>
            <a:off x="6629400" y="3145533"/>
            <a:ext cx="1188720" cy="677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6" name="TextBox 60"/>
          <p:cNvSpPr txBox="1"/>
          <p:nvPr/>
        </p:nvSpPr>
        <p:spPr>
          <a:xfrm>
            <a:off x="8193023" y="1572766"/>
            <a:ext cx="237744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7" name="TextBox 61"/>
          <p:cNvSpPr txBox="1"/>
          <p:nvPr/>
        </p:nvSpPr>
        <p:spPr>
          <a:xfrm>
            <a:off x="8229599" y="2039110"/>
            <a:ext cx="10515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8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09" name="TextBox 63"/>
          <p:cNvSpPr txBox="1"/>
          <p:nvPr/>
        </p:nvSpPr>
        <p:spPr>
          <a:xfrm>
            <a:off x="9372600" y="2468877"/>
            <a:ext cx="187451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0" name="TextBox 64"/>
          <p:cNvSpPr txBox="1"/>
          <p:nvPr/>
        </p:nvSpPr>
        <p:spPr>
          <a:xfrm>
            <a:off x="8229599" y="2852927"/>
            <a:ext cx="28803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1" name="Connector 65"/>
          <p:cNvSpPr/>
          <p:nvPr/>
        </p:nvSpPr>
        <p:spPr>
          <a:xfrm>
            <a:off x="8229599" y="3328414"/>
            <a:ext cx="3035813" cy="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2" name="TextBox 66"/>
          <p:cNvSpPr txBox="1"/>
          <p:nvPr/>
        </p:nvSpPr>
        <p:spPr>
          <a:xfrm>
            <a:off x="8229599" y="3639310"/>
            <a:ext cx="10515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3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4" name="TextBox 68"/>
          <p:cNvSpPr txBox="1"/>
          <p:nvPr/>
        </p:nvSpPr>
        <p:spPr>
          <a:xfrm>
            <a:off x="8732518" y="4041647"/>
            <a:ext cx="248717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5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6" name="Connector 70"/>
          <p:cNvSpPr/>
          <p:nvPr/>
        </p:nvSpPr>
        <p:spPr>
          <a:xfrm>
            <a:off x="749805" y="5230365"/>
            <a:ext cx="10680198" cy="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7" name="TextBox 71"/>
          <p:cNvSpPr txBox="1"/>
          <p:nvPr/>
        </p:nvSpPr>
        <p:spPr>
          <a:xfrm>
            <a:off x="2944366" y="5522976"/>
            <a:ext cx="635508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8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19" name="Oval 21"/>
          <p:cNvSpPr/>
          <p:nvPr/>
        </p:nvSpPr>
        <p:spPr>
          <a:xfrm>
            <a:off x="2884696" y="2514599"/>
            <a:ext cx="201175" cy="20117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20" name="Connector 22"/>
          <p:cNvSpPr/>
          <p:nvPr/>
        </p:nvSpPr>
        <p:spPr>
          <a:xfrm>
            <a:off x="2925845" y="2624327"/>
            <a:ext cx="45724" cy="45724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1" name="Connector 23"/>
          <p:cNvSpPr/>
          <p:nvPr/>
        </p:nvSpPr>
        <p:spPr>
          <a:xfrm flipV="1">
            <a:off x="2971563" y="2569464"/>
            <a:ext cx="82300" cy="100588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7"/>
          <p:cNvSpPr/>
          <p:nvPr/>
        </p:nvSpPr>
        <p:spPr>
          <a:xfrm>
            <a:off x="3134853" y="2615119"/>
            <a:ext cx="192029" cy="4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7" name="Connector 4"/>
          <p:cNvSpPr/>
          <p:nvPr/>
        </p:nvSpPr>
        <p:spPr>
          <a:xfrm flipH="1">
            <a:off x="4160519" y="1627631"/>
            <a:ext cx="7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8" name="TextBox 5"/>
          <p:cNvSpPr txBox="1"/>
          <p:nvPr/>
        </p:nvSpPr>
        <p:spPr>
          <a:xfrm>
            <a:off x="822960" y="1664205"/>
            <a:ext cx="2011679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29" name="TextBox 6"/>
          <p:cNvSpPr txBox="1"/>
          <p:nvPr/>
        </p:nvSpPr>
        <p:spPr>
          <a:xfrm>
            <a:off x="877824" y="2212848"/>
            <a:ext cx="7772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0" name="Oval 7"/>
          <p:cNvSpPr/>
          <p:nvPr/>
        </p:nvSpPr>
        <p:spPr>
          <a:xfrm>
            <a:off x="932688" y="2560320"/>
            <a:ext cx="128027" cy="12802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1" name="Oval 8"/>
          <p:cNvSpPr/>
          <p:nvPr/>
        </p:nvSpPr>
        <p:spPr>
          <a:xfrm>
            <a:off x="1243583" y="2560320"/>
            <a:ext cx="128027" cy="12802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9"/>
          <p:cNvSpPr/>
          <p:nvPr/>
        </p:nvSpPr>
        <p:spPr>
          <a:xfrm>
            <a:off x="1554480" y="2560320"/>
            <a:ext cx="128027" cy="12802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10"/>
          <p:cNvSpPr/>
          <p:nvPr/>
        </p:nvSpPr>
        <p:spPr>
          <a:xfrm>
            <a:off x="1865376" y="2560320"/>
            <a:ext cx="128027" cy="12802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1"/>
          <p:cNvSpPr/>
          <p:nvPr/>
        </p:nvSpPr>
        <p:spPr>
          <a:xfrm>
            <a:off x="932688" y="2871215"/>
            <a:ext cx="128027" cy="128027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2"/>
          <p:cNvSpPr/>
          <p:nvPr/>
        </p:nvSpPr>
        <p:spPr>
          <a:xfrm>
            <a:off x="1243583" y="2871215"/>
            <a:ext cx="128027" cy="128027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3"/>
          <p:cNvSpPr/>
          <p:nvPr/>
        </p:nvSpPr>
        <p:spPr>
          <a:xfrm>
            <a:off x="1554480" y="2871215"/>
            <a:ext cx="128027" cy="128027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TextBox 14"/>
          <p:cNvSpPr txBox="1"/>
          <p:nvPr/>
        </p:nvSpPr>
        <p:spPr>
          <a:xfrm>
            <a:off x="2359149" y="2642616"/>
            <a:ext cx="27432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8" name="TextBox 15"/>
          <p:cNvSpPr txBox="1"/>
          <p:nvPr/>
        </p:nvSpPr>
        <p:spPr>
          <a:xfrm>
            <a:off x="877824" y="3319271"/>
            <a:ext cx="7772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39" name="Oval 16"/>
          <p:cNvSpPr/>
          <p:nvPr/>
        </p:nvSpPr>
        <p:spPr>
          <a:xfrm>
            <a:off x="932688" y="3666744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0" name="Oval 17"/>
          <p:cNvSpPr/>
          <p:nvPr/>
        </p:nvSpPr>
        <p:spPr>
          <a:xfrm>
            <a:off x="1243583" y="3666744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8"/>
          <p:cNvSpPr/>
          <p:nvPr/>
        </p:nvSpPr>
        <p:spPr>
          <a:xfrm>
            <a:off x="1554480" y="3666744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9"/>
          <p:cNvSpPr/>
          <p:nvPr/>
        </p:nvSpPr>
        <p:spPr>
          <a:xfrm>
            <a:off x="1865376" y="3666744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20"/>
          <p:cNvSpPr/>
          <p:nvPr/>
        </p:nvSpPr>
        <p:spPr>
          <a:xfrm>
            <a:off x="932688" y="3977637"/>
            <a:ext cx="128027" cy="128027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1"/>
          <p:cNvSpPr/>
          <p:nvPr/>
        </p:nvSpPr>
        <p:spPr>
          <a:xfrm>
            <a:off x="1243583" y="3977637"/>
            <a:ext cx="128027" cy="128027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2"/>
          <p:cNvSpPr/>
          <p:nvPr/>
        </p:nvSpPr>
        <p:spPr>
          <a:xfrm>
            <a:off x="1554480" y="3977637"/>
            <a:ext cx="128027" cy="128027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Connector 23"/>
          <p:cNvSpPr/>
          <p:nvPr/>
        </p:nvSpPr>
        <p:spPr>
          <a:xfrm>
            <a:off x="2660903" y="2752344"/>
            <a:ext cx="521209" cy="301758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7" name="Connector 24"/>
          <p:cNvSpPr/>
          <p:nvPr/>
        </p:nvSpPr>
        <p:spPr>
          <a:xfrm flipV="1">
            <a:off x="2660904" y="3246119"/>
            <a:ext cx="521209" cy="57607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TextBox 28"/>
          <p:cNvSpPr txBox="1"/>
          <p:nvPr/>
        </p:nvSpPr>
        <p:spPr>
          <a:xfrm>
            <a:off x="877824" y="4590288"/>
            <a:ext cx="205740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49" name="TextBox 29"/>
          <p:cNvSpPr txBox="1"/>
          <p:nvPr/>
        </p:nvSpPr>
        <p:spPr>
          <a:xfrm>
            <a:off x="4663440" y="2048255"/>
            <a:ext cx="160020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0" name="Oval 30"/>
          <p:cNvSpPr/>
          <p:nvPr/>
        </p:nvSpPr>
        <p:spPr>
          <a:xfrm>
            <a:off x="6437376" y="2020821"/>
            <a:ext cx="246899" cy="2468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1" name="TextBox 31"/>
          <p:cNvSpPr txBox="1"/>
          <p:nvPr/>
        </p:nvSpPr>
        <p:spPr>
          <a:xfrm>
            <a:off x="6437376" y="2071116"/>
            <a:ext cx="2468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2" name="TextBox 32"/>
          <p:cNvSpPr txBox="1"/>
          <p:nvPr/>
        </p:nvSpPr>
        <p:spPr>
          <a:xfrm>
            <a:off x="6720840" y="2057399"/>
            <a:ext cx="18288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3" name="Oval 33"/>
          <p:cNvSpPr/>
          <p:nvPr/>
        </p:nvSpPr>
        <p:spPr>
          <a:xfrm>
            <a:off x="6931152" y="2020821"/>
            <a:ext cx="246899" cy="2468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4" name="TextBox 34"/>
          <p:cNvSpPr txBox="1"/>
          <p:nvPr/>
        </p:nvSpPr>
        <p:spPr>
          <a:xfrm>
            <a:off x="6931152" y="2071116"/>
            <a:ext cx="2468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5" name="TextBox 35"/>
          <p:cNvSpPr txBox="1"/>
          <p:nvPr/>
        </p:nvSpPr>
        <p:spPr>
          <a:xfrm>
            <a:off x="7443216" y="2029966"/>
            <a:ext cx="3109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59" name="Group"/>
          <p:cNvGrpSpPr/>
          <p:nvPr/>
        </p:nvGrpSpPr>
        <p:grpSpPr>
          <a:xfrm>
            <a:off x="7827262" y="2020819"/>
            <a:ext cx="246899" cy="246899"/>
            <a:chOff x="-1" y="-1"/>
            <a:chExt cx="246898" cy="246898"/>
          </a:xfrm>
        </p:grpSpPr>
        <p:sp>
          <p:nvSpPr>
            <p:cNvPr id="1856" name="Oval 36"/>
            <p:cNvSpPr/>
            <p:nvPr/>
          </p:nvSpPr>
          <p:spPr>
            <a:xfrm>
              <a:off x="-2" y="-2"/>
              <a:ext cx="246900" cy="246900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7" name="Connector 37"/>
            <p:cNvSpPr/>
            <p:nvPr/>
          </p:nvSpPr>
          <p:spPr>
            <a:xfrm>
              <a:off x="45718" y="118871"/>
              <a:ext cx="45726" cy="45726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8" name="Connector 38"/>
            <p:cNvSpPr/>
            <p:nvPr/>
          </p:nvSpPr>
          <p:spPr>
            <a:xfrm flipV="1">
              <a:off x="91440" y="54866"/>
              <a:ext cx="91446" cy="10973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0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1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2" name="TextBox 41"/>
          <p:cNvSpPr txBox="1"/>
          <p:nvPr/>
        </p:nvSpPr>
        <p:spPr>
          <a:xfrm>
            <a:off x="4663440" y="3172966"/>
            <a:ext cx="160020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3" name="Oval 42"/>
          <p:cNvSpPr/>
          <p:nvPr/>
        </p:nvSpPr>
        <p:spPr>
          <a:xfrm>
            <a:off x="6437376" y="3145532"/>
            <a:ext cx="246899" cy="2468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4" name="TextBox 43"/>
          <p:cNvSpPr txBox="1"/>
          <p:nvPr/>
        </p:nvSpPr>
        <p:spPr>
          <a:xfrm>
            <a:off x="6437376" y="3195827"/>
            <a:ext cx="2468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5" name="TextBox 44"/>
          <p:cNvSpPr txBox="1"/>
          <p:nvPr/>
        </p:nvSpPr>
        <p:spPr>
          <a:xfrm>
            <a:off x="6720840" y="3182111"/>
            <a:ext cx="18288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6" name="Oval 45"/>
          <p:cNvSpPr/>
          <p:nvPr/>
        </p:nvSpPr>
        <p:spPr>
          <a:xfrm>
            <a:off x="6931152" y="3145532"/>
            <a:ext cx="246899" cy="246899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7" name="TextBox 46"/>
          <p:cNvSpPr txBox="1"/>
          <p:nvPr/>
        </p:nvSpPr>
        <p:spPr>
          <a:xfrm>
            <a:off x="6931152" y="3195827"/>
            <a:ext cx="2468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8" name="TextBox 47"/>
          <p:cNvSpPr txBox="1"/>
          <p:nvPr/>
        </p:nvSpPr>
        <p:spPr>
          <a:xfrm>
            <a:off x="7214616" y="3182111"/>
            <a:ext cx="18288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9" name="Oval 48"/>
          <p:cNvSpPr/>
          <p:nvPr/>
        </p:nvSpPr>
        <p:spPr>
          <a:xfrm>
            <a:off x="7424928" y="3145532"/>
            <a:ext cx="246899" cy="2468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0" name="TextBox 49"/>
          <p:cNvSpPr txBox="1"/>
          <p:nvPr/>
        </p:nvSpPr>
        <p:spPr>
          <a:xfrm>
            <a:off x="7424928" y="3195827"/>
            <a:ext cx="2468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1" name="TextBox 50"/>
          <p:cNvSpPr txBox="1"/>
          <p:nvPr/>
        </p:nvSpPr>
        <p:spPr>
          <a:xfrm>
            <a:off x="7936992" y="3154677"/>
            <a:ext cx="3109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2" name="Oval 51"/>
          <p:cNvSpPr/>
          <p:nvPr/>
        </p:nvSpPr>
        <p:spPr>
          <a:xfrm>
            <a:off x="8321040" y="3145532"/>
            <a:ext cx="246899" cy="24689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3" name="TextBox 52"/>
          <p:cNvSpPr txBox="1"/>
          <p:nvPr/>
        </p:nvSpPr>
        <p:spPr>
          <a:xfrm>
            <a:off x="8321040" y="3214116"/>
            <a:ext cx="2468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4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5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6" name="TextBox 55"/>
          <p:cNvSpPr txBox="1"/>
          <p:nvPr/>
        </p:nvSpPr>
        <p:spPr>
          <a:xfrm>
            <a:off x="4663440" y="4297679"/>
            <a:ext cx="160020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7" name="Oval 56"/>
          <p:cNvSpPr/>
          <p:nvPr/>
        </p:nvSpPr>
        <p:spPr>
          <a:xfrm>
            <a:off x="6437376" y="4270247"/>
            <a:ext cx="246899" cy="2468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8" name="TextBox 57"/>
          <p:cNvSpPr txBox="1"/>
          <p:nvPr/>
        </p:nvSpPr>
        <p:spPr>
          <a:xfrm>
            <a:off x="6437376" y="4320540"/>
            <a:ext cx="2468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79" name="TextBox 58"/>
          <p:cNvSpPr txBox="1"/>
          <p:nvPr/>
        </p:nvSpPr>
        <p:spPr>
          <a:xfrm>
            <a:off x="6720840" y="4306823"/>
            <a:ext cx="18288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0" name="Oval 59"/>
          <p:cNvSpPr/>
          <p:nvPr/>
        </p:nvSpPr>
        <p:spPr>
          <a:xfrm>
            <a:off x="6931152" y="4270247"/>
            <a:ext cx="246899" cy="2468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1" name="TextBox 60"/>
          <p:cNvSpPr txBox="1"/>
          <p:nvPr/>
        </p:nvSpPr>
        <p:spPr>
          <a:xfrm>
            <a:off x="6931152" y="4320540"/>
            <a:ext cx="2468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2" name="TextBox 61"/>
          <p:cNvSpPr txBox="1"/>
          <p:nvPr/>
        </p:nvSpPr>
        <p:spPr>
          <a:xfrm>
            <a:off x="7443216" y="4279391"/>
            <a:ext cx="31090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3" name="Oval 62"/>
          <p:cNvSpPr/>
          <p:nvPr/>
        </p:nvSpPr>
        <p:spPr>
          <a:xfrm>
            <a:off x="7827264" y="4270247"/>
            <a:ext cx="246899" cy="24689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4" name="Connector 63"/>
          <p:cNvSpPr/>
          <p:nvPr/>
        </p:nvSpPr>
        <p:spPr>
          <a:xfrm>
            <a:off x="7872983" y="4389120"/>
            <a:ext cx="45726" cy="45726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5" name="Connector 64"/>
          <p:cNvSpPr/>
          <p:nvPr/>
        </p:nvSpPr>
        <p:spPr>
          <a:xfrm flipV="1">
            <a:off x="7918704" y="4325111"/>
            <a:ext cx="91446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7" name="Connector 66"/>
          <p:cNvSpPr/>
          <p:nvPr/>
        </p:nvSpPr>
        <p:spPr>
          <a:xfrm>
            <a:off x="749803" y="5230366"/>
            <a:ext cx="10680201" cy="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8" name="TextBox 67"/>
          <p:cNvSpPr txBox="1"/>
          <p:nvPr/>
        </p:nvSpPr>
        <p:spPr>
          <a:xfrm>
            <a:off x="841244" y="5532120"/>
            <a:ext cx="3154690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89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0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4" name="Group"/>
          <p:cNvGrpSpPr/>
          <p:nvPr/>
        </p:nvGrpSpPr>
        <p:grpSpPr>
          <a:xfrm>
            <a:off x="3260339" y="3017769"/>
            <a:ext cx="246899" cy="246899"/>
            <a:chOff x="-1" y="-1"/>
            <a:chExt cx="246898" cy="246898"/>
          </a:xfrm>
        </p:grpSpPr>
        <p:sp>
          <p:nvSpPr>
            <p:cNvPr id="1891" name="Oval 36"/>
            <p:cNvSpPr/>
            <p:nvPr/>
          </p:nvSpPr>
          <p:spPr>
            <a:xfrm>
              <a:off x="-2" y="-2"/>
              <a:ext cx="246900" cy="246900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2" name="Connector 37"/>
            <p:cNvSpPr/>
            <p:nvPr/>
          </p:nvSpPr>
          <p:spPr>
            <a:xfrm>
              <a:off x="45718" y="118871"/>
              <a:ext cx="45726" cy="45726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3" name="Connector 38"/>
            <p:cNvSpPr/>
            <p:nvPr/>
          </p:nvSpPr>
          <p:spPr>
            <a:xfrm flipV="1">
              <a:off x="91440" y="54866"/>
              <a:ext cx="91446" cy="10973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899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0" name="TextBox 5"/>
          <p:cNvSpPr txBox="1"/>
          <p:nvPr/>
        </p:nvSpPr>
        <p:spPr>
          <a:xfrm>
            <a:off x="4462269" y="1609344"/>
            <a:ext cx="27432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1" name="TextBox 6"/>
          <p:cNvSpPr txBox="1"/>
          <p:nvPr/>
        </p:nvSpPr>
        <p:spPr>
          <a:xfrm>
            <a:off x="8641080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2" name="Connector 7"/>
          <p:cNvSpPr/>
          <p:nvPr/>
        </p:nvSpPr>
        <p:spPr>
          <a:xfrm flipH="1">
            <a:off x="1225294" y="2148836"/>
            <a:ext cx="6" cy="2359159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3" name="Connector 8"/>
          <p:cNvSpPr/>
          <p:nvPr/>
        </p:nvSpPr>
        <p:spPr>
          <a:xfrm flipH="1">
            <a:off x="1581911" y="2148836"/>
            <a:ext cx="6" cy="2359159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9"/>
          <p:cNvSpPr/>
          <p:nvPr/>
        </p:nvSpPr>
        <p:spPr>
          <a:xfrm flipH="1">
            <a:off x="1938527" y="2148836"/>
            <a:ext cx="6" cy="2359159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10"/>
          <p:cNvSpPr/>
          <p:nvPr/>
        </p:nvSpPr>
        <p:spPr>
          <a:xfrm flipH="1">
            <a:off x="2295144" y="2148836"/>
            <a:ext cx="6" cy="2359159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1"/>
          <p:cNvSpPr/>
          <p:nvPr/>
        </p:nvSpPr>
        <p:spPr>
          <a:xfrm flipH="1">
            <a:off x="2651760" y="2148836"/>
            <a:ext cx="6" cy="2359159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2"/>
          <p:cNvSpPr/>
          <p:nvPr/>
        </p:nvSpPr>
        <p:spPr>
          <a:xfrm flipH="1">
            <a:off x="3008376" y="2148836"/>
            <a:ext cx="6" cy="2359159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3"/>
          <p:cNvSpPr/>
          <p:nvPr/>
        </p:nvSpPr>
        <p:spPr>
          <a:xfrm flipH="1">
            <a:off x="3364991" y="2148836"/>
            <a:ext cx="6" cy="2359159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4"/>
          <p:cNvSpPr/>
          <p:nvPr/>
        </p:nvSpPr>
        <p:spPr>
          <a:xfrm flipH="1">
            <a:off x="3721608" y="2148836"/>
            <a:ext cx="6" cy="2359159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5"/>
          <p:cNvSpPr/>
          <p:nvPr/>
        </p:nvSpPr>
        <p:spPr>
          <a:xfrm>
            <a:off x="1225294" y="2148837"/>
            <a:ext cx="2496314" cy="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6"/>
          <p:cNvSpPr/>
          <p:nvPr/>
        </p:nvSpPr>
        <p:spPr>
          <a:xfrm>
            <a:off x="1225294" y="2542031"/>
            <a:ext cx="2496314" cy="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7"/>
          <p:cNvSpPr/>
          <p:nvPr/>
        </p:nvSpPr>
        <p:spPr>
          <a:xfrm>
            <a:off x="1225294" y="2935221"/>
            <a:ext cx="2496314" cy="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8"/>
          <p:cNvSpPr/>
          <p:nvPr/>
        </p:nvSpPr>
        <p:spPr>
          <a:xfrm>
            <a:off x="1225294" y="3328414"/>
            <a:ext cx="2496314" cy="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9"/>
          <p:cNvSpPr/>
          <p:nvPr/>
        </p:nvSpPr>
        <p:spPr>
          <a:xfrm>
            <a:off x="1225294" y="3721607"/>
            <a:ext cx="2496314" cy="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1"/>
          <p:cNvSpPr/>
          <p:nvPr/>
        </p:nvSpPr>
        <p:spPr>
          <a:xfrm>
            <a:off x="1225294" y="4507990"/>
            <a:ext cx="2496314" cy="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8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19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1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2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3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4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5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7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8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9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0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1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3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6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7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9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0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1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2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3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5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8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9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1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3" name="TextBox 58"/>
          <p:cNvSpPr txBox="1"/>
          <p:nvPr/>
        </p:nvSpPr>
        <p:spPr>
          <a:xfrm>
            <a:off x="83210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4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5" name="TextBox 60"/>
          <p:cNvSpPr txBox="1"/>
          <p:nvPr/>
        </p:nvSpPr>
        <p:spPr>
          <a:xfrm>
            <a:off x="3703320" y="2990088"/>
            <a:ext cx="384054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6" name="Connector 61"/>
          <p:cNvSpPr/>
          <p:nvPr/>
        </p:nvSpPr>
        <p:spPr>
          <a:xfrm flipV="1">
            <a:off x="4681728" y="2212848"/>
            <a:ext cx="521209" cy="24689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7" name="Connector 62"/>
          <p:cNvSpPr/>
          <p:nvPr/>
        </p:nvSpPr>
        <p:spPr>
          <a:xfrm>
            <a:off x="4681728" y="2459731"/>
            <a:ext cx="182886" cy="603510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3"/>
          <p:cNvSpPr/>
          <p:nvPr/>
        </p:nvSpPr>
        <p:spPr>
          <a:xfrm>
            <a:off x="5202935" y="2212848"/>
            <a:ext cx="484638" cy="32004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4"/>
          <p:cNvSpPr/>
          <p:nvPr/>
        </p:nvSpPr>
        <p:spPr>
          <a:xfrm>
            <a:off x="5202935" y="2212848"/>
            <a:ext cx="237744" cy="75895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5"/>
          <p:cNvSpPr/>
          <p:nvPr/>
        </p:nvSpPr>
        <p:spPr>
          <a:xfrm flipH="1">
            <a:off x="5440679" y="2532888"/>
            <a:ext cx="246894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6"/>
          <p:cNvSpPr/>
          <p:nvPr/>
        </p:nvSpPr>
        <p:spPr>
          <a:xfrm>
            <a:off x="5687567" y="2532888"/>
            <a:ext cx="256033" cy="71323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7"/>
          <p:cNvSpPr/>
          <p:nvPr/>
        </p:nvSpPr>
        <p:spPr>
          <a:xfrm flipV="1">
            <a:off x="4864608" y="2971799"/>
            <a:ext cx="576078" cy="914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9"/>
          <p:cNvSpPr/>
          <p:nvPr/>
        </p:nvSpPr>
        <p:spPr>
          <a:xfrm>
            <a:off x="5943598" y="3246119"/>
            <a:ext cx="411486" cy="24689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70"/>
          <p:cNvSpPr/>
          <p:nvPr/>
        </p:nvSpPr>
        <p:spPr>
          <a:xfrm flipV="1">
            <a:off x="6355078" y="2953511"/>
            <a:ext cx="365766" cy="53949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1"/>
          <p:cNvSpPr/>
          <p:nvPr/>
        </p:nvSpPr>
        <p:spPr>
          <a:xfrm flipV="1">
            <a:off x="6720839" y="2514599"/>
            <a:ext cx="438918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2"/>
          <p:cNvSpPr/>
          <p:nvPr/>
        </p:nvSpPr>
        <p:spPr>
          <a:xfrm flipV="1">
            <a:off x="6720840" y="2743199"/>
            <a:ext cx="877830" cy="21031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4"/>
          <p:cNvSpPr/>
          <p:nvPr/>
        </p:nvSpPr>
        <p:spPr>
          <a:xfrm>
            <a:off x="7159752" y="2514598"/>
            <a:ext cx="438918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5"/>
          <p:cNvSpPr/>
          <p:nvPr/>
        </p:nvSpPr>
        <p:spPr>
          <a:xfrm flipH="1">
            <a:off x="7470648" y="2743199"/>
            <a:ext cx="128020" cy="6309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6"/>
          <p:cNvSpPr/>
          <p:nvPr/>
        </p:nvSpPr>
        <p:spPr>
          <a:xfrm flipV="1">
            <a:off x="6940294" y="3374135"/>
            <a:ext cx="530358" cy="16459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7"/>
          <p:cNvSpPr/>
          <p:nvPr/>
        </p:nvSpPr>
        <p:spPr>
          <a:xfrm>
            <a:off x="6940293" y="3538727"/>
            <a:ext cx="859543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8"/>
          <p:cNvSpPr/>
          <p:nvPr/>
        </p:nvSpPr>
        <p:spPr>
          <a:xfrm>
            <a:off x="7470647" y="3374134"/>
            <a:ext cx="329190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Oval 79"/>
          <p:cNvSpPr/>
          <p:nvPr/>
        </p:nvSpPr>
        <p:spPr>
          <a:xfrm>
            <a:off x="4617720" y="2395727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5" name="Oval 80"/>
          <p:cNvSpPr/>
          <p:nvPr/>
        </p:nvSpPr>
        <p:spPr>
          <a:xfrm>
            <a:off x="5138928" y="2148838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1"/>
          <p:cNvSpPr/>
          <p:nvPr/>
        </p:nvSpPr>
        <p:spPr>
          <a:xfrm>
            <a:off x="5623559" y="2468877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2"/>
          <p:cNvSpPr/>
          <p:nvPr/>
        </p:nvSpPr>
        <p:spPr>
          <a:xfrm>
            <a:off x="4800600" y="2999232"/>
            <a:ext cx="128016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3"/>
          <p:cNvSpPr/>
          <p:nvPr/>
        </p:nvSpPr>
        <p:spPr>
          <a:xfrm>
            <a:off x="5376671" y="2907792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4"/>
          <p:cNvSpPr/>
          <p:nvPr/>
        </p:nvSpPr>
        <p:spPr>
          <a:xfrm>
            <a:off x="5879591" y="3182111"/>
            <a:ext cx="128027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5"/>
          <p:cNvSpPr/>
          <p:nvPr/>
        </p:nvSpPr>
        <p:spPr>
          <a:xfrm>
            <a:off x="6291071" y="3429000"/>
            <a:ext cx="128027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6"/>
          <p:cNvSpPr/>
          <p:nvPr/>
        </p:nvSpPr>
        <p:spPr>
          <a:xfrm>
            <a:off x="6656830" y="2889504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7"/>
          <p:cNvSpPr/>
          <p:nvPr/>
        </p:nvSpPr>
        <p:spPr>
          <a:xfrm>
            <a:off x="7095742" y="2450592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8"/>
          <p:cNvSpPr/>
          <p:nvPr/>
        </p:nvSpPr>
        <p:spPr>
          <a:xfrm>
            <a:off x="7534656" y="2679192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9"/>
          <p:cNvSpPr/>
          <p:nvPr/>
        </p:nvSpPr>
        <p:spPr>
          <a:xfrm>
            <a:off x="6876288" y="3474720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90"/>
          <p:cNvSpPr/>
          <p:nvPr/>
        </p:nvSpPr>
        <p:spPr>
          <a:xfrm>
            <a:off x="7406640" y="3310128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1"/>
          <p:cNvSpPr/>
          <p:nvPr/>
        </p:nvSpPr>
        <p:spPr>
          <a:xfrm>
            <a:off x="7735823" y="3749037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TextBox 92"/>
          <p:cNvSpPr txBox="1"/>
          <p:nvPr/>
        </p:nvSpPr>
        <p:spPr>
          <a:xfrm>
            <a:off x="8074152" y="2990088"/>
            <a:ext cx="384054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8" name="Oval 93"/>
          <p:cNvSpPr/>
          <p:nvPr/>
        </p:nvSpPr>
        <p:spPr>
          <a:xfrm>
            <a:off x="8887968" y="2331720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9" name="Oval 94"/>
          <p:cNvSpPr/>
          <p:nvPr/>
        </p:nvSpPr>
        <p:spPr>
          <a:xfrm>
            <a:off x="9272016" y="2139694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5"/>
          <p:cNvSpPr/>
          <p:nvPr/>
        </p:nvSpPr>
        <p:spPr>
          <a:xfrm>
            <a:off x="9646918" y="2395727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6"/>
          <p:cNvSpPr/>
          <p:nvPr/>
        </p:nvSpPr>
        <p:spPr>
          <a:xfrm>
            <a:off x="9052559" y="2798064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7"/>
          <p:cNvSpPr/>
          <p:nvPr/>
        </p:nvSpPr>
        <p:spPr>
          <a:xfrm>
            <a:off x="9454894" y="2852927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8"/>
          <p:cNvSpPr/>
          <p:nvPr/>
        </p:nvSpPr>
        <p:spPr>
          <a:xfrm>
            <a:off x="9811511" y="2743199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9"/>
          <p:cNvSpPr/>
          <p:nvPr/>
        </p:nvSpPr>
        <p:spPr>
          <a:xfrm>
            <a:off x="9235440" y="3236976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100"/>
          <p:cNvSpPr/>
          <p:nvPr/>
        </p:nvSpPr>
        <p:spPr>
          <a:xfrm>
            <a:off x="9656064" y="3246120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1"/>
          <p:cNvSpPr/>
          <p:nvPr/>
        </p:nvSpPr>
        <p:spPr>
          <a:xfrm>
            <a:off x="10286999" y="3154677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2"/>
          <p:cNvSpPr/>
          <p:nvPr/>
        </p:nvSpPr>
        <p:spPr>
          <a:xfrm>
            <a:off x="10652759" y="2962655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3"/>
          <p:cNvSpPr/>
          <p:nvPr/>
        </p:nvSpPr>
        <p:spPr>
          <a:xfrm>
            <a:off x="11018518" y="3218688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4"/>
          <p:cNvSpPr/>
          <p:nvPr/>
        </p:nvSpPr>
        <p:spPr>
          <a:xfrm>
            <a:off x="10469880" y="3602735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5"/>
          <p:cNvSpPr/>
          <p:nvPr/>
        </p:nvSpPr>
        <p:spPr>
          <a:xfrm>
            <a:off x="10844783" y="3675886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6"/>
          <p:cNvSpPr/>
          <p:nvPr/>
        </p:nvSpPr>
        <p:spPr>
          <a:xfrm>
            <a:off x="11192256" y="3584447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7"/>
          <p:cNvSpPr/>
          <p:nvPr/>
        </p:nvSpPr>
        <p:spPr>
          <a:xfrm>
            <a:off x="10634471" y="4041647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8"/>
          <p:cNvSpPr/>
          <p:nvPr/>
        </p:nvSpPr>
        <p:spPr>
          <a:xfrm>
            <a:off x="11018518" y="4050791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TextBox 109"/>
          <p:cNvSpPr txBox="1"/>
          <p:nvPr/>
        </p:nvSpPr>
        <p:spPr>
          <a:xfrm>
            <a:off x="8668511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5" name="TextBox 110"/>
          <p:cNvSpPr txBox="1"/>
          <p:nvPr/>
        </p:nvSpPr>
        <p:spPr>
          <a:xfrm>
            <a:off x="10058399" y="4370832"/>
            <a:ext cx="150876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6" name="Connector 111"/>
          <p:cNvSpPr/>
          <p:nvPr/>
        </p:nvSpPr>
        <p:spPr>
          <a:xfrm>
            <a:off x="749803" y="5248653"/>
            <a:ext cx="10680201" cy="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7" name="TextBox 112"/>
          <p:cNvSpPr txBox="1"/>
          <p:nvPr/>
        </p:nvSpPr>
        <p:spPr>
          <a:xfrm>
            <a:off x="2468879" y="5532120"/>
            <a:ext cx="722376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8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09" name="Rectangle"/>
          <p:cNvSpPr/>
          <p:nvPr/>
        </p:nvSpPr>
        <p:spPr>
          <a:xfrm>
            <a:off x="3742044" y="1460621"/>
            <a:ext cx="8005737" cy="3644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4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5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6" name="TextBox 6"/>
          <p:cNvSpPr txBox="1"/>
          <p:nvPr/>
        </p:nvSpPr>
        <p:spPr>
          <a:xfrm>
            <a:off x="8641080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7" name="Connector 7"/>
          <p:cNvSpPr/>
          <p:nvPr/>
        </p:nvSpPr>
        <p:spPr>
          <a:xfrm flipH="1">
            <a:off x="1225292" y="2148838"/>
            <a:ext cx="8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8" name="Connector 8"/>
          <p:cNvSpPr/>
          <p:nvPr/>
        </p:nvSpPr>
        <p:spPr>
          <a:xfrm flipH="1">
            <a:off x="1581909" y="2148838"/>
            <a:ext cx="8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9"/>
          <p:cNvSpPr/>
          <p:nvPr/>
        </p:nvSpPr>
        <p:spPr>
          <a:xfrm flipH="1">
            <a:off x="1938525" y="2148838"/>
            <a:ext cx="8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10"/>
          <p:cNvSpPr/>
          <p:nvPr/>
        </p:nvSpPr>
        <p:spPr>
          <a:xfrm flipH="1">
            <a:off x="2295142" y="2148838"/>
            <a:ext cx="8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1"/>
          <p:cNvSpPr/>
          <p:nvPr/>
        </p:nvSpPr>
        <p:spPr>
          <a:xfrm flipH="1">
            <a:off x="2651758" y="2148838"/>
            <a:ext cx="8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2"/>
          <p:cNvSpPr/>
          <p:nvPr/>
        </p:nvSpPr>
        <p:spPr>
          <a:xfrm flipH="1">
            <a:off x="3008374" y="2148838"/>
            <a:ext cx="8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3"/>
          <p:cNvSpPr/>
          <p:nvPr/>
        </p:nvSpPr>
        <p:spPr>
          <a:xfrm flipH="1">
            <a:off x="3364989" y="2148838"/>
            <a:ext cx="7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4"/>
          <p:cNvSpPr/>
          <p:nvPr/>
        </p:nvSpPr>
        <p:spPr>
          <a:xfrm flipH="1">
            <a:off x="3721606" y="2148838"/>
            <a:ext cx="7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5"/>
          <p:cNvSpPr/>
          <p:nvPr/>
        </p:nvSpPr>
        <p:spPr>
          <a:xfrm>
            <a:off x="1225294" y="2148836"/>
            <a:ext cx="2496314" cy="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6"/>
          <p:cNvSpPr/>
          <p:nvPr/>
        </p:nvSpPr>
        <p:spPr>
          <a:xfrm>
            <a:off x="1225294" y="2542030"/>
            <a:ext cx="2496314" cy="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7"/>
          <p:cNvSpPr/>
          <p:nvPr/>
        </p:nvSpPr>
        <p:spPr>
          <a:xfrm>
            <a:off x="1225294" y="2935220"/>
            <a:ext cx="2496314" cy="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8"/>
          <p:cNvSpPr/>
          <p:nvPr/>
        </p:nvSpPr>
        <p:spPr>
          <a:xfrm>
            <a:off x="1225294" y="3328412"/>
            <a:ext cx="2496314" cy="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9"/>
          <p:cNvSpPr/>
          <p:nvPr/>
        </p:nvSpPr>
        <p:spPr>
          <a:xfrm>
            <a:off x="1225294" y="3721605"/>
            <a:ext cx="2496314" cy="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1"/>
          <p:cNvSpPr/>
          <p:nvPr/>
        </p:nvSpPr>
        <p:spPr>
          <a:xfrm>
            <a:off x="1225294" y="4507988"/>
            <a:ext cx="2496314" cy="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3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4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6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7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8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9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0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2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3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4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5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6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8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1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2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4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5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6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7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8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0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3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4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6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8" name="TextBox 58"/>
          <p:cNvSpPr txBox="1"/>
          <p:nvPr/>
        </p:nvSpPr>
        <p:spPr>
          <a:xfrm>
            <a:off x="83210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69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0" name="TextBox 60"/>
          <p:cNvSpPr txBox="1"/>
          <p:nvPr/>
        </p:nvSpPr>
        <p:spPr>
          <a:xfrm>
            <a:off x="3703320" y="2990088"/>
            <a:ext cx="384054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1" name="Connector 61"/>
          <p:cNvSpPr/>
          <p:nvPr/>
        </p:nvSpPr>
        <p:spPr>
          <a:xfrm flipV="1">
            <a:off x="4681728" y="2212848"/>
            <a:ext cx="521209" cy="24689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2" name="Connector 62"/>
          <p:cNvSpPr/>
          <p:nvPr/>
        </p:nvSpPr>
        <p:spPr>
          <a:xfrm>
            <a:off x="4681728" y="2459731"/>
            <a:ext cx="182886" cy="603510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3"/>
          <p:cNvSpPr/>
          <p:nvPr/>
        </p:nvSpPr>
        <p:spPr>
          <a:xfrm>
            <a:off x="5202935" y="2212848"/>
            <a:ext cx="484637" cy="32004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4"/>
          <p:cNvSpPr/>
          <p:nvPr/>
        </p:nvSpPr>
        <p:spPr>
          <a:xfrm>
            <a:off x="5202935" y="2212848"/>
            <a:ext cx="237744" cy="75895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5"/>
          <p:cNvSpPr/>
          <p:nvPr/>
        </p:nvSpPr>
        <p:spPr>
          <a:xfrm flipH="1">
            <a:off x="5440679" y="2532887"/>
            <a:ext cx="246894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6"/>
          <p:cNvSpPr/>
          <p:nvPr/>
        </p:nvSpPr>
        <p:spPr>
          <a:xfrm>
            <a:off x="5687567" y="2532888"/>
            <a:ext cx="256033" cy="71323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7"/>
          <p:cNvSpPr/>
          <p:nvPr/>
        </p:nvSpPr>
        <p:spPr>
          <a:xfrm flipV="1">
            <a:off x="4864608" y="2971798"/>
            <a:ext cx="576078" cy="914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9"/>
          <p:cNvSpPr/>
          <p:nvPr/>
        </p:nvSpPr>
        <p:spPr>
          <a:xfrm>
            <a:off x="5943596" y="3246119"/>
            <a:ext cx="411486" cy="24689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70"/>
          <p:cNvSpPr/>
          <p:nvPr/>
        </p:nvSpPr>
        <p:spPr>
          <a:xfrm flipV="1">
            <a:off x="6355079" y="2953509"/>
            <a:ext cx="365766" cy="53950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1"/>
          <p:cNvSpPr/>
          <p:nvPr/>
        </p:nvSpPr>
        <p:spPr>
          <a:xfrm flipV="1">
            <a:off x="6720839" y="2514598"/>
            <a:ext cx="438918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2"/>
          <p:cNvSpPr/>
          <p:nvPr/>
        </p:nvSpPr>
        <p:spPr>
          <a:xfrm flipV="1">
            <a:off x="6720840" y="2743199"/>
            <a:ext cx="877830" cy="2103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4"/>
          <p:cNvSpPr/>
          <p:nvPr/>
        </p:nvSpPr>
        <p:spPr>
          <a:xfrm>
            <a:off x="7159752" y="2514598"/>
            <a:ext cx="438918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5"/>
          <p:cNvSpPr/>
          <p:nvPr/>
        </p:nvSpPr>
        <p:spPr>
          <a:xfrm flipH="1">
            <a:off x="7470648" y="2743199"/>
            <a:ext cx="128020" cy="6309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6"/>
          <p:cNvSpPr/>
          <p:nvPr/>
        </p:nvSpPr>
        <p:spPr>
          <a:xfrm flipV="1">
            <a:off x="6940294" y="3374135"/>
            <a:ext cx="530358" cy="16459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7"/>
          <p:cNvSpPr/>
          <p:nvPr/>
        </p:nvSpPr>
        <p:spPr>
          <a:xfrm>
            <a:off x="6940293" y="3538725"/>
            <a:ext cx="859543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8"/>
          <p:cNvSpPr/>
          <p:nvPr/>
        </p:nvSpPr>
        <p:spPr>
          <a:xfrm>
            <a:off x="7470647" y="3374134"/>
            <a:ext cx="329190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Oval 79"/>
          <p:cNvSpPr/>
          <p:nvPr/>
        </p:nvSpPr>
        <p:spPr>
          <a:xfrm>
            <a:off x="4617720" y="2395727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0" name="Oval 80"/>
          <p:cNvSpPr/>
          <p:nvPr/>
        </p:nvSpPr>
        <p:spPr>
          <a:xfrm>
            <a:off x="5138928" y="2148838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1"/>
          <p:cNvSpPr/>
          <p:nvPr/>
        </p:nvSpPr>
        <p:spPr>
          <a:xfrm>
            <a:off x="5623559" y="2468877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2"/>
          <p:cNvSpPr/>
          <p:nvPr/>
        </p:nvSpPr>
        <p:spPr>
          <a:xfrm>
            <a:off x="4800600" y="2999232"/>
            <a:ext cx="128016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3"/>
          <p:cNvSpPr/>
          <p:nvPr/>
        </p:nvSpPr>
        <p:spPr>
          <a:xfrm>
            <a:off x="5376671" y="2907792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4"/>
          <p:cNvSpPr/>
          <p:nvPr/>
        </p:nvSpPr>
        <p:spPr>
          <a:xfrm>
            <a:off x="5879591" y="3182111"/>
            <a:ext cx="128027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5"/>
          <p:cNvSpPr/>
          <p:nvPr/>
        </p:nvSpPr>
        <p:spPr>
          <a:xfrm>
            <a:off x="6291071" y="3429000"/>
            <a:ext cx="128027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6"/>
          <p:cNvSpPr/>
          <p:nvPr/>
        </p:nvSpPr>
        <p:spPr>
          <a:xfrm>
            <a:off x="6656830" y="2889504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7"/>
          <p:cNvSpPr/>
          <p:nvPr/>
        </p:nvSpPr>
        <p:spPr>
          <a:xfrm>
            <a:off x="7095742" y="2450592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8"/>
          <p:cNvSpPr/>
          <p:nvPr/>
        </p:nvSpPr>
        <p:spPr>
          <a:xfrm>
            <a:off x="7534656" y="2679192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9"/>
          <p:cNvSpPr/>
          <p:nvPr/>
        </p:nvSpPr>
        <p:spPr>
          <a:xfrm>
            <a:off x="6876288" y="3474720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90"/>
          <p:cNvSpPr/>
          <p:nvPr/>
        </p:nvSpPr>
        <p:spPr>
          <a:xfrm>
            <a:off x="7406640" y="3310128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1"/>
          <p:cNvSpPr/>
          <p:nvPr/>
        </p:nvSpPr>
        <p:spPr>
          <a:xfrm>
            <a:off x="7735823" y="3749037"/>
            <a:ext cx="128027" cy="12802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TextBox 92"/>
          <p:cNvSpPr txBox="1"/>
          <p:nvPr/>
        </p:nvSpPr>
        <p:spPr>
          <a:xfrm>
            <a:off x="8074152" y="2990088"/>
            <a:ext cx="384054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3" name="Oval 93"/>
          <p:cNvSpPr/>
          <p:nvPr/>
        </p:nvSpPr>
        <p:spPr>
          <a:xfrm>
            <a:off x="8887968" y="2331720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4" name="Oval 94"/>
          <p:cNvSpPr/>
          <p:nvPr/>
        </p:nvSpPr>
        <p:spPr>
          <a:xfrm>
            <a:off x="9272016" y="2139694"/>
            <a:ext cx="137171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5"/>
          <p:cNvSpPr/>
          <p:nvPr/>
        </p:nvSpPr>
        <p:spPr>
          <a:xfrm>
            <a:off x="9646918" y="2395727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6"/>
          <p:cNvSpPr/>
          <p:nvPr/>
        </p:nvSpPr>
        <p:spPr>
          <a:xfrm>
            <a:off x="9052559" y="2798064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7"/>
          <p:cNvSpPr/>
          <p:nvPr/>
        </p:nvSpPr>
        <p:spPr>
          <a:xfrm>
            <a:off x="9454894" y="2852927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8"/>
          <p:cNvSpPr/>
          <p:nvPr/>
        </p:nvSpPr>
        <p:spPr>
          <a:xfrm>
            <a:off x="9811511" y="2743199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9"/>
          <p:cNvSpPr/>
          <p:nvPr/>
        </p:nvSpPr>
        <p:spPr>
          <a:xfrm>
            <a:off x="9235440" y="3236976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100"/>
          <p:cNvSpPr/>
          <p:nvPr/>
        </p:nvSpPr>
        <p:spPr>
          <a:xfrm>
            <a:off x="9656064" y="3246120"/>
            <a:ext cx="137171" cy="13717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1"/>
          <p:cNvSpPr/>
          <p:nvPr/>
        </p:nvSpPr>
        <p:spPr>
          <a:xfrm>
            <a:off x="10286999" y="3154677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2"/>
          <p:cNvSpPr/>
          <p:nvPr/>
        </p:nvSpPr>
        <p:spPr>
          <a:xfrm>
            <a:off x="10652759" y="2962655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3"/>
          <p:cNvSpPr/>
          <p:nvPr/>
        </p:nvSpPr>
        <p:spPr>
          <a:xfrm>
            <a:off x="11018518" y="3218688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4"/>
          <p:cNvSpPr/>
          <p:nvPr/>
        </p:nvSpPr>
        <p:spPr>
          <a:xfrm>
            <a:off x="10469880" y="3602735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5"/>
          <p:cNvSpPr/>
          <p:nvPr/>
        </p:nvSpPr>
        <p:spPr>
          <a:xfrm>
            <a:off x="10844783" y="3675886"/>
            <a:ext cx="137169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6"/>
          <p:cNvSpPr/>
          <p:nvPr/>
        </p:nvSpPr>
        <p:spPr>
          <a:xfrm>
            <a:off x="11192256" y="3584447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7"/>
          <p:cNvSpPr/>
          <p:nvPr/>
        </p:nvSpPr>
        <p:spPr>
          <a:xfrm>
            <a:off x="10634471" y="4041647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8"/>
          <p:cNvSpPr/>
          <p:nvPr/>
        </p:nvSpPr>
        <p:spPr>
          <a:xfrm>
            <a:off x="11018518" y="4050791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TextBox 109"/>
          <p:cNvSpPr txBox="1"/>
          <p:nvPr/>
        </p:nvSpPr>
        <p:spPr>
          <a:xfrm>
            <a:off x="8668511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0" name="TextBox 110"/>
          <p:cNvSpPr txBox="1"/>
          <p:nvPr/>
        </p:nvSpPr>
        <p:spPr>
          <a:xfrm>
            <a:off x="10058399" y="4370832"/>
            <a:ext cx="150876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1" name="Connector 111"/>
          <p:cNvSpPr/>
          <p:nvPr/>
        </p:nvSpPr>
        <p:spPr>
          <a:xfrm>
            <a:off x="749804" y="5248652"/>
            <a:ext cx="10680201" cy="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2" name="TextBox 112"/>
          <p:cNvSpPr txBox="1"/>
          <p:nvPr/>
        </p:nvSpPr>
        <p:spPr>
          <a:xfrm>
            <a:off x="2468878" y="5532120"/>
            <a:ext cx="722376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3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8" name="Oval 4"/>
          <p:cNvSpPr/>
          <p:nvPr/>
        </p:nvSpPr>
        <p:spPr>
          <a:xfrm>
            <a:off x="960119" y="182879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29" name="Oval 5"/>
          <p:cNvSpPr/>
          <p:nvPr/>
        </p:nvSpPr>
        <p:spPr>
          <a:xfrm>
            <a:off x="1344166" y="182879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0" name="Oval 6"/>
          <p:cNvSpPr/>
          <p:nvPr/>
        </p:nvSpPr>
        <p:spPr>
          <a:xfrm>
            <a:off x="1728216" y="182879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1" name="Oval 7"/>
          <p:cNvSpPr/>
          <p:nvPr/>
        </p:nvSpPr>
        <p:spPr>
          <a:xfrm>
            <a:off x="2112264" y="182879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2" name="Oval 8"/>
          <p:cNvSpPr/>
          <p:nvPr/>
        </p:nvSpPr>
        <p:spPr>
          <a:xfrm>
            <a:off x="2496310" y="182879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3" name="Oval 9"/>
          <p:cNvSpPr/>
          <p:nvPr/>
        </p:nvSpPr>
        <p:spPr>
          <a:xfrm>
            <a:off x="2880360" y="182879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4" name="Oval 10"/>
          <p:cNvSpPr/>
          <p:nvPr/>
        </p:nvSpPr>
        <p:spPr>
          <a:xfrm>
            <a:off x="3264408" y="182879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5" name="Oval 11"/>
          <p:cNvSpPr/>
          <p:nvPr/>
        </p:nvSpPr>
        <p:spPr>
          <a:xfrm>
            <a:off x="1088136" y="2240277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6" name="Oval 12"/>
          <p:cNvSpPr/>
          <p:nvPr/>
        </p:nvSpPr>
        <p:spPr>
          <a:xfrm>
            <a:off x="1472183" y="2240277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7" name="Oval 13"/>
          <p:cNvSpPr/>
          <p:nvPr/>
        </p:nvSpPr>
        <p:spPr>
          <a:xfrm>
            <a:off x="1856232" y="2240277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8" name="Oval 14"/>
          <p:cNvSpPr/>
          <p:nvPr/>
        </p:nvSpPr>
        <p:spPr>
          <a:xfrm>
            <a:off x="2240277" y="2240277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39" name="Oval 15"/>
          <p:cNvSpPr/>
          <p:nvPr/>
        </p:nvSpPr>
        <p:spPr>
          <a:xfrm>
            <a:off x="2624327" y="2240277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0" name="Oval 16"/>
          <p:cNvSpPr/>
          <p:nvPr/>
        </p:nvSpPr>
        <p:spPr>
          <a:xfrm>
            <a:off x="3008376" y="2240277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1" name="Oval 17"/>
          <p:cNvSpPr/>
          <p:nvPr/>
        </p:nvSpPr>
        <p:spPr>
          <a:xfrm>
            <a:off x="3392423" y="2240277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2" name="Oval 18"/>
          <p:cNvSpPr/>
          <p:nvPr/>
        </p:nvSpPr>
        <p:spPr>
          <a:xfrm>
            <a:off x="960119" y="265176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3" name="Oval 19"/>
          <p:cNvSpPr/>
          <p:nvPr/>
        </p:nvSpPr>
        <p:spPr>
          <a:xfrm>
            <a:off x="1344166" y="265176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4" name="Oval 20"/>
          <p:cNvSpPr/>
          <p:nvPr/>
        </p:nvSpPr>
        <p:spPr>
          <a:xfrm>
            <a:off x="1728216" y="265176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5" name="Oval 21"/>
          <p:cNvSpPr/>
          <p:nvPr/>
        </p:nvSpPr>
        <p:spPr>
          <a:xfrm>
            <a:off x="2112264" y="265176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6" name="Oval 22"/>
          <p:cNvSpPr/>
          <p:nvPr/>
        </p:nvSpPr>
        <p:spPr>
          <a:xfrm>
            <a:off x="2496310" y="265176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7" name="Oval 23"/>
          <p:cNvSpPr/>
          <p:nvPr/>
        </p:nvSpPr>
        <p:spPr>
          <a:xfrm>
            <a:off x="2880360" y="265176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8" name="Oval 24"/>
          <p:cNvSpPr/>
          <p:nvPr/>
        </p:nvSpPr>
        <p:spPr>
          <a:xfrm>
            <a:off x="3264408" y="265176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9" name="Oval 25"/>
          <p:cNvSpPr/>
          <p:nvPr/>
        </p:nvSpPr>
        <p:spPr>
          <a:xfrm>
            <a:off x="1088136" y="30632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0" name="Oval 26"/>
          <p:cNvSpPr/>
          <p:nvPr/>
        </p:nvSpPr>
        <p:spPr>
          <a:xfrm>
            <a:off x="1472183" y="30632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1" name="Oval 27"/>
          <p:cNvSpPr/>
          <p:nvPr/>
        </p:nvSpPr>
        <p:spPr>
          <a:xfrm>
            <a:off x="1856232" y="30632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2" name="Oval 28"/>
          <p:cNvSpPr/>
          <p:nvPr/>
        </p:nvSpPr>
        <p:spPr>
          <a:xfrm>
            <a:off x="2240277" y="30632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3" name="Oval 29"/>
          <p:cNvSpPr/>
          <p:nvPr/>
        </p:nvSpPr>
        <p:spPr>
          <a:xfrm>
            <a:off x="2624327" y="30632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4" name="Oval 30"/>
          <p:cNvSpPr/>
          <p:nvPr/>
        </p:nvSpPr>
        <p:spPr>
          <a:xfrm>
            <a:off x="3008376" y="30632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5" name="Oval 31"/>
          <p:cNvSpPr/>
          <p:nvPr/>
        </p:nvSpPr>
        <p:spPr>
          <a:xfrm>
            <a:off x="3392423" y="306323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6" name="Oval 32"/>
          <p:cNvSpPr/>
          <p:nvPr/>
        </p:nvSpPr>
        <p:spPr>
          <a:xfrm>
            <a:off x="960119" y="347472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7" name="Oval 33"/>
          <p:cNvSpPr/>
          <p:nvPr/>
        </p:nvSpPr>
        <p:spPr>
          <a:xfrm>
            <a:off x="1344166" y="347472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8" name="Oval 34"/>
          <p:cNvSpPr/>
          <p:nvPr/>
        </p:nvSpPr>
        <p:spPr>
          <a:xfrm>
            <a:off x="1728216" y="347472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9" name="Oval 35"/>
          <p:cNvSpPr/>
          <p:nvPr/>
        </p:nvSpPr>
        <p:spPr>
          <a:xfrm>
            <a:off x="2112264" y="347472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0" name="Oval 36"/>
          <p:cNvSpPr/>
          <p:nvPr/>
        </p:nvSpPr>
        <p:spPr>
          <a:xfrm>
            <a:off x="2496310" y="347472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1" name="Oval 37"/>
          <p:cNvSpPr/>
          <p:nvPr/>
        </p:nvSpPr>
        <p:spPr>
          <a:xfrm>
            <a:off x="2880360" y="347472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2" name="Oval 38"/>
          <p:cNvSpPr/>
          <p:nvPr/>
        </p:nvSpPr>
        <p:spPr>
          <a:xfrm>
            <a:off x="3264408" y="3474720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3" name="Oval 39"/>
          <p:cNvSpPr/>
          <p:nvPr/>
        </p:nvSpPr>
        <p:spPr>
          <a:xfrm>
            <a:off x="1088136" y="388619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4" name="Oval 40"/>
          <p:cNvSpPr/>
          <p:nvPr/>
        </p:nvSpPr>
        <p:spPr>
          <a:xfrm>
            <a:off x="1472183" y="388619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5" name="Oval 41"/>
          <p:cNvSpPr/>
          <p:nvPr/>
        </p:nvSpPr>
        <p:spPr>
          <a:xfrm>
            <a:off x="1856232" y="388619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6" name="Oval 42"/>
          <p:cNvSpPr/>
          <p:nvPr/>
        </p:nvSpPr>
        <p:spPr>
          <a:xfrm>
            <a:off x="2240277" y="388619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7" name="Oval 43"/>
          <p:cNvSpPr/>
          <p:nvPr/>
        </p:nvSpPr>
        <p:spPr>
          <a:xfrm>
            <a:off x="2624327" y="388619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8" name="Oval 44"/>
          <p:cNvSpPr/>
          <p:nvPr/>
        </p:nvSpPr>
        <p:spPr>
          <a:xfrm>
            <a:off x="3008376" y="388619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9" name="Oval 45"/>
          <p:cNvSpPr/>
          <p:nvPr/>
        </p:nvSpPr>
        <p:spPr>
          <a:xfrm>
            <a:off x="3392423" y="3886198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0" name="Oval 46"/>
          <p:cNvSpPr/>
          <p:nvPr/>
        </p:nvSpPr>
        <p:spPr>
          <a:xfrm>
            <a:off x="960119" y="429767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1" name="Oval 47"/>
          <p:cNvSpPr/>
          <p:nvPr/>
        </p:nvSpPr>
        <p:spPr>
          <a:xfrm>
            <a:off x="1344166" y="429767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2" name="Oval 48"/>
          <p:cNvSpPr/>
          <p:nvPr/>
        </p:nvSpPr>
        <p:spPr>
          <a:xfrm>
            <a:off x="1728216" y="429767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3" name="Oval 49"/>
          <p:cNvSpPr/>
          <p:nvPr/>
        </p:nvSpPr>
        <p:spPr>
          <a:xfrm>
            <a:off x="2112264" y="429767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4" name="Oval 50"/>
          <p:cNvSpPr/>
          <p:nvPr/>
        </p:nvSpPr>
        <p:spPr>
          <a:xfrm>
            <a:off x="2496310" y="429767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5" name="Oval 51"/>
          <p:cNvSpPr/>
          <p:nvPr/>
        </p:nvSpPr>
        <p:spPr>
          <a:xfrm>
            <a:off x="2880360" y="429767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6" name="Oval 52"/>
          <p:cNvSpPr/>
          <p:nvPr/>
        </p:nvSpPr>
        <p:spPr>
          <a:xfrm>
            <a:off x="3264408" y="4297679"/>
            <a:ext cx="91455" cy="9145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7" name="Oval 53"/>
          <p:cNvSpPr/>
          <p:nvPr/>
        </p:nvSpPr>
        <p:spPr>
          <a:xfrm>
            <a:off x="7909559" y="182879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8" name="Oval 54"/>
          <p:cNvSpPr/>
          <p:nvPr/>
        </p:nvSpPr>
        <p:spPr>
          <a:xfrm>
            <a:off x="8293606" y="182879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9" name="Oval 55"/>
          <p:cNvSpPr/>
          <p:nvPr/>
        </p:nvSpPr>
        <p:spPr>
          <a:xfrm>
            <a:off x="8677656" y="182879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0" name="Oval 56"/>
          <p:cNvSpPr/>
          <p:nvPr/>
        </p:nvSpPr>
        <p:spPr>
          <a:xfrm>
            <a:off x="9061704" y="182879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1" name="Oval 57"/>
          <p:cNvSpPr/>
          <p:nvPr/>
        </p:nvSpPr>
        <p:spPr>
          <a:xfrm>
            <a:off x="9445752" y="182879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2" name="Oval 58"/>
          <p:cNvSpPr/>
          <p:nvPr/>
        </p:nvSpPr>
        <p:spPr>
          <a:xfrm>
            <a:off x="9829799" y="182879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3" name="Oval 59"/>
          <p:cNvSpPr/>
          <p:nvPr/>
        </p:nvSpPr>
        <p:spPr>
          <a:xfrm>
            <a:off x="10213847" y="182879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4" name="Oval 60"/>
          <p:cNvSpPr/>
          <p:nvPr/>
        </p:nvSpPr>
        <p:spPr>
          <a:xfrm>
            <a:off x="8037576" y="224027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5" name="Oval 61"/>
          <p:cNvSpPr/>
          <p:nvPr/>
        </p:nvSpPr>
        <p:spPr>
          <a:xfrm>
            <a:off x="8421623" y="224027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6" name="Oval 62"/>
          <p:cNvSpPr/>
          <p:nvPr/>
        </p:nvSpPr>
        <p:spPr>
          <a:xfrm>
            <a:off x="8805671" y="224027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7" name="Oval 63"/>
          <p:cNvSpPr/>
          <p:nvPr/>
        </p:nvSpPr>
        <p:spPr>
          <a:xfrm>
            <a:off x="9189718" y="224027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8" name="Oval 64"/>
          <p:cNvSpPr/>
          <p:nvPr/>
        </p:nvSpPr>
        <p:spPr>
          <a:xfrm>
            <a:off x="9573768" y="224027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9" name="Oval 65"/>
          <p:cNvSpPr/>
          <p:nvPr/>
        </p:nvSpPr>
        <p:spPr>
          <a:xfrm>
            <a:off x="9957816" y="224027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0" name="Oval 66"/>
          <p:cNvSpPr/>
          <p:nvPr/>
        </p:nvSpPr>
        <p:spPr>
          <a:xfrm>
            <a:off x="10341864" y="2240277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1" name="Oval 67"/>
          <p:cNvSpPr/>
          <p:nvPr/>
        </p:nvSpPr>
        <p:spPr>
          <a:xfrm>
            <a:off x="7909559" y="265176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2" name="Oval 68"/>
          <p:cNvSpPr/>
          <p:nvPr/>
        </p:nvSpPr>
        <p:spPr>
          <a:xfrm>
            <a:off x="8293606" y="265176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3" name="Oval 69"/>
          <p:cNvSpPr/>
          <p:nvPr/>
        </p:nvSpPr>
        <p:spPr>
          <a:xfrm>
            <a:off x="8677656" y="265176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4" name="Oval 70"/>
          <p:cNvSpPr/>
          <p:nvPr/>
        </p:nvSpPr>
        <p:spPr>
          <a:xfrm>
            <a:off x="9061704" y="265176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5" name="Oval 71"/>
          <p:cNvSpPr/>
          <p:nvPr/>
        </p:nvSpPr>
        <p:spPr>
          <a:xfrm>
            <a:off x="9445752" y="265176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6" name="Oval 72"/>
          <p:cNvSpPr/>
          <p:nvPr/>
        </p:nvSpPr>
        <p:spPr>
          <a:xfrm>
            <a:off x="9829799" y="265176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7" name="Oval 73"/>
          <p:cNvSpPr/>
          <p:nvPr/>
        </p:nvSpPr>
        <p:spPr>
          <a:xfrm>
            <a:off x="10213847" y="265176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8" name="Oval 74"/>
          <p:cNvSpPr/>
          <p:nvPr/>
        </p:nvSpPr>
        <p:spPr>
          <a:xfrm>
            <a:off x="8037576" y="306323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9" name="Oval 75"/>
          <p:cNvSpPr/>
          <p:nvPr/>
        </p:nvSpPr>
        <p:spPr>
          <a:xfrm>
            <a:off x="8421623" y="306323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0" name="Oval 76"/>
          <p:cNvSpPr/>
          <p:nvPr/>
        </p:nvSpPr>
        <p:spPr>
          <a:xfrm>
            <a:off x="8805671" y="306323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1" name="Oval 77"/>
          <p:cNvSpPr/>
          <p:nvPr/>
        </p:nvSpPr>
        <p:spPr>
          <a:xfrm>
            <a:off x="9189718" y="306323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2" name="Oval 78"/>
          <p:cNvSpPr/>
          <p:nvPr/>
        </p:nvSpPr>
        <p:spPr>
          <a:xfrm>
            <a:off x="9573768" y="306323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3" name="Oval 79"/>
          <p:cNvSpPr/>
          <p:nvPr/>
        </p:nvSpPr>
        <p:spPr>
          <a:xfrm>
            <a:off x="9957816" y="306323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4" name="Oval 80"/>
          <p:cNvSpPr/>
          <p:nvPr/>
        </p:nvSpPr>
        <p:spPr>
          <a:xfrm>
            <a:off x="10341864" y="306323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5" name="Oval 81"/>
          <p:cNvSpPr/>
          <p:nvPr/>
        </p:nvSpPr>
        <p:spPr>
          <a:xfrm>
            <a:off x="7909559" y="347472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6" name="Oval 82"/>
          <p:cNvSpPr/>
          <p:nvPr/>
        </p:nvSpPr>
        <p:spPr>
          <a:xfrm>
            <a:off x="8293606" y="347472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7" name="Oval 83"/>
          <p:cNvSpPr/>
          <p:nvPr/>
        </p:nvSpPr>
        <p:spPr>
          <a:xfrm>
            <a:off x="8677656" y="347472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8" name="Oval 84"/>
          <p:cNvSpPr/>
          <p:nvPr/>
        </p:nvSpPr>
        <p:spPr>
          <a:xfrm>
            <a:off x="9061704" y="347472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9" name="Oval 85"/>
          <p:cNvSpPr/>
          <p:nvPr/>
        </p:nvSpPr>
        <p:spPr>
          <a:xfrm>
            <a:off x="9445752" y="347472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0" name="Oval 86"/>
          <p:cNvSpPr/>
          <p:nvPr/>
        </p:nvSpPr>
        <p:spPr>
          <a:xfrm>
            <a:off x="9829799" y="347472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1" name="Oval 87"/>
          <p:cNvSpPr/>
          <p:nvPr/>
        </p:nvSpPr>
        <p:spPr>
          <a:xfrm>
            <a:off x="10213847" y="3474720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2" name="Oval 88"/>
          <p:cNvSpPr/>
          <p:nvPr/>
        </p:nvSpPr>
        <p:spPr>
          <a:xfrm>
            <a:off x="8037576" y="388619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3" name="Oval 89"/>
          <p:cNvSpPr/>
          <p:nvPr/>
        </p:nvSpPr>
        <p:spPr>
          <a:xfrm>
            <a:off x="8421623" y="388619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4" name="Oval 90"/>
          <p:cNvSpPr/>
          <p:nvPr/>
        </p:nvSpPr>
        <p:spPr>
          <a:xfrm>
            <a:off x="8805671" y="388619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5" name="Oval 91"/>
          <p:cNvSpPr/>
          <p:nvPr/>
        </p:nvSpPr>
        <p:spPr>
          <a:xfrm>
            <a:off x="9189718" y="388619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6" name="Oval 92"/>
          <p:cNvSpPr/>
          <p:nvPr/>
        </p:nvSpPr>
        <p:spPr>
          <a:xfrm>
            <a:off x="9573768" y="388619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7" name="Oval 93"/>
          <p:cNvSpPr/>
          <p:nvPr/>
        </p:nvSpPr>
        <p:spPr>
          <a:xfrm>
            <a:off x="9957816" y="388619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8" name="Oval 94"/>
          <p:cNvSpPr/>
          <p:nvPr/>
        </p:nvSpPr>
        <p:spPr>
          <a:xfrm>
            <a:off x="10341864" y="3886198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9" name="Oval 95"/>
          <p:cNvSpPr/>
          <p:nvPr/>
        </p:nvSpPr>
        <p:spPr>
          <a:xfrm>
            <a:off x="7909559" y="429767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0" name="Oval 96"/>
          <p:cNvSpPr/>
          <p:nvPr/>
        </p:nvSpPr>
        <p:spPr>
          <a:xfrm>
            <a:off x="8293606" y="429767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1" name="Oval 97"/>
          <p:cNvSpPr/>
          <p:nvPr/>
        </p:nvSpPr>
        <p:spPr>
          <a:xfrm>
            <a:off x="8677656" y="429767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2" name="Oval 98"/>
          <p:cNvSpPr/>
          <p:nvPr/>
        </p:nvSpPr>
        <p:spPr>
          <a:xfrm>
            <a:off x="9061704" y="429767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3" name="Oval 99"/>
          <p:cNvSpPr/>
          <p:nvPr/>
        </p:nvSpPr>
        <p:spPr>
          <a:xfrm>
            <a:off x="9445752" y="429767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4" name="Oval 100"/>
          <p:cNvSpPr/>
          <p:nvPr/>
        </p:nvSpPr>
        <p:spPr>
          <a:xfrm>
            <a:off x="9829799" y="429767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5" name="Oval 101"/>
          <p:cNvSpPr/>
          <p:nvPr/>
        </p:nvSpPr>
        <p:spPr>
          <a:xfrm>
            <a:off x="10213847" y="4297679"/>
            <a:ext cx="91455" cy="9145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6" name="Rounded Rectangle 102"/>
          <p:cNvSpPr/>
          <p:nvPr/>
        </p:nvSpPr>
        <p:spPr>
          <a:xfrm>
            <a:off x="5413247" y="2304288"/>
            <a:ext cx="1371608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7" name="Connector 103"/>
          <p:cNvSpPr/>
          <p:nvPr/>
        </p:nvSpPr>
        <p:spPr>
          <a:xfrm>
            <a:off x="5669279" y="2788920"/>
            <a:ext cx="868682" cy="8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8" name="Connector 104"/>
          <p:cNvSpPr/>
          <p:nvPr/>
        </p:nvSpPr>
        <p:spPr>
          <a:xfrm>
            <a:off x="5669279" y="3108960"/>
            <a:ext cx="731528" cy="8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5"/>
          <p:cNvSpPr/>
          <p:nvPr/>
        </p:nvSpPr>
        <p:spPr>
          <a:xfrm>
            <a:off x="5669279" y="3429000"/>
            <a:ext cx="822968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6"/>
          <p:cNvSpPr/>
          <p:nvPr/>
        </p:nvSpPr>
        <p:spPr>
          <a:xfrm flipV="1">
            <a:off x="3310128" y="2907792"/>
            <a:ext cx="2103128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7"/>
          <p:cNvSpPr/>
          <p:nvPr/>
        </p:nvSpPr>
        <p:spPr>
          <a:xfrm flipH="1">
            <a:off x="6784847" y="1874515"/>
            <a:ext cx="1170440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3" name="TextBox 109"/>
          <p:cNvSpPr txBox="1"/>
          <p:nvPr/>
        </p:nvSpPr>
        <p:spPr>
          <a:xfrm>
            <a:off x="4700013" y="5193791"/>
            <a:ext cx="2377449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4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5" name="TextBox 111"/>
          <p:cNvSpPr txBox="1"/>
          <p:nvPr/>
        </p:nvSpPr>
        <p:spPr>
          <a:xfrm>
            <a:off x="3035801" y="5806440"/>
            <a:ext cx="6217933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6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39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0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2"/>
          </a:xfrm>
          <a:prstGeom prst="rect">
            <a:avLst/>
          </a:prstGeom>
          <a:ln w="12700">
            <a:miter lim="400000"/>
          </a:ln>
        </p:spPr>
      </p:pic>
      <p:sp>
        <p:nvSpPr>
          <p:cNvPr id="2242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3" name="TextBox 6"/>
          <p:cNvSpPr txBox="1"/>
          <p:nvPr/>
        </p:nvSpPr>
        <p:spPr>
          <a:xfrm>
            <a:off x="7571230" y="1874517"/>
            <a:ext cx="342900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4" name="TextBox 7"/>
          <p:cNvSpPr txBox="1"/>
          <p:nvPr/>
        </p:nvSpPr>
        <p:spPr>
          <a:xfrm>
            <a:off x="7571230" y="2285999"/>
            <a:ext cx="342900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5" name="TextBox 8"/>
          <p:cNvSpPr txBox="1"/>
          <p:nvPr/>
        </p:nvSpPr>
        <p:spPr>
          <a:xfrm>
            <a:off x="7571230" y="2697478"/>
            <a:ext cx="35844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6" name="Connector 9"/>
          <p:cNvSpPr/>
          <p:nvPr/>
        </p:nvSpPr>
        <p:spPr>
          <a:xfrm>
            <a:off x="7571230" y="3236976"/>
            <a:ext cx="3657603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7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8" name="TextBox 11"/>
          <p:cNvSpPr txBox="1"/>
          <p:nvPr/>
        </p:nvSpPr>
        <p:spPr>
          <a:xfrm>
            <a:off x="7571230" y="3922776"/>
            <a:ext cx="35844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49" name="TextBox 12"/>
          <p:cNvSpPr txBox="1"/>
          <p:nvPr/>
        </p:nvSpPr>
        <p:spPr>
          <a:xfrm>
            <a:off x="7571230" y="4425696"/>
            <a:ext cx="35844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0" name="Connector 13"/>
          <p:cNvSpPr/>
          <p:nvPr/>
        </p:nvSpPr>
        <p:spPr>
          <a:xfrm>
            <a:off x="7571230" y="5047488"/>
            <a:ext cx="3657603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1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2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5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7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8" name="Oval 5"/>
          <p:cNvSpPr/>
          <p:nvPr/>
        </p:nvSpPr>
        <p:spPr>
          <a:xfrm>
            <a:off x="1216149" y="1901949"/>
            <a:ext cx="164607" cy="1646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59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0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1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2" name="Oval 9"/>
          <p:cNvSpPr/>
          <p:nvPr/>
        </p:nvSpPr>
        <p:spPr>
          <a:xfrm>
            <a:off x="1216149" y="2871216"/>
            <a:ext cx="164607" cy="16460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63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4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5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6" name="Oval 13"/>
          <p:cNvSpPr/>
          <p:nvPr/>
        </p:nvSpPr>
        <p:spPr>
          <a:xfrm>
            <a:off x="1216149" y="3840479"/>
            <a:ext cx="164607" cy="16460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67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8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69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0" name="Oval 17"/>
          <p:cNvSpPr/>
          <p:nvPr/>
        </p:nvSpPr>
        <p:spPr>
          <a:xfrm>
            <a:off x="1216149" y="4809744"/>
            <a:ext cx="164607" cy="16460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71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2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3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7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8" name="Connector 4"/>
          <p:cNvSpPr/>
          <p:nvPr/>
        </p:nvSpPr>
        <p:spPr>
          <a:xfrm flipH="1">
            <a:off x="1298447" y="1664205"/>
            <a:ext cx="3" cy="362102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79" name="Oval 5"/>
          <p:cNvSpPr/>
          <p:nvPr/>
        </p:nvSpPr>
        <p:spPr>
          <a:xfrm>
            <a:off x="1216149" y="1810511"/>
            <a:ext cx="164597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80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1" name="TextBox 7"/>
          <p:cNvSpPr txBox="1"/>
          <p:nvPr/>
        </p:nvSpPr>
        <p:spPr>
          <a:xfrm>
            <a:off x="2313431" y="1755648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2" name="TextBox 8"/>
          <p:cNvSpPr txBox="1"/>
          <p:nvPr/>
        </p:nvSpPr>
        <p:spPr>
          <a:xfrm>
            <a:off x="5074920" y="1783077"/>
            <a:ext cx="233172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3" name="TextBox 9"/>
          <p:cNvSpPr txBox="1"/>
          <p:nvPr/>
        </p:nvSpPr>
        <p:spPr>
          <a:xfrm>
            <a:off x="7845552" y="1609344"/>
            <a:ext cx="3520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4" name="TextBox 10"/>
          <p:cNvSpPr txBox="1"/>
          <p:nvPr/>
        </p:nvSpPr>
        <p:spPr>
          <a:xfrm>
            <a:off x="7845552" y="1993392"/>
            <a:ext cx="11887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5" name="TextBox 11"/>
          <p:cNvSpPr txBox="1"/>
          <p:nvPr/>
        </p:nvSpPr>
        <p:spPr>
          <a:xfrm>
            <a:off x="7845552" y="2468877"/>
            <a:ext cx="155448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6" name="TextBox 12"/>
          <p:cNvSpPr txBox="1"/>
          <p:nvPr/>
        </p:nvSpPr>
        <p:spPr>
          <a:xfrm>
            <a:off x="9464040" y="2395727"/>
            <a:ext cx="10972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7" name="Oval 13"/>
          <p:cNvSpPr/>
          <p:nvPr/>
        </p:nvSpPr>
        <p:spPr>
          <a:xfrm>
            <a:off x="10899647" y="2414016"/>
            <a:ext cx="237749" cy="23774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88" name="Connector 14"/>
          <p:cNvSpPr/>
          <p:nvPr/>
        </p:nvSpPr>
        <p:spPr>
          <a:xfrm>
            <a:off x="10945368" y="2532888"/>
            <a:ext cx="45723" cy="45723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9" name="Connector 15"/>
          <p:cNvSpPr/>
          <p:nvPr/>
        </p:nvSpPr>
        <p:spPr>
          <a:xfrm flipV="1">
            <a:off x="10991087" y="2468878"/>
            <a:ext cx="91443" cy="109731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TextBox 17"/>
          <p:cNvSpPr txBox="1"/>
          <p:nvPr/>
        </p:nvSpPr>
        <p:spPr>
          <a:xfrm>
            <a:off x="7845552" y="3246120"/>
            <a:ext cx="155448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2" name="TextBox 18"/>
          <p:cNvSpPr txBox="1"/>
          <p:nvPr/>
        </p:nvSpPr>
        <p:spPr>
          <a:xfrm>
            <a:off x="9464040" y="3172966"/>
            <a:ext cx="10972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3" name="Oval 19"/>
          <p:cNvSpPr/>
          <p:nvPr/>
        </p:nvSpPr>
        <p:spPr>
          <a:xfrm>
            <a:off x="10899647" y="3191255"/>
            <a:ext cx="237749" cy="23774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94" name="Connector 20"/>
          <p:cNvSpPr/>
          <p:nvPr/>
        </p:nvSpPr>
        <p:spPr>
          <a:xfrm>
            <a:off x="10954511" y="3246119"/>
            <a:ext cx="109731" cy="109731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5" name="Connector 21"/>
          <p:cNvSpPr/>
          <p:nvPr/>
        </p:nvSpPr>
        <p:spPr>
          <a:xfrm flipH="1">
            <a:off x="10954511" y="3246119"/>
            <a:ext cx="109731" cy="109731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TextBox 22"/>
          <p:cNvSpPr txBox="1"/>
          <p:nvPr/>
        </p:nvSpPr>
        <p:spPr>
          <a:xfrm>
            <a:off x="7845552" y="3931920"/>
            <a:ext cx="3493011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7" name="TextBox 23"/>
          <p:cNvSpPr txBox="1"/>
          <p:nvPr/>
        </p:nvSpPr>
        <p:spPr>
          <a:xfrm>
            <a:off x="8339325" y="4590288"/>
            <a:ext cx="25146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8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2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3" name="Connector 4"/>
          <p:cNvSpPr/>
          <p:nvPr/>
        </p:nvSpPr>
        <p:spPr>
          <a:xfrm flipH="1">
            <a:off x="1298447" y="1664205"/>
            <a:ext cx="3" cy="362102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4" name="Oval 5"/>
          <p:cNvSpPr/>
          <p:nvPr/>
        </p:nvSpPr>
        <p:spPr>
          <a:xfrm>
            <a:off x="1216149" y="1810511"/>
            <a:ext cx="164597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05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6" name="TextBox 7"/>
          <p:cNvSpPr txBox="1"/>
          <p:nvPr/>
        </p:nvSpPr>
        <p:spPr>
          <a:xfrm>
            <a:off x="2313431" y="1755648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7" name="TextBox 8"/>
          <p:cNvSpPr txBox="1"/>
          <p:nvPr/>
        </p:nvSpPr>
        <p:spPr>
          <a:xfrm>
            <a:off x="5074920" y="1783077"/>
            <a:ext cx="233172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8" name="Oval 9"/>
          <p:cNvSpPr/>
          <p:nvPr/>
        </p:nvSpPr>
        <p:spPr>
          <a:xfrm>
            <a:off x="1216149" y="279806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09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0" name="TextBox 11"/>
          <p:cNvSpPr txBox="1"/>
          <p:nvPr/>
        </p:nvSpPr>
        <p:spPr>
          <a:xfrm>
            <a:off x="2313431" y="2743199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1" name="TextBox 12"/>
          <p:cNvSpPr txBox="1"/>
          <p:nvPr/>
        </p:nvSpPr>
        <p:spPr>
          <a:xfrm>
            <a:off x="5074920" y="2770632"/>
            <a:ext cx="233172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2" name="TextBox 13"/>
          <p:cNvSpPr txBox="1"/>
          <p:nvPr/>
        </p:nvSpPr>
        <p:spPr>
          <a:xfrm>
            <a:off x="7845552" y="1609344"/>
            <a:ext cx="3520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3" name="TextBox 14"/>
          <p:cNvSpPr txBox="1"/>
          <p:nvPr/>
        </p:nvSpPr>
        <p:spPr>
          <a:xfrm>
            <a:off x="7845552" y="1965960"/>
            <a:ext cx="16002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4" name="TextBox 15"/>
          <p:cNvSpPr txBox="1"/>
          <p:nvPr/>
        </p:nvSpPr>
        <p:spPr>
          <a:xfrm>
            <a:off x="9710928" y="1965960"/>
            <a:ext cx="16002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5" name="TextBox 16"/>
          <p:cNvSpPr txBox="1"/>
          <p:nvPr/>
        </p:nvSpPr>
        <p:spPr>
          <a:xfrm>
            <a:off x="7845552" y="2468877"/>
            <a:ext cx="1417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6" name="TextBox 17"/>
          <p:cNvSpPr txBox="1"/>
          <p:nvPr/>
        </p:nvSpPr>
        <p:spPr>
          <a:xfrm>
            <a:off x="7845552" y="2761488"/>
            <a:ext cx="3429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7" name="TextBox 18"/>
          <p:cNvSpPr txBox="1"/>
          <p:nvPr/>
        </p:nvSpPr>
        <p:spPr>
          <a:xfrm>
            <a:off x="10442447" y="3127248"/>
            <a:ext cx="82296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8" name="Connector 19"/>
          <p:cNvSpPr/>
          <p:nvPr/>
        </p:nvSpPr>
        <p:spPr>
          <a:xfrm>
            <a:off x="7845552" y="3493008"/>
            <a:ext cx="3456433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19" name="TextBox 20"/>
          <p:cNvSpPr txBox="1"/>
          <p:nvPr/>
        </p:nvSpPr>
        <p:spPr>
          <a:xfrm>
            <a:off x="7845552" y="3794759"/>
            <a:ext cx="8229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0" name="TextBox 21"/>
          <p:cNvSpPr txBox="1"/>
          <p:nvPr/>
        </p:nvSpPr>
        <p:spPr>
          <a:xfrm>
            <a:off x="7845552" y="4069079"/>
            <a:ext cx="3429003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1" name="TextBox 22"/>
          <p:cNvSpPr txBox="1"/>
          <p:nvPr/>
        </p:nvSpPr>
        <p:spPr>
          <a:xfrm>
            <a:off x="9509759" y="4507991"/>
            <a:ext cx="175565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2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3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7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8" name="Connector 4"/>
          <p:cNvSpPr/>
          <p:nvPr/>
        </p:nvSpPr>
        <p:spPr>
          <a:xfrm flipH="1">
            <a:off x="1298447" y="1664205"/>
            <a:ext cx="3" cy="362102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9" name="Oval 5"/>
          <p:cNvSpPr/>
          <p:nvPr/>
        </p:nvSpPr>
        <p:spPr>
          <a:xfrm>
            <a:off x="1216149" y="1810511"/>
            <a:ext cx="164597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30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1" name="TextBox 7"/>
          <p:cNvSpPr txBox="1"/>
          <p:nvPr/>
        </p:nvSpPr>
        <p:spPr>
          <a:xfrm>
            <a:off x="2313431" y="1755648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2" name="TextBox 8"/>
          <p:cNvSpPr txBox="1"/>
          <p:nvPr/>
        </p:nvSpPr>
        <p:spPr>
          <a:xfrm>
            <a:off x="5074920" y="1783077"/>
            <a:ext cx="233172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3" name="Oval 9"/>
          <p:cNvSpPr/>
          <p:nvPr/>
        </p:nvSpPr>
        <p:spPr>
          <a:xfrm>
            <a:off x="1216149" y="279806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34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5" name="TextBox 11"/>
          <p:cNvSpPr txBox="1"/>
          <p:nvPr/>
        </p:nvSpPr>
        <p:spPr>
          <a:xfrm>
            <a:off x="2313431" y="2743199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6" name="TextBox 12"/>
          <p:cNvSpPr txBox="1"/>
          <p:nvPr/>
        </p:nvSpPr>
        <p:spPr>
          <a:xfrm>
            <a:off x="5074920" y="2770632"/>
            <a:ext cx="233172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7" name="Oval 13"/>
          <p:cNvSpPr/>
          <p:nvPr/>
        </p:nvSpPr>
        <p:spPr>
          <a:xfrm>
            <a:off x="1216149" y="3758183"/>
            <a:ext cx="164597" cy="1645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38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39" name="TextBox 15"/>
          <p:cNvSpPr txBox="1"/>
          <p:nvPr/>
        </p:nvSpPr>
        <p:spPr>
          <a:xfrm>
            <a:off x="2313431" y="3703320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0" name="TextBox 16"/>
          <p:cNvSpPr txBox="1"/>
          <p:nvPr/>
        </p:nvSpPr>
        <p:spPr>
          <a:xfrm>
            <a:off x="5074920" y="3730752"/>
            <a:ext cx="233172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1" name="TextBox 17"/>
          <p:cNvSpPr txBox="1"/>
          <p:nvPr/>
        </p:nvSpPr>
        <p:spPr>
          <a:xfrm>
            <a:off x="7845552" y="1609344"/>
            <a:ext cx="3520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2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3" name="Oval 19"/>
          <p:cNvSpPr/>
          <p:nvPr/>
        </p:nvSpPr>
        <p:spPr>
          <a:xfrm>
            <a:off x="7845552" y="2377438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44" name="Oval 20"/>
          <p:cNvSpPr/>
          <p:nvPr/>
        </p:nvSpPr>
        <p:spPr>
          <a:xfrm>
            <a:off x="8028430" y="2377438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45" name="Oval 21"/>
          <p:cNvSpPr/>
          <p:nvPr/>
        </p:nvSpPr>
        <p:spPr>
          <a:xfrm>
            <a:off x="8211311" y="2377438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46" name="Oval 22"/>
          <p:cNvSpPr/>
          <p:nvPr/>
        </p:nvSpPr>
        <p:spPr>
          <a:xfrm>
            <a:off x="8394192" y="2377438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47" name="Oval 23"/>
          <p:cNvSpPr/>
          <p:nvPr/>
        </p:nvSpPr>
        <p:spPr>
          <a:xfrm>
            <a:off x="8577071" y="2377438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48" name="Oval 24"/>
          <p:cNvSpPr/>
          <p:nvPr/>
        </p:nvSpPr>
        <p:spPr>
          <a:xfrm>
            <a:off x="8759952" y="2377438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49" name="Oval 25"/>
          <p:cNvSpPr/>
          <p:nvPr/>
        </p:nvSpPr>
        <p:spPr>
          <a:xfrm>
            <a:off x="8942830" y="2377438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50" name="Oval 26"/>
          <p:cNvSpPr/>
          <p:nvPr/>
        </p:nvSpPr>
        <p:spPr>
          <a:xfrm>
            <a:off x="9125711" y="2377438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51" name="Oval 27"/>
          <p:cNvSpPr/>
          <p:nvPr/>
        </p:nvSpPr>
        <p:spPr>
          <a:xfrm>
            <a:off x="9308592" y="2377438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52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3" name="Oval 29"/>
          <p:cNvSpPr/>
          <p:nvPr/>
        </p:nvSpPr>
        <p:spPr>
          <a:xfrm>
            <a:off x="9912094" y="2377438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54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5" name="Connector 31"/>
          <p:cNvSpPr/>
          <p:nvPr/>
        </p:nvSpPr>
        <p:spPr>
          <a:xfrm>
            <a:off x="7845552" y="3401567"/>
            <a:ext cx="3456433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6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7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8" name="TextBox 34"/>
          <p:cNvSpPr txBox="1"/>
          <p:nvPr/>
        </p:nvSpPr>
        <p:spPr>
          <a:xfrm>
            <a:off x="7973568" y="4828032"/>
            <a:ext cx="321869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59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3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4" name="Connector 4"/>
          <p:cNvSpPr/>
          <p:nvPr/>
        </p:nvSpPr>
        <p:spPr>
          <a:xfrm flipH="1">
            <a:off x="1298447" y="1664205"/>
            <a:ext cx="3" cy="362102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5" name="Oval 5"/>
          <p:cNvSpPr/>
          <p:nvPr/>
        </p:nvSpPr>
        <p:spPr>
          <a:xfrm>
            <a:off x="1216149" y="1810511"/>
            <a:ext cx="164597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6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7" name="TextBox 7"/>
          <p:cNvSpPr txBox="1"/>
          <p:nvPr/>
        </p:nvSpPr>
        <p:spPr>
          <a:xfrm>
            <a:off x="2313431" y="1755648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8" name="TextBox 8"/>
          <p:cNvSpPr txBox="1"/>
          <p:nvPr/>
        </p:nvSpPr>
        <p:spPr>
          <a:xfrm>
            <a:off x="5074920" y="1783077"/>
            <a:ext cx="233172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69" name="Oval 9"/>
          <p:cNvSpPr/>
          <p:nvPr/>
        </p:nvSpPr>
        <p:spPr>
          <a:xfrm>
            <a:off x="1216149" y="279806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7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1" name="TextBox 11"/>
          <p:cNvSpPr txBox="1"/>
          <p:nvPr/>
        </p:nvSpPr>
        <p:spPr>
          <a:xfrm>
            <a:off x="2313431" y="2743199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2" name="TextBox 12"/>
          <p:cNvSpPr txBox="1"/>
          <p:nvPr/>
        </p:nvSpPr>
        <p:spPr>
          <a:xfrm>
            <a:off x="5074920" y="2770632"/>
            <a:ext cx="233172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3" name="Oval 13"/>
          <p:cNvSpPr/>
          <p:nvPr/>
        </p:nvSpPr>
        <p:spPr>
          <a:xfrm>
            <a:off x="1216149" y="3758183"/>
            <a:ext cx="164597" cy="1645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74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5" name="TextBox 15"/>
          <p:cNvSpPr txBox="1"/>
          <p:nvPr/>
        </p:nvSpPr>
        <p:spPr>
          <a:xfrm>
            <a:off x="2313431" y="3703320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6" name="TextBox 16"/>
          <p:cNvSpPr txBox="1"/>
          <p:nvPr/>
        </p:nvSpPr>
        <p:spPr>
          <a:xfrm>
            <a:off x="5074920" y="3730752"/>
            <a:ext cx="233172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7" name="Oval 17"/>
          <p:cNvSpPr/>
          <p:nvPr/>
        </p:nvSpPr>
        <p:spPr>
          <a:xfrm>
            <a:off x="1216149" y="4736591"/>
            <a:ext cx="164597" cy="1645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78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79" name="TextBox 19"/>
          <p:cNvSpPr txBox="1"/>
          <p:nvPr/>
        </p:nvSpPr>
        <p:spPr>
          <a:xfrm>
            <a:off x="2313431" y="4681728"/>
            <a:ext cx="26974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0" name="TextBox 20"/>
          <p:cNvSpPr txBox="1"/>
          <p:nvPr/>
        </p:nvSpPr>
        <p:spPr>
          <a:xfrm>
            <a:off x="5074920" y="4709159"/>
            <a:ext cx="233172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1" name="TextBox 21"/>
          <p:cNvSpPr txBox="1"/>
          <p:nvPr/>
        </p:nvSpPr>
        <p:spPr>
          <a:xfrm>
            <a:off x="7845552" y="1609344"/>
            <a:ext cx="3520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2" name="Oval 22"/>
          <p:cNvSpPr/>
          <p:nvPr/>
        </p:nvSpPr>
        <p:spPr>
          <a:xfrm>
            <a:off x="7882125" y="2121405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83" name="Oval 23"/>
          <p:cNvSpPr/>
          <p:nvPr/>
        </p:nvSpPr>
        <p:spPr>
          <a:xfrm>
            <a:off x="8092440" y="2121405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84" name="Oval 24"/>
          <p:cNvSpPr/>
          <p:nvPr/>
        </p:nvSpPr>
        <p:spPr>
          <a:xfrm>
            <a:off x="8302752" y="2121405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85" name="Oval 25"/>
          <p:cNvSpPr/>
          <p:nvPr/>
        </p:nvSpPr>
        <p:spPr>
          <a:xfrm>
            <a:off x="8513063" y="2121405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86" name="Oval 26"/>
          <p:cNvSpPr/>
          <p:nvPr/>
        </p:nvSpPr>
        <p:spPr>
          <a:xfrm>
            <a:off x="8723376" y="2121405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87" name="Oval 27"/>
          <p:cNvSpPr/>
          <p:nvPr/>
        </p:nvSpPr>
        <p:spPr>
          <a:xfrm>
            <a:off x="7882125" y="2377438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88" name="Oval 28"/>
          <p:cNvSpPr/>
          <p:nvPr/>
        </p:nvSpPr>
        <p:spPr>
          <a:xfrm>
            <a:off x="8092440" y="2377438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89" name="Oval 29"/>
          <p:cNvSpPr/>
          <p:nvPr/>
        </p:nvSpPr>
        <p:spPr>
          <a:xfrm>
            <a:off x="8302752" y="2377438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0" name="Oval 30"/>
          <p:cNvSpPr/>
          <p:nvPr/>
        </p:nvSpPr>
        <p:spPr>
          <a:xfrm>
            <a:off x="8513063" y="2377438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1" name="Oval 31"/>
          <p:cNvSpPr/>
          <p:nvPr/>
        </p:nvSpPr>
        <p:spPr>
          <a:xfrm>
            <a:off x="8723376" y="2377438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2" name="Oval 32"/>
          <p:cNvSpPr/>
          <p:nvPr/>
        </p:nvSpPr>
        <p:spPr>
          <a:xfrm>
            <a:off x="7882125" y="2633472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3" name="Oval 33"/>
          <p:cNvSpPr/>
          <p:nvPr/>
        </p:nvSpPr>
        <p:spPr>
          <a:xfrm>
            <a:off x="8092440" y="2633472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4" name="Oval 34"/>
          <p:cNvSpPr/>
          <p:nvPr/>
        </p:nvSpPr>
        <p:spPr>
          <a:xfrm>
            <a:off x="8302752" y="2633472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5" name="Oval 35"/>
          <p:cNvSpPr/>
          <p:nvPr/>
        </p:nvSpPr>
        <p:spPr>
          <a:xfrm>
            <a:off x="8513063" y="2633472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6" name="Oval 36"/>
          <p:cNvSpPr/>
          <p:nvPr/>
        </p:nvSpPr>
        <p:spPr>
          <a:xfrm>
            <a:off x="8723376" y="2633472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7" name="Oval 37"/>
          <p:cNvSpPr/>
          <p:nvPr/>
        </p:nvSpPr>
        <p:spPr>
          <a:xfrm>
            <a:off x="7882125" y="2889504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8" name="Oval 38"/>
          <p:cNvSpPr/>
          <p:nvPr/>
        </p:nvSpPr>
        <p:spPr>
          <a:xfrm>
            <a:off x="8092440" y="2889504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9" name="Oval 39"/>
          <p:cNvSpPr/>
          <p:nvPr/>
        </p:nvSpPr>
        <p:spPr>
          <a:xfrm>
            <a:off x="8302752" y="2889504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00" name="Oval 40"/>
          <p:cNvSpPr/>
          <p:nvPr/>
        </p:nvSpPr>
        <p:spPr>
          <a:xfrm>
            <a:off x="8513063" y="2889504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01" name="Oval 41"/>
          <p:cNvSpPr/>
          <p:nvPr/>
        </p:nvSpPr>
        <p:spPr>
          <a:xfrm>
            <a:off x="8723376" y="2889504"/>
            <a:ext cx="82301" cy="8230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02" name="TextBox 42"/>
          <p:cNvSpPr txBox="1"/>
          <p:nvPr/>
        </p:nvSpPr>
        <p:spPr>
          <a:xfrm>
            <a:off x="7845552" y="3273552"/>
            <a:ext cx="11430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3" name="TextBox 43"/>
          <p:cNvSpPr txBox="1"/>
          <p:nvPr/>
        </p:nvSpPr>
        <p:spPr>
          <a:xfrm>
            <a:off x="9034271" y="2496311"/>
            <a:ext cx="32918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4" name="Connector 44"/>
          <p:cNvSpPr/>
          <p:nvPr/>
        </p:nvSpPr>
        <p:spPr>
          <a:xfrm flipV="1">
            <a:off x="9500615" y="2093976"/>
            <a:ext cx="374907" cy="100587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5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6"/>
          <p:cNvSpPr/>
          <p:nvPr/>
        </p:nvSpPr>
        <p:spPr>
          <a:xfrm>
            <a:off x="9875518" y="2093976"/>
            <a:ext cx="256033" cy="34747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7"/>
          <p:cNvSpPr/>
          <p:nvPr/>
        </p:nvSpPr>
        <p:spPr>
          <a:xfrm flipH="1">
            <a:off x="9628630" y="2093975"/>
            <a:ext cx="246891" cy="62179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8"/>
          <p:cNvSpPr/>
          <p:nvPr/>
        </p:nvSpPr>
        <p:spPr>
          <a:xfrm flipH="1">
            <a:off x="9994392" y="2441448"/>
            <a:ext cx="137163" cy="43891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9"/>
          <p:cNvSpPr/>
          <p:nvPr/>
        </p:nvSpPr>
        <p:spPr>
          <a:xfrm>
            <a:off x="9628629" y="2715765"/>
            <a:ext cx="365764" cy="16459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50"/>
          <p:cNvSpPr/>
          <p:nvPr/>
        </p:nvSpPr>
        <p:spPr>
          <a:xfrm flipV="1">
            <a:off x="9994392" y="2734055"/>
            <a:ext cx="338331" cy="146307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Oval 51"/>
          <p:cNvSpPr/>
          <p:nvPr/>
        </p:nvSpPr>
        <p:spPr>
          <a:xfrm>
            <a:off x="9454894" y="2148838"/>
            <a:ext cx="100589" cy="10058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2" name="Oval 52"/>
          <p:cNvSpPr/>
          <p:nvPr/>
        </p:nvSpPr>
        <p:spPr>
          <a:xfrm>
            <a:off x="9829799" y="2048255"/>
            <a:ext cx="100589" cy="10058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3" name="Oval 53"/>
          <p:cNvSpPr/>
          <p:nvPr/>
        </p:nvSpPr>
        <p:spPr>
          <a:xfrm>
            <a:off x="10085830" y="2395727"/>
            <a:ext cx="100589" cy="10058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4" name="Oval 54"/>
          <p:cNvSpPr/>
          <p:nvPr/>
        </p:nvSpPr>
        <p:spPr>
          <a:xfrm>
            <a:off x="9582911" y="2670048"/>
            <a:ext cx="100589" cy="10058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5" name="Oval 55"/>
          <p:cNvSpPr/>
          <p:nvPr/>
        </p:nvSpPr>
        <p:spPr>
          <a:xfrm>
            <a:off x="9948671" y="2834638"/>
            <a:ext cx="100589" cy="10058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6" name="Oval 56"/>
          <p:cNvSpPr/>
          <p:nvPr/>
        </p:nvSpPr>
        <p:spPr>
          <a:xfrm>
            <a:off x="10286999" y="2688333"/>
            <a:ext cx="100589" cy="10058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7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8" name="TextBox 58"/>
          <p:cNvSpPr txBox="1"/>
          <p:nvPr/>
        </p:nvSpPr>
        <p:spPr>
          <a:xfrm>
            <a:off x="10451592" y="2496311"/>
            <a:ext cx="32918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19" name="Oval 59"/>
          <p:cNvSpPr/>
          <p:nvPr/>
        </p:nvSpPr>
        <p:spPr>
          <a:xfrm>
            <a:off x="10908792" y="2148838"/>
            <a:ext cx="118877" cy="118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20" name="Oval 60"/>
          <p:cNvSpPr/>
          <p:nvPr/>
        </p:nvSpPr>
        <p:spPr>
          <a:xfrm>
            <a:off x="11109959" y="2359149"/>
            <a:ext cx="118877" cy="118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21" name="Oval 61"/>
          <p:cNvSpPr/>
          <p:nvPr/>
        </p:nvSpPr>
        <p:spPr>
          <a:xfrm>
            <a:off x="10863071" y="2596894"/>
            <a:ext cx="118877" cy="11887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22" name="Oval 62"/>
          <p:cNvSpPr/>
          <p:nvPr/>
        </p:nvSpPr>
        <p:spPr>
          <a:xfrm>
            <a:off x="11247118" y="2770632"/>
            <a:ext cx="118877" cy="118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23" name="Oval 63"/>
          <p:cNvSpPr/>
          <p:nvPr/>
        </p:nvSpPr>
        <p:spPr>
          <a:xfrm>
            <a:off x="11027664" y="2953510"/>
            <a:ext cx="118877" cy="118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24" name="Oval 64"/>
          <p:cNvSpPr/>
          <p:nvPr/>
        </p:nvSpPr>
        <p:spPr>
          <a:xfrm>
            <a:off x="11292840" y="3127248"/>
            <a:ext cx="118877" cy="118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25" name="TextBox 65"/>
          <p:cNvSpPr txBox="1"/>
          <p:nvPr/>
        </p:nvSpPr>
        <p:spPr>
          <a:xfrm>
            <a:off x="10863071" y="3401567"/>
            <a:ext cx="5486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6" name="TextBox 66"/>
          <p:cNvSpPr txBox="1"/>
          <p:nvPr/>
        </p:nvSpPr>
        <p:spPr>
          <a:xfrm>
            <a:off x="7845552" y="3977637"/>
            <a:ext cx="345643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7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8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REPRESENTATIVE</a:t>
            </a:r>
          </a:p>
        </p:txBody>
      </p:sp>
      <p:sp>
        <p:nvSpPr>
          <p:cNvPr id="2431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the platform shows—and hides</a:t>
            </a:r>
          </a:p>
        </p:txBody>
      </p:sp>
      <p:sp>
        <p:nvSpPr>
          <p:cNvPr id="2432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33" name="TextBox 4"/>
          <p:cNvSpPr txBox="1"/>
          <p:nvPr/>
        </p:nvSpPr>
        <p:spPr>
          <a:xfrm>
            <a:off x="566928" y="2322576"/>
            <a:ext cx="2011679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2434" name="TextBox 5"/>
          <p:cNvSpPr txBox="1"/>
          <p:nvPr/>
        </p:nvSpPr>
        <p:spPr>
          <a:xfrm>
            <a:off x="566928" y="2926079"/>
            <a:ext cx="201167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2435" name="Connector 6"/>
          <p:cNvSpPr/>
          <p:nvPr/>
        </p:nvSpPr>
        <p:spPr>
          <a:xfrm>
            <a:off x="2633471" y="2761488"/>
            <a:ext cx="612650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6" name="TextBox 7"/>
          <p:cNvSpPr txBox="1"/>
          <p:nvPr/>
        </p:nvSpPr>
        <p:spPr>
          <a:xfrm>
            <a:off x="2788920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37" name="Rounded Rectangle 8"/>
          <p:cNvSpPr/>
          <p:nvPr/>
        </p:nvSpPr>
        <p:spPr>
          <a:xfrm>
            <a:off x="3273552" y="2121407"/>
            <a:ext cx="1627633" cy="1243585"/>
          </a:xfrm>
          <a:prstGeom prst="roundRect">
            <a:avLst>
              <a:gd name="adj" fmla="val 16667"/>
            </a:avLst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8" name="TextBox 9"/>
          <p:cNvSpPr txBox="1"/>
          <p:nvPr/>
        </p:nvSpPr>
        <p:spPr>
          <a:xfrm>
            <a:off x="3410711" y="2331720"/>
            <a:ext cx="13533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 BRIDGE SCORE</a:t>
            </a:r>
          </a:p>
        </p:txBody>
      </p:sp>
      <p:sp>
        <p:nvSpPr>
          <p:cNvPr id="2439" name="TextBox 10"/>
          <p:cNvSpPr txBox="1"/>
          <p:nvPr/>
        </p:nvSpPr>
        <p:spPr>
          <a:xfrm>
            <a:off x="3410711" y="2615183"/>
            <a:ext cx="1353314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 50%</a:t>
            </a:r>
          </a:p>
        </p:txBody>
      </p:sp>
      <p:sp>
        <p:nvSpPr>
          <p:cNvPr id="2440" name="Connector 11"/>
          <p:cNvSpPr/>
          <p:nvPr/>
        </p:nvSpPr>
        <p:spPr>
          <a:xfrm>
            <a:off x="4919471" y="2761488"/>
            <a:ext cx="594361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1" name="TextBox 12"/>
          <p:cNvSpPr txBox="1"/>
          <p:nvPr/>
        </p:nvSpPr>
        <p:spPr>
          <a:xfrm>
            <a:off x="5084064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42" name="TextBox 13"/>
          <p:cNvSpPr txBox="1"/>
          <p:nvPr/>
        </p:nvSpPr>
        <p:spPr>
          <a:xfrm>
            <a:off x="5486400" y="2322576"/>
            <a:ext cx="2057400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20,405</a:t>
            </a:r>
          </a:p>
        </p:txBody>
      </p:sp>
      <p:sp>
        <p:nvSpPr>
          <p:cNvPr id="2443" name="TextBox 14"/>
          <p:cNvSpPr txBox="1"/>
          <p:nvPr/>
        </p:nvSpPr>
        <p:spPr>
          <a:xfrm>
            <a:off x="5486400" y="2926079"/>
            <a:ext cx="205740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CCA-qualified · 46%</a:t>
            </a:r>
          </a:p>
        </p:txBody>
      </p:sp>
      <p:sp>
        <p:nvSpPr>
          <p:cNvPr id="2444" name="Connector 15"/>
          <p:cNvSpPr/>
          <p:nvPr/>
        </p:nvSpPr>
        <p:spPr>
          <a:xfrm>
            <a:off x="7589519" y="2761488"/>
            <a:ext cx="438912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5" name="Connector 16"/>
          <p:cNvSpPr/>
          <p:nvPr/>
        </p:nvSpPr>
        <p:spPr>
          <a:xfrm flipV="1">
            <a:off x="8028430" y="2103120"/>
            <a:ext cx="475490" cy="658369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6" name="Connector 17"/>
          <p:cNvSpPr/>
          <p:nvPr/>
        </p:nvSpPr>
        <p:spPr>
          <a:xfrm>
            <a:off x="8028430" y="2761488"/>
            <a:ext cx="475490" cy="1005840"/>
          </a:xfrm>
          <a:prstGeom prst="line">
            <a:avLst/>
          </a:prstGeom>
          <a:ln w="1524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7" name="TextBox 18"/>
          <p:cNvSpPr txBox="1"/>
          <p:nvPr/>
        </p:nvSpPr>
        <p:spPr>
          <a:xfrm>
            <a:off x="8458199" y="1572767"/>
            <a:ext cx="233172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6,750</a:t>
            </a:r>
          </a:p>
        </p:txBody>
      </p:sp>
      <p:sp>
        <p:nvSpPr>
          <p:cNvPr id="2448" name="TextBox 19"/>
          <p:cNvSpPr txBox="1"/>
          <p:nvPr/>
        </p:nvSpPr>
        <p:spPr>
          <a:xfrm>
            <a:off x="8458199" y="2176272"/>
            <a:ext cx="233172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already shown · 33%</a:t>
            </a:r>
          </a:p>
        </p:txBody>
      </p:sp>
      <p:sp>
        <p:nvSpPr>
          <p:cNvPr id="2449" name="TextBox 20"/>
          <p:cNvSpPr txBox="1"/>
          <p:nvPr/>
        </p:nvSpPr>
        <p:spPr>
          <a:xfrm>
            <a:off x="8458200" y="3246120"/>
            <a:ext cx="2606040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50" name="TextBox 21"/>
          <p:cNvSpPr txBox="1"/>
          <p:nvPr/>
        </p:nvSpPr>
        <p:spPr>
          <a:xfrm>
            <a:off x="8458200" y="3849623"/>
            <a:ext cx="260604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hidden rescue candidates · 67%</a:t>
            </a:r>
          </a:p>
        </p:txBody>
      </p:sp>
      <p:sp>
        <p:nvSpPr>
          <p:cNvPr id="2451" name="Connector 22"/>
          <p:cNvSpPr/>
          <p:nvPr/>
        </p:nvSpPr>
        <p:spPr>
          <a:xfrm>
            <a:off x="4087367" y="3383279"/>
            <a:ext cx="1" cy="64008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2" name="TextBox 23"/>
          <p:cNvSpPr txBox="1"/>
          <p:nvPr/>
        </p:nvSpPr>
        <p:spPr>
          <a:xfrm>
            <a:off x="3310128" y="4114800"/>
            <a:ext cx="155448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24,317</a:t>
            </a:r>
          </a:p>
        </p:txBody>
      </p:sp>
      <p:sp>
        <p:nvSpPr>
          <p:cNvPr id="2453" name="TextBox 24"/>
          <p:cNvSpPr txBox="1"/>
          <p:nvPr/>
        </p:nvSpPr>
        <p:spPr>
          <a:xfrm>
            <a:off x="3063239" y="4608576"/>
            <a:ext cx="205740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below threshold · 54%</a:t>
            </a:r>
          </a:p>
        </p:txBody>
      </p:sp>
      <p:sp>
        <p:nvSpPr>
          <p:cNvPr id="2454" name="Connector 25"/>
          <p:cNvSpPr/>
          <p:nvPr/>
        </p:nvSpPr>
        <p:spPr>
          <a:xfrm>
            <a:off x="749807" y="5257800"/>
            <a:ext cx="10680194" cy="0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5" name="TextBox 26"/>
          <p:cNvSpPr txBox="1"/>
          <p:nvPr/>
        </p:nvSpPr>
        <p:spPr>
          <a:xfrm>
            <a:off x="1984248" y="5559552"/>
            <a:ext cx="82296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CCA identifies one qualified pool—some already shown, others hidden</a:t>
            </a:r>
          </a:p>
        </p:txBody>
      </p:sp>
      <p:sp>
        <p:nvSpPr>
          <p:cNvPr id="2456" name="TextBox 2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  <p:sp>
        <p:nvSpPr>
          <p:cNvPr id="2457" name="Rectangle"/>
          <p:cNvSpPr/>
          <p:nvPr/>
        </p:nvSpPr>
        <p:spPr>
          <a:xfrm>
            <a:off x="5578094" y="1460621"/>
            <a:ext cx="6169687" cy="3644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REPRESENTATIVE</a:t>
            </a:r>
          </a:p>
        </p:txBody>
      </p:sp>
      <p:sp>
        <p:nvSpPr>
          <p:cNvPr id="246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the platform shows—and hides</a:t>
            </a:r>
          </a:p>
        </p:txBody>
      </p:sp>
      <p:sp>
        <p:nvSpPr>
          <p:cNvPr id="2461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62" name="TextBox 4"/>
          <p:cNvSpPr txBox="1"/>
          <p:nvPr/>
        </p:nvSpPr>
        <p:spPr>
          <a:xfrm>
            <a:off x="566927" y="2322576"/>
            <a:ext cx="2011680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2463" name="TextBox 5"/>
          <p:cNvSpPr txBox="1"/>
          <p:nvPr/>
        </p:nvSpPr>
        <p:spPr>
          <a:xfrm>
            <a:off x="566927" y="2926079"/>
            <a:ext cx="201168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2464" name="Connector 6"/>
          <p:cNvSpPr/>
          <p:nvPr/>
        </p:nvSpPr>
        <p:spPr>
          <a:xfrm>
            <a:off x="2633472" y="2761488"/>
            <a:ext cx="612649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65" name="TextBox 7"/>
          <p:cNvSpPr txBox="1"/>
          <p:nvPr/>
        </p:nvSpPr>
        <p:spPr>
          <a:xfrm>
            <a:off x="2788920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66" name="Rounded Rectangle 8"/>
          <p:cNvSpPr/>
          <p:nvPr/>
        </p:nvSpPr>
        <p:spPr>
          <a:xfrm>
            <a:off x="3273552" y="2121407"/>
            <a:ext cx="1627633" cy="1243585"/>
          </a:xfrm>
          <a:prstGeom prst="roundRect">
            <a:avLst>
              <a:gd name="adj" fmla="val 16667"/>
            </a:avLst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7" name="TextBox 9"/>
          <p:cNvSpPr txBox="1"/>
          <p:nvPr/>
        </p:nvSpPr>
        <p:spPr>
          <a:xfrm>
            <a:off x="3410711" y="2331720"/>
            <a:ext cx="13533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 BRIDGE SCORE</a:t>
            </a:r>
          </a:p>
        </p:txBody>
      </p:sp>
      <p:sp>
        <p:nvSpPr>
          <p:cNvPr id="2468" name="TextBox 10"/>
          <p:cNvSpPr txBox="1"/>
          <p:nvPr/>
        </p:nvSpPr>
        <p:spPr>
          <a:xfrm>
            <a:off x="3410711" y="2615183"/>
            <a:ext cx="1353314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 50%</a:t>
            </a:r>
          </a:p>
        </p:txBody>
      </p:sp>
      <p:sp>
        <p:nvSpPr>
          <p:cNvPr id="2469" name="Connector 11"/>
          <p:cNvSpPr/>
          <p:nvPr/>
        </p:nvSpPr>
        <p:spPr>
          <a:xfrm>
            <a:off x="4919471" y="2761488"/>
            <a:ext cx="594361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0" name="TextBox 12"/>
          <p:cNvSpPr txBox="1"/>
          <p:nvPr/>
        </p:nvSpPr>
        <p:spPr>
          <a:xfrm>
            <a:off x="5084064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71" name="TextBox 13"/>
          <p:cNvSpPr txBox="1"/>
          <p:nvPr/>
        </p:nvSpPr>
        <p:spPr>
          <a:xfrm>
            <a:off x="5486400" y="2322576"/>
            <a:ext cx="2057400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20,405</a:t>
            </a:r>
          </a:p>
        </p:txBody>
      </p:sp>
      <p:sp>
        <p:nvSpPr>
          <p:cNvPr id="2472" name="TextBox 14"/>
          <p:cNvSpPr txBox="1"/>
          <p:nvPr/>
        </p:nvSpPr>
        <p:spPr>
          <a:xfrm>
            <a:off x="5486400" y="2926079"/>
            <a:ext cx="205740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CCA-qualified · 46%</a:t>
            </a:r>
          </a:p>
        </p:txBody>
      </p:sp>
      <p:sp>
        <p:nvSpPr>
          <p:cNvPr id="2473" name="Connector 15"/>
          <p:cNvSpPr/>
          <p:nvPr/>
        </p:nvSpPr>
        <p:spPr>
          <a:xfrm>
            <a:off x="7589519" y="2761488"/>
            <a:ext cx="438912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4" name="Connector 16"/>
          <p:cNvSpPr/>
          <p:nvPr/>
        </p:nvSpPr>
        <p:spPr>
          <a:xfrm flipV="1">
            <a:off x="8028430" y="2103120"/>
            <a:ext cx="475490" cy="658369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5" name="Connector 17"/>
          <p:cNvSpPr/>
          <p:nvPr/>
        </p:nvSpPr>
        <p:spPr>
          <a:xfrm>
            <a:off x="8028431" y="2761488"/>
            <a:ext cx="475490" cy="1005840"/>
          </a:xfrm>
          <a:prstGeom prst="line">
            <a:avLst/>
          </a:prstGeom>
          <a:ln w="1524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6" name="TextBox 18"/>
          <p:cNvSpPr txBox="1"/>
          <p:nvPr/>
        </p:nvSpPr>
        <p:spPr>
          <a:xfrm>
            <a:off x="8458200" y="1572767"/>
            <a:ext cx="233172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6,750</a:t>
            </a:r>
          </a:p>
        </p:txBody>
      </p:sp>
      <p:sp>
        <p:nvSpPr>
          <p:cNvPr id="2477" name="TextBox 19"/>
          <p:cNvSpPr txBox="1"/>
          <p:nvPr/>
        </p:nvSpPr>
        <p:spPr>
          <a:xfrm>
            <a:off x="8458200" y="2176272"/>
            <a:ext cx="233172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already shown · 33%</a:t>
            </a:r>
          </a:p>
        </p:txBody>
      </p:sp>
      <p:sp>
        <p:nvSpPr>
          <p:cNvPr id="2478" name="TextBox 20"/>
          <p:cNvSpPr txBox="1"/>
          <p:nvPr/>
        </p:nvSpPr>
        <p:spPr>
          <a:xfrm>
            <a:off x="8458200" y="3246120"/>
            <a:ext cx="2606040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79" name="TextBox 21"/>
          <p:cNvSpPr txBox="1"/>
          <p:nvPr/>
        </p:nvSpPr>
        <p:spPr>
          <a:xfrm>
            <a:off x="8458200" y="3849623"/>
            <a:ext cx="260604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hidden rescue candidates · 67%</a:t>
            </a:r>
          </a:p>
        </p:txBody>
      </p:sp>
      <p:sp>
        <p:nvSpPr>
          <p:cNvPr id="2480" name="Connector 22"/>
          <p:cNvSpPr/>
          <p:nvPr/>
        </p:nvSpPr>
        <p:spPr>
          <a:xfrm>
            <a:off x="4087367" y="3383280"/>
            <a:ext cx="1" cy="64008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1" name="TextBox 23"/>
          <p:cNvSpPr txBox="1"/>
          <p:nvPr/>
        </p:nvSpPr>
        <p:spPr>
          <a:xfrm>
            <a:off x="3310128" y="4114800"/>
            <a:ext cx="155448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24,317</a:t>
            </a:r>
          </a:p>
        </p:txBody>
      </p:sp>
      <p:sp>
        <p:nvSpPr>
          <p:cNvPr id="2482" name="TextBox 24"/>
          <p:cNvSpPr txBox="1"/>
          <p:nvPr/>
        </p:nvSpPr>
        <p:spPr>
          <a:xfrm>
            <a:off x="3063239" y="4608576"/>
            <a:ext cx="205740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below threshold · 54%</a:t>
            </a:r>
          </a:p>
        </p:txBody>
      </p:sp>
      <p:sp>
        <p:nvSpPr>
          <p:cNvPr id="2483" name="Connector 25"/>
          <p:cNvSpPr/>
          <p:nvPr/>
        </p:nvSpPr>
        <p:spPr>
          <a:xfrm>
            <a:off x="749807" y="5257800"/>
            <a:ext cx="10680194" cy="0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4" name="TextBox 26"/>
          <p:cNvSpPr txBox="1"/>
          <p:nvPr/>
        </p:nvSpPr>
        <p:spPr>
          <a:xfrm>
            <a:off x="1984248" y="5559552"/>
            <a:ext cx="82296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CCA identifies one qualified pool—some already shown, others hidden</a:t>
            </a:r>
          </a:p>
        </p:txBody>
      </p:sp>
      <p:sp>
        <p:nvSpPr>
          <p:cNvPr id="2485" name="TextBox 2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  <p:sp>
        <p:nvSpPr>
          <p:cNvPr id="2486" name="Rectangle"/>
          <p:cNvSpPr/>
          <p:nvPr/>
        </p:nvSpPr>
        <p:spPr>
          <a:xfrm>
            <a:off x="7379208" y="1460621"/>
            <a:ext cx="4368573" cy="3644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REPRESENTATIVE</a:t>
            </a:r>
          </a:p>
        </p:txBody>
      </p:sp>
      <p:sp>
        <p:nvSpPr>
          <p:cNvPr id="2489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the platform shows—and hides</a:t>
            </a:r>
          </a:p>
        </p:txBody>
      </p:sp>
      <p:sp>
        <p:nvSpPr>
          <p:cNvPr id="2490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91" name="TextBox 4"/>
          <p:cNvSpPr txBox="1"/>
          <p:nvPr/>
        </p:nvSpPr>
        <p:spPr>
          <a:xfrm>
            <a:off x="566927" y="2322576"/>
            <a:ext cx="2011680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2492" name="TextBox 5"/>
          <p:cNvSpPr txBox="1"/>
          <p:nvPr/>
        </p:nvSpPr>
        <p:spPr>
          <a:xfrm>
            <a:off x="566927" y="2926079"/>
            <a:ext cx="201168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2493" name="Connector 6"/>
          <p:cNvSpPr/>
          <p:nvPr/>
        </p:nvSpPr>
        <p:spPr>
          <a:xfrm>
            <a:off x="2633472" y="2761488"/>
            <a:ext cx="612649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4" name="TextBox 7"/>
          <p:cNvSpPr txBox="1"/>
          <p:nvPr/>
        </p:nvSpPr>
        <p:spPr>
          <a:xfrm>
            <a:off x="2788920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5" name="Rounded Rectangle 8"/>
          <p:cNvSpPr/>
          <p:nvPr/>
        </p:nvSpPr>
        <p:spPr>
          <a:xfrm>
            <a:off x="3273552" y="2121407"/>
            <a:ext cx="1627633" cy="1243585"/>
          </a:xfrm>
          <a:prstGeom prst="roundRect">
            <a:avLst>
              <a:gd name="adj" fmla="val 16667"/>
            </a:avLst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6" name="TextBox 9"/>
          <p:cNvSpPr txBox="1"/>
          <p:nvPr/>
        </p:nvSpPr>
        <p:spPr>
          <a:xfrm>
            <a:off x="3410711" y="2331720"/>
            <a:ext cx="13533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 BRIDGE SCORE</a:t>
            </a:r>
          </a:p>
        </p:txBody>
      </p:sp>
      <p:sp>
        <p:nvSpPr>
          <p:cNvPr id="2497" name="TextBox 10"/>
          <p:cNvSpPr txBox="1"/>
          <p:nvPr/>
        </p:nvSpPr>
        <p:spPr>
          <a:xfrm>
            <a:off x="3410711" y="2615183"/>
            <a:ext cx="1353314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 50%</a:t>
            </a:r>
          </a:p>
        </p:txBody>
      </p:sp>
      <p:sp>
        <p:nvSpPr>
          <p:cNvPr id="2498" name="Connector 11"/>
          <p:cNvSpPr/>
          <p:nvPr/>
        </p:nvSpPr>
        <p:spPr>
          <a:xfrm>
            <a:off x="4919471" y="2761488"/>
            <a:ext cx="594361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9" name="TextBox 12"/>
          <p:cNvSpPr txBox="1"/>
          <p:nvPr/>
        </p:nvSpPr>
        <p:spPr>
          <a:xfrm>
            <a:off x="5084064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00" name="TextBox 13"/>
          <p:cNvSpPr txBox="1"/>
          <p:nvPr/>
        </p:nvSpPr>
        <p:spPr>
          <a:xfrm>
            <a:off x="5486400" y="2322576"/>
            <a:ext cx="2057400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20,405</a:t>
            </a:r>
          </a:p>
        </p:txBody>
      </p:sp>
      <p:sp>
        <p:nvSpPr>
          <p:cNvPr id="2501" name="TextBox 14"/>
          <p:cNvSpPr txBox="1"/>
          <p:nvPr/>
        </p:nvSpPr>
        <p:spPr>
          <a:xfrm>
            <a:off x="5486400" y="2926079"/>
            <a:ext cx="205740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CCA-qualified · 46%</a:t>
            </a:r>
          </a:p>
        </p:txBody>
      </p:sp>
      <p:sp>
        <p:nvSpPr>
          <p:cNvPr id="2502" name="Connector 15"/>
          <p:cNvSpPr/>
          <p:nvPr/>
        </p:nvSpPr>
        <p:spPr>
          <a:xfrm>
            <a:off x="7589519" y="2761488"/>
            <a:ext cx="438912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3" name="Connector 16"/>
          <p:cNvSpPr/>
          <p:nvPr/>
        </p:nvSpPr>
        <p:spPr>
          <a:xfrm flipV="1">
            <a:off x="8028430" y="2103120"/>
            <a:ext cx="475490" cy="658369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4" name="Connector 17"/>
          <p:cNvSpPr/>
          <p:nvPr/>
        </p:nvSpPr>
        <p:spPr>
          <a:xfrm>
            <a:off x="8028431" y="2761488"/>
            <a:ext cx="475490" cy="1005840"/>
          </a:xfrm>
          <a:prstGeom prst="line">
            <a:avLst/>
          </a:prstGeom>
          <a:ln w="1524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5" name="TextBox 18"/>
          <p:cNvSpPr txBox="1"/>
          <p:nvPr/>
        </p:nvSpPr>
        <p:spPr>
          <a:xfrm>
            <a:off x="8458200" y="1572767"/>
            <a:ext cx="233172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6,750</a:t>
            </a:r>
          </a:p>
        </p:txBody>
      </p:sp>
      <p:sp>
        <p:nvSpPr>
          <p:cNvPr id="2506" name="TextBox 19"/>
          <p:cNvSpPr txBox="1"/>
          <p:nvPr/>
        </p:nvSpPr>
        <p:spPr>
          <a:xfrm>
            <a:off x="8458200" y="2176272"/>
            <a:ext cx="233172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already shown · 33%</a:t>
            </a:r>
          </a:p>
        </p:txBody>
      </p:sp>
      <p:sp>
        <p:nvSpPr>
          <p:cNvPr id="2507" name="TextBox 20"/>
          <p:cNvSpPr txBox="1"/>
          <p:nvPr/>
        </p:nvSpPr>
        <p:spPr>
          <a:xfrm>
            <a:off x="8458200" y="3246120"/>
            <a:ext cx="2606040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508" name="TextBox 21"/>
          <p:cNvSpPr txBox="1"/>
          <p:nvPr/>
        </p:nvSpPr>
        <p:spPr>
          <a:xfrm>
            <a:off x="8458200" y="3849623"/>
            <a:ext cx="260604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hidden rescue candidates · 67%</a:t>
            </a:r>
          </a:p>
        </p:txBody>
      </p:sp>
      <p:sp>
        <p:nvSpPr>
          <p:cNvPr id="2509" name="Connector 22"/>
          <p:cNvSpPr/>
          <p:nvPr/>
        </p:nvSpPr>
        <p:spPr>
          <a:xfrm>
            <a:off x="4087367" y="3383280"/>
            <a:ext cx="1" cy="64008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0" name="TextBox 23"/>
          <p:cNvSpPr txBox="1"/>
          <p:nvPr/>
        </p:nvSpPr>
        <p:spPr>
          <a:xfrm>
            <a:off x="3310128" y="4114800"/>
            <a:ext cx="155448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24,317</a:t>
            </a:r>
          </a:p>
        </p:txBody>
      </p:sp>
      <p:sp>
        <p:nvSpPr>
          <p:cNvPr id="2511" name="TextBox 24"/>
          <p:cNvSpPr txBox="1"/>
          <p:nvPr/>
        </p:nvSpPr>
        <p:spPr>
          <a:xfrm>
            <a:off x="3063239" y="4608576"/>
            <a:ext cx="205740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below threshold · 54%</a:t>
            </a:r>
          </a:p>
        </p:txBody>
      </p:sp>
      <p:sp>
        <p:nvSpPr>
          <p:cNvPr id="2512" name="Connector 25"/>
          <p:cNvSpPr/>
          <p:nvPr/>
        </p:nvSpPr>
        <p:spPr>
          <a:xfrm>
            <a:off x="749807" y="5257800"/>
            <a:ext cx="10680194" cy="0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3" name="TextBox 26"/>
          <p:cNvSpPr txBox="1"/>
          <p:nvPr/>
        </p:nvSpPr>
        <p:spPr>
          <a:xfrm>
            <a:off x="1984248" y="5559552"/>
            <a:ext cx="82296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CCA identifies one qualified pool—some already shown, others hidden</a:t>
            </a:r>
          </a:p>
        </p:txBody>
      </p:sp>
      <p:sp>
        <p:nvSpPr>
          <p:cNvPr id="2514" name="TextBox 2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251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Gemma Validation</a:t>
            </a:r>
          </a:p>
        </p:txBody>
      </p:sp>
      <p:sp>
        <p:nvSpPr>
          <p:cNvPr id="2518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519" name="Connector 4"/>
          <p:cNvSpPr/>
          <p:nvPr/>
        </p:nvSpPr>
        <p:spPr>
          <a:xfrm flipH="1">
            <a:off x="6089904" y="1600199"/>
            <a:ext cx="1" cy="357530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20" name="Oval 5"/>
          <p:cNvSpPr/>
          <p:nvPr/>
        </p:nvSpPr>
        <p:spPr>
          <a:xfrm>
            <a:off x="822960" y="1636776"/>
            <a:ext cx="201169" cy="201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1" name="TextBox 6"/>
          <p:cNvSpPr txBox="1"/>
          <p:nvPr/>
        </p:nvSpPr>
        <p:spPr>
          <a:xfrm>
            <a:off x="1133855" y="1627632"/>
            <a:ext cx="173736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522" name="TextBox 7"/>
          <p:cNvSpPr txBox="1"/>
          <p:nvPr/>
        </p:nvSpPr>
        <p:spPr>
          <a:xfrm>
            <a:off x="822959" y="1993392"/>
            <a:ext cx="329184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Nature + sourcing</a:t>
            </a:r>
          </a:p>
        </p:txBody>
      </p:sp>
      <p:sp>
        <p:nvSpPr>
          <p:cNvPr id="2523" name="TextBox 8"/>
          <p:cNvSpPr txBox="1"/>
          <p:nvPr/>
        </p:nvSpPr>
        <p:spPr>
          <a:xfrm>
            <a:off x="841247" y="2578607"/>
            <a:ext cx="6583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524" name="TextBox 9"/>
          <p:cNvSpPr txBox="1"/>
          <p:nvPr/>
        </p:nvSpPr>
        <p:spPr>
          <a:xfrm>
            <a:off x="1517903" y="2532888"/>
            <a:ext cx="338328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sourced factual information</a:t>
            </a:r>
          </a:p>
        </p:txBody>
      </p:sp>
      <p:sp>
        <p:nvSpPr>
          <p:cNvPr id="2525" name="TextBox 10"/>
          <p:cNvSpPr txBox="1"/>
          <p:nvPr/>
        </p:nvSpPr>
        <p:spPr>
          <a:xfrm>
            <a:off x="841247" y="3017520"/>
            <a:ext cx="777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RECHECK</a:t>
            </a:r>
          </a:p>
        </p:txBody>
      </p:sp>
      <p:sp>
        <p:nvSpPr>
          <p:cNvPr id="2526" name="TextBox 11"/>
          <p:cNvSpPr txBox="1"/>
          <p:nvPr/>
        </p:nvSpPr>
        <p:spPr>
          <a:xfrm>
            <a:off x="1627632" y="2944367"/>
            <a:ext cx="324612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527" name="TextBox 12"/>
          <p:cNvSpPr txBox="1"/>
          <p:nvPr/>
        </p:nvSpPr>
        <p:spPr>
          <a:xfrm>
            <a:off x="1627632" y="3300984"/>
            <a:ext cx="3154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1.5 · SOURCED FACTUAL CORE</a:t>
            </a:r>
          </a:p>
        </p:txBody>
      </p:sp>
      <p:sp>
        <p:nvSpPr>
          <p:cNvPr id="2528" name="TextBox 13"/>
          <p:cNvSpPr txBox="1"/>
          <p:nvPr/>
        </p:nvSpPr>
        <p:spPr>
          <a:xfrm>
            <a:off x="841247" y="370332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STOP</a:t>
            </a:r>
          </a:p>
        </p:txBody>
      </p:sp>
      <p:sp>
        <p:nvSpPr>
          <p:cNvPr id="2529" name="TextBox 14"/>
          <p:cNvSpPr txBox="1"/>
          <p:nvPr/>
        </p:nvSpPr>
        <p:spPr>
          <a:xfrm>
            <a:off x="1417319" y="3639311"/>
            <a:ext cx="340156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530" name="TextBox 15"/>
          <p:cNvSpPr txBox="1"/>
          <p:nvPr/>
        </p:nvSpPr>
        <p:spPr>
          <a:xfrm>
            <a:off x="1417319" y="4005071"/>
            <a:ext cx="340156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531" name="TextBox 16"/>
          <p:cNvSpPr txBox="1"/>
          <p:nvPr/>
        </p:nvSpPr>
        <p:spPr>
          <a:xfrm>
            <a:off x="1417319" y="4370832"/>
            <a:ext cx="3401569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irrelevant / spam</a:t>
            </a:r>
          </a:p>
        </p:txBody>
      </p:sp>
      <p:sp>
        <p:nvSpPr>
          <p:cNvPr id="2532" name="TextBox 17"/>
          <p:cNvSpPr txBox="1"/>
          <p:nvPr/>
        </p:nvSpPr>
        <p:spPr>
          <a:xfrm>
            <a:off x="841247" y="4809744"/>
            <a:ext cx="452628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VISIBLE EXTERNAL SOURCE POINTER REQUIRED</a:t>
            </a:r>
          </a:p>
        </p:txBody>
      </p:sp>
      <p:sp>
        <p:nvSpPr>
          <p:cNvPr id="2533" name="Oval 18"/>
          <p:cNvSpPr/>
          <p:nvPr/>
        </p:nvSpPr>
        <p:spPr>
          <a:xfrm>
            <a:off x="6446520" y="1636776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4" name="TextBox 19"/>
          <p:cNvSpPr txBox="1"/>
          <p:nvPr/>
        </p:nvSpPr>
        <p:spPr>
          <a:xfrm>
            <a:off x="6757416" y="1627632"/>
            <a:ext cx="173736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535" name="TextBox 20"/>
          <p:cNvSpPr txBox="1"/>
          <p:nvPr/>
        </p:nvSpPr>
        <p:spPr>
          <a:xfrm>
            <a:off x="6446520" y="1993392"/>
            <a:ext cx="2926081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Rescue worthiness</a:t>
            </a:r>
          </a:p>
        </p:txBody>
      </p:sp>
      <p:sp>
        <p:nvSpPr>
          <p:cNvPr id="2536" name="TextBox 21"/>
          <p:cNvSpPr txBox="1"/>
          <p:nvPr/>
        </p:nvSpPr>
        <p:spPr>
          <a:xfrm>
            <a:off x="9893807" y="1892806"/>
            <a:ext cx="1234441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0–100</a:t>
            </a:r>
          </a:p>
        </p:txBody>
      </p:sp>
      <p:sp>
        <p:nvSpPr>
          <p:cNvPr id="2537" name="TextBox 22"/>
          <p:cNvSpPr txBox="1"/>
          <p:nvPr/>
        </p:nvSpPr>
        <p:spPr>
          <a:xfrm>
            <a:off x="6473952" y="2633472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source traceability</a:t>
            </a:r>
          </a:p>
        </p:txBody>
      </p:sp>
      <p:sp>
        <p:nvSpPr>
          <p:cNvPr id="2538" name="TextBox 23"/>
          <p:cNvSpPr txBox="1"/>
          <p:nvPr/>
        </p:nvSpPr>
        <p:spPr>
          <a:xfrm>
            <a:off x="6473952" y="3072383"/>
            <a:ext cx="324612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claim–source connection</a:t>
            </a:r>
          </a:p>
        </p:txBody>
      </p:sp>
      <p:sp>
        <p:nvSpPr>
          <p:cNvPr id="2539" name="TextBox 24"/>
          <p:cNvSpPr txBox="1"/>
          <p:nvPr/>
        </p:nvSpPr>
        <p:spPr>
          <a:xfrm>
            <a:off x="6473952" y="3511296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clarity and neutrality</a:t>
            </a:r>
          </a:p>
        </p:txBody>
      </p:sp>
      <p:sp>
        <p:nvSpPr>
          <p:cNvPr id="2540" name="TextBox 25"/>
          <p:cNvSpPr txBox="1"/>
          <p:nvPr/>
        </p:nvSpPr>
        <p:spPr>
          <a:xfrm>
            <a:off x="6473952" y="3950208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constructive presentation</a:t>
            </a:r>
          </a:p>
        </p:txBody>
      </p:sp>
      <p:sp>
        <p:nvSpPr>
          <p:cNvPr id="2541" name="Connector 26"/>
          <p:cNvSpPr/>
          <p:nvPr/>
        </p:nvSpPr>
        <p:spPr>
          <a:xfrm>
            <a:off x="6455664" y="4526279"/>
            <a:ext cx="4654297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2" name="TextBox 27"/>
          <p:cNvSpPr txBox="1"/>
          <p:nvPr/>
        </p:nvSpPr>
        <p:spPr>
          <a:xfrm>
            <a:off x="6473952" y="4727447"/>
            <a:ext cx="1024129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≥50</a:t>
            </a:r>
          </a:p>
        </p:txBody>
      </p:sp>
      <p:sp>
        <p:nvSpPr>
          <p:cNvPr id="2543" name="TextBox 28"/>
          <p:cNvSpPr txBox="1"/>
          <p:nvPr/>
        </p:nvSpPr>
        <p:spPr>
          <a:xfrm>
            <a:off x="7516368" y="4791455"/>
            <a:ext cx="233172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  VALIDATED</a:t>
            </a:r>
          </a:p>
        </p:txBody>
      </p:sp>
      <p:sp>
        <p:nvSpPr>
          <p:cNvPr id="2544" name="Connector 29"/>
          <p:cNvSpPr/>
          <p:nvPr/>
        </p:nvSpPr>
        <p:spPr>
          <a:xfrm>
            <a:off x="749807" y="537667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5" name="TextBox 30"/>
          <p:cNvSpPr txBox="1"/>
          <p:nvPr/>
        </p:nvSpPr>
        <p:spPr>
          <a:xfrm>
            <a:off x="1371599" y="5669279"/>
            <a:ext cx="94640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Missing sourcing is a validation failure—not proof that the claim is false</a:t>
            </a:r>
          </a:p>
        </p:txBody>
      </p:sp>
      <p:sp>
        <p:nvSpPr>
          <p:cNvPr id="2546" name="TextBox 3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Canonical Gemma prompts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 · INFERENCE</a:t>
            </a:r>
          </a:p>
        </p:txBody>
      </p:sp>
      <p:sp>
        <p:nvSpPr>
          <p:cNvPr id="2549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30.7B model, pinned end to end</a:t>
            </a:r>
          </a:p>
        </p:txBody>
      </p:sp>
      <p:sp>
        <p:nvSpPr>
          <p:cNvPr id="2550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551" name="TextBox 4"/>
          <p:cNvSpPr txBox="1"/>
          <p:nvPr/>
        </p:nvSpPr>
        <p:spPr>
          <a:xfrm>
            <a:off x="676655" y="1481327"/>
            <a:ext cx="2331722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30.7B</a:t>
            </a:r>
          </a:p>
        </p:txBody>
      </p:sp>
      <p:sp>
        <p:nvSpPr>
          <p:cNvPr id="2552" name="TextBox 5"/>
          <p:cNvSpPr txBox="1"/>
          <p:nvPr/>
        </p:nvSpPr>
        <p:spPr>
          <a:xfrm>
            <a:off x="676655" y="1938527"/>
            <a:ext cx="233172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DENSE PARAMETERS · GEMMA 4 31B IT</a:t>
            </a:r>
          </a:p>
        </p:txBody>
      </p:sp>
      <p:sp>
        <p:nvSpPr>
          <p:cNvPr id="2553" name="TextBox 6"/>
          <p:cNvSpPr txBox="1"/>
          <p:nvPr/>
        </p:nvSpPr>
        <p:spPr>
          <a:xfrm>
            <a:off x="3401567" y="1481327"/>
            <a:ext cx="2468882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2× L40S</a:t>
            </a:r>
          </a:p>
        </p:txBody>
      </p:sp>
      <p:sp>
        <p:nvSpPr>
          <p:cNvPr id="2554" name="TextBox 7"/>
          <p:cNvSpPr txBox="1"/>
          <p:nvPr/>
        </p:nvSpPr>
        <p:spPr>
          <a:xfrm>
            <a:off x="3401567" y="1938527"/>
            <a:ext cx="24688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46,068 MiB EACH · TENSOR PARALLEL 2</a:t>
            </a:r>
          </a:p>
        </p:txBody>
      </p:sp>
      <p:sp>
        <p:nvSpPr>
          <p:cNvPr id="2555" name="TextBox 8"/>
          <p:cNvSpPr txBox="1"/>
          <p:nvPr/>
        </p:nvSpPr>
        <p:spPr>
          <a:xfrm>
            <a:off x="6364223" y="1481327"/>
            <a:ext cx="2240281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2556" name="TextBox 9"/>
          <p:cNvSpPr txBox="1"/>
          <p:nvPr/>
        </p:nvSpPr>
        <p:spPr>
          <a:xfrm>
            <a:off x="6364223" y="1938527"/>
            <a:ext cx="2240281" cy="276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CONCURRENT REQUESTS · MAX SEQUENCES</a:t>
            </a:r>
          </a:p>
        </p:txBody>
      </p:sp>
      <p:sp>
        <p:nvSpPr>
          <p:cNvPr id="2557" name="TextBox 10"/>
          <p:cNvSpPr txBox="1"/>
          <p:nvPr/>
        </p:nvSpPr>
        <p:spPr>
          <a:xfrm>
            <a:off x="9061704" y="1481327"/>
            <a:ext cx="2450593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15h 51m</a:t>
            </a:r>
          </a:p>
        </p:txBody>
      </p:sp>
      <p:sp>
        <p:nvSpPr>
          <p:cNvPr id="2558" name="TextBox 11"/>
          <p:cNvSpPr txBox="1"/>
          <p:nvPr/>
        </p:nvSpPr>
        <p:spPr>
          <a:xfrm>
            <a:off x="9061704" y="1938527"/>
            <a:ext cx="2450593" cy="140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FIRST OUTPUT → FINAL OUTPUT</a:t>
            </a:r>
          </a:p>
        </p:txBody>
      </p:sp>
      <p:sp>
        <p:nvSpPr>
          <p:cNvPr id="2559" name="Connector 12"/>
          <p:cNvSpPr/>
          <p:nvPr/>
        </p:nvSpPr>
        <p:spPr>
          <a:xfrm>
            <a:off x="3099815" y="1481328"/>
            <a:ext cx="1" cy="713233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60" name="Connector 13"/>
          <p:cNvSpPr/>
          <p:nvPr/>
        </p:nvSpPr>
        <p:spPr>
          <a:xfrm>
            <a:off x="6062471" y="1481328"/>
            <a:ext cx="1" cy="713233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61" name="Connector 14"/>
          <p:cNvSpPr/>
          <p:nvPr/>
        </p:nvSpPr>
        <p:spPr>
          <a:xfrm>
            <a:off x="8787383" y="1481328"/>
            <a:ext cx="1" cy="713233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62" name="Connector 15"/>
          <p:cNvSpPr/>
          <p:nvPr/>
        </p:nvSpPr>
        <p:spPr>
          <a:xfrm>
            <a:off x="658368" y="2468879"/>
            <a:ext cx="10881360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63" name="TextBox 16"/>
          <p:cNvSpPr txBox="1"/>
          <p:nvPr/>
        </p:nvSpPr>
        <p:spPr>
          <a:xfrm>
            <a:off x="676655" y="2862072"/>
            <a:ext cx="324612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MODEL + DECODING</a:t>
            </a:r>
          </a:p>
        </p:txBody>
      </p:sp>
      <p:sp>
        <p:nvSpPr>
          <p:cNvPr id="2564" name="TextBox 17"/>
          <p:cNvSpPr txBox="1"/>
          <p:nvPr/>
        </p:nvSpPr>
        <p:spPr>
          <a:xfrm>
            <a:off x="676655" y="3200400"/>
            <a:ext cx="3246122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google/gemma-4-31B-it</a:t>
            </a:r>
          </a:p>
        </p:txBody>
      </p:sp>
      <p:sp>
        <p:nvSpPr>
          <p:cNvPr id="2565" name="TextBox 18"/>
          <p:cNvSpPr txBox="1"/>
          <p:nvPr/>
        </p:nvSpPr>
        <p:spPr>
          <a:xfrm>
            <a:off x="676655" y="3470147"/>
            <a:ext cx="3246122" cy="13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revision 518276fb130dc81caf9a4f772e65e63ef2526493</a:t>
            </a:r>
          </a:p>
        </p:txBody>
      </p:sp>
      <p:sp>
        <p:nvSpPr>
          <p:cNvPr id="2566" name="TextBox 19"/>
          <p:cNvSpPr txBox="1"/>
          <p:nvPr/>
        </p:nvSpPr>
        <p:spPr>
          <a:xfrm>
            <a:off x="676655" y="3739896"/>
            <a:ext cx="3246122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BF16 · no quantization</a:t>
            </a:r>
          </a:p>
        </p:txBody>
      </p:sp>
      <p:sp>
        <p:nvSpPr>
          <p:cNvPr id="2567" name="TextBox 20"/>
          <p:cNvSpPr txBox="1"/>
          <p:nvPr/>
        </p:nvSpPr>
        <p:spPr>
          <a:xfrm>
            <a:off x="676655" y="4009644"/>
            <a:ext cx="3246122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thinking on · gemma4 reasoning parser</a:t>
            </a:r>
          </a:p>
        </p:txBody>
      </p:sp>
      <p:sp>
        <p:nvSpPr>
          <p:cNvPr id="2568" name="TextBox 21"/>
          <p:cNvSpPr txBox="1"/>
          <p:nvPr/>
        </p:nvSpPr>
        <p:spPr>
          <a:xfrm>
            <a:off x="676655" y="4279391"/>
            <a:ext cx="3246122" cy="13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temperature 0.2</a:t>
            </a:r>
          </a:p>
        </p:txBody>
      </p:sp>
      <p:sp>
        <p:nvSpPr>
          <p:cNvPr id="2569" name="TextBox 22"/>
          <p:cNvSpPr txBox="1"/>
          <p:nvPr/>
        </p:nvSpPr>
        <p:spPr>
          <a:xfrm>
            <a:off x="676655" y="4549140"/>
            <a:ext cx="3246122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seed = SHA-256(stage, note, attempt)</a:t>
            </a:r>
          </a:p>
        </p:txBody>
      </p:sp>
      <p:sp>
        <p:nvSpPr>
          <p:cNvPr id="2570" name="TextBox 23"/>
          <p:cNvSpPr txBox="1"/>
          <p:nvPr/>
        </p:nvSpPr>
        <p:spPr>
          <a:xfrm>
            <a:off x="676655" y="4818888"/>
            <a:ext cx="3246122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8,192 context · 4,096 completion</a:t>
            </a:r>
          </a:p>
        </p:txBody>
      </p:sp>
      <p:sp>
        <p:nvSpPr>
          <p:cNvPr id="2571" name="TextBox 24"/>
          <p:cNvSpPr txBox="1"/>
          <p:nvPr/>
        </p:nvSpPr>
        <p:spPr>
          <a:xfrm>
            <a:off x="4160520" y="2862072"/>
            <a:ext cx="32461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SCCKN + SERVING</a:t>
            </a:r>
          </a:p>
        </p:txBody>
      </p:sp>
      <p:sp>
        <p:nvSpPr>
          <p:cNvPr id="2572" name="TextBox 25"/>
          <p:cNvSpPr txBox="1"/>
          <p:nvPr/>
        </p:nvSpPr>
        <p:spPr>
          <a:xfrm>
            <a:off x="4160520" y="3200400"/>
            <a:ext cx="32461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AMD EPYC host · 8 CPU slots</a:t>
            </a:r>
          </a:p>
        </p:txBody>
      </p:sp>
      <p:sp>
        <p:nvSpPr>
          <p:cNvPr id="2573" name="TextBox 26"/>
          <p:cNvSpPr txBox="1"/>
          <p:nvPr/>
        </p:nvSpPr>
        <p:spPr>
          <a:xfrm>
            <a:off x="4160520" y="3470147"/>
            <a:ext cx="3246121" cy="13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64 GB h_vmem / slot · ~52 GB observed peak</a:t>
            </a:r>
          </a:p>
        </p:txBody>
      </p:sp>
      <p:sp>
        <p:nvSpPr>
          <p:cNvPr id="2574" name="TextBox 27"/>
          <p:cNvSpPr txBox="1"/>
          <p:nvPr/>
        </p:nvSpPr>
        <p:spPr>
          <a:xfrm>
            <a:off x="4160520" y="3739896"/>
            <a:ext cx="32461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CUDA 13.2 · GPU utilization target 90%</a:t>
            </a:r>
          </a:p>
        </p:txBody>
      </p:sp>
      <p:sp>
        <p:nvSpPr>
          <p:cNvPr id="2575" name="TextBox 28"/>
          <p:cNvSpPr txBox="1"/>
          <p:nvPr/>
        </p:nvSpPr>
        <p:spPr>
          <a:xfrm>
            <a:off x="4160520" y="4009644"/>
            <a:ext cx="32461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vLLM 0.25.0 · async scheduling</a:t>
            </a:r>
          </a:p>
        </p:txBody>
      </p:sp>
      <p:sp>
        <p:nvSpPr>
          <p:cNvPr id="2576" name="TextBox 29"/>
          <p:cNvSpPr txBox="1"/>
          <p:nvPr/>
        </p:nvSpPr>
        <p:spPr>
          <a:xfrm>
            <a:off x="4160520" y="4279391"/>
            <a:ext cx="3246121" cy="13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PyTorch 2.11.0+cu130</a:t>
            </a:r>
          </a:p>
        </p:txBody>
      </p:sp>
      <p:sp>
        <p:nvSpPr>
          <p:cNvPr id="2577" name="TextBox 30"/>
          <p:cNvSpPr txBox="1"/>
          <p:nvPr/>
        </p:nvSpPr>
        <p:spPr>
          <a:xfrm>
            <a:off x="4160520" y="4549140"/>
            <a:ext cx="32461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Transformers 5.13.1</a:t>
            </a:r>
          </a:p>
        </p:txBody>
      </p:sp>
      <p:sp>
        <p:nvSpPr>
          <p:cNvPr id="2578" name="TextBox 31"/>
          <p:cNvSpPr txBox="1"/>
          <p:nvPr/>
        </p:nvSpPr>
        <p:spPr>
          <a:xfrm>
            <a:off x="4160520" y="4818888"/>
            <a:ext cx="32461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32,768 batched tokens · prefix cache on</a:t>
            </a:r>
          </a:p>
        </p:txBody>
      </p:sp>
      <p:sp>
        <p:nvSpPr>
          <p:cNvPr id="2579" name="TextBox 32"/>
          <p:cNvSpPr txBox="1"/>
          <p:nvPr/>
        </p:nvSpPr>
        <p:spPr>
          <a:xfrm>
            <a:off x="4160520" y="5088635"/>
            <a:ext cx="3246121" cy="13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language-model-only · local OpenAI-compatible endpoint</a:t>
            </a:r>
          </a:p>
        </p:txBody>
      </p:sp>
      <p:sp>
        <p:nvSpPr>
          <p:cNvPr id="2580" name="TextBox 33"/>
          <p:cNvSpPr txBox="1"/>
          <p:nvPr/>
        </p:nvSpPr>
        <p:spPr>
          <a:xfrm>
            <a:off x="7653526" y="2862072"/>
            <a:ext cx="3703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INFERENCE CONTRACT + AUDIT</a:t>
            </a:r>
          </a:p>
        </p:txBody>
      </p:sp>
      <p:sp>
        <p:nvSpPr>
          <p:cNvPr id="2581" name="TextBox 34"/>
          <p:cNvSpPr txBox="1"/>
          <p:nvPr/>
        </p:nvSpPr>
        <p:spPr>
          <a:xfrm>
            <a:off x="7653526" y="3200400"/>
            <a:ext cx="3703321" cy="140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one note → one independent user prompt</a:t>
            </a:r>
          </a:p>
        </p:txBody>
      </p:sp>
      <p:sp>
        <p:nvSpPr>
          <p:cNvPr id="2582" name="TextBox 35"/>
          <p:cNvSpPr txBox="1"/>
          <p:nvPr/>
        </p:nvSpPr>
        <p:spPr>
          <a:xfrm>
            <a:off x="7653526" y="3470147"/>
            <a:ext cx="3703321" cy="13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system prompt · no guided generation</a:t>
            </a:r>
          </a:p>
        </p:txBody>
      </p:sp>
      <p:sp>
        <p:nvSpPr>
          <p:cNvPr id="2583" name="TextBox 36"/>
          <p:cNvSpPr txBox="1"/>
          <p:nvPr/>
        </p:nvSpPr>
        <p:spPr>
          <a:xfrm>
            <a:off x="7653526" y="3739896"/>
            <a:ext cx="37033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strict JSON validation after generation</a:t>
            </a:r>
          </a:p>
        </p:txBody>
      </p:sp>
      <p:sp>
        <p:nvSpPr>
          <p:cNvPr id="2584" name="TextBox 37"/>
          <p:cNvSpPr txBox="1"/>
          <p:nvPr/>
        </p:nvSpPr>
        <p:spPr>
          <a:xfrm>
            <a:off x="7653526" y="4009644"/>
            <a:ext cx="37033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tweet context · no URL fetching</a:t>
            </a:r>
          </a:p>
        </p:txBody>
      </p:sp>
      <p:sp>
        <p:nvSpPr>
          <p:cNvPr id="2585" name="TextBox 38"/>
          <p:cNvSpPr txBox="1"/>
          <p:nvPr/>
        </p:nvSpPr>
        <p:spPr>
          <a:xfrm>
            <a:off x="7653526" y="4279391"/>
            <a:ext cx="3703321" cy="13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retrieval · embeddings · vector store</a:t>
            </a:r>
          </a:p>
        </p:txBody>
      </p:sp>
      <p:sp>
        <p:nvSpPr>
          <p:cNvPr id="2586" name="TextBox 39"/>
          <p:cNvSpPr txBox="1"/>
          <p:nvPr/>
        </p:nvSpPr>
        <p:spPr>
          <a:xfrm>
            <a:off x="7653526" y="4549140"/>
            <a:ext cx="37033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Gabriel scaffold or label in context</a:t>
            </a:r>
          </a:p>
        </p:txBody>
      </p:sp>
      <p:sp>
        <p:nvSpPr>
          <p:cNvPr id="2587" name="TextBox 40"/>
          <p:cNvSpPr txBox="1"/>
          <p:nvPr/>
        </p:nvSpPr>
        <p:spPr>
          <a:xfrm>
            <a:off x="7653526" y="4818888"/>
            <a:ext cx="37033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≤3 attempts · durable per-attempt records</a:t>
            </a:r>
          </a:p>
        </p:txBody>
      </p:sp>
      <p:sp>
        <p:nvSpPr>
          <p:cNvPr id="2588" name="TextBox 41"/>
          <p:cNvSpPr txBox="1"/>
          <p:nvPr/>
        </p:nvSpPr>
        <p:spPr>
          <a:xfrm>
            <a:off x="7653526" y="5088635"/>
            <a:ext cx="3703321" cy="136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25,734 judgments · 25,804 total attempts</a:t>
            </a:r>
          </a:p>
        </p:txBody>
      </p:sp>
      <p:sp>
        <p:nvSpPr>
          <p:cNvPr id="2589" name="TextBox 42"/>
          <p:cNvSpPr txBox="1"/>
          <p:nvPr/>
        </p:nvSpPr>
        <p:spPr>
          <a:xfrm>
            <a:off x="7653526" y="5358383"/>
            <a:ext cx="3703321" cy="136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32.1M tokens · 99.75% first-attempt valid</a:t>
            </a:r>
          </a:p>
        </p:txBody>
      </p:sp>
      <p:sp>
        <p:nvSpPr>
          <p:cNvPr id="2590" name="Connector 43"/>
          <p:cNvSpPr/>
          <p:nvPr/>
        </p:nvSpPr>
        <p:spPr>
          <a:xfrm>
            <a:off x="658368" y="5815584"/>
            <a:ext cx="10881360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91" name="TextBox 44"/>
          <p:cNvSpPr txBox="1"/>
          <p:nvPr/>
        </p:nvSpPr>
        <p:spPr>
          <a:xfrm>
            <a:off x="676655" y="5971032"/>
            <a:ext cx="1124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ACTIVE PHASES</a:t>
            </a:r>
          </a:p>
        </p:txBody>
      </p:sp>
      <p:sp>
        <p:nvSpPr>
          <p:cNvPr id="2592" name="TextBox 45"/>
          <p:cNvSpPr txBox="1"/>
          <p:nvPr/>
        </p:nvSpPr>
        <p:spPr>
          <a:xfrm>
            <a:off x="1682495" y="5934455"/>
            <a:ext cx="667513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7h 18m</a:t>
            </a:r>
          </a:p>
        </p:txBody>
      </p:sp>
      <p:sp>
        <p:nvSpPr>
          <p:cNvPr id="2593" name="TextBox 46"/>
          <p:cNvSpPr txBox="1"/>
          <p:nvPr/>
        </p:nvSpPr>
        <p:spPr>
          <a:xfrm>
            <a:off x="2331720" y="5971032"/>
            <a:ext cx="63093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594" name="TextBox 47"/>
          <p:cNvSpPr txBox="1"/>
          <p:nvPr/>
        </p:nvSpPr>
        <p:spPr>
          <a:xfrm>
            <a:off x="3063239" y="5934455"/>
            <a:ext cx="2286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595" name="TextBox 48"/>
          <p:cNvSpPr txBox="1"/>
          <p:nvPr/>
        </p:nvSpPr>
        <p:spPr>
          <a:xfrm>
            <a:off x="3401567" y="5934455"/>
            <a:ext cx="530353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36m</a:t>
            </a:r>
          </a:p>
        </p:txBody>
      </p:sp>
      <p:sp>
        <p:nvSpPr>
          <p:cNvPr id="2596" name="TextBox 49"/>
          <p:cNvSpPr txBox="1"/>
          <p:nvPr/>
        </p:nvSpPr>
        <p:spPr>
          <a:xfrm>
            <a:off x="3913632" y="5971032"/>
            <a:ext cx="7132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1.5</a:t>
            </a:r>
          </a:p>
        </p:txBody>
      </p:sp>
      <p:sp>
        <p:nvSpPr>
          <p:cNvPr id="2597" name="TextBox 50"/>
          <p:cNvSpPr txBox="1"/>
          <p:nvPr/>
        </p:nvSpPr>
        <p:spPr>
          <a:xfrm>
            <a:off x="4736591" y="5934455"/>
            <a:ext cx="2286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598" name="TextBox 51"/>
          <p:cNvSpPr txBox="1"/>
          <p:nvPr/>
        </p:nvSpPr>
        <p:spPr>
          <a:xfrm>
            <a:off x="5093208" y="5934455"/>
            <a:ext cx="667513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4h 35m</a:t>
            </a:r>
          </a:p>
        </p:txBody>
      </p:sp>
      <p:sp>
        <p:nvSpPr>
          <p:cNvPr id="2599" name="TextBox 52"/>
          <p:cNvSpPr txBox="1"/>
          <p:nvPr/>
        </p:nvSpPr>
        <p:spPr>
          <a:xfrm>
            <a:off x="5742432" y="5971032"/>
            <a:ext cx="6217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600" name="TextBox 53"/>
          <p:cNvSpPr txBox="1"/>
          <p:nvPr/>
        </p:nvSpPr>
        <p:spPr>
          <a:xfrm>
            <a:off x="6510528" y="5934455"/>
            <a:ext cx="2286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=</a:t>
            </a:r>
          </a:p>
        </p:txBody>
      </p:sp>
      <p:sp>
        <p:nvSpPr>
          <p:cNvPr id="2601" name="TextBox 54"/>
          <p:cNvSpPr txBox="1"/>
          <p:nvPr/>
        </p:nvSpPr>
        <p:spPr>
          <a:xfrm>
            <a:off x="6839711" y="5916167"/>
            <a:ext cx="85039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12h 28m</a:t>
            </a:r>
          </a:p>
        </p:txBody>
      </p:sp>
      <p:sp>
        <p:nvSpPr>
          <p:cNvPr id="2602" name="TextBox 55"/>
          <p:cNvSpPr txBox="1"/>
          <p:nvPr/>
        </p:nvSpPr>
        <p:spPr>
          <a:xfrm>
            <a:off x="7735823" y="5971032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 ACTIVE TIME</a:t>
            </a:r>
          </a:p>
        </p:txBody>
      </p:sp>
      <p:sp>
        <p:nvSpPr>
          <p:cNvPr id="2603" name="TextBox 56"/>
          <p:cNvSpPr txBox="1"/>
          <p:nvPr/>
        </p:nvSpPr>
        <p:spPr>
          <a:xfrm>
            <a:off x="9253728" y="5971032"/>
            <a:ext cx="205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LOCAL vLLM · NO HOSTED API</a:t>
            </a:r>
          </a:p>
        </p:txBody>
      </p:sp>
      <p:sp>
        <p:nvSpPr>
          <p:cNvPr id="2604" name="TextBox 5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Canonical run manifests · SCCKN scheduler records · call timestamps · Google Gemma 4 model card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VALIDATION</a:t>
            </a:r>
          </a:p>
        </p:txBody>
      </p:sp>
      <p:sp>
        <p:nvSpPr>
          <p:cNvPr id="260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candidates to validated rescues</a:t>
            </a:r>
          </a:p>
        </p:txBody>
      </p:sp>
      <p:sp>
        <p:nvSpPr>
          <p:cNvPr id="2608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609" name="Connector 4"/>
          <p:cNvSpPr/>
          <p:nvPr/>
        </p:nvSpPr>
        <p:spPr>
          <a:xfrm>
            <a:off x="1426464" y="2340864"/>
            <a:ext cx="6821425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10" name="TextBox 5"/>
          <p:cNvSpPr txBox="1"/>
          <p:nvPr/>
        </p:nvSpPr>
        <p:spPr>
          <a:xfrm>
            <a:off x="749807" y="1581911"/>
            <a:ext cx="150876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611" name="Oval 6"/>
          <p:cNvSpPr/>
          <p:nvPr/>
        </p:nvSpPr>
        <p:spPr>
          <a:xfrm>
            <a:off x="1408175" y="2249423"/>
            <a:ext cx="182881" cy="1828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2" name="TextBox 7"/>
          <p:cNvSpPr txBox="1"/>
          <p:nvPr/>
        </p:nvSpPr>
        <p:spPr>
          <a:xfrm>
            <a:off x="585215" y="2596895"/>
            <a:ext cx="187451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613" name="TextBox 8"/>
          <p:cNvSpPr txBox="1"/>
          <p:nvPr/>
        </p:nvSpPr>
        <p:spPr>
          <a:xfrm>
            <a:off x="493775" y="2907792"/>
            <a:ext cx="202996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frozen universe</a:t>
            </a:r>
          </a:p>
        </p:txBody>
      </p:sp>
      <p:sp>
        <p:nvSpPr>
          <p:cNvPr id="2614" name="TextBox 9"/>
          <p:cNvSpPr txBox="1"/>
          <p:nvPr/>
        </p:nvSpPr>
        <p:spPr>
          <a:xfrm>
            <a:off x="3273552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615" name="TextBox 10"/>
          <p:cNvSpPr txBox="1"/>
          <p:nvPr/>
        </p:nvSpPr>
        <p:spPr>
          <a:xfrm>
            <a:off x="3730752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10,376</a:t>
            </a:r>
          </a:p>
        </p:txBody>
      </p:sp>
      <p:sp>
        <p:nvSpPr>
          <p:cNvPr id="2616" name="Oval 11"/>
          <p:cNvSpPr/>
          <p:nvPr/>
        </p:nvSpPr>
        <p:spPr>
          <a:xfrm>
            <a:off x="4389120" y="2249423"/>
            <a:ext cx="182881" cy="18288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7" name="TextBox 12"/>
          <p:cNvSpPr txBox="1"/>
          <p:nvPr/>
        </p:nvSpPr>
        <p:spPr>
          <a:xfrm>
            <a:off x="3566159" y="2596895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2 judgments</a:t>
            </a:r>
          </a:p>
        </p:txBody>
      </p:sp>
      <p:sp>
        <p:nvSpPr>
          <p:cNvPr id="2618" name="TextBox 13"/>
          <p:cNvSpPr txBox="1"/>
          <p:nvPr/>
        </p:nvSpPr>
        <p:spPr>
          <a:xfrm>
            <a:off x="3474720" y="2907792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10,096 strict + 280 recall</a:t>
            </a:r>
          </a:p>
        </p:txBody>
      </p:sp>
      <p:sp>
        <p:nvSpPr>
          <p:cNvPr id="2619" name="TextBox 14"/>
          <p:cNvSpPr txBox="1"/>
          <p:nvPr/>
        </p:nvSpPr>
        <p:spPr>
          <a:xfrm>
            <a:off x="6236208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620" name="TextBox 15"/>
          <p:cNvSpPr txBox="1"/>
          <p:nvPr/>
        </p:nvSpPr>
        <p:spPr>
          <a:xfrm>
            <a:off x="6711695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8,558</a:t>
            </a:r>
          </a:p>
        </p:txBody>
      </p:sp>
      <p:sp>
        <p:nvSpPr>
          <p:cNvPr id="2621" name="Oval 16"/>
          <p:cNvSpPr/>
          <p:nvPr/>
        </p:nvSpPr>
        <p:spPr>
          <a:xfrm>
            <a:off x="7370064" y="2249423"/>
            <a:ext cx="182881" cy="1828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2" name="TextBox 17"/>
          <p:cNvSpPr txBox="1"/>
          <p:nvPr/>
        </p:nvSpPr>
        <p:spPr>
          <a:xfrm>
            <a:off x="6547104" y="2596895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Final rescues · ≥50</a:t>
            </a:r>
          </a:p>
        </p:txBody>
      </p:sp>
      <p:sp>
        <p:nvSpPr>
          <p:cNvPr id="2623" name="TextBox 18"/>
          <p:cNvSpPr txBox="1"/>
          <p:nvPr/>
        </p:nvSpPr>
        <p:spPr>
          <a:xfrm>
            <a:off x="6455664" y="2907792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8,527 strict + 31 recall</a:t>
            </a:r>
          </a:p>
        </p:txBody>
      </p:sp>
      <p:sp>
        <p:nvSpPr>
          <p:cNvPr id="2624" name="Connector 19"/>
          <p:cNvSpPr/>
          <p:nvPr/>
        </p:nvSpPr>
        <p:spPr>
          <a:xfrm>
            <a:off x="2432304" y="2432304"/>
            <a:ext cx="1" cy="722377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25" name="TextBox 20"/>
          <p:cNvSpPr txBox="1"/>
          <p:nvPr/>
        </p:nvSpPr>
        <p:spPr>
          <a:xfrm>
            <a:off x="1078992" y="3218688"/>
            <a:ext cx="283464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3,279  CONTENT STOP</a:t>
            </a:r>
          </a:p>
        </p:txBody>
      </p:sp>
      <p:sp>
        <p:nvSpPr>
          <p:cNvPr id="2626" name="TextBox 21"/>
          <p:cNvSpPr txBox="1"/>
          <p:nvPr/>
        </p:nvSpPr>
        <p:spPr>
          <a:xfrm>
            <a:off x="1353311" y="3610355"/>
            <a:ext cx="2019428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1,423  </a:t>
            </a:r>
            <a:r>
              <a:rPr b="0">
                <a:solidFill>
                  <a:srgbClr val="73777F"/>
                </a:solidFill>
              </a:rPr>
              <a:t>opinion / factual core absent</a:t>
            </a:r>
          </a:p>
        </p:txBody>
      </p:sp>
      <p:sp>
        <p:nvSpPr>
          <p:cNvPr id="2627" name="TextBox 22"/>
          <p:cNvSpPr txBox="1"/>
          <p:nvPr/>
        </p:nvSpPr>
        <p:spPr>
          <a:xfrm>
            <a:off x="1353311" y="3838955"/>
            <a:ext cx="1758189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1,340  </a:t>
            </a:r>
            <a:r>
              <a:rPr b="0">
                <a:solidFill>
                  <a:srgbClr val="73777F"/>
                </a:solidFill>
              </a:rPr>
              <a:t>irrelevant / trivial / spam</a:t>
            </a:r>
          </a:p>
        </p:txBody>
      </p:sp>
      <p:sp>
        <p:nvSpPr>
          <p:cNvPr id="2628" name="TextBox 23"/>
          <p:cNvSpPr txBox="1"/>
          <p:nvPr/>
        </p:nvSpPr>
        <p:spPr>
          <a:xfrm>
            <a:off x="1353311" y="4067555"/>
            <a:ext cx="1770127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373 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629" name="TextBox 24"/>
          <p:cNvSpPr txBox="1"/>
          <p:nvPr/>
        </p:nvSpPr>
        <p:spPr>
          <a:xfrm>
            <a:off x="1353311" y="4296155"/>
            <a:ext cx="1395858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142 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630" name="TextBox 25"/>
          <p:cNvSpPr txBox="1"/>
          <p:nvPr/>
        </p:nvSpPr>
        <p:spPr>
          <a:xfrm>
            <a:off x="1353311" y="4524755"/>
            <a:ext cx="774955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  </a:t>
            </a:r>
            <a:r>
              <a:rPr b="0">
                <a:solidFill>
                  <a:srgbClr val="73777F"/>
                </a:solidFill>
              </a:rPr>
              <a:t>unresolved</a:t>
            </a:r>
          </a:p>
        </p:txBody>
      </p:sp>
      <p:sp>
        <p:nvSpPr>
          <p:cNvPr id="2631" name="Connector 26"/>
          <p:cNvSpPr/>
          <p:nvPr/>
        </p:nvSpPr>
        <p:spPr>
          <a:xfrm>
            <a:off x="5522976" y="2432304"/>
            <a:ext cx="1" cy="722377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32" name="TextBox 27"/>
          <p:cNvSpPr txBox="1"/>
          <p:nvPr/>
        </p:nvSpPr>
        <p:spPr>
          <a:xfrm>
            <a:off x="4572000" y="3218688"/>
            <a:ext cx="190195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1,818  BELOW 50</a:t>
            </a:r>
          </a:p>
        </p:txBody>
      </p:sp>
      <p:sp>
        <p:nvSpPr>
          <p:cNvPr id="2633" name="Connector 29"/>
          <p:cNvSpPr/>
          <p:nvPr/>
        </p:nvSpPr>
        <p:spPr>
          <a:xfrm>
            <a:off x="749807" y="495604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34" name="TextBox 30"/>
          <p:cNvSpPr txBox="1"/>
          <p:nvPr/>
        </p:nvSpPr>
        <p:spPr>
          <a:xfrm>
            <a:off x="859536" y="5212079"/>
            <a:ext cx="214884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GEMMA 4 31B IT</a:t>
            </a:r>
          </a:p>
        </p:txBody>
      </p:sp>
      <p:sp>
        <p:nvSpPr>
          <p:cNvPr id="2635" name="TextBox 31"/>
          <p:cNvSpPr txBox="1"/>
          <p:nvPr/>
        </p:nvSpPr>
        <p:spPr>
          <a:xfrm>
            <a:off x="3154679" y="5212079"/>
            <a:ext cx="237744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COMPLETED CANONICAL RUN</a:t>
            </a:r>
          </a:p>
        </p:txBody>
      </p:sp>
      <p:sp>
        <p:nvSpPr>
          <p:cNvPr id="2636" name="TextBox 32"/>
          <p:cNvSpPr txBox="1"/>
          <p:nvPr/>
        </p:nvSpPr>
        <p:spPr>
          <a:xfrm>
            <a:off x="5989320" y="5193791"/>
            <a:ext cx="20574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8,527 strict route</a:t>
            </a:r>
          </a:p>
        </p:txBody>
      </p:sp>
      <p:sp>
        <p:nvSpPr>
          <p:cNvPr id="2637" name="TextBox 33"/>
          <p:cNvSpPr txBox="1"/>
          <p:nvPr/>
        </p:nvSpPr>
        <p:spPr>
          <a:xfrm>
            <a:off x="8458200" y="5193791"/>
            <a:ext cx="192024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31 recall route</a:t>
            </a:r>
          </a:p>
        </p:txBody>
      </p:sp>
      <p:sp>
        <p:nvSpPr>
          <p:cNvPr id="2638" name="TextBox 34"/>
          <p:cNvSpPr txBox="1"/>
          <p:nvPr/>
        </p:nvSpPr>
        <p:spPr>
          <a:xfrm>
            <a:off x="2926079" y="5742432"/>
            <a:ext cx="635508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10,376 / 10,376 complete · zero unresolved Stage 2 judgments</a:t>
            </a:r>
          </a:p>
        </p:txBody>
      </p:sp>
      <p:sp>
        <p:nvSpPr>
          <p:cNvPr id="2639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Canonical Gemma 4 31B IT run · SCCKN · BF16 · threshold ≥50</a:t>
            </a:r>
          </a:p>
        </p:txBody>
      </p:sp>
      <p:sp>
        <p:nvSpPr>
          <p:cNvPr id="2640" name="Connector 36"/>
          <p:cNvSpPr/>
          <p:nvPr/>
        </p:nvSpPr>
        <p:spPr>
          <a:xfrm>
            <a:off x="8613647" y="1627632"/>
            <a:ext cx="1" cy="150876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41" name="TextBox 37"/>
          <p:cNvSpPr txBox="1"/>
          <p:nvPr/>
        </p:nvSpPr>
        <p:spPr>
          <a:xfrm>
            <a:off x="8942831" y="1700783"/>
            <a:ext cx="2057401" cy="471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62.7%</a:t>
            </a:r>
          </a:p>
        </p:txBody>
      </p:sp>
      <p:sp>
        <p:nvSpPr>
          <p:cNvPr id="2642" name="TextBox 38"/>
          <p:cNvSpPr txBox="1"/>
          <p:nvPr/>
        </p:nvSpPr>
        <p:spPr>
          <a:xfrm>
            <a:off x="8796528" y="2450592"/>
            <a:ext cx="2359153" cy="32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of candidates validated by the LLM</a:t>
            </a:r>
          </a:p>
        </p:txBody>
      </p:sp>
      <p:sp>
        <p:nvSpPr>
          <p:cNvPr id="2643" name="TextBox 39"/>
          <p:cNvSpPr txBox="1"/>
          <p:nvPr/>
        </p:nvSpPr>
        <p:spPr>
          <a:xfrm>
            <a:off x="8979407" y="2880360"/>
            <a:ext cx="196596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8,558 / 13,655</a:t>
            </a:r>
          </a:p>
        </p:txBody>
      </p:sp>
      <p:sp>
        <p:nvSpPr>
          <p:cNvPr id="2644" name="TextBox 40"/>
          <p:cNvSpPr txBox="1"/>
          <p:nvPr/>
        </p:nvSpPr>
        <p:spPr>
          <a:xfrm>
            <a:off x="4617720" y="3580383"/>
            <a:ext cx="25492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90–100  </a:t>
            </a:r>
            <a:r>
              <a:rPr>
                <a:solidFill>
                  <a:srgbClr val="111318"/>
                </a:solidFill>
              </a:rPr>
              <a:t>outstanding · </a:t>
            </a:r>
            <a:r>
              <a:rPr b="0">
                <a:solidFill>
                  <a:srgbClr val="73777F"/>
                </a:solidFill>
              </a:rPr>
              <a:t>clear, traceable, self-contained</a:t>
            </a:r>
          </a:p>
        </p:txBody>
      </p:sp>
      <p:sp>
        <p:nvSpPr>
          <p:cNvPr id="2645" name="TextBox 41"/>
          <p:cNvSpPr txBox="1"/>
          <p:nvPr/>
        </p:nvSpPr>
        <p:spPr>
          <a:xfrm>
            <a:off x="4617720" y="3781550"/>
            <a:ext cx="20168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70–89  </a:t>
            </a:r>
            <a:r>
              <a:rPr>
                <a:solidFill>
                  <a:srgbClr val="111318"/>
                </a:solidFill>
              </a:rPr>
              <a:t>strong · </a:t>
            </a:r>
            <a:r>
              <a:rPr b="0">
                <a:solidFill>
                  <a:srgbClr val="73777F"/>
                </a:solidFill>
              </a:rPr>
              <a:t>well-supported and useful</a:t>
            </a:r>
          </a:p>
        </p:txBody>
      </p:sp>
      <p:sp>
        <p:nvSpPr>
          <p:cNvPr id="2646" name="TextBox 42"/>
          <p:cNvSpPr txBox="1"/>
          <p:nvPr/>
        </p:nvSpPr>
        <p:spPr>
          <a:xfrm>
            <a:off x="4617720" y="3982720"/>
            <a:ext cx="21973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40–69  </a:t>
            </a:r>
            <a:r>
              <a:rPr>
                <a:solidFill>
                  <a:srgbClr val="111318"/>
                </a:solidFill>
              </a:rPr>
              <a:t>mixed · </a:t>
            </a:r>
            <a:r>
              <a:rPr b="0">
                <a:solidFill>
                  <a:srgbClr val="73777F"/>
                </a:solidFill>
              </a:rPr>
              <a:t>useful elements, material gaps</a:t>
            </a:r>
          </a:p>
        </p:txBody>
      </p:sp>
      <p:sp>
        <p:nvSpPr>
          <p:cNvPr id="2647" name="TextBox 43"/>
          <p:cNvSpPr txBox="1"/>
          <p:nvPr/>
        </p:nvSpPr>
        <p:spPr>
          <a:xfrm>
            <a:off x="4617720" y="4183888"/>
            <a:ext cx="18812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10–39  weak · </a:t>
            </a:r>
            <a:r>
              <a:rPr b="0">
                <a:solidFill>
                  <a:srgbClr val="73777F"/>
                </a:solidFill>
              </a:rPr>
              <a:t>limited support or clarity</a:t>
            </a:r>
          </a:p>
        </p:txBody>
      </p:sp>
      <p:sp>
        <p:nvSpPr>
          <p:cNvPr id="2648" name="TextBox 44"/>
          <p:cNvSpPr txBox="1"/>
          <p:nvPr/>
        </p:nvSpPr>
        <p:spPr>
          <a:xfrm>
            <a:off x="4617720" y="4385056"/>
            <a:ext cx="18485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0–9  minimal · </a:t>
            </a:r>
            <a:r>
              <a:rPr b="0">
                <a:solidFill>
                  <a:srgbClr val="73777F"/>
                </a:solidFill>
              </a:rPr>
              <a:t>little usable justification</a:t>
            </a:r>
          </a:p>
        </p:txBody>
      </p:sp>
      <p:sp>
        <p:nvSpPr>
          <p:cNvPr id="2649" name="TextBox 45"/>
          <p:cNvSpPr txBox="1"/>
          <p:nvPr/>
        </p:nvSpPr>
        <p:spPr>
          <a:xfrm>
            <a:off x="4617720" y="4622800"/>
            <a:ext cx="19722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≥50  </a:t>
            </a:r>
            <a:r>
              <a:rPr>
                <a:solidFill>
                  <a:srgbClr val="111318"/>
                </a:solidFill>
              </a:rPr>
              <a:t>validated · </a:t>
            </a:r>
            <a:r>
              <a:rPr b="0">
                <a:solidFill>
                  <a:srgbClr val="73777F"/>
                </a:solidFill>
              </a:rPr>
              <a:t>display-quality threshold</a:t>
            </a:r>
          </a:p>
        </p:txBody>
      </p:sp>
      <p:sp>
        <p:nvSpPr>
          <p:cNvPr id="2650" name="Rectangle"/>
          <p:cNvSpPr/>
          <p:nvPr/>
        </p:nvSpPr>
        <p:spPr>
          <a:xfrm>
            <a:off x="3730751" y="1460621"/>
            <a:ext cx="8017030" cy="33008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VALIDATION</a:t>
            </a:r>
          </a:p>
        </p:txBody>
      </p:sp>
      <p:sp>
        <p:nvSpPr>
          <p:cNvPr id="2653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candidates to validated rescues</a:t>
            </a:r>
          </a:p>
        </p:txBody>
      </p:sp>
      <p:sp>
        <p:nvSpPr>
          <p:cNvPr id="2654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655" name="Connector 4"/>
          <p:cNvSpPr/>
          <p:nvPr/>
        </p:nvSpPr>
        <p:spPr>
          <a:xfrm>
            <a:off x="1426463" y="2340864"/>
            <a:ext cx="6821425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56" name="TextBox 5"/>
          <p:cNvSpPr txBox="1"/>
          <p:nvPr/>
        </p:nvSpPr>
        <p:spPr>
          <a:xfrm>
            <a:off x="749808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657" name="Oval 6"/>
          <p:cNvSpPr/>
          <p:nvPr/>
        </p:nvSpPr>
        <p:spPr>
          <a:xfrm>
            <a:off x="1408175" y="2249423"/>
            <a:ext cx="182881" cy="1828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8" name="TextBox 7"/>
          <p:cNvSpPr txBox="1"/>
          <p:nvPr/>
        </p:nvSpPr>
        <p:spPr>
          <a:xfrm>
            <a:off x="585215" y="2596895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659" name="TextBox 8"/>
          <p:cNvSpPr txBox="1"/>
          <p:nvPr/>
        </p:nvSpPr>
        <p:spPr>
          <a:xfrm>
            <a:off x="493774" y="2907792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frozen universe</a:t>
            </a:r>
          </a:p>
        </p:txBody>
      </p:sp>
      <p:sp>
        <p:nvSpPr>
          <p:cNvPr id="2660" name="TextBox 9"/>
          <p:cNvSpPr txBox="1"/>
          <p:nvPr/>
        </p:nvSpPr>
        <p:spPr>
          <a:xfrm>
            <a:off x="3273552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661" name="TextBox 10"/>
          <p:cNvSpPr txBox="1"/>
          <p:nvPr/>
        </p:nvSpPr>
        <p:spPr>
          <a:xfrm>
            <a:off x="3730752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10,376</a:t>
            </a:r>
          </a:p>
        </p:txBody>
      </p:sp>
      <p:sp>
        <p:nvSpPr>
          <p:cNvPr id="2662" name="Oval 11"/>
          <p:cNvSpPr/>
          <p:nvPr/>
        </p:nvSpPr>
        <p:spPr>
          <a:xfrm>
            <a:off x="4389120" y="2249423"/>
            <a:ext cx="182881" cy="18288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3" name="TextBox 12"/>
          <p:cNvSpPr txBox="1"/>
          <p:nvPr/>
        </p:nvSpPr>
        <p:spPr>
          <a:xfrm>
            <a:off x="3566159" y="2596895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2 judgments</a:t>
            </a:r>
          </a:p>
        </p:txBody>
      </p:sp>
      <p:sp>
        <p:nvSpPr>
          <p:cNvPr id="2664" name="TextBox 13"/>
          <p:cNvSpPr txBox="1"/>
          <p:nvPr/>
        </p:nvSpPr>
        <p:spPr>
          <a:xfrm>
            <a:off x="3474720" y="2907792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10,096 strict + 280 recall</a:t>
            </a:r>
          </a:p>
        </p:txBody>
      </p:sp>
      <p:sp>
        <p:nvSpPr>
          <p:cNvPr id="2665" name="TextBox 14"/>
          <p:cNvSpPr txBox="1"/>
          <p:nvPr/>
        </p:nvSpPr>
        <p:spPr>
          <a:xfrm>
            <a:off x="6236208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666" name="TextBox 15"/>
          <p:cNvSpPr txBox="1"/>
          <p:nvPr/>
        </p:nvSpPr>
        <p:spPr>
          <a:xfrm>
            <a:off x="6711695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8,558</a:t>
            </a:r>
          </a:p>
        </p:txBody>
      </p:sp>
      <p:sp>
        <p:nvSpPr>
          <p:cNvPr id="2667" name="Oval 16"/>
          <p:cNvSpPr/>
          <p:nvPr/>
        </p:nvSpPr>
        <p:spPr>
          <a:xfrm>
            <a:off x="7370064" y="2249423"/>
            <a:ext cx="182881" cy="1828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8" name="TextBox 17"/>
          <p:cNvSpPr txBox="1"/>
          <p:nvPr/>
        </p:nvSpPr>
        <p:spPr>
          <a:xfrm>
            <a:off x="6547104" y="2596895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Final rescues · ≥50</a:t>
            </a:r>
          </a:p>
        </p:txBody>
      </p:sp>
      <p:sp>
        <p:nvSpPr>
          <p:cNvPr id="2669" name="TextBox 18"/>
          <p:cNvSpPr txBox="1"/>
          <p:nvPr/>
        </p:nvSpPr>
        <p:spPr>
          <a:xfrm>
            <a:off x="6455664" y="2907792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8,527 strict + 31 recall</a:t>
            </a:r>
          </a:p>
        </p:txBody>
      </p:sp>
      <p:sp>
        <p:nvSpPr>
          <p:cNvPr id="2670" name="Connector 19"/>
          <p:cNvSpPr/>
          <p:nvPr/>
        </p:nvSpPr>
        <p:spPr>
          <a:xfrm>
            <a:off x="2432304" y="2432304"/>
            <a:ext cx="1" cy="722377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71" name="TextBox 20"/>
          <p:cNvSpPr txBox="1"/>
          <p:nvPr/>
        </p:nvSpPr>
        <p:spPr>
          <a:xfrm>
            <a:off x="1078991" y="3218688"/>
            <a:ext cx="283464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3,279  CONTENT STOP</a:t>
            </a:r>
          </a:p>
        </p:txBody>
      </p:sp>
      <p:sp>
        <p:nvSpPr>
          <p:cNvPr id="2672" name="TextBox 21"/>
          <p:cNvSpPr txBox="1"/>
          <p:nvPr/>
        </p:nvSpPr>
        <p:spPr>
          <a:xfrm>
            <a:off x="1353311" y="3610356"/>
            <a:ext cx="2019428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1,423  </a:t>
            </a:r>
            <a:r>
              <a:rPr b="0">
                <a:solidFill>
                  <a:srgbClr val="73777F"/>
                </a:solidFill>
              </a:rPr>
              <a:t>opinion / factual core absent</a:t>
            </a:r>
          </a:p>
        </p:txBody>
      </p:sp>
      <p:sp>
        <p:nvSpPr>
          <p:cNvPr id="2673" name="TextBox 22"/>
          <p:cNvSpPr txBox="1"/>
          <p:nvPr/>
        </p:nvSpPr>
        <p:spPr>
          <a:xfrm>
            <a:off x="1353311" y="3838956"/>
            <a:ext cx="1758189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1,340  </a:t>
            </a:r>
            <a:r>
              <a:rPr b="0">
                <a:solidFill>
                  <a:srgbClr val="73777F"/>
                </a:solidFill>
              </a:rPr>
              <a:t>irrelevant / trivial / spam</a:t>
            </a:r>
          </a:p>
        </p:txBody>
      </p:sp>
      <p:sp>
        <p:nvSpPr>
          <p:cNvPr id="2674" name="TextBox 23"/>
          <p:cNvSpPr txBox="1"/>
          <p:nvPr/>
        </p:nvSpPr>
        <p:spPr>
          <a:xfrm>
            <a:off x="1353311" y="4067556"/>
            <a:ext cx="177012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373 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675" name="TextBox 24"/>
          <p:cNvSpPr txBox="1"/>
          <p:nvPr/>
        </p:nvSpPr>
        <p:spPr>
          <a:xfrm>
            <a:off x="1353311" y="4296156"/>
            <a:ext cx="1395858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142 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676" name="TextBox 25"/>
          <p:cNvSpPr txBox="1"/>
          <p:nvPr/>
        </p:nvSpPr>
        <p:spPr>
          <a:xfrm>
            <a:off x="1353311" y="4524756"/>
            <a:ext cx="774955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  </a:t>
            </a:r>
            <a:r>
              <a:rPr b="0">
                <a:solidFill>
                  <a:srgbClr val="73777F"/>
                </a:solidFill>
              </a:rPr>
              <a:t>unresolved</a:t>
            </a:r>
          </a:p>
        </p:txBody>
      </p:sp>
      <p:sp>
        <p:nvSpPr>
          <p:cNvPr id="2677" name="Connector 26"/>
          <p:cNvSpPr/>
          <p:nvPr/>
        </p:nvSpPr>
        <p:spPr>
          <a:xfrm>
            <a:off x="5522976" y="2432304"/>
            <a:ext cx="1" cy="722377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78" name="TextBox 27"/>
          <p:cNvSpPr txBox="1"/>
          <p:nvPr/>
        </p:nvSpPr>
        <p:spPr>
          <a:xfrm>
            <a:off x="4572000" y="3218688"/>
            <a:ext cx="190195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1,818  BELOW 50</a:t>
            </a:r>
          </a:p>
        </p:txBody>
      </p:sp>
      <p:sp>
        <p:nvSpPr>
          <p:cNvPr id="2679" name="Connector 29"/>
          <p:cNvSpPr/>
          <p:nvPr/>
        </p:nvSpPr>
        <p:spPr>
          <a:xfrm>
            <a:off x="749807" y="495604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80" name="TextBox 30"/>
          <p:cNvSpPr txBox="1"/>
          <p:nvPr/>
        </p:nvSpPr>
        <p:spPr>
          <a:xfrm>
            <a:off x="859536" y="5212079"/>
            <a:ext cx="214884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GEMMA 4 31B IT</a:t>
            </a:r>
          </a:p>
        </p:txBody>
      </p:sp>
      <p:sp>
        <p:nvSpPr>
          <p:cNvPr id="2681" name="TextBox 31"/>
          <p:cNvSpPr txBox="1"/>
          <p:nvPr/>
        </p:nvSpPr>
        <p:spPr>
          <a:xfrm>
            <a:off x="3154679" y="5212079"/>
            <a:ext cx="237744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COMPLETED CANONICAL RUN</a:t>
            </a:r>
          </a:p>
        </p:txBody>
      </p:sp>
      <p:sp>
        <p:nvSpPr>
          <p:cNvPr id="2682" name="TextBox 32"/>
          <p:cNvSpPr txBox="1"/>
          <p:nvPr/>
        </p:nvSpPr>
        <p:spPr>
          <a:xfrm>
            <a:off x="5989320" y="5193791"/>
            <a:ext cx="20574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8,527 strict route</a:t>
            </a:r>
          </a:p>
        </p:txBody>
      </p:sp>
      <p:sp>
        <p:nvSpPr>
          <p:cNvPr id="2683" name="TextBox 33"/>
          <p:cNvSpPr txBox="1"/>
          <p:nvPr/>
        </p:nvSpPr>
        <p:spPr>
          <a:xfrm>
            <a:off x="8458200" y="5193791"/>
            <a:ext cx="192024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31 recall route</a:t>
            </a:r>
          </a:p>
        </p:txBody>
      </p:sp>
      <p:sp>
        <p:nvSpPr>
          <p:cNvPr id="2684" name="TextBox 34"/>
          <p:cNvSpPr txBox="1"/>
          <p:nvPr/>
        </p:nvSpPr>
        <p:spPr>
          <a:xfrm>
            <a:off x="2926079" y="5742432"/>
            <a:ext cx="635508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10,376 / 10,376 complete · zero unresolved Stage 2 judgments</a:t>
            </a:r>
          </a:p>
        </p:txBody>
      </p:sp>
      <p:sp>
        <p:nvSpPr>
          <p:cNvPr id="2685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Canonical Gemma 4 31B IT run · SCCKN · BF16 · threshold ≥50</a:t>
            </a:r>
          </a:p>
        </p:txBody>
      </p:sp>
      <p:sp>
        <p:nvSpPr>
          <p:cNvPr id="2686" name="Connector 36"/>
          <p:cNvSpPr/>
          <p:nvPr/>
        </p:nvSpPr>
        <p:spPr>
          <a:xfrm>
            <a:off x="8613647" y="1627631"/>
            <a:ext cx="1" cy="150876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87" name="TextBox 37"/>
          <p:cNvSpPr txBox="1"/>
          <p:nvPr/>
        </p:nvSpPr>
        <p:spPr>
          <a:xfrm>
            <a:off x="8942831" y="1700783"/>
            <a:ext cx="2057401" cy="471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62.7%</a:t>
            </a:r>
          </a:p>
        </p:txBody>
      </p:sp>
      <p:sp>
        <p:nvSpPr>
          <p:cNvPr id="2688" name="TextBox 38"/>
          <p:cNvSpPr txBox="1"/>
          <p:nvPr/>
        </p:nvSpPr>
        <p:spPr>
          <a:xfrm>
            <a:off x="8796528" y="2450592"/>
            <a:ext cx="2359153" cy="32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of candidates validated by the LLM</a:t>
            </a:r>
          </a:p>
        </p:txBody>
      </p:sp>
      <p:sp>
        <p:nvSpPr>
          <p:cNvPr id="2689" name="TextBox 39"/>
          <p:cNvSpPr txBox="1"/>
          <p:nvPr/>
        </p:nvSpPr>
        <p:spPr>
          <a:xfrm>
            <a:off x="8979407" y="2880360"/>
            <a:ext cx="196596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8,558 / 13,655</a:t>
            </a:r>
          </a:p>
        </p:txBody>
      </p:sp>
      <p:sp>
        <p:nvSpPr>
          <p:cNvPr id="2690" name="TextBox 40"/>
          <p:cNvSpPr txBox="1"/>
          <p:nvPr/>
        </p:nvSpPr>
        <p:spPr>
          <a:xfrm>
            <a:off x="4617720" y="3580383"/>
            <a:ext cx="25492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90–100  </a:t>
            </a:r>
            <a:r>
              <a:rPr>
                <a:solidFill>
                  <a:srgbClr val="111318"/>
                </a:solidFill>
              </a:rPr>
              <a:t>outstanding · </a:t>
            </a:r>
            <a:r>
              <a:rPr b="0">
                <a:solidFill>
                  <a:srgbClr val="73777F"/>
                </a:solidFill>
              </a:rPr>
              <a:t>clear, traceable, self-contained</a:t>
            </a:r>
          </a:p>
        </p:txBody>
      </p:sp>
      <p:sp>
        <p:nvSpPr>
          <p:cNvPr id="2691" name="TextBox 41"/>
          <p:cNvSpPr txBox="1"/>
          <p:nvPr/>
        </p:nvSpPr>
        <p:spPr>
          <a:xfrm>
            <a:off x="4617720" y="3781550"/>
            <a:ext cx="20168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70–89  </a:t>
            </a:r>
            <a:r>
              <a:rPr>
                <a:solidFill>
                  <a:srgbClr val="111318"/>
                </a:solidFill>
              </a:rPr>
              <a:t>strong · </a:t>
            </a:r>
            <a:r>
              <a:rPr b="0">
                <a:solidFill>
                  <a:srgbClr val="73777F"/>
                </a:solidFill>
              </a:rPr>
              <a:t>well-supported and useful</a:t>
            </a:r>
          </a:p>
        </p:txBody>
      </p:sp>
      <p:sp>
        <p:nvSpPr>
          <p:cNvPr id="2692" name="TextBox 42"/>
          <p:cNvSpPr txBox="1"/>
          <p:nvPr/>
        </p:nvSpPr>
        <p:spPr>
          <a:xfrm>
            <a:off x="4617720" y="3982720"/>
            <a:ext cx="21973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40–69  </a:t>
            </a:r>
            <a:r>
              <a:rPr>
                <a:solidFill>
                  <a:srgbClr val="111318"/>
                </a:solidFill>
              </a:rPr>
              <a:t>mixed · </a:t>
            </a:r>
            <a:r>
              <a:rPr b="0">
                <a:solidFill>
                  <a:srgbClr val="73777F"/>
                </a:solidFill>
              </a:rPr>
              <a:t>useful elements, material gaps</a:t>
            </a:r>
          </a:p>
        </p:txBody>
      </p:sp>
      <p:sp>
        <p:nvSpPr>
          <p:cNvPr id="2693" name="TextBox 43"/>
          <p:cNvSpPr txBox="1"/>
          <p:nvPr/>
        </p:nvSpPr>
        <p:spPr>
          <a:xfrm>
            <a:off x="4617720" y="4183888"/>
            <a:ext cx="18812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10–39  weak · </a:t>
            </a:r>
            <a:r>
              <a:rPr b="0">
                <a:solidFill>
                  <a:srgbClr val="73777F"/>
                </a:solidFill>
              </a:rPr>
              <a:t>limited support or clarity</a:t>
            </a:r>
          </a:p>
        </p:txBody>
      </p:sp>
      <p:sp>
        <p:nvSpPr>
          <p:cNvPr id="2694" name="TextBox 44"/>
          <p:cNvSpPr txBox="1"/>
          <p:nvPr/>
        </p:nvSpPr>
        <p:spPr>
          <a:xfrm>
            <a:off x="4617720" y="4385055"/>
            <a:ext cx="18485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0–9  minimal · </a:t>
            </a:r>
            <a:r>
              <a:rPr b="0">
                <a:solidFill>
                  <a:srgbClr val="73777F"/>
                </a:solidFill>
              </a:rPr>
              <a:t>little usable justification</a:t>
            </a:r>
          </a:p>
        </p:txBody>
      </p:sp>
      <p:sp>
        <p:nvSpPr>
          <p:cNvPr id="2695" name="TextBox 45"/>
          <p:cNvSpPr txBox="1"/>
          <p:nvPr/>
        </p:nvSpPr>
        <p:spPr>
          <a:xfrm>
            <a:off x="4617720" y="4622800"/>
            <a:ext cx="19722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≥50  </a:t>
            </a:r>
            <a:r>
              <a:rPr>
                <a:solidFill>
                  <a:srgbClr val="111318"/>
                </a:solidFill>
              </a:rPr>
              <a:t>validated · </a:t>
            </a:r>
            <a:r>
              <a:rPr b="0">
                <a:solidFill>
                  <a:srgbClr val="73777F"/>
                </a:solidFill>
              </a:rPr>
              <a:t>display-quality threshold</a:t>
            </a:r>
          </a:p>
        </p:txBody>
      </p:sp>
      <p:sp>
        <p:nvSpPr>
          <p:cNvPr id="2696" name="Rectangle"/>
          <p:cNvSpPr/>
          <p:nvPr/>
        </p:nvSpPr>
        <p:spPr>
          <a:xfrm>
            <a:off x="6711695" y="1460621"/>
            <a:ext cx="5036086" cy="16248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VALIDATION</a:t>
            </a:r>
          </a:p>
        </p:txBody>
      </p:sp>
      <p:sp>
        <p:nvSpPr>
          <p:cNvPr id="2699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candidates to validated rescues</a:t>
            </a:r>
          </a:p>
        </p:txBody>
      </p:sp>
      <p:sp>
        <p:nvSpPr>
          <p:cNvPr id="2700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701" name="Connector 4"/>
          <p:cNvSpPr/>
          <p:nvPr/>
        </p:nvSpPr>
        <p:spPr>
          <a:xfrm>
            <a:off x="1426463" y="2340864"/>
            <a:ext cx="6821425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02" name="TextBox 5"/>
          <p:cNvSpPr txBox="1"/>
          <p:nvPr/>
        </p:nvSpPr>
        <p:spPr>
          <a:xfrm>
            <a:off x="749808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703" name="Oval 6"/>
          <p:cNvSpPr/>
          <p:nvPr/>
        </p:nvSpPr>
        <p:spPr>
          <a:xfrm>
            <a:off x="1408175" y="2249423"/>
            <a:ext cx="182881" cy="1828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4" name="TextBox 7"/>
          <p:cNvSpPr txBox="1"/>
          <p:nvPr/>
        </p:nvSpPr>
        <p:spPr>
          <a:xfrm>
            <a:off x="585215" y="2596895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705" name="TextBox 8"/>
          <p:cNvSpPr txBox="1"/>
          <p:nvPr/>
        </p:nvSpPr>
        <p:spPr>
          <a:xfrm>
            <a:off x="493774" y="2907792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frozen universe</a:t>
            </a:r>
          </a:p>
        </p:txBody>
      </p:sp>
      <p:sp>
        <p:nvSpPr>
          <p:cNvPr id="2706" name="TextBox 9"/>
          <p:cNvSpPr txBox="1"/>
          <p:nvPr/>
        </p:nvSpPr>
        <p:spPr>
          <a:xfrm>
            <a:off x="3273552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707" name="TextBox 10"/>
          <p:cNvSpPr txBox="1"/>
          <p:nvPr/>
        </p:nvSpPr>
        <p:spPr>
          <a:xfrm>
            <a:off x="3730752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10,376</a:t>
            </a:r>
          </a:p>
        </p:txBody>
      </p:sp>
      <p:sp>
        <p:nvSpPr>
          <p:cNvPr id="2708" name="Oval 11"/>
          <p:cNvSpPr/>
          <p:nvPr/>
        </p:nvSpPr>
        <p:spPr>
          <a:xfrm>
            <a:off x="4389120" y="2249423"/>
            <a:ext cx="182881" cy="18288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9" name="TextBox 12"/>
          <p:cNvSpPr txBox="1"/>
          <p:nvPr/>
        </p:nvSpPr>
        <p:spPr>
          <a:xfrm>
            <a:off x="3566159" y="2596895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2 judgments</a:t>
            </a:r>
          </a:p>
        </p:txBody>
      </p:sp>
      <p:sp>
        <p:nvSpPr>
          <p:cNvPr id="2710" name="TextBox 13"/>
          <p:cNvSpPr txBox="1"/>
          <p:nvPr/>
        </p:nvSpPr>
        <p:spPr>
          <a:xfrm>
            <a:off x="3474720" y="2907792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10,096 strict + 280 recall</a:t>
            </a:r>
          </a:p>
        </p:txBody>
      </p:sp>
      <p:sp>
        <p:nvSpPr>
          <p:cNvPr id="2711" name="TextBox 14"/>
          <p:cNvSpPr txBox="1"/>
          <p:nvPr/>
        </p:nvSpPr>
        <p:spPr>
          <a:xfrm>
            <a:off x="6236208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712" name="TextBox 15"/>
          <p:cNvSpPr txBox="1"/>
          <p:nvPr/>
        </p:nvSpPr>
        <p:spPr>
          <a:xfrm>
            <a:off x="6711695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8,558</a:t>
            </a:r>
          </a:p>
        </p:txBody>
      </p:sp>
      <p:sp>
        <p:nvSpPr>
          <p:cNvPr id="2713" name="Oval 16"/>
          <p:cNvSpPr/>
          <p:nvPr/>
        </p:nvSpPr>
        <p:spPr>
          <a:xfrm>
            <a:off x="7370064" y="2249423"/>
            <a:ext cx="182881" cy="1828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4" name="TextBox 17"/>
          <p:cNvSpPr txBox="1"/>
          <p:nvPr/>
        </p:nvSpPr>
        <p:spPr>
          <a:xfrm>
            <a:off x="6547104" y="2596895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Final rescues · ≥50</a:t>
            </a:r>
          </a:p>
        </p:txBody>
      </p:sp>
      <p:sp>
        <p:nvSpPr>
          <p:cNvPr id="2715" name="TextBox 18"/>
          <p:cNvSpPr txBox="1"/>
          <p:nvPr/>
        </p:nvSpPr>
        <p:spPr>
          <a:xfrm>
            <a:off x="6455664" y="2907792"/>
            <a:ext cx="2029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8,527 strict + 31 recall</a:t>
            </a:r>
          </a:p>
        </p:txBody>
      </p:sp>
      <p:sp>
        <p:nvSpPr>
          <p:cNvPr id="2716" name="Connector 19"/>
          <p:cNvSpPr/>
          <p:nvPr/>
        </p:nvSpPr>
        <p:spPr>
          <a:xfrm>
            <a:off x="2432304" y="2432304"/>
            <a:ext cx="1" cy="722377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17" name="TextBox 20"/>
          <p:cNvSpPr txBox="1"/>
          <p:nvPr/>
        </p:nvSpPr>
        <p:spPr>
          <a:xfrm>
            <a:off x="1078991" y="3218688"/>
            <a:ext cx="283464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3,279  CONTENT STOP</a:t>
            </a:r>
          </a:p>
        </p:txBody>
      </p:sp>
      <p:sp>
        <p:nvSpPr>
          <p:cNvPr id="2718" name="TextBox 21"/>
          <p:cNvSpPr txBox="1"/>
          <p:nvPr/>
        </p:nvSpPr>
        <p:spPr>
          <a:xfrm>
            <a:off x="1353311" y="3610356"/>
            <a:ext cx="2019428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1,423  </a:t>
            </a:r>
            <a:r>
              <a:rPr b="0">
                <a:solidFill>
                  <a:srgbClr val="73777F"/>
                </a:solidFill>
              </a:rPr>
              <a:t>opinion / factual core absent</a:t>
            </a:r>
          </a:p>
        </p:txBody>
      </p:sp>
      <p:sp>
        <p:nvSpPr>
          <p:cNvPr id="2719" name="TextBox 22"/>
          <p:cNvSpPr txBox="1"/>
          <p:nvPr/>
        </p:nvSpPr>
        <p:spPr>
          <a:xfrm>
            <a:off x="1353311" y="3838956"/>
            <a:ext cx="1758189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1,340  </a:t>
            </a:r>
            <a:r>
              <a:rPr b="0">
                <a:solidFill>
                  <a:srgbClr val="73777F"/>
                </a:solidFill>
              </a:rPr>
              <a:t>irrelevant / trivial / spam</a:t>
            </a:r>
          </a:p>
        </p:txBody>
      </p:sp>
      <p:sp>
        <p:nvSpPr>
          <p:cNvPr id="2720" name="TextBox 23"/>
          <p:cNvSpPr txBox="1"/>
          <p:nvPr/>
        </p:nvSpPr>
        <p:spPr>
          <a:xfrm>
            <a:off x="1353311" y="4067556"/>
            <a:ext cx="177012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373 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721" name="TextBox 24"/>
          <p:cNvSpPr txBox="1"/>
          <p:nvPr/>
        </p:nvSpPr>
        <p:spPr>
          <a:xfrm>
            <a:off x="1353311" y="4296156"/>
            <a:ext cx="1395858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142 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722" name="TextBox 25"/>
          <p:cNvSpPr txBox="1"/>
          <p:nvPr/>
        </p:nvSpPr>
        <p:spPr>
          <a:xfrm>
            <a:off x="1353311" y="4524756"/>
            <a:ext cx="774955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  </a:t>
            </a:r>
            <a:r>
              <a:rPr b="0">
                <a:solidFill>
                  <a:srgbClr val="73777F"/>
                </a:solidFill>
              </a:rPr>
              <a:t>unresolved</a:t>
            </a:r>
          </a:p>
        </p:txBody>
      </p:sp>
      <p:sp>
        <p:nvSpPr>
          <p:cNvPr id="2723" name="Connector 26"/>
          <p:cNvSpPr/>
          <p:nvPr/>
        </p:nvSpPr>
        <p:spPr>
          <a:xfrm>
            <a:off x="5522976" y="2432304"/>
            <a:ext cx="1" cy="722377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4" name="TextBox 27"/>
          <p:cNvSpPr txBox="1"/>
          <p:nvPr/>
        </p:nvSpPr>
        <p:spPr>
          <a:xfrm>
            <a:off x="4572000" y="3218688"/>
            <a:ext cx="190195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1,818  BELOW 50</a:t>
            </a:r>
          </a:p>
        </p:txBody>
      </p:sp>
      <p:sp>
        <p:nvSpPr>
          <p:cNvPr id="2725" name="Connector 29"/>
          <p:cNvSpPr/>
          <p:nvPr/>
        </p:nvSpPr>
        <p:spPr>
          <a:xfrm>
            <a:off x="749807" y="495604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6" name="TextBox 30"/>
          <p:cNvSpPr txBox="1"/>
          <p:nvPr/>
        </p:nvSpPr>
        <p:spPr>
          <a:xfrm>
            <a:off x="859536" y="5212079"/>
            <a:ext cx="214884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GEMMA 4 31B IT</a:t>
            </a:r>
          </a:p>
        </p:txBody>
      </p:sp>
      <p:sp>
        <p:nvSpPr>
          <p:cNvPr id="2727" name="TextBox 31"/>
          <p:cNvSpPr txBox="1"/>
          <p:nvPr/>
        </p:nvSpPr>
        <p:spPr>
          <a:xfrm>
            <a:off x="3154679" y="5212079"/>
            <a:ext cx="237744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COMPLETED CANONICAL RUN</a:t>
            </a:r>
          </a:p>
        </p:txBody>
      </p:sp>
      <p:sp>
        <p:nvSpPr>
          <p:cNvPr id="2728" name="TextBox 32"/>
          <p:cNvSpPr txBox="1"/>
          <p:nvPr/>
        </p:nvSpPr>
        <p:spPr>
          <a:xfrm>
            <a:off x="5989320" y="5193791"/>
            <a:ext cx="205740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8,527 strict route</a:t>
            </a:r>
          </a:p>
        </p:txBody>
      </p:sp>
      <p:sp>
        <p:nvSpPr>
          <p:cNvPr id="2729" name="TextBox 33"/>
          <p:cNvSpPr txBox="1"/>
          <p:nvPr/>
        </p:nvSpPr>
        <p:spPr>
          <a:xfrm>
            <a:off x="8458200" y="5193791"/>
            <a:ext cx="192024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31 recall route</a:t>
            </a:r>
          </a:p>
        </p:txBody>
      </p:sp>
      <p:sp>
        <p:nvSpPr>
          <p:cNvPr id="2730" name="TextBox 34"/>
          <p:cNvSpPr txBox="1"/>
          <p:nvPr/>
        </p:nvSpPr>
        <p:spPr>
          <a:xfrm>
            <a:off x="2926079" y="5742432"/>
            <a:ext cx="635508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10,376 / 10,376 complete · zero unresolved Stage 2 judgments</a:t>
            </a:r>
          </a:p>
        </p:txBody>
      </p:sp>
      <p:sp>
        <p:nvSpPr>
          <p:cNvPr id="2731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Canonical Gemma 4 31B IT run · SCCKN · BF16 · threshold ≥50</a:t>
            </a:r>
          </a:p>
        </p:txBody>
      </p:sp>
      <p:sp>
        <p:nvSpPr>
          <p:cNvPr id="2732" name="Connector 36"/>
          <p:cNvSpPr/>
          <p:nvPr/>
        </p:nvSpPr>
        <p:spPr>
          <a:xfrm>
            <a:off x="8613647" y="1627631"/>
            <a:ext cx="1" cy="150876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33" name="TextBox 37"/>
          <p:cNvSpPr txBox="1"/>
          <p:nvPr/>
        </p:nvSpPr>
        <p:spPr>
          <a:xfrm>
            <a:off x="8942831" y="1700783"/>
            <a:ext cx="2057401" cy="471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62.7%</a:t>
            </a:r>
          </a:p>
        </p:txBody>
      </p:sp>
      <p:sp>
        <p:nvSpPr>
          <p:cNvPr id="2734" name="TextBox 38"/>
          <p:cNvSpPr txBox="1"/>
          <p:nvPr/>
        </p:nvSpPr>
        <p:spPr>
          <a:xfrm>
            <a:off x="8796528" y="2450592"/>
            <a:ext cx="2359153" cy="32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of candidates validated by the LLM</a:t>
            </a:r>
          </a:p>
        </p:txBody>
      </p:sp>
      <p:sp>
        <p:nvSpPr>
          <p:cNvPr id="2735" name="TextBox 39"/>
          <p:cNvSpPr txBox="1"/>
          <p:nvPr/>
        </p:nvSpPr>
        <p:spPr>
          <a:xfrm>
            <a:off x="8979407" y="2880360"/>
            <a:ext cx="196596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8,558 / 13,655</a:t>
            </a:r>
          </a:p>
        </p:txBody>
      </p:sp>
      <p:sp>
        <p:nvSpPr>
          <p:cNvPr id="2736" name="TextBox 40"/>
          <p:cNvSpPr txBox="1"/>
          <p:nvPr/>
        </p:nvSpPr>
        <p:spPr>
          <a:xfrm>
            <a:off x="4617720" y="3580383"/>
            <a:ext cx="25492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90–100  </a:t>
            </a:r>
            <a:r>
              <a:rPr>
                <a:solidFill>
                  <a:srgbClr val="111318"/>
                </a:solidFill>
              </a:rPr>
              <a:t>outstanding · </a:t>
            </a:r>
            <a:r>
              <a:rPr b="0">
                <a:solidFill>
                  <a:srgbClr val="73777F"/>
                </a:solidFill>
              </a:rPr>
              <a:t>clear, traceable, self-contained</a:t>
            </a:r>
          </a:p>
        </p:txBody>
      </p:sp>
      <p:sp>
        <p:nvSpPr>
          <p:cNvPr id="2737" name="TextBox 41"/>
          <p:cNvSpPr txBox="1"/>
          <p:nvPr/>
        </p:nvSpPr>
        <p:spPr>
          <a:xfrm>
            <a:off x="4617720" y="3781550"/>
            <a:ext cx="20168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70–89  </a:t>
            </a:r>
            <a:r>
              <a:rPr>
                <a:solidFill>
                  <a:srgbClr val="111318"/>
                </a:solidFill>
              </a:rPr>
              <a:t>strong · </a:t>
            </a:r>
            <a:r>
              <a:rPr b="0">
                <a:solidFill>
                  <a:srgbClr val="73777F"/>
                </a:solidFill>
              </a:rPr>
              <a:t>well-supported and useful</a:t>
            </a:r>
          </a:p>
        </p:txBody>
      </p:sp>
      <p:sp>
        <p:nvSpPr>
          <p:cNvPr id="2738" name="TextBox 42"/>
          <p:cNvSpPr txBox="1"/>
          <p:nvPr/>
        </p:nvSpPr>
        <p:spPr>
          <a:xfrm>
            <a:off x="4617720" y="3982720"/>
            <a:ext cx="21973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40–69  </a:t>
            </a:r>
            <a:r>
              <a:rPr>
                <a:solidFill>
                  <a:srgbClr val="111318"/>
                </a:solidFill>
              </a:rPr>
              <a:t>mixed · </a:t>
            </a:r>
            <a:r>
              <a:rPr b="0">
                <a:solidFill>
                  <a:srgbClr val="73777F"/>
                </a:solidFill>
              </a:rPr>
              <a:t>useful elements, material gaps</a:t>
            </a:r>
          </a:p>
        </p:txBody>
      </p:sp>
      <p:sp>
        <p:nvSpPr>
          <p:cNvPr id="2739" name="TextBox 43"/>
          <p:cNvSpPr txBox="1"/>
          <p:nvPr/>
        </p:nvSpPr>
        <p:spPr>
          <a:xfrm>
            <a:off x="4617720" y="4183888"/>
            <a:ext cx="18812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10–39  weak · </a:t>
            </a:r>
            <a:r>
              <a:rPr b="0">
                <a:solidFill>
                  <a:srgbClr val="73777F"/>
                </a:solidFill>
              </a:rPr>
              <a:t>limited support or clarity</a:t>
            </a:r>
          </a:p>
        </p:txBody>
      </p:sp>
      <p:sp>
        <p:nvSpPr>
          <p:cNvPr id="2740" name="TextBox 44"/>
          <p:cNvSpPr txBox="1"/>
          <p:nvPr/>
        </p:nvSpPr>
        <p:spPr>
          <a:xfrm>
            <a:off x="4617720" y="4385055"/>
            <a:ext cx="18485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0–9  minimal · </a:t>
            </a:r>
            <a:r>
              <a:rPr b="0">
                <a:solidFill>
                  <a:srgbClr val="73777F"/>
                </a:solidFill>
              </a:rPr>
              <a:t>little usable justification</a:t>
            </a:r>
          </a:p>
        </p:txBody>
      </p:sp>
      <p:sp>
        <p:nvSpPr>
          <p:cNvPr id="2741" name="TextBox 45"/>
          <p:cNvSpPr txBox="1"/>
          <p:nvPr/>
        </p:nvSpPr>
        <p:spPr>
          <a:xfrm>
            <a:off x="4617720" y="4622800"/>
            <a:ext cx="19722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 ≥50  </a:t>
            </a:r>
            <a:r>
              <a:rPr>
                <a:solidFill>
                  <a:srgbClr val="111318"/>
                </a:solidFill>
              </a:rPr>
              <a:t>validated · </a:t>
            </a:r>
            <a:r>
              <a:rPr b="0">
                <a:solidFill>
                  <a:srgbClr val="73777F"/>
                </a:solidFill>
              </a:rPr>
              <a:t>display-quality threshold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CASE · RUSSIA / UKRAINE</a:t>
            </a:r>
          </a:p>
        </p:txBody>
      </p:sp>
      <p:sp>
        <p:nvSpPr>
          <p:cNvPr id="2744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claim. Different standard.</a:t>
            </a:r>
          </a:p>
        </p:txBody>
      </p:sp>
      <p:sp>
        <p:nvSpPr>
          <p:cNvPr id="2745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746" name="Connector 4"/>
          <p:cNvSpPr/>
          <p:nvPr/>
        </p:nvSpPr>
        <p:spPr>
          <a:xfrm flipH="1">
            <a:off x="6099047" y="1554479"/>
            <a:ext cx="1" cy="3694178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47" name="TextBox 5"/>
          <p:cNvSpPr txBox="1"/>
          <p:nvPr/>
        </p:nvSpPr>
        <p:spPr>
          <a:xfrm>
            <a:off x="804672" y="1517903"/>
            <a:ext cx="2578608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PLATFORM-SHOWN NOTE</a:t>
            </a:r>
          </a:p>
        </p:txBody>
      </p:sp>
      <p:sp>
        <p:nvSpPr>
          <p:cNvPr id="2748" name="TextBox 6"/>
          <p:cNvSpPr txBox="1"/>
          <p:nvPr/>
        </p:nvSpPr>
        <p:spPr>
          <a:xfrm>
            <a:off x="3246120" y="1527047"/>
            <a:ext cx="21579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 1741061371389743362</a:t>
            </a:r>
          </a:p>
        </p:txBody>
      </p:sp>
      <p:sp>
        <p:nvSpPr>
          <p:cNvPr id="2749" name="TextBox 7"/>
          <p:cNvSpPr txBox="1"/>
          <p:nvPr/>
        </p:nvSpPr>
        <p:spPr>
          <a:xfrm>
            <a:off x="3081527" y="1746504"/>
            <a:ext cx="23225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CURRENTLY_RATED_HELPFUL</a:t>
            </a:r>
          </a:p>
        </p:txBody>
      </p:sp>
      <p:sp>
        <p:nvSpPr>
          <p:cNvPr id="2750" name="TextBox 8"/>
          <p:cNvSpPr txBox="1"/>
          <p:nvPr/>
        </p:nvSpPr>
        <p:spPr>
          <a:xfrm>
            <a:off x="822960" y="1874518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83.7%</a:t>
            </a:r>
          </a:p>
        </p:txBody>
      </p:sp>
      <p:sp>
        <p:nvSpPr>
          <p:cNvPr id="2751" name="TextBox 9"/>
          <p:cNvSpPr txBox="1"/>
          <p:nvPr/>
        </p:nvSpPr>
        <p:spPr>
          <a:xfrm>
            <a:off x="2194560" y="2048255"/>
            <a:ext cx="15087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overall approval</a:t>
            </a:r>
          </a:p>
        </p:txBody>
      </p:sp>
      <p:sp>
        <p:nvSpPr>
          <p:cNvPr id="2752" name="TextBox 10"/>
          <p:cNvSpPr txBox="1"/>
          <p:nvPr/>
        </p:nvSpPr>
        <p:spPr>
          <a:xfrm>
            <a:off x="841247" y="2560320"/>
            <a:ext cx="138988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C0  57.5%</a:t>
            </a:r>
          </a:p>
        </p:txBody>
      </p:sp>
      <p:sp>
        <p:nvSpPr>
          <p:cNvPr id="2753" name="TextBox 11"/>
          <p:cNvSpPr txBox="1"/>
          <p:nvPr/>
        </p:nvSpPr>
        <p:spPr>
          <a:xfrm>
            <a:off x="2359151" y="2560320"/>
            <a:ext cx="138988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C1  93.8%</a:t>
            </a:r>
          </a:p>
        </p:txBody>
      </p:sp>
      <p:sp>
        <p:nvSpPr>
          <p:cNvPr id="2754" name="TextBox 12"/>
          <p:cNvSpPr txBox="1"/>
          <p:nvPr/>
        </p:nvSpPr>
        <p:spPr>
          <a:xfrm>
            <a:off x="4133086" y="2560320"/>
            <a:ext cx="111556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824 ratings</a:t>
            </a:r>
          </a:p>
        </p:txBody>
      </p:sp>
      <p:sp>
        <p:nvSpPr>
          <p:cNvPr id="2755" name="TextBox 13"/>
          <p:cNvSpPr txBox="1"/>
          <p:nvPr/>
        </p:nvSpPr>
        <p:spPr>
          <a:xfrm>
            <a:off x="841247" y="2980944"/>
            <a:ext cx="2651761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√(.575 × .938) = 73.4%</a:t>
            </a:r>
          </a:p>
        </p:txBody>
      </p:sp>
      <p:sp>
        <p:nvSpPr>
          <p:cNvPr id="2756" name="TextBox 14"/>
          <p:cNvSpPr txBox="1"/>
          <p:nvPr/>
        </p:nvSpPr>
        <p:spPr>
          <a:xfrm>
            <a:off x="3703320" y="3008376"/>
            <a:ext cx="153619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PLATFORM SHOWS</a:t>
            </a:r>
          </a:p>
        </p:txBody>
      </p:sp>
      <p:sp>
        <p:nvSpPr>
          <p:cNvPr id="2757" name="Connector 15"/>
          <p:cNvSpPr/>
          <p:nvPr/>
        </p:nvSpPr>
        <p:spPr>
          <a:xfrm>
            <a:off x="822960" y="3465576"/>
            <a:ext cx="4462272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8" name="TextBox 16"/>
          <p:cNvSpPr txBox="1"/>
          <p:nvPr/>
        </p:nvSpPr>
        <p:spPr>
          <a:xfrm>
            <a:off x="841247" y="3703320"/>
            <a:ext cx="4553713" cy="605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2759" name="TextBox 17"/>
          <p:cNvSpPr txBox="1"/>
          <p:nvPr/>
        </p:nvSpPr>
        <p:spPr>
          <a:xfrm>
            <a:off x="841248" y="4855464"/>
            <a:ext cx="40416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SOURCES  YouTube · Newsweek · Business Insider</a:t>
            </a:r>
          </a:p>
        </p:txBody>
      </p:sp>
      <p:sp>
        <p:nvSpPr>
          <p:cNvPr id="2760" name="TextBox 18"/>
          <p:cNvSpPr txBox="1"/>
          <p:nvPr/>
        </p:nvSpPr>
        <p:spPr>
          <a:xfrm>
            <a:off x="6419087" y="1517903"/>
            <a:ext cx="2907794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 / REPRESENTATIVE PICK</a:t>
            </a:r>
          </a:p>
        </p:txBody>
      </p:sp>
      <p:sp>
        <p:nvSpPr>
          <p:cNvPr id="2761" name="TextBox 19"/>
          <p:cNvSpPr txBox="1"/>
          <p:nvPr/>
        </p:nvSpPr>
        <p:spPr>
          <a:xfrm>
            <a:off x="9473183" y="1527047"/>
            <a:ext cx="18836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 1741110453764239596</a:t>
            </a:r>
          </a:p>
        </p:txBody>
      </p:sp>
      <p:sp>
        <p:nvSpPr>
          <p:cNvPr id="2762" name="TextBox 20"/>
          <p:cNvSpPr txBox="1"/>
          <p:nvPr/>
        </p:nvSpPr>
        <p:spPr>
          <a:xfrm>
            <a:off x="9418319" y="1746504"/>
            <a:ext cx="19385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NEEDS_MORE_RATINGS</a:t>
            </a:r>
          </a:p>
        </p:txBody>
      </p:sp>
      <p:sp>
        <p:nvSpPr>
          <p:cNvPr id="2763" name="TextBox 21"/>
          <p:cNvSpPr txBox="1"/>
          <p:nvPr/>
        </p:nvSpPr>
        <p:spPr>
          <a:xfrm>
            <a:off x="6437376" y="1874518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86.9%</a:t>
            </a:r>
          </a:p>
        </p:txBody>
      </p:sp>
      <p:sp>
        <p:nvSpPr>
          <p:cNvPr id="2764" name="TextBox 22"/>
          <p:cNvSpPr txBox="1"/>
          <p:nvPr/>
        </p:nvSpPr>
        <p:spPr>
          <a:xfrm>
            <a:off x="7808975" y="2048255"/>
            <a:ext cx="15087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overall approval</a:t>
            </a:r>
          </a:p>
        </p:txBody>
      </p:sp>
      <p:sp>
        <p:nvSpPr>
          <p:cNvPr id="2765" name="TextBox 23"/>
          <p:cNvSpPr txBox="1"/>
          <p:nvPr/>
        </p:nvSpPr>
        <p:spPr>
          <a:xfrm>
            <a:off x="9619488" y="2002535"/>
            <a:ext cx="17373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GEMMA  82/100</a:t>
            </a:r>
          </a:p>
        </p:txBody>
      </p:sp>
      <p:sp>
        <p:nvSpPr>
          <p:cNvPr id="2766" name="TextBox 24"/>
          <p:cNvSpPr txBox="1"/>
          <p:nvPr/>
        </p:nvSpPr>
        <p:spPr>
          <a:xfrm>
            <a:off x="6455664" y="2560320"/>
            <a:ext cx="138988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C0  66.5%</a:t>
            </a:r>
          </a:p>
        </p:txBody>
      </p:sp>
      <p:sp>
        <p:nvSpPr>
          <p:cNvPr id="2767" name="TextBox 25"/>
          <p:cNvSpPr txBox="1"/>
          <p:nvPr/>
        </p:nvSpPr>
        <p:spPr>
          <a:xfrm>
            <a:off x="7973568" y="2560320"/>
            <a:ext cx="138988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C1  95.2%</a:t>
            </a:r>
          </a:p>
        </p:txBody>
      </p:sp>
      <p:sp>
        <p:nvSpPr>
          <p:cNvPr id="2768" name="TextBox 26"/>
          <p:cNvSpPr txBox="1"/>
          <p:nvPr/>
        </p:nvSpPr>
        <p:spPr>
          <a:xfrm>
            <a:off x="10186416" y="2560320"/>
            <a:ext cx="111556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890 ratings</a:t>
            </a:r>
          </a:p>
        </p:txBody>
      </p:sp>
      <p:sp>
        <p:nvSpPr>
          <p:cNvPr id="2769" name="TextBox 27"/>
          <p:cNvSpPr txBox="1"/>
          <p:nvPr/>
        </p:nvSpPr>
        <p:spPr>
          <a:xfrm>
            <a:off x="6455664" y="2980944"/>
            <a:ext cx="2688336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√(.665 × .952) = 79.6%</a:t>
            </a:r>
          </a:p>
        </p:txBody>
      </p:sp>
      <p:sp>
        <p:nvSpPr>
          <p:cNvPr id="2770" name="TextBox 28"/>
          <p:cNvSpPr txBox="1"/>
          <p:nvPr/>
        </p:nvSpPr>
        <p:spPr>
          <a:xfrm>
            <a:off x="10104119" y="3008376"/>
            <a:ext cx="1197865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 PICKS</a:t>
            </a:r>
          </a:p>
        </p:txBody>
      </p:sp>
      <p:sp>
        <p:nvSpPr>
          <p:cNvPr id="2771" name="Connector 29"/>
          <p:cNvSpPr/>
          <p:nvPr/>
        </p:nvSpPr>
        <p:spPr>
          <a:xfrm>
            <a:off x="6437376" y="3465576"/>
            <a:ext cx="4919472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72" name="TextBox 30"/>
          <p:cNvSpPr txBox="1"/>
          <p:nvPr/>
        </p:nvSpPr>
        <p:spPr>
          <a:xfrm>
            <a:off x="6455664" y="3703320"/>
            <a:ext cx="4800601" cy="605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2773" name="TextBox 31"/>
          <p:cNvSpPr txBox="1"/>
          <p:nvPr/>
        </p:nvSpPr>
        <p:spPr>
          <a:xfrm>
            <a:off x="6455664" y="4855464"/>
            <a:ext cx="43342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SOURCES  Euractiv · Reuters · Brookings · Expats.cz</a:t>
            </a:r>
          </a:p>
        </p:txBody>
      </p:sp>
      <p:sp>
        <p:nvSpPr>
          <p:cNvPr id="2774" name="Connector 32"/>
          <p:cNvSpPr/>
          <p:nvPr/>
        </p:nvSpPr>
        <p:spPr>
          <a:xfrm>
            <a:off x="749807" y="5404103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75" name="TextBox 33"/>
          <p:cNvSpPr txBox="1"/>
          <p:nvPr/>
        </p:nvSpPr>
        <p:spPr>
          <a:xfrm>
            <a:off x="2011680" y="5687567"/>
            <a:ext cx="8183879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Cross-constituency selection favors the more neutral formulation</a:t>
            </a:r>
          </a:p>
        </p:txBody>
      </p:sp>
      <p:sp>
        <p:nvSpPr>
          <p:cNvPr id="2776" name="TextBox 3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Representative selection · canonical Gemma output</a:t>
            </a:r>
          </a:p>
        </p:txBody>
      </p:sp>
      <p:sp>
        <p:nvSpPr>
          <p:cNvPr id="2777" name="Rectangle"/>
          <p:cNvSpPr/>
          <p:nvPr/>
        </p:nvSpPr>
        <p:spPr>
          <a:xfrm>
            <a:off x="6428231" y="1460621"/>
            <a:ext cx="5319550" cy="36441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CASE · RUSSIA / UKRAINE</a:t>
            </a:r>
          </a:p>
        </p:txBody>
      </p:sp>
      <p:sp>
        <p:nvSpPr>
          <p:cNvPr id="278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claim. Different standard.</a:t>
            </a:r>
          </a:p>
        </p:txBody>
      </p:sp>
      <p:sp>
        <p:nvSpPr>
          <p:cNvPr id="2781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782" name="Connector 4"/>
          <p:cNvSpPr/>
          <p:nvPr/>
        </p:nvSpPr>
        <p:spPr>
          <a:xfrm flipH="1">
            <a:off x="6099047" y="1554479"/>
            <a:ext cx="1" cy="369417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83" name="TextBox 5"/>
          <p:cNvSpPr txBox="1"/>
          <p:nvPr/>
        </p:nvSpPr>
        <p:spPr>
          <a:xfrm>
            <a:off x="804672" y="1517903"/>
            <a:ext cx="2578608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PLATFORM-SHOWN NOTE</a:t>
            </a:r>
          </a:p>
        </p:txBody>
      </p:sp>
      <p:sp>
        <p:nvSpPr>
          <p:cNvPr id="2784" name="TextBox 6"/>
          <p:cNvSpPr txBox="1"/>
          <p:nvPr/>
        </p:nvSpPr>
        <p:spPr>
          <a:xfrm>
            <a:off x="3246120" y="1527047"/>
            <a:ext cx="21579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 1741061371389743362</a:t>
            </a:r>
          </a:p>
        </p:txBody>
      </p:sp>
      <p:sp>
        <p:nvSpPr>
          <p:cNvPr id="2785" name="TextBox 7"/>
          <p:cNvSpPr txBox="1"/>
          <p:nvPr/>
        </p:nvSpPr>
        <p:spPr>
          <a:xfrm>
            <a:off x="3081527" y="1746504"/>
            <a:ext cx="23225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CURRENTLY_RATED_HELPFUL</a:t>
            </a:r>
          </a:p>
        </p:txBody>
      </p:sp>
      <p:sp>
        <p:nvSpPr>
          <p:cNvPr id="2786" name="TextBox 8"/>
          <p:cNvSpPr txBox="1"/>
          <p:nvPr/>
        </p:nvSpPr>
        <p:spPr>
          <a:xfrm>
            <a:off x="822960" y="1874518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83.7%</a:t>
            </a:r>
          </a:p>
        </p:txBody>
      </p:sp>
      <p:sp>
        <p:nvSpPr>
          <p:cNvPr id="2787" name="TextBox 9"/>
          <p:cNvSpPr txBox="1"/>
          <p:nvPr/>
        </p:nvSpPr>
        <p:spPr>
          <a:xfrm>
            <a:off x="2194560" y="2048255"/>
            <a:ext cx="15087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overall approval</a:t>
            </a:r>
          </a:p>
        </p:txBody>
      </p:sp>
      <p:sp>
        <p:nvSpPr>
          <p:cNvPr id="2788" name="TextBox 10"/>
          <p:cNvSpPr txBox="1"/>
          <p:nvPr/>
        </p:nvSpPr>
        <p:spPr>
          <a:xfrm>
            <a:off x="841247" y="2560320"/>
            <a:ext cx="138989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C0  57.5%</a:t>
            </a:r>
          </a:p>
        </p:txBody>
      </p:sp>
      <p:sp>
        <p:nvSpPr>
          <p:cNvPr id="2789" name="TextBox 11"/>
          <p:cNvSpPr txBox="1"/>
          <p:nvPr/>
        </p:nvSpPr>
        <p:spPr>
          <a:xfrm>
            <a:off x="2359151" y="2560320"/>
            <a:ext cx="138988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C1  93.8%</a:t>
            </a:r>
          </a:p>
        </p:txBody>
      </p:sp>
      <p:sp>
        <p:nvSpPr>
          <p:cNvPr id="2790" name="TextBox 12"/>
          <p:cNvSpPr txBox="1"/>
          <p:nvPr/>
        </p:nvSpPr>
        <p:spPr>
          <a:xfrm>
            <a:off x="4133086" y="2560320"/>
            <a:ext cx="111556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824 ratings</a:t>
            </a:r>
          </a:p>
        </p:txBody>
      </p:sp>
      <p:sp>
        <p:nvSpPr>
          <p:cNvPr id="2791" name="TextBox 13"/>
          <p:cNvSpPr txBox="1"/>
          <p:nvPr/>
        </p:nvSpPr>
        <p:spPr>
          <a:xfrm>
            <a:off x="841247" y="2980944"/>
            <a:ext cx="265176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√(.575 × .938) = 73.4%</a:t>
            </a:r>
          </a:p>
        </p:txBody>
      </p:sp>
      <p:sp>
        <p:nvSpPr>
          <p:cNvPr id="2792" name="TextBox 14"/>
          <p:cNvSpPr txBox="1"/>
          <p:nvPr/>
        </p:nvSpPr>
        <p:spPr>
          <a:xfrm>
            <a:off x="3703320" y="3008376"/>
            <a:ext cx="153619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PLATFORM SHOWS</a:t>
            </a:r>
          </a:p>
        </p:txBody>
      </p:sp>
      <p:sp>
        <p:nvSpPr>
          <p:cNvPr id="2793" name="Connector 15"/>
          <p:cNvSpPr/>
          <p:nvPr/>
        </p:nvSpPr>
        <p:spPr>
          <a:xfrm>
            <a:off x="822960" y="3465576"/>
            <a:ext cx="4462272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94" name="TextBox 16"/>
          <p:cNvSpPr txBox="1"/>
          <p:nvPr/>
        </p:nvSpPr>
        <p:spPr>
          <a:xfrm>
            <a:off x="841247" y="3703320"/>
            <a:ext cx="4553713" cy="605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2795" name="TextBox 17"/>
          <p:cNvSpPr txBox="1"/>
          <p:nvPr/>
        </p:nvSpPr>
        <p:spPr>
          <a:xfrm>
            <a:off x="841248" y="4855464"/>
            <a:ext cx="40416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SOURCES  YouTube · Newsweek · Business Insider</a:t>
            </a:r>
          </a:p>
        </p:txBody>
      </p:sp>
      <p:sp>
        <p:nvSpPr>
          <p:cNvPr id="2796" name="TextBox 18"/>
          <p:cNvSpPr txBox="1"/>
          <p:nvPr/>
        </p:nvSpPr>
        <p:spPr>
          <a:xfrm>
            <a:off x="6419088" y="1517903"/>
            <a:ext cx="2907793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 / REPRESENTATIVE PICK</a:t>
            </a:r>
          </a:p>
        </p:txBody>
      </p:sp>
      <p:sp>
        <p:nvSpPr>
          <p:cNvPr id="2797" name="TextBox 19"/>
          <p:cNvSpPr txBox="1"/>
          <p:nvPr/>
        </p:nvSpPr>
        <p:spPr>
          <a:xfrm>
            <a:off x="9473183" y="1527047"/>
            <a:ext cx="18836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 1741110453764239596</a:t>
            </a:r>
          </a:p>
        </p:txBody>
      </p:sp>
      <p:sp>
        <p:nvSpPr>
          <p:cNvPr id="2798" name="TextBox 20"/>
          <p:cNvSpPr txBox="1"/>
          <p:nvPr/>
        </p:nvSpPr>
        <p:spPr>
          <a:xfrm>
            <a:off x="9418319" y="1746504"/>
            <a:ext cx="19385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NEEDS_MORE_RATINGS</a:t>
            </a:r>
          </a:p>
        </p:txBody>
      </p:sp>
      <p:sp>
        <p:nvSpPr>
          <p:cNvPr id="2799" name="TextBox 21"/>
          <p:cNvSpPr txBox="1"/>
          <p:nvPr/>
        </p:nvSpPr>
        <p:spPr>
          <a:xfrm>
            <a:off x="6437376" y="1874518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86.9%</a:t>
            </a:r>
          </a:p>
        </p:txBody>
      </p:sp>
      <p:sp>
        <p:nvSpPr>
          <p:cNvPr id="2800" name="TextBox 22"/>
          <p:cNvSpPr txBox="1"/>
          <p:nvPr/>
        </p:nvSpPr>
        <p:spPr>
          <a:xfrm>
            <a:off x="7808975" y="2048255"/>
            <a:ext cx="15087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overall approval</a:t>
            </a:r>
          </a:p>
        </p:txBody>
      </p:sp>
      <p:sp>
        <p:nvSpPr>
          <p:cNvPr id="2801" name="TextBox 23"/>
          <p:cNvSpPr txBox="1"/>
          <p:nvPr/>
        </p:nvSpPr>
        <p:spPr>
          <a:xfrm>
            <a:off x="9619488" y="2002535"/>
            <a:ext cx="17373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GEMMA  82/100</a:t>
            </a:r>
          </a:p>
        </p:txBody>
      </p:sp>
      <p:sp>
        <p:nvSpPr>
          <p:cNvPr id="2802" name="TextBox 24"/>
          <p:cNvSpPr txBox="1"/>
          <p:nvPr/>
        </p:nvSpPr>
        <p:spPr>
          <a:xfrm>
            <a:off x="6455664" y="2560320"/>
            <a:ext cx="138988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C0  66.5%</a:t>
            </a:r>
          </a:p>
        </p:txBody>
      </p:sp>
      <p:sp>
        <p:nvSpPr>
          <p:cNvPr id="2803" name="TextBox 25"/>
          <p:cNvSpPr txBox="1"/>
          <p:nvPr/>
        </p:nvSpPr>
        <p:spPr>
          <a:xfrm>
            <a:off x="7973568" y="2560320"/>
            <a:ext cx="138988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C1  95.2%</a:t>
            </a:r>
          </a:p>
        </p:txBody>
      </p:sp>
      <p:sp>
        <p:nvSpPr>
          <p:cNvPr id="2804" name="TextBox 26"/>
          <p:cNvSpPr txBox="1"/>
          <p:nvPr/>
        </p:nvSpPr>
        <p:spPr>
          <a:xfrm>
            <a:off x="10186416" y="2560320"/>
            <a:ext cx="111556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890 ratings</a:t>
            </a:r>
          </a:p>
        </p:txBody>
      </p:sp>
      <p:sp>
        <p:nvSpPr>
          <p:cNvPr id="2805" name="TextBox 27"/>
          <p:cNvSpPr txBox="1"/>
          <p:nvPr/>
        </p:nvSpPr>
        <p:spPr>
          <a:xfrm>
            <a:off x="6455664" y="2980944"/>
            <a:ext cx="2688336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√(.665 × .952) = 79.6%</a:t>
            </a:r>
          </a:p>
        </p:txBody>
      </p:sp>
      <p:sp>
        <p:nvSpPr>
          <p:cNvPr id="2806" name="TextBox 28"/>
          <p:cNvSpPr txBox="1"/>
          <p:nvPr/>
        </p:nvSpPr>
        <p:spPr>
          <a:xfrm>
            <a:off x="10104119" y="3008376"/>
            <a:ext cx="1197865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 PICKS</a:t>
            </a:r>
          </a:p>
        </p:txBody>
      </p:sp>
      <p:sp>
        <p:nvSpPr>
          <p:cNvPr id="2807" name="Connector 29"/>
          <p:cNvSpPr/>
          <p:nvPr/>
        </p:nvSpPr>
        <p:spPr>
          <a:xfrm>
            <a:off x="6437376" y="3465576"/>
            <a:ext cx="4919472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08" name="TextBox 30"/>
          <p:cNvSpPr txBox="1"/>
          <p:nvPr/>
        </p:nvSpPr>
        <p:spPr>
          <a:xfrm>
            <a:off x="6455664" y="3703320"/>
            <a:ext cx="4800601" cy="605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2809" name="TextBox 31"/>
          <p:cNvSpPr txBox="1"/>
          <p:nvPr/>
        </p:nvSpPr>
        <p:spPr>
          <a:xfrm>
            <a:off x="6455664" y="4855464"/>
            <a:ext cx="43342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SOURCES  Euractiv · Reuters · Brookings · Expats.cz</a:t>
            </a:r>
          </a:p>
        </p:txBody>
      </p:sp>
      <p:sp>
        <p:nvSpPr>
          <p:cNvPr id="2810" name="Connector 32"/>
          <p:cNvSpPr/>
          <p:nvPr/>
        </p:nvSpPr>
        <p:spPr>
          <a:xfrm>
            <a:off x="749807" y="5404103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11" name="TextBox 33"/>
          <p:cNvSpPr txBox="1"/>
          <p:nvPr/>
        </p:nvSpPr>
        <p:spPr>
          <a:xfrm>
            <a:off x="2011680" y="5687567"/>
            <a:ext cx="8183879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Cross-constituency selection favors the more neutral formulation</a:t>
            </a:r>
          </a:p>
        </p:txBody>
      </p:sp>
      <p:sp>
        <p:nvSpPr>
          <p:cNvPr id="2812" name="TextBox 3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Representative selection · canonical Gemma output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TextBox 2"/>
          <p:cNvSpPr txBox="1"/>
          <p:nvPr/>
        </p:nvSpPr>
        <p:spPr>
          <a:xfrm>
            <a:off x="831849" y="3199575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 · STAGE 2</a:t>
            </a:r>
          </a:p>
        </p:txBody>
      </p:sp>
      <p:sp>
        <p:nvSpPr>
          <p:cNvPr id="281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makes a note worth rescuing?</a:t>
            </a:r>
          </a:p>
        </p:txBody>
      </p:sp>
      <p:sp>
        <p:nvSpPr>
          <p:cNvPr id="2818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819" name="TextBox 4"/>
          <p:cNvSpPr txBox="1"/>
          <p:nvPr/>
        </p:nvSpPr>
        <p:spPr>
          <a:xfrm>
            <a:off x="768095" y="1536191"/>
            <a:ext cx="146304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MODEL SEES</a:t>
            </a:r>
          </a:p>
        </p:txBody>
      </p:sp>
      <p:sp>
        <p:nvSpPr>
          <p:cNvPr id="2820" name="Rounded Rectangle 5"/>
          <p:cNvSpPr/>
          <p:nvPr/>
        </p:nvSpPr>
        <p:spPr>
          <a:xfrm>
            <a:off x="841247" y="1874518"/>
            <a:ext cx="1993394" cy="2212849"/>
          </a:xfrm>
          <a:prstGeom prst="roundRect">
            <a:avLst>
              <a:gd name="adj" fmla="val 16667"/>
            </a:avLst>
          </a:prstGeom>
          <a:ln w="14604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1" name="Connector 6"/>
          <p:cNvSpPr/>
          <p:nvPr/>
        </p:nvSpPr>
        <p:spPr>
          <a:xfrm>
            <a:off x="1097280" y="2331720"/>
            <a:ext cx="1463041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2" name="Connector 7"/>
          <p:cNvSpPr/>
          <p:nvPr/>
        </p:nvSpPr>
        <p:spPr>
          <a:xfrm>
            <a:off x="1097280" y="2688335"/>
            <a:ext cx="1261873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3" name="Connector 8"/>
          <p:cNvSpPr/>
          <p:nvPr/>
        </p:nvSpPr>
        <p:spPr>
          <a:xfrm>
            <a:off x="1097280" y="3044951"/>
            <a:ext cx="1389889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4" name="Connector 9"/>
          <p:cNvSpPr/>
          <p:nvPr/>
        </p:nvSpPr>
        <p:spPr>
          <a:xfrm>
            <a:off x="1097280" y="3529584"/>
            <a:ext cx="1133857" cy="1"/>
          </a:xfrm>
          <a:prstGeom prst="line">
            <a:avLst/>
          </a:prstGeom>
          <a:ln w="228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5" name="TextBox 10"/>
          <p:cNvSpPr txBox="1"/>
          <p:nvPr/>
        </p:nvSpPr>
        <p:spPr>
          <a:xfrm>
            <a:off x="1097280" y="3675886"/>
            <a:ext cx="11704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SOURCE POINTER</a:t>
            </a:r>
          </a:p>
        </p:txBody>
      </p:sp>
      <p:sp>
        <p:nvSpPr>
          <p:cNvPr id="2826" name="TextBox 11"/>
          <p:cNvSpPr txBox="1"/>
          <p:nvPr/>
        </p:nvSpPr>
        <p:spPr>
          <a:xfrm>
            <a:off x="941832" y="4370832"/>
            <a:ext cx="138988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note text</a:t>
            </a:r>
          </a:p>
        </p:txBody>
      </p:sp>
      <p:sp>
        <p:nvSpPr>
          <p:cNvPr id="2827" name="TextBox 12"/>
          <p:cNvSpPr txBox="1"/>
          <p:nvPr/>
        </p:nvSpPr>
        <p:spPr>
          <a:xfrm>
            <a:off x="941832" y="4745735"/>
            <a:ext cx="184708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visible source pointer</a:t>
            </a:r>
          </a:p>
        </p:txBody>
      </p:sp>
      <p:sp>
        <p:nvSpPr>
          <p:cNvPr id="2828" name="TextBox 13"/>
          <p:cNvSpPr txBox="1"/>
          <p:nvPr/>
        </p:nvSpPr>
        <p:spPr>
          <a:xfrm>
            <a:off x="3054095" y="2916935"/>
            <a:ext cx="34747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829" name="TextBox 14"/>
          <p:cNvSpPr txBox="1"/>
          <p:nvPr/>
        </p:nvSpPr>
        <p:spPr>
          <a:xfrm>
            <a:off x="3675886" y="1536191"/>
            <a:ext cx="2103121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HOLISTIC JUDGMENT</a:t>
            </a:r>
          </a:p>
        </p:txBody>
      </p:sp>
      <p:sp>
        <p:nvSpPr>
          <p:cNvPr id="2830" name="Connector 15"/>
          <p:cNvSpPr/>
          <p:nvPr/>
        </p:nvSpPr>
        <p:spPr>
          <a:xfrm flipH="1">
            <a:off x="3808476" y="2057400"/>
            <a:ext cx="1" cy="2505457"/>
          </a:xfrm>
          <a:prstGeom prst="line">
            <a:avLst/>
          </a:prstGeom>
          <a:ln w="1524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31" name="Oval 16"/>
          <p:cNvSpPr/>
          <p:nvPr/>
        </p:nvSpPr>
        <p:spPr>
          <a:xfrm>
            <a:off x="3730752" y="2002535"/>
            <a:ext cx="155449" cy="15544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2" name="TextBox 17"/>
          <p:cNvSpPr txBox="1"/>
          <p:nvPr/>
        </p:nvSpPr>
        <p:spPr>
          <a:xfrm>
            <a:off x="4041647" y="1984248"/>
            <a:ext cx="331013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specific + traceable source pointer</a:t>
            </a:r>
          </a:p>
        </p:txBody>
      </p:sp>
      <p:sp>
        <p:nvSpPr>
          <p:cNvPr id="2833" name="Oval 18"/>
          <p:cNvSpPr/>
          <p:nvPr/>
        </p:nvSpPr>
        <p:spPr>
          <a:xfrm>
            <a:off x="3730752" y="2615183"/>
            <a:ext cx="155449" cy="15544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4" name="TextBox 19"/>
          <p:cNvSpPr txBox="1"/>
          <p:nvPr/>
        </p:nvSpPr>
        <p:spPr>
          <a:xfrm>
            <a:off x="4041647" y="2596895"/>
            <a:ext cx="331013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clear claim ↔ source connection</a:t>
            </a:r>
          </a:p>
        </p:txBody>
      </p:sp>
      <p:sp>
        <p:nvSpPr>
          <p:cNvPr id="2835" name="Oval 20"/>
          <p:cNvSpPr/>
          <p:nvPr/>
        </p:nvSpPr>
        <p:spPr>
          <a:xfrm>
            <a:off x="3730752" y="3227832"/>
            <a:ext cx="155449" cy="15544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6" name="TextBox 21"/>
          <p:cNvSpPr txBox="1"/>
          <p:nvPr/>
        </p:nvSpPr>
        <p:spPr>
          <a:xfrm>
            <a:off x="4041647" y="3209544"/>
            <a:ext cx="331013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self-contained explanation</a:t>
            </a:r>
          </a:p>
        </p:txBody>
      </p:sp>
      <p:sp>
        <p:nvSpPr>
          <p:cNvPr id="2837" name="Oval 22"/>
          <p:cNvSpPr/>
          <p:nvPr/>
        </p:nvSpPr>
        <p:spPr>
          <a:xfrm>
            <a:off x="3730752" y="3840479"/>
            <a:ext cx="155449" cy="15544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8" name="TextBox 23"/>
          <p:cNvSpPr txBox="1"/>
          <p:nvPr/>
        </p:nvSpPr>
        <p:spPr>
          <a:xfrm>
            <a:off x="4041647" y="3822191"/>
            <a:ext cx="331013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factual + neutral wording</a:t>
            </a:r>
          </a:p>
        </p:txBody>
      </p:sp>
      <p:sp>
        <p:nvSpPr>
          <p:cNvPr id="2839" name="Oval 24"/>
          <p:cNvSpPr/>
          <p:nvPr/>
        </p:nvSpPr>
        <p:spPr>
          <a:xfrm>
            <a:off x="3730752" y="4453127"/>
            <a:ext cx="155449" cy="15544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0" name="TextBox 25"/>
          <p:cNvSpPr txBox="1"/>
          <p:nvPr/>
        </p:nvSpPr>
        <p:spPr>
          <a:xfrm>
            <a:off x="4041647" y="4434840"/>
            <a:ext cx="331013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concise + constructive presentation</a:t>
            </a:r>
          </a:p>
        </p:txBody>
      </p:sp>
      <p:sp>
        <p:nvSpPr>
          <p:cNvPr id="2841" name="TextBox 26"/>
          <p:cNvSpPr txBox="1"/>
          <p:nvPr/>
        </p:nvSpPr>
        <p:spPr>
          <a:xfrm>
            <a:off x="7461504" y="2916935"/>
            <a:ext cx="34747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842" name="TextBox 27"/>
          <p:cNvSpPr txBox="1"/>
          <p:nvPr/>
        </p:nvSpPr>
        <p:spPr>
          <a:xfrm>
            <a:off x="7991856" y="1536191"/>
            <a:ext cx="1554481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0–100 SCORE</a:t>
            </a:r>
          </a:p>
        </p:txBody>
      </p:sp>
      <p:sp>
        <p:nvSpPr>
          <p:cNvPr id="2843" name="Connector 28"/>
          <p:cNvSpPr/>
          <p:nvPr/>
        </p:nvSpPr>
        <p:spPr>
          <a:xfrm>
            <a:off x="8247887" y="1947672"/>
            <a:ext cx="1" cy="1435609"/>
          </a:xfrm>
          <a:prstGeom prst="line">
            <a:avLst/>
          </a:prstGeom>
          <a:ln w="3810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44" name="Connector 29"/>
          <p:cNvSpPr/>
          <p:nvPr/>
        </p:nvSpPr>
        <p:spPr>
          <a:xfrm>
            <a:off x="8247888" y="3383279"/>
            <a:ext cx="1" cy="1408177"/>
          </a:xfrm>
          <a:prstGeom prst="line">
            <a:avLst/>
          </a:prstGeom>
          <a:ln w="381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45" name="Oval 30"/>
          <p:cNvSpPr/>
          <p:nvPr/>
        </p:nvSpPr>
        <p:spPr>
          <a:xfrm>
            <a:off x="8147304" y="3282696"/>
            <a:ext cx="201169" cy="201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6" name="TextBox 31"/>
          <p:cNvSpPr txBox="1"/>
          <p:nvPr/>
        </p:nvSpPr>
        <p:spPr>
          <a:xfrm>
            <a:off x="8503919" y="1901951"/>
            <a:ext cx="713233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90–100</a:t>
            </a:r>
          </a:p>
        </p:txBody>
      </p:sp>
      <p:sp>
        <p:nvSpPr>
          <p:cNvPr id="2847" name="TextBox 32"/>
          <p:cNvSpPr txBox="1"/>
          <p:nvPr/>
        </p:nvSpPr>
        <p:spPr>
          <a:xfrm>
            <a:off x="9372600" y="1901951"/>
            <a:ext cx="1572769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outstanding</a:t>
            </a:r>
          </a:p>
        </p:txBody>
      </p:sp>
      <p:sp>
        <p:nvSpPr>
          <p:cNvPr id="2848" name="TextBox 33"/>
          <p:cNvSpPr txBox="1"/>
          <p:nvPr/>
        </p:nvSpPr>
        <p:spPr>
          <a:xfrm>
            <a:off x="8503919" y="2432304"/>
            <a:ext cx="71323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70–89</a:t>
            </a:r>
          </a:p>
        </p:txBody>
      </p:sp>
      <p:sp>
        <p:nvSpPr>
          <p:cNvPr id="2849" name="TextBox 34"/>
          <p:cNvSpPr txBox="1"/>
          <p:nvPr/>
        </p:nvSpPr>
        <p:spPr>
          <a:xfrm>
            <a:off x="9372600" y="2432304"/>
            <a:ext cx="157276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strong</a:t>
            </a:r>
          </a:p>
        </p:txBody>
      </p:sp>
      <p:sp>
        <p:nvSpPr>
          <p:cNvPr id="2850" name="TextBox 35"/>
          <p:cNvSpPr txBox="1"/>
          <p:nvPr/>
        </p:nvSpPr>
        <p:spPr>
          <a:xfrm>
            <a:off x="8503919" y="2953511"/>
            <a:ext cx="713233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40–69</a:t>
            </a:r>
          </a:p>
        </p:txBody>
      </p:sp>
      <p:sp>
        <p:nvSpPr>
          <p:cNvPr id="2851" name="TextBox 36"/>
          <p:cNvSpPr txBox="1"/>
          <p:nvPr/>
        </p:nvSpPr>
        <p:spPr>
          <a:xfrm>
            <a:off x="9372600" y="2953511"/>
            <a:ext cx="1572769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mixed</a:t>
            </a:r>
          </a:p>
        </p:txBody>
      </p:sp>
      <p:sp>
        <p:nvSpPr>
          <p:cNvPr id="2852" name="TextBox 37"/>
          <p:cNvSpPr txBox="1"/>
          <p:nvPr/>
        </p:nvSpPr>
        <p:spPr>
          <a:xfrm>
            <a:off x="8503919" y="3968496"/>
            <a:ext cx="71323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10–39</a:t>
            </a:r>
          </a:p>
        </p:txBody>
      </p:sp>
      <p:sp>
        <p:nvSpPr>
          <p:cNvPr id="2853" name="TextBox 38"/>
          <p:cNvSpPr txBox="1"/>
          <p:nvPr/>
        </p:nvSpPr>
        <p:spPr>
          <a:xfrm>
            <a:off x="9372600" y="3968496"/>
            <a:ext cx="157276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weak</a:t>
            </a:r>
          </a:p>
        </p:txBody>
      </p:sp>
      <p:sp>
        <p:nvSpPr>
          <p:cNvPr id="2854" name="TextBox 39"/>
          <p:cNvSpPr txBox="1"/>
          <p:nvPr/>
        </p:nvSpPr>
        <p:spPr>
          <a:xfrm>
            <a:off x="8503919" y="4498847"/>
            <a:ext cx="71323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0–9</a:t>
            </a:r>
          </a:p>
        </p:txBody>
      </p:sp>
      <p:sp>
        <p:nvSpPr>
          <p:cNvPr id="2855" name="TextBox 40"/>
          <p:cNvSpPr txBox="1"/>
          <p:nvPr/>
        </p:nvSpPr>
        <p:spPr>
          <a:xfrm>
            <a:off x="9372600" y="4498847"/>
            <a:ext cx="157276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minimal</a:t>
            </a:r>
          </a:p>
        </p:txBody>
      </p:sp>
      <p:sp>
        <p:nvSpPr>
          <p:cNvPr id="2856" name="Connector 41"/>
          <p:cNvSpPr/>
          <p:nvPr/>
        </p:nvSpPr>
        <p:spPr>
          <a:xfrm>
            <a:off x="8119871" y="3383279"/>
            <a:ext cx="3035809" cy="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7" name="TextBox 42"/>
          <p:cNvSpPr txBox="1"/>
          <p:nvPr/>
        </p:nvSpPr>
        <p:spPr>
          <a:xfrm>
            <a:off x="7799830" y="3264408"/>
            <a:ext cx="25603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2858" name="TextBox 43"/>
          <p:cNvSpPr txBox="1"/>
          <p:nvPr/>
        </p:nvSpPr>
        <p:spPr>
          <a:xfrm>
            <a:off x="9162288" y="3493008"/>
            <a:ext cx="171907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≥50  VALIDATED</a:t>
            </a:r>
          </a:p>
        </p:txBody>
      </p:sp>
      <p:sp>
        <p:nvSpPr>
          <p:cNvPr id="2859" name="Connector 44"/>
          <p:cNvSpPr/>
          <p:nvPr/>
        </p:nvSpPr>
        <p:spPr>
          <a:xfrm>
            <a:off x="749807" y="5266944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60" name="TextBox 45"/>
          <p:cNvSpPr txBox="1"/>
          <p:nvPr/>
        </p:nvSpPr>
        <p:spPr>
          <a:xfrm>
            <a:off x="2212848" y="5577840"/>
            <a:ext cx="7818119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URL opening · No original post · Visible note quality only</a:t>
            </a:r>
          </a:p>
        </p:txBody>
      </p:sp>
      <p:sp>
        <p:nvSpPr>
          <p:cNvPr id="2861" name="TextBox 46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Canonical Gemma Stage-2 prompt · threshold ≥50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