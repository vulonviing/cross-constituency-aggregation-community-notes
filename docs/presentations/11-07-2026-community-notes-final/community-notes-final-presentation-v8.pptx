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9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4" y="3364991"/>
            <a:ext cx="438913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6" cy="148133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8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0" cy="6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2" cy="74067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8" cy="151790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48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1"/>
            <a:ext cx="6103250" cy="46945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71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95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0" y="698306"/>
            <a:ext cx="635017" cy="635017"/>
            <a:chOff x="-1" y="-1"/>
            <a:chExt cx="635015" cy="635015"/>
          </a:xfrm>
        </p:grpSpPr>
        <p:sp>
          <p:nvSpPr>
            <p:cNvPr id="217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4" y="698302"/>
            <a:ext cx="635017" cy="635017"/>
            <a:chOff x="-1" y="-1"/>
            <a:chExt cx="635015" cy="635015"/>
          </a:xfrm>
        </p:grpSpPr>
        <p:sp>
          <p:nvSpPr>
            <p:cNvPr id="221" name="Oval 22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0" y="317502"/>
              <a:ext cx="381008" cy="6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0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5" cy="1920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6" cy="31684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2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6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0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0" cy="6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4" cy="12687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2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1" cy="8915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4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9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Connector 8"/>
          <p:cNvSpPr/>
          <p:nvPr/>
        </p:nvSpPr>
        <p:spPr>
          <a:xfrm>
            <a:off x="1188719" y="2610611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10"/>
          <p:cNvSpPr/>
          <p:nvPr/>
        </p:nvSpPr>
        <p:spPr>
          <a:xfrm>
            <a:off x="1348738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Connector 13"/>
          <p:cNvSpPr/>
          <p:nvPr/>
        </p:nvSpPr>
        <p:spPr>
          <a:xfrm>
            <a:off x="3529584" y="2761488"/>
            <a:ext cx="78638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4"/>
          <p:cNvSpPr/>
          <p:nvPr/>
        </p:nvSpPr>
        <p:spPr>
          <a:xfrm>
            <a:off x="3529584" y="3072383"/>
            <a:ext cx="87782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5" name="Connector 16"/>
          <p:cNvSpPr/>
          <p:nvPr/>
        </p:nvSpPr>
        <p:spPr>
          <a:xfrm>
            <a:off x="237286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" name="Connector 20"/>
          <p:cNvSpPr/>
          <p:nvPr/>
        </p:nvSpPr>
        <p:spPr>
          <a:xfrm>
            <a:off x="2578604" y="2688333"/>
            <a:ext cx="694950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1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2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16" name="Connector 29"/>
          <p:cNvSpPr/>
          <p:nvPr/>
        </p:nvSpPr>
        <p:spPr>
          <a:xfrm>
            <a:off x="7011619" y="2437788"/>
            <a:ext cx="5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Connector 30"/>
          <p:cNvSpPr/>
          <p:nvPr/>
        </p:nvSpPr>
        <p:spPr>
          <a:xfrm>
            <a:off x="6860560" y="2588847"/>
            <a:ext cx="302123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1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5"/>
          <p:cNvSpPr/>
          <p:nvPr/>
        </p:nvSpPr>
        <p:spPr>
          <a:xfrm>
            <a:off x="8539781" y="2758948"/>
            <a:ext cx="78638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6"/>
          <p:cNvSpPr/>
          <p:nvPr/>
        </p:nvSpPr>
        <p:spPr>
          <a:xfrm>
            <a:off x="8539781" y="3069843"/>
            <a:ext cx="87782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5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0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3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50"/>
          <p:cNvSpPr/>
          <p:nvPr/>
        </p:nvSpPr>
        <p:spPr>
          <a:xfrm>
            <a:off x="10042906" y="2679444"/>
            <a:ext cx="44806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39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0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5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6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2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3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8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2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7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90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6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7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0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1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2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3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4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0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9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1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2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7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1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4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2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2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4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9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3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8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1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7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8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1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5" name="Rectangle"/>
          <p:cNvSpPr/>
          <p:nvPr/>
        </p:nvSpPr>
        <p:spPr>
          <a:xfrm>
            <a:off x="5919536" y="1436429"/>
            <a:ext cx="5479663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89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0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5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0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4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9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4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5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6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19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1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3" name="Rectangle"/>
          <p:cNvSpPr/>
          <p:nvPr/>
        </p:nvSpPr>
        <p:spPr>
          <a:xfrm>
            <a:off x="5919536" y="3945001"/>
            <a:ext cx="5479663" cy="21613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Rectangle"/>
          <p:cNvSpPr/>
          <p:nvPr/>
        </p:nvSpPr>
        <p:spPr>
          <a:xfrm>
            <a:off x="5994177" y="1402529"/>
            <a:ext cx="2226837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4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0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1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2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3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8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0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3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8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3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8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3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8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3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8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3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8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3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8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3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8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3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8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3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8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3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8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3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8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3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8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3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8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4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5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986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89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0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1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2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7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2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7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12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2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7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2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5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7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47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2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7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2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7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2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7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2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7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2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7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07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2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7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2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7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2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7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42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4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4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5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3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5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56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1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6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1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6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86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1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6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01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1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6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1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6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1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6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1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6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1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6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1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1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6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1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6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1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6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1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6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Connector 161"/>
          <p:cNvSpPr/>
          <p:nvPr/>
        </p:nvSpPr>
        <p:spPr>
          <a:xfrm>
            <a:off x="6492240" y="3246117"/>
            <a:ext cx="4681733" cy="6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62"/>
          <p:cNvSpPr/>
          <p:nvPr/>
        </p:nvSpPr>
        <p:spPr>
          <a:xfrm>
            <a:off x="3767328" y="2185416"/>
            <a:ext cx="2724916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63"/>
          <p:cNvSpPr/>
          <p:nvPr/>
        </p:nvSpPr>
        <p:spPr>
          <a:xfrm>
            <a:off x="3803903" y="2249421"/>
            <a:ext cx="2688339" cy="105156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4"/>
          <p:cNvSpPr/>
          <p:nvPr/>
        </p:nvSpPr>
        <p:spPr>
          <a:xfrm>
            <a:off x="2066542" y="2916932"/>
            <a:ext cx="4425703" cy="329189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5"/>
          <p:cNvSpPr/>
          <p:nvPr/>
        </p:nvSpPr>
        <p:spPr>
          <a:xfrm>
            <a:off x="2103120" y="2980943"/>
            <a:ext cx="4389121" cy="32004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6"/>
          <p:cNvSpPr/>
          <p:nvPr/>
        </p:nvSpPr>
        <p:spPr>
          <a:xfrm flipV="1">
            <a:off x="4389120" y="3246120"/>
            <a:ext cx="2103125" cy="40234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7"/>
          <p:cNvSpPr/>
          <p:nvPr/>
        </p:nvSpPr>
        <p:spPr>
          <a:xfrm flipV="1">
            <a:off x="4425696" y="3300984"/>
            <a:ext cx="2066547" cy="41148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8"/>
          <p:cNvSpPr/>
          <p:nvPr/>
        </p:nvSpPr>
        <p:spPr>
          <a:xfrm flipV="1">
            <a:off x="4352542" y="3374135"/>
            <a:ext cx="2139701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9"/>
          <p:cNvSpPr/>
          <p:nvPr/>
        </p:nvSpPr>
        <p:spPr>
          <a:xfrm>
            <a:off x="1810510" y="2834637"/>
            <a:ext cx="4681733" cy="30175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70"/>
          <p:cNvSpPr/>
          <p:nvPr/>
        </p:nvSpPr>
        <p:spPr>
          <a:xfrm>
            <a:off x="678484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0" name="Oval 171"/>
          <p:cNvSpPr/>
          <p:nvPr/>
        </p:nvSpPr>
        <p:spPr>
          <a:xfrm>
            <a:off x="7205471" y="3456432"/>
            <a:ext cx="82305" cy="823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1" name="Oval 172"/>
          <p:cNvSpPr/>
          <p:nvPr/>
        </p:nvSpPr>
        <p:spPr>
          <a:xfrm>
            <a:off x="7626094" y="3017520"/>
            <a:ext cx="100593" cy="100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2" name="Oval 173"/>
          <p:cNvSpPr/>
          <p:nvPr/>
        </p:nvSpPr>
        <p:spPr>
          <a:xfrm>
            <a:off x="8247888" y="3364991"/>
            <a:ext cx="73161" cy="7316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3" name="Oval 174"/>
          <p:cNvSpPr/>
          <p:nvPr/>
        </p:nvSpPr>
        <p:spPr>
          <a:xfrm>
            <a:off x="8887968" y="2926077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4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5" name="Oval 176"/>
          <p:cNvSpPr/>
          <p:nvPr/>
        </p:nvSpPr>
        <p:spPr>
          <a:xfrm>
            <a:off x="9765792" y="2889504"/>
            <a:ext cx="146313" cy="1463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6" name="Oval 177"/>
          <p:cNvSpPr/>
          <p:nvPr/>
        </p:nvSpPr>
        <p:spPr>
          <a:xfrm>
            <a:off x="10241280" y="3310128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7" name="Oval 178"/>
          <p:cNvSpPr/>
          <p:nvPr/>
        </p:nvSpPr>
        <p:spPr>
          <a:xfrm>
            <a:off x="10735056" y="2980944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8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29" name="TextBox 180"/>
          <p:cNvSpPr txBox="1"/>
          <p:nvPr/>
        </p:nvSpPr>
        <p:spPr>
          <a:xfrm>
            <a:off x="7424925" y="4315967"/>
            <a:ext cx="914405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0" name="TextBox 181"/>
          <p:cNvSpPr txBox="1"/>
          <p:nvPr/>
        </p:nvSpPr>
        <p:spPr>
          <a:xfrm>
            <a:off x="8016306" y="4477013"/>
            <a:ext cx="15087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1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2" name="TextBox 183"/>
          <p:cNvSpPr txBox="1"/>
          <p:nvPr/>
        </p:nvSpPr>
        <p:spPr>
          <a:xfrm>
            <a:off x="10634471" y="4489703"/>
            <a:ext cx="10515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3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5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36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37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34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341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2" name="Connector 4"/>
          <p:cNvSpPr/>
          <p:nvPr/>
        </p:nvSpPr>
        <p:spPr>
          <a:xfrm flipH="1">
            <a:off x="4005071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Connector 5"/>
          <p:cNvSpPr/>
          <p:nvPr/>
        </p:nvSpPr>
        <p:spPr>
          <a:xfrm>
            <a:off x="8010142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34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Connector 8"/>
          <p:cNvSpPr/>
          <p:nvPr/>
        </p:nvSpPr>
        <p:spPr>
          <a:xfrm>
            <a:off x="1042416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21"/>
          <p:cNvSpPr/>
          <p:nvPr/>
        </p:nvSpPr>
        <p:spPr>
          <a:xfrm>
            <a:off x="1572766" y="2514599"/>
            <a:ext cx="201171" cy="20117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36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36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36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36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37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37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38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39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39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39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39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395" name="TextBox 62"/>
          <p:cNvSpPr txBox="1"/>
          <p:nvPr/>
        </p:nvSpPr>
        <p:spPr>
          <a:xfrm>
            <a:off x="8229599" y="2395727"/>
            <a:ext cx="1097283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39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39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398" name="Connector 65"/>
          <p:cNvSpPr/>
          <p:nvPr/>
        </p:nvSpPr>
        <p:spPr>
          <a:xfrm>
            <a:off x="8229599" y="3328415"/>
            <a:ext cx="3035810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00" name="TextBox 67"/>
          <p:cNvSpPr txBox="1"/>
          <p:nvPr/>
        </p:nvSpPr>
        <p:spPr>
          <a:xfrm>
            <a:off x="8229599" y="3968496"/>
            <a:ext cx="502922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0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0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0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0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0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Rectangle"/>
          <p:cNvSpPr/>
          <p:nvPr/>
        </p:nvSpPr>
        <p:spPr>
          <a:xfrm>
            <a:off x="3742044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1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15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18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43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438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43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440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1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7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451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45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453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7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0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1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3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464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465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466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467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468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469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470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471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73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74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7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76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7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79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Rectangle"/>
          <p:cNvSpPr/>
          <p:nvPr/>
        </p:nvSpPr>
        <p:spPr>
          <a:xfrm>
            <a:off x="6594474" y="1460623"/>
            <a:ext cx="5153308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4" name="Rectangle"/>
          <p:cNvSpPr/>
          <p:nvPr/>
        </p:nvSpPr>
        <p:spPr>
          <a:xfrm>
            <a:off x="4145505" y="3414910"/>
            <a:ext cx="7729275" cy="1691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8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89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92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3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8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3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1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12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1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14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3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4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25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2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27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8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9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0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38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39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40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41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4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43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44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45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47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48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4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50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5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53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Rectangle"/>
          <p:cNvSpPr/>
          <p:nvPr/>
        </p:nvSpPr>
        <p:spPr>
          <a:xfrm>
            <a:off x="6594475" y="1460623"/>
            <a:ext cx="5153306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6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6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62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3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6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9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8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8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8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8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9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9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0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1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1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1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1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15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1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1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18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20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2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2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2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2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2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63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634" name="Connector 4"/>
          <p:cNvSpPr/>
          <p:nvPr/>
        </p:nvSpPr>
        <p:spPr>
          <a:xfrm flipH="1">
            <a:off x="4160520" y="1627631"/>
            <a:ext cx="4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636" name="TextBox 6"/>
          <p:cNvSpPr txBox="1"/>
          <p:nvPr/>
        </p:nvSpPr>
        <p:spPr>
          <a:xfrm>
            <a:off x="877824" y="2212848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637" name="Oval 7"/>
          <p:cNvSpPr/>
          <p:nvPr/>
        </p:nvSpPr>
        <p:spPr>
          <a:xfrm>
            <a:off x="932688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8" name="Oval 8"/>
          <p:cNvSpPr/>
          <p:nvPr/>
        </p:nvSpPr>
        <p:spPr>
          <a:xfrm>
            <a:off x="1243583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9" name="Oval 9"/>
          <p:cNvSpPr/>
          <p:nvPr/>
        </p:nvSpPr>
        <p:spPr>
          <a:xfrm>
            <a:off x="1554480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0" name="Oval 10"/>
          <p:cNvSpPr/>
          <p:nvPr/>
        </p:nvSpPr>
        <p:spPr>
          <a:xfrm>
            <a:off x="1865376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1" name="Oval 11"/>
          <p:cNvSpPr/>
          <p:nvPr/>
        </p:nvSpPr>
        <p:spPr>
          <a:xfrm>
            <a:off x="932688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2" name="Oval 12"/>
          <p:cNvSpPr/>
          <p:nvPr/>
        </p:nvSpPr>
        <p:spPr>
          <a:xfrm>
            <a:off x="1243583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3" name="Oval 13"/>
          <p:cNvSpPr/>
          <p:nvPr/>
        </p:nvSpPr>
        <p:spPr>
          <a:xfrm>
            <a:off x="1554480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4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5" name="TextBox 15"/>
          <p:cNvSpPr txBox="1"/>
          <p:nvPr/>
        </p:nvSpPr>
        <p:spPr>
          <a:xfrm>
            <a:off x="877824" y="3319271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646" name="Oval 16"/>
          <p:cNvSpPr/>
          <p:nvPr/>
        </p:nvSpPr>
        <p:spPr>
          <a:xfrm>
            <a:off x="932688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7" name="Oval 17"/>
          <p:cNvSpPr/>
          <p:nvPr/>
        </p:nvSpPr>
        <p:spPr>
          <a:xfrm>
            <a:off x="1243583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8" name="Oval 18"/>
          <p:cNvSpPr/>
          <p:nvPr/>
        </p:nvSpPr>
        <p:spPr>
          <a:xfrm>
            <a:off x="1554480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9" name="Oval 19"/>
          <p:cNvSpPr/>
          <p:nvPr/>
        </p:nvSpPr>
        <p:spPr>
          <a:xfrm>
            <a:off x="1865376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0" name="Oval 20"/>
          <p:cNvSpPr/>
          <p:nvPr/>
        </p:nvSpPr>
        <p:spPr>
          <a:xfrm>
            <a:off x="932688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1" name="Oval 21"/>
          <p:cNvSpPr/>
          <p:nvPr/>
        </p:nvSpPr>
        <p:spPr>
          <a:xfrm>
            <a:off x="1243583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2" name="Oval 22"/>
          <p:cNvSpPr/>
          <p:nvPr/>
        </p:nvSpPr>
        <p:spPr>
          <a:xfrm>
            <a:off x="1554480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3" name="Connector 23"/>
          <p:cNvSpPr/>
          <p:nvPr/>
        </p:nvSpPr>
        <p:spPr>
          <a:xfrm>
            <a:off x="2660904" y="2752344"/>
            <a:ext cx="521209" cy="301756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Connector 24"/>
          <p:cNvSpPr/>
          <p:nvPr/>
        </p:nvSpPr>
        <p:spPr>
          <a:xfrm flipV="1">
            <a:off x="2660904" y="3246120"/>
            <a:ext cx="521209" cy="57607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5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656" name="TextBox 29"/>
          <p:cNvSpPr txBox="1"/>
          <p:nvPr/>
        </p:nvSpPr>
        <p:spPr>
          <a:xfrm>
            <a:off x="4663440" y="2048255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657" name="Oval 30"/>
          <p:cNvSpPr/>
          <p:nvPr/>
        </p:nvSpPr>
        <p:spPr>
          <a:xfrm>
            <a:off x="6437376" y="2020821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8" name="TextBox 31"/>
          <p:cNvSpPr txBox="1"/>
          <p:nvPr/>
        </p:nvSpPr>
        <p:spPr>
          <a:xfrm>
            <a:off x="6437376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659" name="TextBox 32"/>
          <p:cNvSpPr txBox="1"/>
          <p:nvPr/>
        </p:nvSpPr>
        <p:spPr>
          <a:xfrm>
            <a:off x="6720840" y="2057399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Oval 33"/>
          <p:cNvSpPr/>
          <p:nvPr/>
        </p:nvSpPr>
        <p:spPr>
          <a:xfrm>
            <a:off x="6931152" y="2020821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1" name="TextBox 34"/>
          <p:cNvSpPr txBox="1"/>
          <p:nvPr/>
        </p:nvSpPr>
        <p:spPr>
          <a:xfrm>
            <a:off x="6931152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662" name="TextBox 35"/>
          <p:cNvSpPr txBox="1"/>
          <p:nvPr/>
        </p:nvSpPr>
        <p:spPr>
          <a:xfrm>
            <a:off x="7443216" y="2029966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666" name="Group"/>
          <p:cNvGrpSpPr/>
          <p:nvPr/>
        </p:nvGrpSpPr>
        <p:grpSpPr>
          <a:xfrm>
            <a:off x="7827264" y="2020821"/>
            <a:ext cx="246895" cy="246895"/>
            <a:chOff x="0" y="0"/>
            <a:chExt cx="246894" cy="246894"/>
          </a:xfrm>
        </p:grpSpPr>
        <p:sp>
          <p:nvSpPr>
            <p:cNvPr id="1663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64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667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668" name="Connector 40"/>
          <p:cNvSpPr/>
          <p:nvPr/>
        </p:nvSpPr>
        <p:spPr>
          <a:xfrm>
            <a:off x="4663440" y="2679192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9" name="TextBox 41"/>
          <p:cNvSpPr txBox="1"/>
          <p:nvPr/>
        </p:nvSpPr>
        <p:spPr>
          <a:xfrm>
            <a:off x="4663440" y="3172966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670" name="Oval 42"/>
          <p:cNvSpPr/>
          <p:nvPr/>
        </p:nvSpPr>
        <p:spPr>
          <a:xfrm>
            <a:off x="6437376" y="3145532"/>
            <a:ext cx="246895" cy="24689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1" name="TextBox 43"/>
          <p:cNvSpPr txBox="1"/>
          <p:nvPr/>
        </p:nvSpPr>
        <p:spPr>
          <a:xfrm>
            <a:off x="6437376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72" name="TextBox 44"/>
          <p:cNvSpPr txBox="1"/>
          <p:nvPr/>
        </p:nvSpPr>
        <p:spPr>
          <a:xfrm>
            <a:off x="6720840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3" name="Oval 45"/>
          <p:cNvSpPr/>
          <p:nvPr/>
        </p:nvSpPr>
        <p:spPr>
          <a:xfrm>
            <a:off x="6931152" y="3145532"/>
            <a:ext cx="246895" cy="246896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4" name="TextBox 46"/>
          <p:cNvSpPr txBox="1"/>
          <p:nvPr/>
        </p:nvSpPr>
        <p:spPr>
          <a:xfrm>
            <a:off x="6931152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675" name="TextBox 47"/>
          <p:cNvSpPr txBox="1"/>
          <p:nvPr/>
        </p:nvSpPr>
        <p:spPr>
          <a:xfrm>
            <a:off x="7214616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6" name="Oval 48"/>
          <p:cNvSpPr/>
          <p:nvPr/>
        </p:nvSpPr>
        <p:spPr>
          <a:xfrm>
            <a:off x="7424928" y="3145532"/>
            <a:ext cx="246895" cy="24689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7" name="TextBox 49"/>
          <p:cNvSpPr txBox="1"/>
          <p:nvPr/>
        </p:nvSpPr>
        <p:spPr>
          <a:xfrm>
            <a:off x="7424928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78" name="TextBox 50"/>
          <p:cNvSpPr txBox="1"/>
          <p:nvPr/>
        </p:nvSpPr>
        <p:spPr>
          <a:xfrm>
            <a:off x="7936992" y="3154677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79" name="Oval 51"/>
          <p:cNvSpPr/>
          <p:nvPr/>
        </p:nvSpPr>
        <p:spPr>
          <a:xfrm>
            <a:off x="8321040" y="3145532"/>
            <a:ext cx="246895" cy="246896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0" name="TextBox 52"/>
          <p:cNvSpPr txBox="1"/>
          <p:nvPr/>
        </p:nvSpPr>
        <p:spPr>
          <a:xfrm>
            <a:off x="8321040" y="3214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681" name="TextBox 53"/>
          <p:cNvSpPr txBox="1"/>
          <p:nvPr/>
        </p:nvSpPr>
        <p:spPr>
          <a:xfrm>
            <a:off x="9326880" y="3163821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682" name="Connector 54"/>
          <p:cNvSpPr/>
          <p:nvPr/>
        </p:nvSpPr>
        <p:spPr>
          <a:xfrm>
            <a:off x="4663440" y="3803903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TextBox 55"/>
          <p:cNvSpPr txBox="1"/>
          <p:nvPr/>
        </p:nvSpPr>
        <p:spPr>
          <a:xfrm>
            <a:off x="4663440" y="4297679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684" name="Oval 56"/>
          <p:cNvSpPr/>
          <p:nvPr/>
        </p:nvSpPr>
        <p:spPr>
          <a:xfrm>
            <a:off x="6437376" y="4270247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5" name="TextBox 57"/>
          <p:cNvSpPr txBox="1"/>
          <p:nvPr/>
        </p:nvSpPr>
        <p:spPr>
          <a:xfrm>
            <a:off x="6437376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686" name="TextBox 58"/>
          <p:cNvSpPr txBox="1"/>
          <p:nvPr/>
        </p:nvSpPr>
        <p:spPr>
          <a:xfrm>
            <a:off x="6720840" y="4306823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87" name="Oval 59"/>
          <p:cNvSpPr/>
          <p:nvPr/>
        </p:nvSpPr>
        <p:spPr>
          <a:xfrm>
            <a:off x="6931152" y="4270247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8" name="TextBox 60"/>
          <p:cNvSpPr txBox="1"/>
          <p:nvPr/>
        </p:nvSpPr>
        <p:spPr>
          <a:xfrm>
            <a:off x="6931152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689" name="TextBox 61"/>
          <p:cNvSpPr txBox="1"/>
          <p:nvPr/>
        </p:nvSpPr>
        <p:spPr>
          <a:xfrm>
            <a:off x="7443216" y="4279391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90" name="Oval 62"/>
          <p:cNvSpPr/>
          <p:nvPr/>
        </p:nvSpPr>
        <p:spPr>
          <a:xfrm>
            <a:off x="7827264" y="4270247"/>
            <a:ext cx="246895" cy="2468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1" name="Connector 63"/>
          <p:cNvSpPr/>
          <p:nvPr/>
        </p:nvSpPr>
        <p:spPr>
          <a:xfrm>
            <a:off x="7872983" y="4389120"/>
            <a:ext cx="45724" cy="45724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64"/>
          <p:cNvSpPr/>
          <p:nvPr/>
        </p:nvSpPr>
        <p:spPr>
          <a:xfrm flipV="1">
            <a:off x="7918704" y="4325111"/>
            <a:ext cx="91444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694" name="Connector 66"/>
          <p:cNvSpPr/>
          <p:nvPr/>
        </p:nvSpPr>
        <p:spPr>
          <a:xfrm>
            <a:off x="749805" y="5230367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TextBox 67"/>
          <p:cNvSpPr txBox="1"/>
          <p:nvPr/>
        </p:nvSpPr>
        <p:spPr>
          <a:xfrm>
            <a:off x="841246" y="5532120"/>
            <a:ext cx="315468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696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697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701" name="Group"/>
          <p:cNvGrpSpPr/>
          <p:nvPr/>
        </p:nvGrpSpPr>
        <p:grpSpPr>
          <a:xfrm>
            <a:off x="3260342" y="3017771"/>
            <a:ext cx="246895" cy="246895"/>
            <a:chOff x="0" y="0"/>
            <a:chExt cx="246894" cy="246894"/>
          </a:xfrm>
        </p:grpSpPr>
        <p:sp>
          <p:nvSpPr>
            <p:cNvPr id="1698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99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70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705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06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707" name="TextBox 5"/>
          <p:cNvSpPr txBox="1"/>
          <p:nvPr/>
        </p:nvSpPr>
        <p:spPr>
          <a:xfrm>
            <a:off x="4462269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708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709" name="Connector 7"/>
          <p:cNvSpPr/>
          <p:nvPr/>
        </p:nvSpPr>
        <p:spPr>
          <a:xfrm flipH="1">
            <a:off x="122529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0" name="Connector 8"/>
          <p:cNvSpPr/>
          <p:nvPr/>
        </p:nvSpPr>
        <p:spPr>
          <a:xfrm flipH="1">
            <a:off x="158191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1" name="Connector 9"/>
          <p:cNvSpPr/>
          <p:nvPr/>
        </p:nvSpPr>
        <p:spPr>
          <a:xfrm flipH="1">
            <a:off x="1938527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2" name="Connector 10"/>
          <p:cNvSpPr/>
          <p:nvPr/>
        </p:nvSpPr>
        <p:spPr>
          <a:xfrm flipH="1">
            <a:off x="229514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3" name="Connector 11"/>
          <p:cNvSpPr/>
          <p:nvPr/>
        </p:nvSpPr>
        <p:spPr>
          <a:xfrm flipH="1">
            <a:off x="2651760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Connector 12"/>
          <p:cNvSpPr/>
          <p:nvPr/>
        </p:nvSpPr>
        <p:spPr>
          <a:xfrm flipH="1">
            <a:off x="3008376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5" name="Connector 13"/>
          <p:cNvSpPr/>
          <p:nvPr/>
        </p:nvSpPr>
        <p:spPr>
          <a:xfrm flipH="1">
            <a:off x="336499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6" name="Connector 14"/>
          <p:cNvSpPr/>
          <p:nvPr/>
        </p:nvSpPr>
        <p:spPr>
          <a:xfrm flipH="1">
            <a:off x="3721608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Connector 15"/>
          <p:cNvSpPr/>
          <p:nvPr/>
        </p:nvSpPr>
        <p:spPr>
          <a:xfrm>
            <a:off x="1225294" y="214883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8" name="Connector 16"/>
          <p:cNvSpPr/>
          <p:nvPr/>
        </p:nvSpPr>
        <p:spPr>
          <a:xfrm>
            <a:off x="1225294" y="254203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9" name="Connector 17"/>
          <p:cNvSpPr/>
          <p:nvPr/>
        </p:nvSpPr>
        <p:spPr>
          <a:xfrm>
            <a:off x="1225294" y="293522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Connector 18"/>
          <p:cNvSpPr/>
          <p:nvPr/>
        </p:nvSpPr>
        <p:spPr>
          <a:xfrm>
            <a:off x="1225294" y="3328415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1" name="Connector 19"/>
          <p:cNvSpPr/>
          <p:nvPr/>
        </p:nvSpPr>
        <p:spPr>
          <a:xfrm>
            <a:off x="1225294" y="372160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2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Connector 21"/>
          <p:cNvSpPr/>
          <p:nvPr/>
        </p:nvSpPr>
        <p:spPr>
          <a:xfrm>
            <a:off x="1225294" y="450799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4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25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6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7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9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0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1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2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3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4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5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6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7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8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9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0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1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2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3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4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5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6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7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8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9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1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2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3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4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55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7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8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9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0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761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762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63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63"/>
          <p:cNvSpPr/>
          <p:nvPr/>
        </p:nvSpPr>
        <p:spPr>
          <a:xfrm>
            <a:off x="5202935" y="2212848"/>
            <a:ext cx="484636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65"/>
          <p:cNvSpPr/>
          <p:nvPr/>
        </p:nvSpPr>
        <p:spPr>
          <a:xfrm flipH="1">
            <a:off x="5440679" y="2532888"/>
            <a:ext cx="246892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Connector 67"/>
          <p:cNvSpPr/>
          <p:nvPr/>
        </p:nvSpPr>
        <p:spPr>
          <a:xfrm flipV="1">
            <a:off x="4864608" y="2971799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69"/>
          <p:cNvSpPr/>
          <p:nvPr/>
        </p:nvSpPr>
        <p:spPr>
          <a:xfrm>
            <a:off x="5943598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70"/>
          <p:cNvSpPr/>
          <p:nvPr/>
        </p:nvSpPr>
        <p:spPr>
          <a:xfrm flipV="1">
            <a:off x="6355079" y="2953511"/>
            <a:ext cx="365764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Connector 71"/>
          <p:cNvSpPr/>
          <p:nvPr/>
        </p:nvSpPr>
        <p:spPr>
          <a:xfrm flipV="1">
            <a:off x="6720840" y="2514599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72"/>
          <p:cNvSpPr/>
          <p:nvPr/>
        </p:nvSpPr>
        <p:spPr>
          <a:xfrm flipV="1">
            <a:off x="6720840" y="2743200"/>
            <a:ext cx="877828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74"/>
          <p:cNvSpPr/>
          <p:nvPr/>
        </p:nvSpPr>
        <p:spPr>
          <a:xfrm>
            <a:off x="7159752" y="2514599"/>
            <a:ext cx="438916" cy="22860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8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9" name="Connector 77"/>
          <p:cNvSpPr/>
          <p:nvPr/>
        </p:nvSpPr>
        <p:spPr>
          <a:xfrm>
            <a:off x="6940294" y="3538727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0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1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2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3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4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5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6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7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8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9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0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1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2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3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4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5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6" name="Oval 94"/>
          <p:cNvSpPr/>
          <p:nvPr/>
        </p:nvSpPr>
        <p:spPr>
          <a:xfrm>
            <a:off x="9272016" y="213969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7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8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9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0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1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2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3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4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5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6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7" name="Oval 105"/>
          <p:cNvSpPr/>
          <p:nvPr/>
        </p:nvSpPr>
        <p:spPr>
          <a:xfrm>
            <a:off x="10844783" y="3675886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8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9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0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1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812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813" name="Connector 111"/>
          <p:cNvSpPr/>
          <p:nvPr/>
        </p:nvSpPr>
        <p:spPr>
          <a:xfrm>
            <a:off x="749805" y="5248654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815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1816" name="Rectangle"/>
          <p:cNvSpPr/>
          <p:nvPr/>
        </p:nvSpPr>
        <p:spPr>
          <a:xfrm>
            <a:off x="3742045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1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2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21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822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823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824" name="Connector 7"/>
          <p:cNvSpPr/>
          <p:nvPr/>
        </p:nvSpPr>
        <p:spPr>
          <a:xfrm flipH="1">
            <a:off x="122529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Connector 8"/>
          <p:cNvSpPr/>
          <p:nvPr/>
        </p:nvSpPr>
        <p:spPr>
          <a:xfrm flipH="1">
            <a:off x="1581910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6" name="Connector 9"/>
          <p:cNvSpPr/>
          <p:nvPr/>
        </p:nvSpPr>
        <p:spPr>
          <a:xfrm flipH="1">
            <a:off x="193852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7" name="Connector 10"/>
          <p:cNvSpPr/>
          <p:nvPr/>
        </p:nvSpPr>
        <p:spPr>
          <a:xfrm flipH="1">
            <a:off x="229514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Connector 11"/>
          <p:cNvSpPr/>
          <p:nvPr/>
        </p:nvSpPr>
        <p:spPr>
          <a:xfrm flipH="1">
            <a:off x="265175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Connector 12"/>
          <p:cNvSpPr/>
          <p:nvPr/>
        </p:nvSpPr>
        <p:spPr>
          <a:xfrm flipH="1">
            <a:off x="3008375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0" name="Connector 13"/>
          <p:cNvSpPr/>
          <p:nvPr/>
        </p:nvSpPr>
        <p:spPr>
          <a:xfrm flipH="1">
            <a:off x="336498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Connector 14"/>
          <p:cNvSpPr/>
          <p:nvPr/>
        </p:nvSpPr>
        <p:spPr>
          <a:xfrm flipH="1">
            <a:off x="372160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2" name="Connector 15"/>
          <p:cNvSpPr/>
          <p:nvPr/>
        </p:nvSpPr>
        <p:spPr>
          <a:xfrm>
            <a:off x="1225294" y="2148837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3" name="Connector 16"/>
          <p:cNvSpPr/>
          <p:nvPr/>
        </p:nvSpPr>
        <p:spPr>
          <a:xfrm>
            <a:off x="1225294" y="254203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4" name="Connector 17"/>
          <p:cNvSpPr/>
          <p:nvPr/>
        </p:nvSpPr>
        <p:spPr>
          <a:xfrm>
            <a:off x="1225294" y="293522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5" name="Connector 18"/>
          <p:cNvSpPr/>
          <p:nvPr/>
        </p:nvSpPr>
        <p:spPr>
          <a:xfrm>
            <a:off x="1225294" y="3328413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Connector 19"/>
          <p:cNvSpPr/>
          <p:nvPr/>
        </p:nvSpPr>
        <p:spPr>
          <a:xfrm>
            <a:off x="1225294" y="3721606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Connector 21"/>
          <p:cNvSpPr/>
          <p:nvPr/>
        </p:nvSpPr>
        <p:spPr>
          <a:xfrm>
            <a:off x="1225294" y="4507989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9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0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1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2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4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5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6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7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8" name="TextBox 31"/>
          <p:cNvSpPr txBox="1"/>
          <p:nvPr/>
        </p:nvSpPr>
        <p:spPr>
          <a:xfrm>
            <a:off x="2359149" y="2610610"/>
            <a:ext cx="21945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9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0" name="TextBox 33"/>
          <p:cNvSpPr txBox="1"/>
          <p:nvPr/>
        </p:nvSpPr>
        <p:spPr>
          <a:xfrm>
            <a:off x="3429000" y="2610610"/>
            <a:ext cx="219456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2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3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4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5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6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7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8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9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0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1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3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64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5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6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7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8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9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70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1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2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3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4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5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876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877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8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0" name="Connector 63"/>
          <p:cNvSpPr/>
          <p:nvPr/>
        </p:nvSpPr>
        <p:spPr>
          <a:xfrm>
            <a:off x="5202935" y="2212848"/>
            <a:ext cx="484635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2" name="Connector 65"/>
          <p:cNvSpPr/>
          <p:nvPr/>
        </p:nvSpPr>
        <p:spPr>
          <a:xfrm flipH="1">
            <a:off x="5440679" y="2532887"/>
            <a:ext cx="246892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3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4" name="Connector 67"/>
          <p:cNvSpPr/>
          <p:nvPr/>
        </p:nvSpPr>
        <p:spPr>
          <a:xfrm flipV="1">
            <a:off x="4864608" y="2971798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9"/>
          <p:cNvSpPr/>
          <p:nvPr/>
        </p:nvSpPr>
        <p:spPr>
          <a:xfrm>
            <a:off x="5943596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Connector 70"/>
          <p:cNvSpPr/>
          <p:nvPr/>
        </p:nvSpPr>
        <p:spPr>
          <a:xfrm flipV="1">
            <a:off x="6355079" y="2953510"/>
            <a:ext cx="365764" cy="53950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Connector 71"/>
          <p:cNvSpPr/>
          <p:nvPr/>
        </p:nvSpPr>
        <p:spPr>
          <a:xfrm flipV="1">
            <a:off x="6720840" y="2514598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Connector 72"/>
          <p:cNvSpPr/>
          <p:nvPr/>
        </p:nvSpPr>
        <p:spPr>
          <a:xfrm flipV="1">
            <a:off x="6720840" y="2743199"/>
            <a:ext cx="877828" cy="2103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0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Connector 74"/>
          <p:cNvSpPr/>
          <p:nvPr/>
        </p:nvSpPr>
        <p:spPr>
          <a:xfrm>
            <a:off x="7159752" y="2514599"/>
            <a:ext cx="438916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2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4" name="Connector 77"/>
          <p:cNvSpPr/>
          <p:nvPr/>
        </p:nvSpPr>
        <p:spPr>
          <a:xfrm>
            <a:off x="6940294" y="3538725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5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6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7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8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9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0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1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2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3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4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5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6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7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8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9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0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1" name="Oval 94"/>
          <p:cNvSpPr/>
          <p:nvPr/>
        </p:nvSpPr>
        <p:spPr>
          <a:xfrm>
            <a:off x="9272016" y="2139694"/>
            <a:ext cx="137167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2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3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4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5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6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7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8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9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0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1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2" name="Oval 105"/>
          <p:cNvSpPr/>
          <p:nvPr/>
        </p:nvSpPr>
        <p:spPr>
          <a:xfrm>
            <a:off x="10844783" y="3675886"/>
            <a:ext cx="137165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3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4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5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6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927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928" name="Connector 111"/>
          <p:cNvSpPr/>
          <p:nvPr/>
        </p:nvSpPr>
        <p:spPr>
          <a:xfrm>
            <a:off x="749806" y="5248654"/>
            <a:ext cx="10680198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930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93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93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935" name="Oval 4"/>
          <p:cNvSpPr/>
          <p:nvPr/>
        </p:nvSpPr>
        <p:spPr>
          <a:xfrm>
            <a:off x="960119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Oval 5"/>
          <p:cNvSpPr/>
          <p:nvPr/>
        </p:nvSpPr>
        <p:spPr>
          <a:xfrm>
            <a:off x="134416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Oval 6"/>
          <p:cNvSpPr/>
          <p:nvPr/>
        </p:nvSpPr>
        <p:spPr>
          <a:xfrm>
            <a:off x="172821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8" name="Oval 7"/>
          <p:cNvSpPr/>
          <p:nvPr/>
        </p:nvSpPr>
        <p:spPr>
          <a:xfrm>
            <a:off x="2112264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9" name="Oval 8"/>
          <p:cNvSpPr/>
          <p:nvPr/>
        </p:nvSpPr>
        <p:spPr>
          <a:xfrm>
            <a:off x="249631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0" name="Oval 9"/>
          <p:cNvSpPr/>
          <p:nvPr/>
        </p:nvSpPr>
        <p:spPr>
          <a:xfrm>
            <a:off x="288036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1" name="Oval 10"/>
          <p:cNvSpPr/>
          <p:nvPr/>
        </p:nvSpPr>
        <p:spPr>
          <a:xfrm>
            <a:off x="3264408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Oval 11"/>
          <p:cNvSpPr/>
          <p:nvPr/>
        </p:nvSpPr>
        <p:spPr>
          <a:xfrm>
            <a:off x="108813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Oval 12"/>
          <p:cNvSpPr/>
          <p:nvPr/>
        </p:nvSpPr>
        <p:spPr>
          <a:xfrm>
            <a:off x="147218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4" name="Oval 13"/>
          <p:cNvSpPr/>
          <p:nvPr/>
        </p:nvSpPr>
        <p:spPr>
          <a:xfrm>
            <a:off x="1856232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5" name="Oval 14"/>
          <p:cNvSpPr/>
          <p:nvPr/>
        </p:nvSpPr>
        <p:spPr>
          <a:xfrm>
            <a:off x="224027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6" name="Oval 15"/>
          <p:cNvSpPr/>
          <p:nvPr/>
        </p:nvSpPr>
        <p:spPr>
          <a:xfrm>
            <a:off x="262432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7" name="Oval 16"/>
          <p:cNvSpPr/>
          <p:nvPr/>
        </p:nvSpPr>
        <p:spPr>
          <a:xfrm>
            <a:off x="300837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Oval 17"/>
          <p:cNvSpPr/>
          <p:nvPr/>
        </p:nvSpPr>
        <p:spPr>
          <a:xfrm>
            <a:off x="339242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Oval 18"/>
          <p:cNvSpPr/>
          <p:nvPr/>
        </p:nvSpPr>
        <p:spPr>
          <a:xfrm>
            <a:off x="960119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0" name="Oval 19"/>
          <p:cNvSpPr/>
          <p:nvPr/>
        </p:nvSpPr>
        <p:spPr>
          <a:xfrm>
            <a:off x="134416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1" name="Oval 20"/>
          <p:cNvSpPr/>
          <p:nvPr/>
        </p:nvSpPr>
        <p:spPr>
          <a:xfrm>
            <a:off x="172821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2" name="Oval 21"/>
          <p:cNvSpPr/>
          <p:nvPr/>
        </p:nvSpPr>
        <p:spPr>
          <a:xfrm>
            <a:off x="2112264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3" name="Oval 22"/>
          <p:cNvSpPr/>
          <p:nvPr/>
        </p:nvSpPr>
        <p:spPr>
          <a:xfrm>
            <a:off x="249631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4" name="Oval 23"/>
          <p:cNvSpPr/>
          <p:nvPr/>
        </p:nvSpPr>
        <p:spPr>
          <a:xfrm>
            <a:off x="288036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5" name="Oval 24"/>
          <p:cNvSpPr/>
          <p:nvPr/>
        </p:nvSpPr>
        <p:spPr>
          <a:xfrm>
            <a:off x="3264408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6" name="Oval 25"/>
          <p:cNvSpPr/>
          <p:nvPr/>
        </p:nvSpPr>
        <p:spPr>
          <a:xfrm>
            <a:off x="108813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7" name="Oval 26"/>
          <p:cNvSpPr/>
          <p:nvPr/>
        </p:nvSpPr>
        <p:spPr>
          <a:xfrm>
            <a:off x="147218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8" name="Oval 27"/>
          <p:cNvSpPr/>
          <p:nvPr/>
        </p:nvSpPr>
        <p:spPr>
          <a:xfrm>
            <a:off x="1856232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9" name="Oval 28"/>
          <p:cNvSpPr/>
          <p:nvPr/>
        </p:nvSpPr>
        <p:spPr>
          <a:xfrm>
            <a:off x="224027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0" name="Oval 29"/>
          <p:cNvSpPr/>
          <p:nvPr/>
        </p:nvSpPr>
        <p:spPr>
          <a:xfrm>
            <a:off x="262432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1" name="Oval 30"/>
          <p:cNvSpPr/>
          <p:nvPr/>
        </p:nvSpPr>
        <p:spPr>
          <a:xfrm>
            <a:off x="300837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2" name="Oval 31"/>
          <p:cNvSpPr/>
          <p:nvPr/>
        </p:nvSpPr>
        <p:spPr>
          <a:xfrm>
            <a:off x="339242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3" name="Oval 32"/>
          <p:cNvSpPr/>
          <p:nvPr/>
        </p:nvSpPr>
        <p:spPr>
          <a:xfrm>
            <a:off x="960119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4" name="Oval 33"/>
          <p:cNvSpPr/>
          <p:nvPr/>
        </p:nvSpPr>
        <p:spPr>
          <a:xfrm>
            <a:off x="134416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5" name="Oval 34"/>
          <p:cNvSpPr/>
          <p:nvPr/>
        </p:nvSpPr>
        <p:spPr>
          <a:xfrm>
            <a:off x="172821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6" name="Oval 35"/>
          <p:cNvSpPr/>
          <p:nvPr/>
        </p:nvSpPr>
        <p:spPr>
          <a:xfrm>
            <a:off x="2112264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7" name="Oval 36"/>
          <p:cNvSpPr/>
          <p:nvPr/>
        </p:nvSpPr>
        <p:spPr>
          <a:xfrm>
            <a:off x="249631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8" name="Oval 37"/>
          <p:cNvSpPr/>
          <p:nvPr/>
        </p:nvSpPr>
        <p:spPr>
          <a:xfrm>
            <a:off x="288036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9" name="Oval 38"/>
          <p:cNvSpPr/>
          <p:nvPr/>
        </p:nvSpPr>
        <p:spPr>
          <a:xfrm>
            <a:off x="3264408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0" name="Oval 39"/>
          <p:cNvSpPr/>
          <p:nvPr/>
        </p:nvSpPr>
        <p:spPr>
          <a:xfrm>
            <a:off x="108813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1" name="Oval 40"/>
          <p:cNvSpPr/>
          <p:nvPr/>
        </p:nvSpPr>
        <p:spPr>
          <a:xfrm>
            <a:off x="147218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2" name="Oval 41"/>
          <p:cNvSpPr/>
          <p:nvPr/>
        </p:nvSpPr>
        <p:spPr>
          <a:xfrm>
            <a:off x="1856232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3" name="Oval 42"/>
          <p:cNvSpPr/>
          <p:nvPr/>
        </p:nvSpPr>
        <p:spPr>
          <a:xfrm>
            <a:off x="224027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4" name="Oval 43"/>
          <p:cNvSpPr/>
          <p:nvPr/>
        </p:nvSpPr>
        <p:spPr>
          <a:xfrm>
            <a:off x="262432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44"/>
          <p:cNvSpPr/>
          <p:nvPr/>
        </p:nvSpPr>
        <p:spPr>
          <a:xfrm>
            <a:off x="300837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45"/>
          <p:cNvSpPr/>
          <p:nvPr/>
        </p:nvSpPr>
        <p:spPr>
          <a:xfrm>
            <a:off x="339242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46"/>
          <p:cNvSpPr/>
          <p:nvPr/>
        </p:nvSpPr>
        <p:spPr>
          <a:xfrm>
            <a:off x="960119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47"/>
          <p:cNvSpPr/>
          <p:nvPr/>
        </p:nvSpPr>
        <p:spPr>
          <a:xfrm>
            <a:off x="134416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48"/>
          <p:cNvSpPr/>
          <p:nvPr/>
        </p:nvSpPr>
        <p:spPr>
          <a:xfrm>
            <a:off x="172821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49"/>
          <p:cNvSpPr/>
          <p:nvPr/>
        </p:nvSpPr>
        <p:spPr>
          <a:xfrm>
            <a:off x="2112264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50"/>
          <p:cNvSpPr/>
          <p:nvPr/>
        </p:nvSpPr>
        <p:spPr>
          <a:xfrm>
            <a:off x="249631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51"/>
          <p:cNvSpPr/>
          <p:nvPr/>
        </p:nvSpPr>
        <p:spPr>
          <a:xfrm>
            <a:off x="288036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52"/>
          <p:cNvSpPr/>
          <p:nvPr/>
        </p:nvSpPr>
        <p:spPr>
          <a:xfrm>
            <a:off x="3264408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53"/>
          <p:cNvSpPr/>
          <p:nvPr/>
        </p:nvSpPr>
        <p:spPr>
          <a:xfrm>
            <a:off x="790955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54"/>
          <p:cNvSpPr/>
          <p:nvPr/>
        </p:nvSpPr>
        <p:spPr>
          <a:xfrm>
            <a:off x="829360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55"/>
          <p:cNvSpPr/>
          <p:nvPr/>
        </p:nvSpPr>
        <p:spPr>
          <a:xfrm>
            <a:off x="867765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56"/>
          <p:cNvSpPr/>
          <p:nvPr/>
        </p:nvSpPr>
        <p:spPr>
          <a:xfrm>
            <a:off x="9061704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Oval 57"/>
          <p:cNvSpPr/>
          <p:nvPr/>
        </p:nvSpPr>
        <p:spPr>
          <a:xfrm>
            <a:off x="9445752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58"/>
          <p:cNvSpPr/>
          <p:nvPr/>
        </p:nvSpPr>
        <p:spPr>
          <a:xfrm>
            <a:off x="982979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59"/>
          <p:cNvSpPr/>
          <p:nvPr/>
        </p:nvSpPr>
        <p:spPr>
          <a:xfrm>
            <a:off x="10213847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60"/>
          <p:cNvSpPr/>
          <p:nvPr/>
        </p:nvSpPr>
        <p:spPr>
          <a:xfrm>
            <a:off x="803757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61"/>
          <p:cNvSpPr/>
          <p:nvPr/>
        </p:nvSpPr>
        <p:spPr>
          <a:xfrm>
            <a:off x="8421623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62"/>
          <p:cNvSpPr/>
          <p:nvPr/>
        </p:nvSpPr>
        <p:spPr>
          <a:xfrm>
            <a:off x="8805671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63"/>
          <p:cNvSpPr/>
          <p:nvPr/>
        </p:nvSpPr>
        <p:spPr>
          <a:xfrm>
            <a:off x="918971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64"/>
          <p:cNvSpPr/>
          <p:nvPr/>
        </p:nvSpPr>
        <p:spPr>
          <a:xfrm>
            <a:off x="957376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65"/>
          <p:cNvSpPr/>
          <p:nvPr/>
        </p:nvSpPr>
        <p:spPr>
          <a:xfrm>
            <a:off x="995781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66"/>
          <p:cNvSpPr/>
          <p:nvPr/>
        </p:nvSpPr>
        <p:spPr>
          <a:xfrm>
            <a:off x="10341864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67"/>
          <p:cNvSpPr/>
          <p:nvPr/>
        </p:nvSpPr>
        <p:spPr>
          <a:xfrm>
            <a:off x="790955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68"/>
          <p:cNvSpPr/>
          <p:nvPr/>
        </p:nvSpPr>
        <p:spPr>
          <a:xfrm>
            <a:off x="829360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69"/>
          <p:cNvSpPr/>
          <p:nvPr/>
        </p:nvSpPr>
        <p:spPr>
          <a:xfrm>
            <a:off x="867765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70"/>
          <p:cNvSpPr/>
          <p:nvPr/>
        </p:nvSpPr>
        <p:spPr>
          <a:xfrm>
            <a:off x="9061704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71"/>
          <p:cNvSpPr/>
          <p:nvPr/>
        </p:nvSpPr>
        <p:spPr>
          <a:xfrm>
            <a:off x="9445752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72"/>
          <p:cNvSpPr/>
          <p:nvPr/>
        </p:nvSpPr>
        <p:spPr>
          <a:xfrm>
            <a:off x="982979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73"/>
          <p:cNvSpPr/>
          <p:nvPr/>
        </p:nvSpPr>
        <p:spPr>
          <a:xfrm>
            <a:off x="10213847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Oval 74"/>
          <p:cNvSpPr/>
          <p:nvPr/>
        </p:nvSpPr>
        <p:spPr>
          <a:xfrm>
            <a:off x="803757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6" name="Oval 75"/>
          <p:cNvSpPr/>
          <p:nvPr/>
        </p:nvSpPr>
        <p:spPr>
          <a:xfrm>
            <a:off x="8421623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7" name="Oval 76"/>
          <p:cNvSpPr/>
          <p:nvPr/>
        </p:nvSpPr>
        <p:spPr>
          <a:xfrm>
            <a:off x="8805671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8" name="Oval 77"/>
          <p:cNvSpPr/>
          <p:nvPr/>
        </p:nvSpPr>
        <p:spPr>
          <a:xfrm>
            <a:off x="918971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9" name="Oval 78"/>
          <p:cNvSpPr/>
          <p:nvPr/>
        </p:nvSpPr>
        <p:spPr>
          <a:xfrm>
            <a:off x="957376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0" name="Oval 79"/>
          <p:cNvSpPr/>
          <p:nvPr/>
        </p:nvSpPr>
        <p:spPr>
          <a:xfrm>
            <a:off x="995781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1" name="Oval 80"/>
          <p:cNvSpPr/>
          <p:nvPr/>
        </p:nvSpPr>
        <p:spPr>
          <a:xfrm>
            <a:off x="10341864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2" name="Oval 81"/>
          <p:cNvSpPr/>
          <p:nvPr/>
        </p:nvSpPr>
        <p:spPr>
          <a:xfrm>
            <a:off x="790955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3" name="Oval 82"/>
          <p:cNvSpPr/>
          <p:nvPr/>
        </p:nvSpPr>
        <p:spPr>
          <a:xfrm>
            <a:off x="829360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4" name="Oval 83"/>
          <p:cNvSpPr/>
          <p:nvPr/>
        </p:nvSpPr>
        <p:spPr>
          <a:xfrm>
            <a:off x="867765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5" name="Oval 84"/>
          <p:cNvSpPr/>
          <p:nvPr/>
        </p:nvSpPr>
        <p:spPr>
          <a:xfrm>
            <a:off x="9061704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6" name="Oval 85"/>
          <p:cNvSpPr/>
          <p:nvPr/>
        </p:nvSpPr>
        <p:spPr>
          <a:xfrm>
            <a:off x="9445752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7" name="Oval 86"/>
          <p:cNvSpPr/>
          <p:nvPr/>
        </p:nvSpPr>
        <p:spPr>
          <a:xfrm>
            <a:off x="982979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8" name="Oval 87"/>
          <p:cNvSpPr/>
          <p:nvPr/>
        </p:nvSpPr>
        <p:spPr>
          <a:xfrm>
            <a:off x="10213847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9" name="Oval 88"/>
          <p:cNvSpPr/>
          <p:nvPr/>
        </p:nvSpPr>
        <p:spPr>
          <a:xfrm>
            <a:off x="803757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0" name="Oval 89"/>
          <p:cNvSpPr/>
          <p:nvPr/>
        </p:nvSpPr>
        <p:spPr>
          <a:xfrm>
            <a:off x="8421623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1" name="Oval 90"/>
          <p:cNvSpPr/>
          <p:nvPr/>
        </p:nvSpPr>
        <p:spPr>
          <a:xfrm>
            <a:off x="8805671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2" name="Oval 91"/>
          <p:cNvSpPr/>
          <p:nvPr/>
        </p:nvSpPr>
        <p:spPr>
          <a:xfrm>
            <a:off x="918971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3" name="Oval 92"/>
          <p:cNvSpPr/>
          <p:nvPr/>
        </p:nvSpPr>
        <p:spPr>
          <a:xfrm>
            <a:off x="957376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4" name="Oval 93"/>
          <p:cNvSpPr/>
          <p:nvPr/>
        </p:nvSpPr>
        <p:spPr>
          <a:xfrm>
            <a:off x="995781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5" name="Oval 94"/>
          <p:cNvSpPr/>
          <p:nvPr/>
        </p:nvSpPr>
        <p:spPr>
          <a:xfrm>
            <a:off x="10341864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6" name="Oval 95"/>
          <p:cNvSpPr/>
          <p:nvPr/>
        </p:nvSpPr>
        <p:spPr>
          <a:xfrm>
            <a:off x="790955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7" name="Oval 96"/>
          <p:cNvSpPr/>
          <p:nvPr/>
        </p:nvSpPr>
        <p:spPr>
          <a:xfrm>
            <a:off x="829360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8" name="Oval 97"/>
          <p:cNvSpPr/>
          <p:nvPr/>
        </p:nvSpPr>
        <p:spPr>
          <a:xfrm>
            <a:off x="867765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9" name="Oval 98"/>
          <p:cNvSpPr/>
          <p:nvPr/>
        </p:nvSpPr>
        <p:spPr>
          <a:xfrm>
            <a:off x="9061704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0" name="Oval 99"/>
          <p:cNvSpPr/>
          <p:nvPr/>
        </p:nvSpPr>
        <p:spPr>
          <a:xfrm>
            <a:off x="9445752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1" name="Oval 100"/>
          <p:cNvSpPr/>
          <p:nvPr/>
        </p:nvSpPr>
        <p:spPr>
          <a:xfrm>
            <a:off x="982979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2" name="Oval 101"/>
          <p:cNvSpPr/>
          <p:nvPr/>
        </p:nvSpPr>
        <p:spPr>
          <a:xfrm>
            <a:off x="10213847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Rounded Rectangle 102"/>
          <p:cNvSpPr/>
          <p:nvPr/>
        </p:nvSpPr>
        <p:spPr>
          <a:xfrm>
            <a:off x="5413247" y="2304288"/>
            <a:ext cx="1371606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Connector 103"/>
          <p:cNvSpPr/>
          <p:nvPr/>
        </p:nvSpPr>
        <p:spPr>
          <a:xfrm>
            <a:off x="5669279" y="2788920"/>
            <a:ext cx="868682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5" name="Connector 104"/>
          <p:cNvSpPr/>
          <p:nvPr/>
        </p:nvSpPr>
        <p:spPr>
          <a:xfrm>
            <a:off x="5669279" y="3108960"/>
            <a:ext cx="731526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6" name="Connector 105"/>
          <p:cNvSpPr/>
          <p:nvPr/>
        </p:nvSpPr>
        <p:spPr>
          <a:xfrm>
            <a:off x="5669279" y="3429000"/>
            <a:ext cx="822966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7" name="Connector 106"/>
          <p:cNvSpPr/>
          <p:nvPr/>
        </p:nvSpPr>
        <p:spPr>
          <a:xfrm flipV="1">
            <a:off x="3310128" y="2907792"/>
            <a:ext cx="2103126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8" name="Connector 107"/>
          <p:cNvSpPr/>
          <p:nvPr/>
        </p:nvSpPr>
        <p:spPr>
          <a:xfrm flipH="1">
            <a:off x="6784847" y="1874515"/>
            <a:ext cx="1170438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9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040" name="TextBox 109"/>
          <p:cNvSpPr txBox="1"/>
          <p:nvPr/>
        </p:nvSpPr>
        <p:spPr>
          <a:xfrm>
            <a:off x="4700013" y="5193791"/>
            <a:ext cx="2377447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041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042" name="TextBox 111"/>
          <p:cNvSpPr txBox="1"/>
          <p:nvPr/>
        </p:nvSpPr>
        <p:spPr>
          <a:xfrm>
            <a:off x="3035803" y="5806440"/>
            <a:ext cx="6217930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043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04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04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048" name="Connector 4"/>
          <p:cNvSpPr/>
          <p:nvPr/>
        </p:nvSpPr>
        <p:spPr>
          <a:xfrm flipH="1">
            <a:off x="1298447" y="1709925"/>
            <a:ext cx="6" cy="402336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Oval 5"/>
          <p:cNvSpPr/>
          <p:nvPr/>
        </p:nvSpPr>
        <p:spPr>
          <a:xfrm>
            <a:off x="1216149" y="1901949"/>
            <a:ext cx="164603" cy="1646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5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05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053" name="Oval 9"/>
          <p:cNvSpPr/>
          <p:nvPr/>
        </p:nvSpPr>
        <p:spPr>
          <a:xfrm>
            <a:off x="1216149" y="2871216"/>
            <a:ext cx="164603" cy="16460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5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05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057" name="Oval 13"/>
          <p:cNvSpPr/>
          <p:nvPr/>
        </p:nvSpPr>
        <p:spPr>
          <a:xfrm>
            <a:off x="1216149" y="3840479"/>
            <a:ext cx="164603" cy="16460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5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06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061" name="Oval 17"/>
          <p:cNvSpPr/>
          <p:nvPr/>
        </p:nvSpPr>
        <p:spPr>
          <a:xfrm>
            <a:off x="1216149" y="4809744"/>
            <a:ext cx="164603" cy="16460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6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06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6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6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6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7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7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74" name="TextBox 9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075" name="TextBox 10"/>
          <p:cNvSpPr txBox="1"/>
          <p:nvPr/>
        </p:nvSpPr>
        <p:spPr>
          <a:xfrm>
            <a:off x="7845552" y="1993392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076" name="TextBox 11"/>
          <p:cNvSpPr txBox="1"/>
          <p:nvPr/>
        </p:nvSpPr>
        <p:spPr>
          <a:xfrm>
            <a:off x="7845552" y="2468879"/>
            <a:ext cx="155448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77" name="TextBox 12"/>
          <p:cNvSpPr txBox="1"/>
          <p:nvPr/>
        </p:nvSpPr>
        <p:spPr>
          <a:xfrm>
            <a:off x="9464040" y="239572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078" name="Oval 13"/>
          <p:cNvSpPr/>
          <p:nvPr/>
        </p:nvSpPr>
        <p:spPr>
          <a:xfrm>
            <a:off x="10899647" y="2414016"/>
            <a:ext cx="237745" cy="23774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9" name="Connector 14"/>
          <p:cNvSpPr/>
          <p:nvPr/>
        </p:nvSpPr>
        <p:spPr>
          <a:xfrm>
            <a:off x="10945368" y="2532888"/>
            <a:ext cx="45721" cy="4572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15"/>
          <p:cNvSpPr/>
          <p:nvPr/>
        </p:nvSpPr>
        <p:spPr>
          <a:xfrm flipV="1">
            <a:off x="10991088" y="2468879"/>
            <a:ext cx="91441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16"/>
          <p:cNvSpPr/>
          <p:nvPr/>
        </p:nvSpPr>
        <p:spPr>
          <a:xfrm>
            <a:off x="7845552" y="2907792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TextBox 17"/>
          <p:cNvSpPr txBox="1"/>
          <p:nvPr/>
        </p:nvSpPr>
        <p:spPr>
          <a:xfrm>
            <a:off x="7845552" y="3246120"/>
            <a:ext cx="155448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83" name="TextBox 18"/>
          <p:cNvSpPr txBox="1"/>
          <p:nvPr/>
        </p:nvSpPr>
        <p:spPr>
          <a:xfrm>
            <a:off x="9464040" y="317296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084" name="Oval 19"/>
          <p:cNvSpPr/>
          <p:nvPr/>
        </p:nvSpPr>
        <p:spPr>
          <a:xfrm>
            <a:off x="10899647" y="3191255"/>
            <a:ext cx="237745" cy="23774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5" name="Connector 20"/>
          <p:cNvSpPr/>
          <p:nvPr/>
        </p:nvSpPr>
        <p:spPr>
          <a:xfrm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21"/>
          <p:cNvSpPr/>
          <p:nvPr/>
        </p:nvSpPr>
        <p:spPr>
          <a:xfrm flipH="1"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TextBox 22"/>
          <p:cNvSpPr txBox="1"/>
          <p:nvPr/>
        </p:nvSpPr>
        <p:spPr>
          <a:xfrm>
            <a:off x="7845552" y="3931920"/>
            <a:ext cx="3493009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088" name="TextBox 23"/>
          <p:cNvSpPr txBox="1"/>
          <p:nvPr/>
        </p:nvSpPr>
        <p:spPr>
          <a:xfrm>
            <a:off x="8339326" y="4590288"/>
            <a:ext cx="251460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08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94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5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97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98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99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01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02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03" name="TextBox 13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104" name="TextBox 14"/>
          <p:cNvSpPr txBox="1"/>
          <p:nvPr/>
        </p:nvSpPr>
        <p:spPr>
          <a:xfrm>
            <a:off x="7845552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105" name="TextBox 15"/>
          <p:cNvSpPr txBox="1"/>
          <p:nvPr/>
        </p:nvSpPr>
        <p:spPr>
          <a:xfrm>
            <a:off x="9710928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106" name="TextBox 16"/>
          <p:cNvSpPr txBox="1"/>
          <p:nvPr/>
        </p:nvSpPr>
        <p:spPr>
          <a:xfrm>
            <a:off x="7845552" y="24688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107" name="TextBox 17"/>
          <p:cNvSpPr txBox="1"/>
          <p:nvPr/>
        </p:nvSpPr>
        <p:spPr>
          <a:xfrm>
            <a:off x="7845552" y="2761488"/>
            <a:ext cx="34290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108" name="TextBox 18"/>
          <p:cNvSpPr txBox="1"/>
          <p:nvPr/>
        </p:nvSpPr>
        <p:spPr>
          <a:xfrm>
            <a:off x="10442447" y="3127248"/>
            <a:ext cx="8229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109" name="Connector 19"/>
          <p:cNvSpPr/>
          <p:nvPr/>
        </p:nvSpPr>
        <p:spPr>
          <a:xfrm>
            <a:off x="7845552" y="3493008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0" name="TextBox 20"/>
          <p:cNvSpPr txBox="1"/>
          <p:nvPr/>
        </p:nvSpPr>
        <p:spPr>
          <a:xfrm>
            <a:off x="7845552" y="379475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111" name="TextBox 21"/>
          <p:cNvSpPr txBox="1"/>
          <p:nvPr/>
        </p:nvSpPr>
        <p:spPr>
          <a:xfrm>
            <a:off x="7845552" y="4069079"/>
            <a:ext cx="3429001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112" name="TextBox 22"/>
          <p:cNvSpPr txBox="1"/>
          <p:nvPr/>
        </p:nvSpPr>
        <p:spPr>
          <a:xfrm>
            <a:off x="9509759" y="4507991"/>
            <a:ext cx="17556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11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11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1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11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2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2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24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5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26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27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28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9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30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31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32" name="TextBox 17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133" name="TextBox 18"/>
          <p:cNvSpPr txBox="1"/>
          <p:nvPr/>
        </p:nvSpPr>
        <p:spPr>
          <a:xfrm>
            <a:off x="7845552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134" name="Oval 19"/>
          <p:cNvSpPr/>
          <p:nvPr/>
        </p:nvSpPr>
        <p:spPr>
          <a:xfrm>
            <a:off x="78455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5" name="Oval 20"/>
          <p:cNvSpPr/>
          <p:nvPr/>
        </p:nvSpPr>
        <p:spPr>
          <a:xfrm>
            <a:off x="8028430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6" name="Oval 21"/>
          <p:cNvSpPr/>
          <p:nvPr/>
        </p:nvSpPr>
        <p:spPr>
          <a:xfrm>
            <a:off x="82113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7" name="Oval 22"/>
          <p:cNvSpPr/>
          <p:nvPr/>
        </p:nvSpPr>
        <p:spPr>
          <a:xfrm>
            <a:off x="83941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8" name="Oval 23"/>
          <p:cNvSpPr/>
          <p:nvPr/>
        </p:nvSpPr>
        <p:spPr>
          <a:xfrm>
            <a:off x="857707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9" name="Oval 24"/>
          <p:cNvSpPr/>
          <p:nvPr/>
        </p:nvSpPr>
        <p:spPr>
          <a:xfrm>
            <a:off x="87599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0" name="Oval 25"/>
          <p:cNvSpPr/>
          <p:nvPr/>
        </p:nvSpPr>
        <p:spPr>
          <a:xfrm>
            <a:off x="894283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1" name="Oval 26"/>
          <p:cNvSpPr/>
          <p:nvPr/>
        </p:nvSpPr>
        <p:spPr>
          <a:xfrm>
            <a:off x="91257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2" name="Oval 27"/>
          <p:cNvSpPr/>
          <p:nvPr/>
        </p:nvSpPr>
        <p:spPr>
          <a:xfrm>
            <a:off x="93085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3" name="TextBox 28"/>
          <p:cNvSpPr txBox="1"/>
          <p:nvPr/>
        </p:nvSpPr>
        <p:spPr>
          <a:xfrm>
            <a:off x="9912095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144" name="Oval 29"/>
          <p:cNvSpPr/>
          <p:nvPr/>
        </p:nvSpPr>
        <p:spPr>
          <a:xfrm>
            <a:off x="9912095" y="2377439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146" name="Connector 31"/>
          <p:cNvSpPr/>
          <p:nvPr/>
        </p:nvSpPr>
        <p:spPr>
          <a:xfrm>
            <a:off x="7845552" y="3401567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14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149" name="TextBox 34"/>
          <p:cNvSpPr txBox="1"/>
          <p:nvPr/>
        </p:nvSpPr>
        <p:spPr>
          <a:xfrm>
            <a:off x="7973568" y="4828032"/>
            <a:ext cx="321868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15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5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54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155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6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7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58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59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60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1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62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63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64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5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66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67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68" name="Oval 17"/>
          <p:cNvSpPr/>
          <p:nvPr/>
        </p:nvSpPr>
        <p:spPr>
          <a:xfrm>
            <a:off x="1216150" y="4736591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9" name="TextBox 18"/>
          <p:cNvSpPr txBox="1"/>
          <p:nvPr/>
        </p:nvSpPr>
        <p:spPr>
          <a:xfrm>
            <a:off x="1700783" y="473659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170" name="TextBox 19"/>
          <p:cNvSpPr txBox="1"/>
          <p:nvPr/>
        </p:nvSpPr>
        <p:spPr>
          <a:xfrm>
            <a:off x="2313431" y="468172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71" name="TextBox 20"/>
          <p:cNvSpPr txBox="1"/>
          <p:nvPr/>
        </p:nvSpPr>
        <p:spPr>
          <a:xfrm>
            <a:off x="5074920" y="470915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172" name="TextBox 21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173" name="Oval 22"/>
          <p:cNvSpPr/>
          <p:nvPr/>
        </p:nvSpPr>
        <p:spPr>
          <a:xfrm>
            <a:off x="788212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4" name="Oval 23"/>
          <p:cNvSpPr/>
          <p:nvPr/>
        </p:nvSpPr>
        <p:spPr>
          <a:xfrm>
            <a:off x="8092440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5" name="Oval 24"/>
          <p:cNvSpPr/>
          <p:nvPr/>
        </p:nvSpPr>
        <p:spPr>
          <a:xfrm>
            <a:off x="8302752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6" name="Oval 25"/>
          <p:cNvSpPr/>
          <p:nvPr/>
        </p:nvSpPr>
        <p:spPr>
          <a:xfrm>
            <a:off x="8513063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7" name="Oval 26"/>
          <p:cNvSpPr/>
          <p:nvPr/>
        </p:nvSpPr>
        <p:spPr>
          <a:xfrm>
            <a:off x="872337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8" name="Oval 27"/>
          <p:cNvSpPr/>
          <p:nvPr/>
        </p:nvSpPr>
        <p:spPr>
          <a:xfrm>
            <a:off x="788212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9" name="Oval 28"/>
          <p:cNvSpPr/>
          <p:nvPr/>
        </p:nvSpPr>
        <p:spPr>
          <a:xfrm>
            <a:off x="8092440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0" name="Oval 29"/>
          <p:cNvSpPr/>
          <p:nvPr/>
        </p:nvSpPr>
        <p:spPr>
          <a:xfrm>
            <a:off x="8302752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1" name="Oval 30"/>
          <p:cNvSpPr/>
          <p:nvPr/>
        </p:nvSpPr>
        <p:spPr>
          <a:xfrm>
            <a:off x="8513063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2" name="Oval 31"/>
          <p:cNvSpPr/>
          <p:nvPr/>
        </p:nvSpPr>
        <p:spPr>
          <a:xfrm>
            <a:off x="872337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3" name="Oval 32"/>
          <p:cNvSpPr/>
          <p:nvPr/>
        </p:nvSpPr>
        <p:spPr>
          <a:xfrm>
            <a:off x="788212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4" name="Oval 33"/>
          <p:cNvSpPr/>
          <p:nvPr/>
        </p:nvSpPr>
        <p:spPr>
          <a:xfrm>
            <a:off x="8092440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5" name="Oval 34"/>
          <p:cNvSpPr/>
          <p:nvPr/>
        </p:nvSpPr>
        <p:spPr>
          <a:xfrm>
            <a:off x="8302752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6" name="Oval 35"/>
          <p:cNvSpPr/>
          <p:nvPr/>
        </p:nvSpPr>
        <p:spPr>
          <a:xfrm>
            <a:off x="8513063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7" name="Oval 36"/>
          <p:cNvSpPr/>
          <p:nvPr/>
        </p:nvSpPr>
        <p:spPr>
          <a:xfrm>
            <a:off x="872337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8" name="Oval 37"/>
          <p:cNvSpPr/>
          <p:nvPr/>
        </p:nvSpPr>
        <p:spPr>
          <a:xfrm>
            <a:off x="788212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9" name="Oval 38"/>
          <p:cNvSpPr/>
          <p:nvPr/>
        </p:nvSpPr>
        <p:spPr>
          <a:xfrm>
            <a:off x="8092440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0" name="Oval 39"/>
          <p:cNvSpPr/>
          <p:nvPr/>
        </p:nvSpPr>
        <p:spPr>
          <a:xfrm>
            <a:off x="8302752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1" name="Oval 40"/>
          <p:cNvSpPr/>
          <p:nvPr/>
        </p:nvSpPr>
        <p:spPr>
          <a:xfrm>
            <a:off x="8513063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2" name="Oval 41"/>
          <p:cNvSpPr/>
          <p:nvPr/>
        </p:nvSpPr>
        <p:spPr>
          <a:xfrm>
            <a:off x="872337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3" name="TextBox 42"/>
          <p:cNvSpPr txBox="1"/>
          <p:nvPr/>
        </p:nvSpPr>
        <p:spPr>
          <a:xfrm>
            <a:off x="7845552" y="3273552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94" name="TextBox 43"/>
          <p:cNvSpPr txBox="1"/>
          <p:nvPr/>
        </p:nvSpPr>
        <p:spPr>
          <a:xfrm>
            <a:off x="9034271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5" name="Connector 44"/>
          <p:cNvSpPr/>
          <p:nvPr/>
        </p:nvSpPr>
        <p:spPr>
          <a:xfrm flipV="1">
            <a:off x="9500616" y="2093976"/>
            <a:ext cx="374905" cy="10058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6" name="Connector 45"/>
          <p:cNvSpPr/>
          <p:nvPr/>
        </p:nvSpPr>
        <p:spPr>
          <a:xfrm>
            <a:off x="9500616" y="2194560"/>
            <a:ext cx="128017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7" name="Connector 46"/>
          <p:cNvSpPr/>
          <p:nvPr/>
        </p:nvSpPr>
        <p:spPr>
          <a:xfrm>
            <a:off x="9875519" y="2093976"/>
            <a:ext cx="256033" cy="34747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8" name="Connector 47"/>
          <p:cNvSpPr/>
          <p:nvPr/>
        </p:nvSpPr>
        <p:spPr>
          <a:xfrm flipH="1">
            <a:off x="9628631" y="2093976"/>
            <a:ext cx="246889" cy="6217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9" name="Connector 48"/>
          <p:cNvSpPr/>
          <p:nvPr/>
        </p:nvSpPr>
        <p:spPr>
          <a:xfrm flipH="1">
            <a:off x="9994392" y="2441448"/>
            <a:ext cx="137161" cy="43891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0" name="Connector 49"/>
          <p:cNvSpPr/>
          <p:nvPr/>
        </p:nvSpPr>
        <p:spPr>
          <a:xfrm>
            <a:off x="9628631" y="2715767"/>
            <a:ext cx="365761" cy="1645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1" name="Connector 50"/>
          <p:cNvSpPr/>
          <p:nvPr/>
        </p:nvSpPr>
        <p:spPr>
          <a:xfrm flipV="1">
            <a:off x="9994392" y="2734055"/>
            <a:ext cx="338329" cy="14630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2" name="Oval 51"/>
          <p:cNvSpPr/>
          <p:nvPr/>
        </p:nvSpPr>
        <p:spPr>
          <a:xfrm>
            <a:off x="9454895" y="21488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3" name="Oval 52"/>
          <p:cNvSpPr/>
          <p:nvPr/>
        </p:nvSpPr>
        <p:spPr>
          <a:xfrm>
            <a:off x="9829799" y="204825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4" name="Oval 53"/>
          <p:cNvSpPr/>
          <p:nvPr/>
        </p:nvSpPr>
        <p:spPr>
          <a:xfrm>
            <a:off x="10085831" y="2395727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5" name="Oval 54"/>
          <p:cNvSpPr/>
          <p:nvPr/>
        </p:nvSpPr>
        <p:spPr>
          <a:xfrm>
            <a:off x="9582911" y="2670048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6" name="Oval 55"/>
          <p:cNvSpPr/>
          <p:nvPr/>
        </p:nvSpPr>
        <p:spPr>
          <a:xfrm>
            <a:off x="9948671" y="28346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7" name="Oval 56"/>
          <p:cNvSpPr/>
          <p:nvPr/>
        </p:nvSpPr>
        <p:spPr>
          <a:xfrm>
            <a:off x="10286999" y="268833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209" name="TextBox 58"/>
          <p:cNvSpPr txBox="1"/>
          <p:nvPr/>
        </p:nvSpPr>
        <p:spPr>
          <a:xfrm>
            <a:off x="10451592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0" name="Oval 59"/>
          <p:cNvSpPr/>
          <p:nvPr/>
        </p:nvSpPr>
        <p:spPr>
          <a:xfrm>
            <a:off x="10908792" y="2148839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1" name="Oval 60"/>
          <p:cNvSpPr/>
          <p:nvPr/>
        </p:nvSpPr>
        <p:spPr>
          <a:xfrm>
            <a:off x="11109959" y="2359151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2" name="Oval 61"/>
          <p:cNvSpPr/>
          <p:nvPr/>
        </p:nvSpPr>
        <p:spPr>
          <a:xfrm>
            <a:off x="10863071" y="2596895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3" name="Oval 62"/>
          <p:cNvSpPr/>
          <p:nvPr/>
        </p:nvSpPr>
        <p:spPr>
          <a:xfrm>
            <a:off x="11247119" y="2770632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4" name="Oval 63"/>
          <p:cNvSpPr/>
          <p:nvPr/>
        </p:nvSpPr>
        <p:spPr>
          <a:xfrm>
            <a:off x="11027664" y="29535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5" name="Oval 64"/>
          <p:cNvSpPr/>
          <p:nvPr/>
        </p:nvSpPr>
        <p:spPr>
          <a:xfrm>
            <a:off x="11292840" y="3127248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6" name="TextBox 65"/>
          <p:cNvSpPr txBox="1"/>
          <p:nvPr/>
        </p:nvSpPr>
        <p:spPr>
          <a:xfrm>
            <a:off x="10863071" y="3401567"/>
            <a:ext cx="5486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217" name="TextBox 66"/>
          <p:cNvSpPr txBox="1"/>
          <p:nvPr/>
        </p:nvSpPr>
        <p:spPr>
          <a:xfrm>
            <a:off x="7845552" y="3977638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218" name="TextBox 67"/>
          <p:cNvSpPr txBox="1"/>
          <p:nvPr/>
        </p:nvSpPr>
        <p:spPr>
          <a:xfrm>
            <a:off x="7882126" y="4526279"/>
            <a:ext cx="33832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21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22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222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24" name="Connector 4"/>
          <p:cNvSpPr/>
          <p:nvPr/>
        </p:nvSpPr>
        <p:spPr>
          <a:xfrm>
            <a:off x="1234435" y="3063238"/>
            <a:ext cx="9464049" cy="6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5" name="Oval 5"/>
          <p:cNvSpPr/>
          <p:nvPr/>
        </p:nvSpPr>
        <p:spPr>
          <a:xfrm>
            <a:off x="1371600" y="2980944"/>
            <a:ext cx="164594" cy="16460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6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227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228" name="Oval 8"/>
          <p:cNvSpPr/>
          <p:nvPr/>
        </p:nvSpPr>
        <p:spPr>
          <a:xfrm>
            <a:off x="4325110" y="2980944"/>
            <a:ext cx="164603" cy="1646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9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230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231" name="Oval 11"/>
          <p:cNvSpPr/>
          <p:nvPr/>
        </p:nvSpPr>
        <p:spPr>
          <a:xfrm>
            <a:off x="7342630" y="2980944"/>
            <a:ext cx="164603" cy="16460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2" name="TextBox 12"/>
          <p:cNvSpPr txBox="1"/>
          <p:nvPr/>
        </p:nvSpPr>
        <p:spPr>
          <a:xfrm>
            <a:off x="6812280" y="1975104"/>
            <a:ext cx="1325886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233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234" name="Oval 14"/>
          <p:cNvSpPr/>
          <p:nvPr/>
        </p:nvSpPr>
        <p:spPr>
          <a:xfrm>
            <a:off x="10131552" y="2980944"/>
            <a:ext cx="164603" cy="16460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5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236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2237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38" name="TextBox 18"/>
          <p:cNvSpPr txBox="1"/>
          <p:nvPr/>
        </p:nvSpPr>
        <p:spPr>
          <a:xfrm>
            <a:off x="6016752" y="2788920"/>
            <a:ext cx="274326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239" name="TextBox 19"/>
          <p:cNvSpPr txBox="1"/>
          <p:nvPr/>
        </p:nvSpPr>
        <p:spPr>
          <a:xfrm>
            <a:off x="8869680" y="2798064"/>
            <a:ext cx="32919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40" name="TextBox 20"/>
          <p:cNvSpPr txBox="1"/>
          <p:nvPr/>
        </p:nvSpPr>
        <p:spPr>
          <a:xfrm>
            <a:off x="914396" y="4846320"/>
            <a:ext cx="402336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2241" name="TextBox 21"/>
          <p:cNvSpPr txBox="1"/>
          <p:nvPr/>
        </p:nvSpPr>
        <p:spPr>
          <a:xfrm>
            <a:off x="6812280" y="4846320"/>
            <a:ext cx="320040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2242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