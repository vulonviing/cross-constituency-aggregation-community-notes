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3" y="3364991"/>
            <a:ext cx="438913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7" cy="1481335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9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1" cy="7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3" cy="7406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9" cy="151791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0"/>
            <a:ext cx="6103251" cy="46945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18" y="698305"/>
            <a:ext cx="635021" cy="635021"/>
            <a:chOff x="0" y="0"/>
            <a:chExt cx="635020" cy="635020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3" y="698301"/>
            <a:ext cx="635021" cy="635021"/>
            <a:chOff x="0" y="0"/>
            <a:chExt cx="635020" cy="635020"/>
          </a:xfrm>
        </p:grpSpPr>
        <p:sp>
          <p:nvSpPr>
            <p:cNvPr id="221" name="Oval 22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1" y="317504"/>
              <a:ext cx="381010" cy="7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1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90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1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7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0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6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0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4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4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0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9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4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6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1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6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8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2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5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8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9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0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5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2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3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6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0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3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4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5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6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7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8"/>
          <p:cNvSpPr/>
          <p:nvPr/>
        </p:nvSpPr>
        <p:spPr>
          <a:xfrm>
            <a:off x="1188719" y="2610611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0"/>
          <p:cNvSpPr/>
          <p:nvPr/>
        </p:nvSpPr>
        <p:spPr>
          <a:xfrm>
            <a:off x="1348738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3"/>
          <p:cNvSpPr/>
          <p:nvPr/>
        </p:nvSpPr>
        <p:spPr>
          <a:xfrm>
            <a:off x="3529584" y="2761488"/>
            <a:ext cx="786390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14"/>
          <p:cNvSpPr/>
          <p:nvPr/>
        </p:nvSpPr>
        <p:spPr>
          <a:xfrm>
            <a:off x="3529584" y="3072383"/>
            <a:ext cx="87782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Connector 16"/>
          <p:cNvSpPr/>
          <p:nvPr/>
        </p:nvSpPr>
        <p:spPr>
          <a:xfrm>
            <a:off x="237286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20"/>
          <p:cNvSpPr/>
          <p:nvPr/>
        </p:nvSpPr>
        <p:spPr>
          <a:xfrm>
            <a:off x="2578604" y="2688333"/>
            <a:ext cx="694951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5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6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9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Connector 29"/>
          <p:cNvSpPr/>
          <p:nvPr/>
        </p:nvSpPr>
        <p:spPr>
          <a:xfrm>
            <a:off x="7011619" y="2437788"/>
            <a:ext cx="6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0"/>
          <p:cNvSpPr/>
          <p:nvPr/>
        </p:nvSpPr>
        <p:spPr>
          <a:xfrm>
            <a:off x="6860560" y="2588847"/>
            <a:ext cx="302124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5"/>
          <p:cNvSpPr/>
          <p:nvPr/>
        </p:nvSpPr>
        <p:spPr>
          <a:xfrm>
            <a:off x="8539781" y="2758948"/>
            <a:ext cx="78639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36"/>
          <p:cNvSpPr/>
          <p:nvPr/>
        </p:nvSpPr>
        <p:spPr>
          <a:xfrm>
            <a:off x="8539781" y="3069843"/>
            <a:ext cx="87783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50"/>
          <p:cNvSpPr/>
          <p:nvPr/>
        </p:nvSpPr>
        <p:spPr>
          <a:xfrm>
            <a:off x="10042906" y="2679444"/>
            <a:ext cx="448062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2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3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4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9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1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6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8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9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3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8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6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7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5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1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2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5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9" name="Rectangle"/>
          <p:cNvSpPr/>
          <p:nvPr/>
        </p:nvSpPr>
        <p:spPr>
          <a:xfrm>
            <a:off x="5919536" y="1436428"/>
            <a:ext cx="5479663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2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3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4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7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9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10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3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5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6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7" name="Rectangle"/>
          <p:cNvSpPr/>
          <p:nvPr/>
        </p:nvSpPr>
        <p:spPr>
          <a:xfrm>
            <a:off x="5919536" y="3945001"/>
            <a:ext cx="5479663" cy="21613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8" name="Rectangle"/>
          <p:cNvSpPr/>
          <p:nvPr/>
        </p:nvSpPr>
        <p:spPr>
          <a:xfrm>
            <a:off x="5994177" y="1402529"/>
            <a:ext cx="2226838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9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5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6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7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50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1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2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3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6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8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80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8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10"/>
          <p:cNvSpPr/>
          <p:nvPr/>
        </p:nvSpPr>
        <p:spPr>
          <a:xfrm>
            <a:off x="93451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4"/>
          <p:cNvSpPr/>
          <p:nvPr/>
        </p:nvSpPr>
        <p:spPr>
          <a:xfrm flipH="1">
            <a:off x="147072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15"/>
          <p:cNvSpPr/>
          <p:nvPr/>
        </p:nvSpPr>
        <p:spPr>
          <a:xfrm>
            <a:off x="155630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Connector 17"/>
          <p:cNvSpPr/>
          <p:nvPr/>
        </p:nvSpPr>
        <p:spPr>
          <a:xfrm>
            <a:off x="2178099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0"/>
          <p:cNvSpPr/>
          <p:nvPr/>
        </p:nvSpPr>
        <p:spPr>
          <a:xfrm flipH="1">
            <a:off x="333609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37"/>
          <p:cNvSpPr/>
          <p:nvPr/>
        </p:nvSpPr>
        <p:spPr>
          <a:xfrm>
            <a:off x="404347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39"/>
          <p:cNvSpPr/>
          <p:nvPr/>
        </p:nvSpPr>
        <p:spPr>
          <a:xfrm flipH="1">
            <a:off x="395788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40"/>
          <p:cNvSpPr/>
          <p:nvPr/>
        </p:nvSpPr>
        <p:spPr>
          <a:xfrm>
            <a:off x="404347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8"/>
          <p:cNvSpPr/>
          <p:nvPr/>
        </p:nvSpPr>
        <p:spPr>
          <a:xfrm>
            <a:off x="100693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49"/>
          <p:cNvSpPr/>
          <p:nvPr/>
        </p:nvSpPr>
        <p:spPr>
          <a:xfrm flipH="1">
            <a:off x="101352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50"/>
          <p:cNvSpPr/>
          <p:nvPr/>
        </p:nvSpPr>
        <p:spPr>
          <a:xfrm>
            <a:off x="1099108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3"/>
          <p:cNvSpPr/>
          <p:nvPr/>
        </p:nvSpPr>
        <p:spPr>
          <a:xfrm>
            <a:off x="1628729" y="292132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5"/>
          <p:cNvSpPr/>
          <p:nvPr/>
        </p:nvSpPr>
        <p:spPr>
          <a:xfrm flipH="1">
            <a:off x="1635312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3"/>
          <p:cNvSpPr/>
          <p:nvPr/>
        </p:nvSpPr>
        <p:spPr>
          <a:xfrm>
            <a:off x="225051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Connector 67"/>
          <p:cNvSpPr/>
          <p:nvPr/>
        </p:nvSpPr>
        <p:spPr>
          <a:xfrm>
            <a:off x="2964483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8"/>
          <p:cNvSpPr/>
          <p:nvPr/>
        </p:nvSpPr>
        <p:spPr>
          <a:xfrm>
            <a:off x="2872313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Connector 72"/>
          <p:cNvSpPr/>
          <p:nvPr/>
        </p:nvSpPr>
        <p:spPr>
          <a:xfrm>
            <a:off x="3586276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3"/>
          <p:cNvSpPr/>
          <p:nvPr/>
        </p:nvSpPr>
        <p:spPr>
          <a:xfrm>
            <a:off x="3494104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4"/>
          <p:cNvSpPr/>
          <p:nvPr/>
        </p:nvSpPr>
        <p:spPr>
          <a:xfrm flipH="1">
            <a:off x="350068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75"/>
          <p:cNvSpPr/>
          <p:nvPr/>
        </p:nvSpPr>
        <p:spPr>
          <a:xfrm>
            <a:off x="3586276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8"/>
          <p:cNvSpPr/>
          <p:nvPr/>
        </p:nvSpPr>
        <p:spPr>
          <a:xfrm>
            <a:off x="411589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3"/>
          <p:cNvSpPr/>
          <p:nvPr/>
        </p:nvSpPr>
        <p:spPr>
          <a:xfrm>
            <a:off x="473768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4"/>
          <p:cNvSpPr/>
          <p:nvPr/>
        </p:nvSpPr>
        <p:spPr>
          <a:xfrm flipH="1">
            <a:off x="474427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85"/>
          <p:cNvSpPr/>
          <p:nvPr/>
        </p:nvSpPr>
        <p:spPr>
          <a:xfrm>
            <a:off x="482985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87"/>
          <p:cNvSpPr/>
          <p:nvPr/>
        </p:nvSpPr>
        <p:spPr>
          <a:xfrm>
            <a:off x="934516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90"/>
          <p:cNvSpPr/>
          <p:nvPr/>
        </p:nvSpPr>
        <p:spPr>
          <a:xfrm>
            <a:off x="934516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Connector 92"/>
          <p:cNvSpPr/>
          <p:nvPr/>
        </p:nvSpPr>
        <p:spPr>
          <a:xfrm>
            <a:off x="1556308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4"/>
          <p:cNvSpPr/>
          <p:nvPr/>
        </p:nvSpPr>
        <p:spPr>
          <a:xfrm flipH="1">
            <a:off x="147072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95"/>
          <p:cNvSpPr/>
          <p:nvPr/>
        </p:nvSpPr>
        <p:spPr>
          <a:xfrm>
            <a:off x="155630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Connector 97"/>
          <p:cNvSpPr/>
          <p:nvPr/>
        </p:nvSpPr>
        <p:spPr>
          <a:xfrm>
            <a:off x="2178099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4" name="Connector 102"/>
          <p:cNvSpPr/>
          <p:nvPr/>
        </p:nvSpPr>
        <p:spPr>
          <a:xfrm>
            <a:off x="2799892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Connector 107"/>
          <p:cNvSpPr/>
          <p:nvPr/>
        </p:nvSpPr>
        <p:spPr>
          <a:xfrm>
            <a:off x="3421684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09"/>
          <p:cNvSpPr/>
          <p:nvPr/>
        </p:nvSpPr>
        <p:spPr>
          <a:xfrm flipH="1">
            <a:off x="333609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Connector 112"/>
          <p:cNvSpPr/>
          <p:nvPr/>
        </p:nvSpPr>
        <p:spPr>
          <a:xfrm>
            <a:off x="4043476" y="3560671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5"/>
          <p:cNvSpPr/>
          <p:nvPr/>
        </p:nvSpPr>
        <p:spPr>
          <a:xfrm flipH="1">
            <a:off x="3957887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Connector 116"/>
          <p:cNvSpPr/>
          <p:nvPr/>
        </p:nvSpPr>
        <p:spPr>
          <a:xfrm>
            <a:off x="4043476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8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Connector 122"/>
          <p:cNvSpPr/>
          <p:nvPr/>
        </p:nvSpPr>
        <p:spPr>
          <a:xfrm>
            <a:off x="4665267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4" name="Connector 127"/>
          <p:cNvSpPr/>
          <p:nvPr/>
        </p:nvSpPr>
        <p:spPr>
          <a:xfrm>
            <a:off x="1099108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29"/>
          <p:cNvSpPr/>
          <p:nvPr/>
        </p:nvSpPr>
        <p:spPr>
          <a:xfrm flipH="1">
            <a:off x="101352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130"/>
          <p:cNvSpPr/>
          <p:nvPr/>
        </p:nvSpPr>
        <p:spPr>
          <a:xfrm>
            <a:off x="1099108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Connector 132"/>
          <p:cNvSpPr/>
          <p:nvPr/>
        </p:nvSpPr>
        <p:spPr>
          <a:xfrm>
            <a:off x="172089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4"/>
          <p:cNvSpPr/>
          <p:nvPr/>
        </p:nvSpPr>
        <p:spPr>
          <a:xfrm flipH="1">
            <a:off x="163531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Connector 137"/>
          <p:cNvSpPr/>
          <p:nvPr/>
        </p:nvSpPr>
        <p:spPr>
          <a:xfrm>
            <a:off x="2342692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Connector 142"/>
          <p:cNvSpPr/>
          <p:nvPr/>
        </p:nvSpPr>
        <p:spPr>
          <a:xfrm>
            <a:off x="2964483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Connector 147"/>
          <p:cNvSpPr/>
          <p:nvPr/>
        </p:nvSpPr>
        <p:spPr>
          <a:xfrm>
            <a:off x="3586276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49"/>
          <p:cNvSpPr/>
          <p:nvPr/>
        </p:nvSpPr>
        <p:spPr>
          <a:xfrm flipH="1">
            <a:off x="350068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150"/>
          <p:cNvSpPr/>
          <p:nvPr/>
        </p:nvSpPr>
        <p:spPr>
          <a:xfrm>
            <a:off x="3586276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Connector 152"/>
          <p:cNvSpPr/>
          <p:nvPr/>
        </p:nvSpPr>
        <p:spPr>
          <a:xfrm>
            <a:off x="4208067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Connector 157"/>
          <p:cNvSpPr/>
          <p:nvPr/>
        </p:nvSpPr>
        <p:spPr>
          <a:xfrm>
            <a:off x="482985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59"/>
          <p:cNvSpPr/>
          <p:nvPr/>
        </p:nvSpPr>
        <p:spPr>
          <a:xfrm flipH="1">
            <a:off x="474427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60"/>
          <p:cNvSpPr/>
          <p:nvPr/>
        </p:nvSpPr>
        <p:spPr>
          <a:xfrm>
            <a:off x="482985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30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1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4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5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6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7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2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2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8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5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5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0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2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3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7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9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4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9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4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5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4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5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0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4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5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4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5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5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0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5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1"/>
          <p:cNvSpPr/>
          <p:nvPr/>
        </p:nvSpPr>
        <p:spPr>
          <a:xfrm>
            <a:off x="6492240" y="3246116"/>
            <a:ext cx="4681734" cy="7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2"/>
          <p:cNvSpPr/>
          <p:nvPr/>
        </p:nvSpPr>
        <p:spPr>
          <a:xfrm>
            <a:off x="3767328" y="2185416"/>
            <a:ext cx="2724917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3"/>
          <p:cNvSpPr/>
          <p:nvPr/>
        </p:nvSpPr>
        <p:spPr>
          <a:xfrm>
            <a:off x="3803903" y="2249421"/>
            <a:ext cx="2688340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4"/>
          <p:cNvSpPr/>
          <p:nvPr/>
        </p:nvSpPr>
        <p:spPr>
          <a:xfrm>
            <a:off x="2066542" y="2916932"/>
            <a:ext cx="4425704" cy="32919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5"/>
          <p:cNvSpPr/>
          <p:nvPr/>
        </p:nvSpPr>
        <p:spPr>
          <a:xfrm>
            <a:off x="2103120" y="2980943"/>
            <a:ext cx="4389121" cy="320047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6"/>
          <p:cNvSpPr/>
          <p:nvPr/>
        </p:nvSpPr>
        <p:spPr>
          <a:xfrm flipV="1">
            <a:off x="4389120" y="3246120"/>
            <a:ext cx="2103125" cy="402342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7"/>
          <p:cNvSpPr/>
          <p:nvPr/>
        </p:nvSpPr>
        <p:spPr>
          <a:xfrm flipV="1">
            <a:off x="4425696" y="3300984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8"/>
          <p:cNvSpPr/>
          <p:nvPr/>
        </p:nvSpPr>
        <p:spPr>
          <a:xfrm flipV="1">
            <a:off x="4352542" y="3374136"/>
            <a:ext cx="2139702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Connector 169"/>
          <p:cNvSpPr/>
          <p:nvPr/>
        </p:nvSpPr>
        <p:spPr>
          <a:xfrm>
            <a:off x="1810510" y="2834637"/>
            <a:ext cx="4681733" cy="3017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3" name="Oval 170"/>
          <p:cNvSpPr/>
          <p:nvPr/>
        </p:nvSpPr>
        <p:spPr>
          <a:xfrm>
            <a:off x="678484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1"/>
          <p:cNvSpPr/>
          <p:nvPr/>
        </p:nvSpPr>
        <p:spPr>
          <a:xfrm>
            <a:off x="7205471" y="3456432"/>
            <a:ext cx="82307" cy="823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2"/>
          <p:cNvSpPr/>
          <p:nvPr/>
        </p:nvSpPr>
        <p:spPr>
          <a:xfrm>
            <a:off x="7626094" y="3017520"/>
            <a:ext cx="100595" cy="100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3"/>
          <p:cNvSpPr/>
          <p:nvPr/>
        </p:nvSpPr>
        <p:spPr>
          <a:xfrm>
            <a:off x="8247888" y="3364991"/>
            <a:ext cx="73163" cy="7316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4"/>
          <p:cNvSpPr/>
          <p:nvPr/>
        </p:nvSpPr>
        <p:spPr>
          <a:xfrm>
            <a:off x="8887968" y="2926077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6"/>
          <p:cNvSpPr/>
          <p:nvPr/>
        </p:nvSpPr>
        <p:spPr>
          <a:xfrm>
            <a:off x="9765792" y="2889504"/>
            <a:ext cx="146315" cy="1463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7"/>
          <p:cNvSpPr/>
          <p:nvPr/>
        </p:nvSpPr>
        <p:spPr>
          <a:xfrm>
            <a:off x="10241280" y="3310128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178"/>
          <p:cNvSpPr/>
          <p:nvPr/>
        </p:nvSpPr>
        <p:spPr>
          <a:xfrm>
            <a:off x="10735056" y="2980944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3" name="TextBox 180"/>
          <p:cNvSpPr txBox="1"/>
          <p:nvPr/>
        </p:nvSpPr>
        <p:spPr>
          <a:xfrm>
            <a:off x="7424925" y="4315967"/>
            <a:ext cx="914406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4" name="TextBox 181"/>
          <p:cNvSpPr txBox="1"/>
          <p:nvPr/>
        </p:nvSpPr>
        <p:spPr>
          <a:xfrm>
            <a:off x="8016306" y="4477013"/>
            <a:ext cx="15087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6" name="TextBox 183"/>
          <p:cNvSpPr txBox="1"/>
          <p:nvPr/>
        </p:nvSpPr>
        <p:spPr>
          <a:xfrm>
            <a:off x="10634471" y="4489703"/>
            <a:ext cx="10515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7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1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6" name="Connector 4"/>
          <p:cNvSpPr/>
          <p:nvPr/>
        </p:nvSpPr>
        <p:spPr>
          <a:xfrm flipH="1">
            <a:off x="4005071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Connector 5"/>
          <p:cNvSpPr/>
          <p:nvPr/>
        </p:nvSpPr>
        <p:spPr>
          <a:xfrm>
            <a:off x="8010142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0" name="Connector 8"/>
          <p:cNvSpPr/>
          <p:nvPr/>
        </p:nvSpPr>
        <p:spPr>
          <a:xfrm>
            <a:off x="1042416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6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9" name="TextBox 62"/>
          <p:cNvSpPr txBox="1"/>
          <p:nvPr/>
        </p:nvSpPr>
        <p:spPr>
          <a:xfrm>
            <a:off x="8229599" y="2395727"/>
            <a:ext cx="1097284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9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2" name="Connector 65"/>
          <p:cNvSpPr/>
          <p:nvPr/>
        </p:nvSpPr>
        <p:spPr>
          <a:xfrm>
            <a:off x="8229599" y="3328415"/>
            <a:ext cx="3035811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4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0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8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9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1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2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3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8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2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3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2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4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5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6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7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8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9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0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1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2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3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4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5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7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8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9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0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1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2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3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4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5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6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7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8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9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60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1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3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4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5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7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8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70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3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4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Rectangle"/>
          <p:cNvSpPr/>
          <p:nvPr/>
        </p:nvSpPr>
        <p:spPr>
          <a:xfrm>
            <a:off x="6594474" y="1460622"/>
            <a:ext cx="5153309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8" name="Rectangle"/>
          <p:cNvSpPr/>
          <p:nvPr/>
        </p:nvSpPr>
        <p:spPr>
          <a:xfrm>
            <a:off x="4145505" y="3414910"/>
            <a:ext cx="7729275" cy="16916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2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3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6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7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1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2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7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0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1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4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5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6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7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8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9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0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1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2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3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4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5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6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7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8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9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20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1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2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3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4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5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6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7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8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9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0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1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2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3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4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5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6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7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8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9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0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1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2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3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4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5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6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7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8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"/>
          <p:cNvSpPr/>
          <p:nvPr/>
        </p:nvSpPr>
        <p:spPr>
          <a:xfrm>
            <a:off x="6594475" y="1460622"/>
            <a:ext cx="5153306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5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6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0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8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9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1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2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4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2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8" name="Connector 4"/>
          <p:cNvSpPr/>
          <p:nvPr/>
        </p:nvSpPr>
        <p:spPr>
          <a:xfrm flipH="1">
            <a:off x="4160520" y="1627631"/>
            <a:ext cx="5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30" name="TextBox 6"/>
          <p:cNvSpPr txBox="1"/>
          <p:nvPr/>
        </p:nvSpPr>
        <p:spPr>
          <a:xfrm>
            <a:off x="877824" y="2212848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1" name="Oval 7"/>
          <p:cNvSpPr/>
          <p:nvPr/>
        </p:nvSpPr>
        <p:spPr>
          <a:xfrm>
            <a:off x="932688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8"/>
          <p:cNvSpPr/>
          <p:nvPr/>
        </p:nvSpPr>
        <p:spPr>
          <a:xfrm>
            <a:off x="1243583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9"/>
          <p:cNvSpPr/>
          <p:nvPr/>
        </p:nvSpPr>
        <p:spPr>
          <a:xfrm>
            <a:off x="1554480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0"/>
          <p:cNvSpPr/>
          <p:nvPr/>
        </p:nvSpPr>
        <p:spPr>
          <a:xfrm>
            <a:off x="1865376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1"/>
          <p:cNvSpPr/>
          <p:nvPr/>
        </p:nvSpPr>
        <p:spPr>
          <a:xfrm>
            <a:off x="932688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2"/>
          <p:cNvSpPr/>
          <p:nvPr/>
        </p:nvSpPr>
        <p:spPr>
          <a:xfrm>
            <a:off x="1243583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Oval 13"/>
          <p:cNvSpPr/>
          <p:nvPr/>
        </p:nvSpPr>
        <p:spPr>
          <a:xfrm>
            <a:off x="1554480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8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9" name="TextBox 15"/>
          <p:cNvSpPr txBox="1"/>
          <p:nvPr/>
        </p:nvSpPr>
        <p:spPr>
          <a:xfrm>
            <a:off x="877824" y="3319271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40" name="Oval 16"/>
          <p:cNvSpPr/>
          <p:nvPr/>
        </p:nvSpPr>
        <p:spPr>
          <a:xfrm>
            <a:off x="932688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7"/>
          <p:cNvSpPr/>
          <p:nvPr/>
        </p:nvSpPr>
        <p:spPr>
          <a:xfrm>
            <a:off x="1243583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8"/>
          <p:cNvSpPr/>
          <p:nvPr/>
        </p:nvSpPr>
        <p:spPr>
          <a:xfrm>
            <a:off x="1554480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19"/>
          <p:cNvSpPr/>
          <p:nvPr/>
        </p:nvSpPr>
        <p:spPr>
          <a:xfrm>
            <a:off x="1865376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0"/>
          <p:cNvSpPr/>
          <p:nvPr/>
        </p:nvSpPr>
        <p:spPr>
          <a:xfrm>
            <a:off x="932688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1"/>
          <p:cNvSpPr/>
          <p:nvPr/>
        </p:nvSpPr>
        <p:spPr>
          <a:xfrm>
            <a:off x="1243583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Oval 22"/>
          <p:cNvSpPr/>
          <p:nvPr/>
        </p:nvSpPr>
        <p:spPr>
          <a:xfrm>
            <a:off x="1554480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7" name="Connector 23"/>
          <p:cNvSpPr/>
          <p:nvPr/>
        </p:nvSpPr>
        <p:spPr>
          <a:xfrm>
            <a:off x="2660904" y="2752344"/>
            <a:ext cx="521209" cy="301757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Connector 24"/>
          <p:cNvSpPr/>
          <p:nvPr/>
        </p:nvSpPr>
        <p:spPr>
          <a:xfrm flipV="1">
            <a:off x="2660904" y="3246120"/>
            <a:ext cx="521209" cy="57607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50" name="TextBox 29"/>
          <p:cNvSpPr txBox="1"/>
          <p:nvPr/>
        </p:nvSpPr>
        <p:spPr>
          <a:xfrm>
            <a:off x="4663440" y="2048255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1" name="Oval 30"/>
          <p:cNvSpPr/>
          <p:nvPr/>
        </p:nvSpPr>
        <p:spPr>
          <a:xfrm>
            <a:off x="6437376" y="2020821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2" name="TextBox 31"/>
          <p:cNvSpPr txBox="1"/>
          <p:nvPr/>
        </p:nvSpPr>
        <p:spPr>
          <a:xfrm>
            <a:off x="6437376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3" name="TextBox 32"/>
          <p:cNvSpPr txBox="1"/>
          <p:nvPr/>
        </p:nvSpPr>
        <p:spPr>
          <a:xfrm>
            <a:off x="6720840" y="2057399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4" name="Oval 33"/>
          <p:cNvSpPr/>
          <p:nvPr/>
        </p:nvSpPr>
        <p:spPr>
          <a:xfrm>
            <a:off x="6931152" y="2020821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5" name="TextBox 34"/>
          <p:cNvSpPr txBox="1"/>
          <p:nvPr/>
        </p:nvSpPr>
        <p:spPr>
          <a:xfrm>
            <a:off x="6931152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6" name="TextBox 35"/>
          <p:cNvSpPr txBox="1"/>
          <p:nvPr/>
        </p:nvSpPr>
        <p:spPr>
          <a:xfrm>
            <a:off x="7443216" y="2029966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60" name="Group"/>
          <p:cNvGrpSpPr/>
          <p:nvPr/>
        </p:nvGrpSpPr>
        <p:grpSpPr>
          <a:xfrm>
            <a:off x="7827263" y="2020820"/>
            <a:ext cx="246897" cy="246897"/>
            <a:chOff x="0" y="0"/>
            <a:chExt cx="246896" cy="246896"/>
          </a:xfrm>
        </p:grpSpPr>
        <p:sp>
          <p:nvSpPr>
            <p:cNvPr id="1857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8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9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1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2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3" name="TextBox 41"/>
          <p:cNvSpPr txBox="1"/>
          <p:nvPr/>
        </p:nvSpPr>
        <p:spPr>
          <a:xfrm>
            <a:off x="4663440" y="3172966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4" name="Oval 42"/>
          <p:cNvSpPr/>
          <p:nvPr/>
        </p:nvSpPr>
        <p:spPr>
          <a:xfrm>
            <a:off x="6437376" y="3145532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5" name="TextBox 43"/>
          <p:cNvSpPr txBox="1"/>
          <p:nvPr/>
        </p:nvSpPr>
        <p:spPr>
          <a:xfrm>
            <a:off x="6437376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6" name="TextBox 44"/>
          <p:cNvSpPr txBox="1"/>
          <p:nvPr/>
        </p:nvSpPr>
        <p:spPr>
          <a:xfrm>
            <a:off x="6720840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7" name="Oval 45"/>
          <p:cNvSpPr/>
          <p:nvPr/>
        </p:nvSpPr>
        <p:spPr>
          <a:xfrm>
            <a:off x="6931152" y="3145532"/>
            <a:ext cx="246897" cy="2468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8" name="TextBox 46"/>
          <p:cNvSpPr txBox="1"/>
          <p:nvPr/>
        </p:nvSpPr>
        <p:spPr>
          <a:xfrm>
            <a:off x="6931152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7214616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Oval 48"/>
          <p:cNvSpPr/>
          <p:nvPr/>
        </p:nvSpPr>
        <p:spPr>
          <a:xfrm>
            <a:off x="7424928" y="3145532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1" name="TextBox 49"/>
          <p:cNvSpPr txBox="1"/>
          <p:nvPr/>
        </p:nvSpPr>
        <p:spPr>
          <a:xfrm>
            <a:off x="7424928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2" name="TextBox 50"/>
          <p:cNvSpPr txBox="1"/>
          <p:nvPr/>
        </p:nvSpPr>
        <p:spPr>
          <a:xfrm>
            <a:off x="7936992" y="3154677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3" name="Oval 51"/>
          <p:cNvSpPr/>
          <p:nvPr/>
        </p:nvSpPr>
        <p:spPr>
          <a:xfrm>
            <a:off x="8321040" y="3145532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4" name="TextBox 52"/>
          <p:cNvSpPr txBox="1"/>
          <p:nvPr/>
        </p:nvSpPr>
        <p:spPr>
          <a:xfrm>
            <a:off x="8321040" y="3214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6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7" name="TextBox 55"/>
          <p:cNvSpPr txBox="1"/>
          <p:nvPr/>
        </p:nvSpPr>
        <p:spPr>
          <a:xfrm>
            <a:off x="4663440" y="4297679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8" name="Oval 56"/>
          <p:cNvSpPr/>
          <p:nvPr/>
        </p:nvSpPr>
        <p:spPr>
          <a:xfrm>
            <a:off x="6437376" y="4270247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9" name="TextBox 57"/>
          <p:cNvSpPr txBox="1"/>
          <p:nvPr/>
        </p:nvSpPr>
        <p:spPr>
          <a:xfrm>
            <a:off x="6437376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6720840" y="4306823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1" name="Oval 59"/>
          <p:cNvSpPr/>
          <p:nvPr/>
        </p:nvSpPr>
        <p:spPr>
          <a:xfrm>
            <a:off x="6931152" y="4270247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2" name="TextBox 60"/>
          <p:cNvSpPr txBox="1"/>
          <p:nvPr/>
        </p:nvSpPr>
        <p:spPr>
          <a:xfrm>
            <a:off x="6931152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3" name="TextBox 61"/>
          <p:cNvSpPr txBox="1"/>
          <p:nvPr/>
        </p:nvSpPr>
        <p:spPr>
          <a:xfrm>
            <a:off x="7443216" y="4279391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4" name="Oval 62"/>
          <p:cNvSpPr/>
          <p:nvPr/>
        </p:nvSpPr>
        <p:spPr>
          <a:xfrm>
            <a:off x="7827264" y="4270247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5" name="Connector 63"/>
          <p:cNvSpPr/>
          <p:nvPr/>
        </p:nvSpPr>
        <p:spPr>
          <a:xfrm>
            <a:off x="7872983" y="4389120"/>
            <a:ext cx="45725" cy="45725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4"/>
          <p:cNvSpPr/>
          <p:nvPr/>
        </p:nvSpPr>
        <p:spPr>
          <a:xfrm flipV="1">
            <a:off x="7918704" y="4325111"/>
            <a:ext cx="91445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8" name="Connector 66"/>
          <p:cNvSpPr/>
          <p:nvPr/>
        </p:nvSpPr>
        <p:spPr>
          <a:xfrm>
            <a:off x="749804" y="5230367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TextBox 67"/>
          <p:cNvSpPr txBox="1"/>
          <p:nvPr/>
        </p:nvSpPr>
        <p:spPr>
          <a:xfrm>
            <a:off x="841245" y="5532120"/>
            <a:ext cx="315468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90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1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5" name="Group"/>
          <p:cNvGrpSpPr/>
          <p:nvPr/>
        </p:nvGrpSpPr>
        <p:grpSpPr>
          <a:xfrm>
            <a:off x="3260341" y="3017770"/>
            <a:ext cx="246897" cy="246897"/>
            <a:chOff x="0" y="0"/>
            <a:chExt cx="246896" cy="246896"/>
          </a:xfrm>
        </p:grpSpPr>
        <p:sp>
          <p:nvSpPr>
            <p:cNvPr id="1892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3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4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900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1" name="TextBox 5"/>
          <p:cNvSpPr txBox="1"/>
          <p:nvPr/>
        </p:nvSpPr>
        <p:spPr>
          <a:xfrm>
            <a:off x="4462269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2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3" name="Connector 7"/>
          <p:cNvSpPr/>
          <p:nvPr/>
        </p:nvSpPr>
        <p:spPr>
          <a:xfrm flipH="1">
            <a:off x="122529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8"/>
          <p:cNvSpPr/>
          <p:nvPr/>
        </p:nvSpPr>
        <p:spPr>
          <a:xfrm flipH="1">
            <a:off x="158191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9"/>
          <p:cNvSpPr/>
          <p:nvPr/>
        </p:nvSpPr>
        <p:spPr>
          <a:xfrm flipH="1">
            <a:off x="1938527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0"/>
          <p:cNvSpPr/>
          <p:nvPr/>
        </p:nvSpPr>
        <p:spPr>
          <a:xfrm flipH="1">
            <a:off x="229514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1"/>
          <p:cNvSpPr/>
          <p:nvPr/>
        </p:nvSpPr>
        <p:spPr>
          <a:xfrm flipH="1">
            <a:off x="2651760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2"/>
          <p:cNvSpPr/>
          <p:nvPr/>
        </p:nvSpPr>
        <p:spPr>
          <a:xfrm flipH="1">
            <a:off x="3008376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3"/>
          <p:cNvSpPr/>
          <p:nvPr/>
        </p:nvSpPr>
        <p:spPr>
          <a:xfrm flipH="1">
            <a:off x="336499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4"/>
          <p:cNvSpPr/>
          <p:nvPr/>
        </p:nvSpPr>
        <p:spPr>
          <a:xfrm flipH="1">
            <a:off x="3721608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5"/>
          <p:cNvSpPr/>
          <p:nvPr/>
        </p:nvSpPr>
        <p:spPr>
          <a:xfrm>
            <a:off x="1225294" y="214883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6"/>
          <p:cNvSpPr/>
          <p:nvPr/>
        </p:nvSpPr>
        <p:spPr>
          <a:xfrm>
            <a:off x="1225294" y="254203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7"/>
          <p:cNvSpPr/>
          <p:nvPr/>
        </p:nvSpPr>
        <p:spPr>
          <a:xfrm>
            <a:off x="1225294" y="293522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8"/>
          <p:cNvSpPr/>
          <p:nvPr/>
        </p:nvSpPr>
        <p:spPr>
          <a:xfrm>
            <a:off x="1225294" y="3328415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19"/>
          <p:cNvSpPr/>
          <p:nvPr/>
        </p:nvSpPr>
        <p:spPr>
          <a:xfrm>
            <a:off x="1225294" y="372160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Connector 21"/>
          <p:cNvSpPr/>
          <p:nvPr/>
        </p:nvSpPr>
        <p:spPr>
          <a:xfrm>
            <a:off x="1225294" y="450799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8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9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1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2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3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4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5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7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8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9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0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1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3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6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9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0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1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2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5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8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1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3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4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5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6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7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3"/>
          <p:cNvSpPr/>
          <p:nvPr/>
        </p:nvSpPr>
        <p:spPr>
          <a:xfrm>
            <a:off x="5202935" y="2212848"/>
            <a:ext cx="484637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5"/>
          <p:cNvSpPr/>
          <p:nvPr/>
        </p:nvSpPr>
        <p:spPr>
          <a:xfrm flipH="1">
            <a:off x="5440679" y="2532888"/>
            <a:ext cx="246893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7"/>
          <p:cNvSpPr/>
          <p:nvPr/>
        </p:nvSpPr>
        <p:spPr>
          <a:xfrm flipV="1">
            <a:off x="4864608" y="2971799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69"/>
          <p:cNvSpPr/>
          <p:nvPr/>
        </p:nvSpPr>
        <p:spPr>
          <a:xfrm>
            <a:off x="5943598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0"/>
          <p:cNvSpPr/>
          <p:nvPr/>
        </p:nvSpPr>
        <p:spPr>
          <a:xfrm flipV="1">
            <a:off x="6355079" y="2953511"/>
            <a:ext cx="365765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1"/>
          <p:cNvSpPr/>
          <p:nvPr/>
        </p:nvSpPr>
        <p:spPr>
          <a:xfrm flipV="1">
            <a:off x="6720840" y="2514599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2"/>
          <p:cNvSpPr/>
          <p:nvPr/>
        </p:nvSpPr>
        <p:spPr>
          <a:xfrm flipV="1">
            <a:off x="6720840" y="2743200"/>
            <a:ext cx="877829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7"/>
          <p:cNvSpPr/>
          <p:nvPr/>
        </p:nvSpPr>
        <p:spPr>
          <a:xfrm>
            <a:off x="6940294" y="3538727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9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4"/>
          <p:cNvSpPr/>
          <p:nvPr/>
        </p:nvSpPr>
        <p:spPr>
          <a:xfrm>
            <a:off x="9272016" y="213969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5"/>
          <p:cNvSpPr/>
          <p:nvPr/>
        </p:nvSpPr>
        <p:spPr>
          <a:xfrm>
            <a:off x="10844783" y="3675886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6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7" name="Connector 111"/>
          <p:cNvSpPr/>
          <p:nvPr/>
        </p:nvSpPr>
        <p:spPr>
          <a:xfrm>
            <a:off x="749804" y="5248654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8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9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10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5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6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7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8" name="Connector 7"/>
          <p:cNvSpPr/>
          <p:nvPr/>
        </p:nvSpPr>
        <p:spPr>
          <a:xfrm flipH="1">
            <a:off x="122529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8"/>
          <p:cNvSpPr/>
          <p:nvPr/>
        </p:nvSpPr>
        <p:spPr>
          <a:xfrm flipH="1">
            <a:off x="1581910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9"/>
          <p:cNvSpPr/>
          <p:nvPr/>
        </p:nvSpPr>
        <p:spPr>
          <a:xfrm flipH="1">
            <a:off x="193852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0"/>
          <p:cNvSpPr/>
          <p:nvPr/>
        </p:nvSpPr>
        <p:spPr>
          <a:xfrm flipH="1">
            <a:off x="229514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1"/>
          <p:cNvSpPr/>
          <p:nvPr/>
        </p:nvSpPr>
        <p:spPr>
          <a:xfrm flipH="1">
            <a:off x="265175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2"/>
          <p:cNvSpPr/>
          <p:nvPr/>
        </p:nvSpPr>
        <p:spPr>
          <a:xfrm flipH="1">
            <a:off x="3008375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3"/>
          <p:cNvSpPr/>
          <p:nvPr/>
        </p:nvSpPr>
        <p:spPr>
          <a:xfrm flipH="1">
            <a:off x="336498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4"/>
          <p:cNvSpPr/>
          <p:nvPr/>
        </p:nvSpPr>
        <p:spPr>
          <a:xfrm flipH="1">
            <a:off x="372160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5"/>
          <p:cNvSpPr/>
          <p:nvPr/>
        </p:nvSpPr>
        <p:spPr>
          <a:xfrm>
            <a:off x="1225294" y="2148837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6"/>
          <p:cNvSpPr/>
          <p:nvPr/>
        </p:nvSpPr>
        <p:spPr>
          <a:xfrm>
            <a:off x="1225294" y="254203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7"/>
          <p:cNvSpPr/>
          <p:nvPr/>
        </p:nvSpPr>
        <p:spPr>
          <a:xfrm>
            <a:off x="1225294" y="293522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8"/>
          <p:cNvSpPr/>
          <p:nvPr/>
        </p:nvSpPr>
        <p:spPr>
          <a:xfrm>
            <a:off x="1225294" y="3328413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19"/>
          <p:cNvSpPr/>
          <p:nvPr/>
        </p:nvSpPr>
        <p:spPr>
          <a:xfrm>
            <a:off x="1225294" y="3721606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Connector 21"/>
          <p:cNvSpPr/>
          <p:nvPr/>
        </p:nvSpPr>
        <p:spPr>
          <a:xfrm>
            <a:off x="1225294" y="4507989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3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6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7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8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9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0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2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3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4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5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6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8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1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2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4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5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6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7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0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3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4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6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8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9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70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1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2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3"/>
          <p:cNvSpPr/>
          <p:nvPr/>
        </p:nvSpPr>
        <p:spPr>
          <a:xfrm>
            <a:off x="5202935" y="2212848"/>
            <a:ext cx="484636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5"/>
          <p:cNvSpPr/>
          <p:nvPr/>
        </p:nvSpPr>
        <p:spPr>
          <a:xfrm flipH="1">
            <a:off x="5440679" y="2532887"/>
            <a:ext cx="246893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7"/>
          <p:cNvSpPr/>
          <p:nvPr/>
        </p:nvSpPr>
        <p:spPr>
          <a:xfrm flipV="1">
            <a:off x="4864608" y="2971798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69"/>
          <p:cNvSpPr/>
          <p:nvPr/>
        </p:nvSpPr>
        <p:spPr>
          <a:xfrm>
            <a:off x="5943596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0"/>
          <p:cNvSpPr/>
          <p:nvPr/>
        </p:nvSpPr>
        <p:spPr>
          <a:xfrm flipV="1">
            <a:off x="6355079" y="2953510"/>
            <a:ext cx="365765" cy="53950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1"/>
          <p:cNvSpPr/>
          <p:nvPr/>
        </p:nvSpPr>
        <p:spPr>
          <a:xfrm flipV="1">
            <a:off x="6720840" y="2514598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2"/>
          <p:cNvSpPr/>
          <p:nvPr/>
        </p:nvSpPr>
        <p:spPr>
          <a:xfrm flipV="1">
            <a:off x="6720840" y="2743199"/>
            <a:ext cx="877829" cy="2103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7"/>
          <p:cNvSpPr/>
          <p:nvPr/>
        </p:nvSpPr>
        <p:spPr>
          <a:xfrm>
            <a:off x="6940294" y="3538725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0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3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4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4"/>
          <p:cNvSpPr/>
          <p:nvPr/>
        </p:nvSpPr>
        <p:spPr>
          <a:xfrm>
            <a:off x="9272016" y="2139694"/>
            <a:ext cx="137169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5"/>
          <p:cNvSpPr/>
          <p:nvPr/>
        </p:nvSpPr>
        <p:spPr>
          <a:xfrm>
            <a:off x="10844783" y="3675886"/>
            <a:ext cx="137167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0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1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2" name="Connector 111"/>
          <p:cNvSpPr/>
          <p:nvPr/>
        </p:nvSpPr>
        <p:spPr>
          <a:xfrm>
            <a:off x="749805" y="5248654"/>
            <a:ext cx="10680199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4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9" name="Oval 4"/>
          <p:cNvSpPr/>
          <p:nvPr/>
        </p:nvSpPr>
        <p:spPr>
          <a:xfrm>
            <a:off x="960119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0" name="Oval 5"/>
          <p:cNvSpPr/>
          <p:nvPr/>
        </p:nvSpPr>
        <p:spPr>
          <a:xfrm>
            <a:off x="134416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1" name="Oval 6"/>
          <p:cNvSpPr/>
          <p:nvPr/>
        </p:nvSpPr>
        <p:spPr>
          <a:xfrm>
            <a:off x="172821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2" name="Oval 7"/>
          <p:cNvSpPr/>
          <p:nvPr/>
        </p:nvSpPr>
        <p:spPr>
          <a:xfrm>
            <a:off x="2112264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3" name="Oval 8"/>
          <p:cNvSpPr/>
          <p:nvPr/>
        </p:nvSpPr>
        <p:spPr>
          <a:xfrm>
            <a:off x="249631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4" name="Oval 9"/>
          <p:cNvSpPr/>
          <p:nvPr/>
        </p:nvSpPr>
        <p:spPr>
          <a:xfrm>
            <a:off x="288036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5" name="Oval 10"/>
          <p:cNvSpPr/>
          <p:nvPr/>
        </p:nvSpPr>
        <p:spPr>
          <a:xfrm>
            <a:off x="3264408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6" name="Oval 11"/>
          <p:cNvSpPr/>
          <p:nvPr/>
        </p:nvSpPr>
        <p:spPr>
          <a:xfrm>
            <a:off x="108813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7" name="Oval 12"/>
          <p:cNvSpPr/>
          <p:nvPr/>
        </p:nvSpPr>
        <p:spPr>
          <a:xfrm>
            <a:off x="147218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8" name="Oval 13"/>
          <p:cNvSpPr/>
          <p:nvPr/>
        </p:nvSpPr>
        <p:spPr>
          <a:xfrm>
            <a:off x="1856232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9" name="Oval 14"/>
          <p:cNvSpPr/>
          <p:nvPr/>
        </p:nvSpPr>
        <p:spPr>
          <a:xfrm>
            <a:off x="224027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0" name="Oval 15"/>
          <p:cNvSpPr/>
          <p:nvPr/>
        </p:nvSpPr>
        <p:spPr>
          <a:xfrm>
            <a:off x="262432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1" name="Oval 16"/>
          <p:cNvSpPr/>
          <p:nvPr/>
        </p:nvSpPr>
        <p:spPr>
          <a:xfrm>
            <a:off x="300837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2" name="Oval 17"/>
          <p:cNvSpPr/>
          <p:nvPr/>
        </p:nvSpPr>
        <p:spPr>
          <a:xfrm>
            <a:off x="339242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3" name="Oval 18"/>
          <p:cNvSpPr/>
          <p:nvPr/>
        </p:nvSpPr>
        <p:spPr>
          <a:xfrm>
            <a:off x="960119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4" name="Oval 19"/>
          <p:cNvSpPr/>
          <p:nvPr/>
        </p:nvSpPr>
        <p:spPr>
          <a:xfrm>
            <a:off x="134416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5" name="Oval 20"/>
          <p:cNvSpPr/>
          <p:nvPr/>
        </p:nvSpPr>
        <p:spPr>
          <a:xfrm>
            <a:off x="172821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6" name="Oval 21"/>
          <p:cNvSpPr/>
          <p:nvPr/>
        </p:nvSpPr>
        <p:spPr>
          <a:xfrm>
            <a:off x="2112264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7" name="Oval 22"/>
          <p:cNvSpPr/>
          <p:nvPr/>
        </p:nvSpPr>
        <p:spPr>
          <a:xfrm>
            <a:off x="249631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8" name="Oval 23"/>
          <p:cNvSpPr/>
          <p:nvPr/>
        </p:nvSpPr>
        <p:spPr>
          <a:xfrm>
            <a:off x="288036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9" name="Oval 24"/>
          <p:cNvSpPr/>
          <p:nvPr/>
        </p:nvSpPr>
        <p:spPr>
          <a:xfrm>
            <a:off x="3264408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0" name="Oval 25"/>
          <p:cNvSpPr/>
          <p:nvPr/>
        </p:nvSpPr>
        <p:spPr>
          <a:xfrm>
            <a:off x="108813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1" name="Oval 26"/>
          <p:cNvSpPr/>
          <p:nvPr/>
        </p:nvSpPr>
        <p:spPr>
          <a:xfrm>
            <a:off x="147218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2" name="Oval 27"/>
          <p:cNvSpPr/>
          <p:nvPr/>
        </p:nvSpPr>
        <p:spPr>
          <a:xfrm>
            <a:off x="1856232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3" name="Oval 28"/>
          <p:cNvSpPr/>
          <p:nvPr/>
        </p:nvSpPr>
        <p:spPr>
          <a:xfrm>
            <a:off x="224027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4" name="Oval 29"/>
          <p:cNvSpPr/>
          <p:nvPr/>
        </p:nvSpPr>
        <p:spPr>
          <a:xfrm>
            <a:off x="262432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5" name="Oval 30"/>
          <p:cNvSpPr/>
          <p:nvPr/>
        </p:nvSpPr>
        <p:spPr>
          <a:xfrm>
            <a:off x="300837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6" name="Oval 31"/>
          <p:cNvSpPr/>
          <p:nvPr/>
        </p:nvSpPr>
        <p:spPr>
          <a:xfrm>
            <a:off x="339242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7" name="Oval 32"/>
          <p:cNvSpPr/>
          <p:nvPr/>
        </p:nvSpPr>
        <p:spPr>
          <a:xfrm>
            <a:off x="960119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8" name="Oval 33"/>
          <p:cNvSpPr/>
          <p:nvPr/>
        </p:nvSpPr>
        <p:spPr>
          <a:xfrm>
            <a:off x="134416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9" name="Oval 34"/>
          <p:cNvSpPr/>
          <p:nvPr/>
        </p:nvSpPr>
        <p:spPr>
          <a:xfrm>
            <a:off x="172821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0" name="Oval 35"/>
          <p:cNvSpPr/>
          <p:nvPr/>
        </p:nvSpPr>
        <p:spPr>
          <a:xfrm>
            <a:off x="2112264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1" name="Oval 36"/>
          <p:cNvSpPr/>
          <p:nvPr/>
        </p:nvSpPr>
        <p:spPr>
          <a:xfrm>
            <a:off x="249631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2" name="Oval 37"/>
          <p:cNvSpPr/>
          <p:nvPr/>
        </p:nvSpPr>
        <p:spPr>
          <a:xfrm>
            <a:off x="288036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3" name="Oval 38"/>
          <p:cNvSpPr/>
          <p:nvPr/>
        </p:nvSpPr>
        <p:spPr>
          <a:xfrm>
            <a:off x="3264408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4" name="Oval 39"/>
          <p:cNvSpPr/>
          <p:nvPr/>
        </p:nvSpPr>
        <p:spPr>
          <a:xfrm>
            <a:off x="108813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5" name="Oval 40"/>
          <p:cNvSpPr/>
          <p:nvPr/>
        </p:nvSpPr>
        <p:spPr>
          <a:xfrm>
            <a:off x="147218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6" name="Oval 41"/>
          <p:cNvSpPr/>
          <p:nvPr/>
        </p:nvSpPr>
        <p:spPr>
          <a:xfrm>
            <a:off x="1856232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7" name="Oval 42"/>
          <p:cNvSpPr/>
          <p:nvPr/>
        </p:nvSpPr>
        <p:spPr>
          <a:xfrm>
            <a:off x="224027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8" name="Oval 43"/>
          <p:cNvSpPr/>
          <p:nvPr/>
        </p:nvSpPr>
        <p:spPr>
          <a:xfrm>
            <a:off x="262432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9" name="Oval 44"/>
          <p:cNvSpPr/>
          <p:nvPr/>
        </p:nvSpPr>
        <p:spPr>
          <a:xfrm>
            <a:off x="300837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0" name="Oval 45"/>
          <p:cNvSpPr/>
          <p:nvPr/>
        </p:nvSpPr>
        <p:spPr>
          <a:xfrm>
            <a:off x="339242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1" name="Oval 46"/>
          <p:cNvSpPr/>
          <p:nvPr/>
        </p:nvSpPr>
        <p:spPr>
          <a:xfrm>
            <a:off x="960119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2" name="Oval 47"/>
          <p:cNvSpPr/>
          <p:nvPr/>
        </p:nvSpPr>
        <p:spPr>
          <a:xfrm>
            <a:off x="134416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3" name="Oval 48"/>
          <p:cNvSpPr/>
          <p:nvPr/>
        </p:nvSpPr>
        <p:spPr>
          <a:xfrm>
            <a:off x="172821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4" name="Oval 49"/>
          <p:cNvSpPr/>
          <p:nvPr/>
        </p:nvSpPr>
        <p:spPr>
          <a:xfrm>
            <a:off x="2112264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5" name="Oval 50"/>
          <p:cNvSpPr/>
          <p:nvPr/>
        </p:nvSpPr>
        <p:spPr>
          <a:xfrm>
            <a:off x="249631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6" name="Oval 51"/>
          <p:cNvSpPr/>
          <p:nvPr/>
        </p:nvSpPr>
        <p:spPr>
          <a:xfrm>
            <a:off x="288036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7" name="Oval 52"/>
          <p:cNvSpPr/>
          <p:nvPr/>
        </p:nvSpPr>
        <p:spPr>
          <a:xfrm>
            <a:off x="3264408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8" name="Oval 53"/>
          <p:cNvSpPr/>
          <p:nvPr/>
        </p:nvSpPr>
        <p:spPr>
          <a:xfrm>
            <a:off x="790955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9" name="Oval 54"/>
          <p:cNvSpPr/>
          <p:nvPr/>
        </p:nvSpPr>
        <p:spPr>
          <a:xfrm>
            <a:off x="829360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0" name="Oval 55"/>
          <p:cNvSpPr/>
          <p:nvPr/>
        </p:nvSpPr>
        <p:spPr>
          <a:xfrm>
            <a:off x="867765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1" name="Oval 56"/>
          <p:cNvSpPr/>
          <p:nvPr/>
        </p:nvSpPr>
        <p:spPr>
          <a:xfrm>
            <a:off x="9061704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2" name="Oval 57"/>
          <p:cNvSpPr/>
          <p:nvPr/>
        </p:nvSpPr>
        <p:spPr>
          <a:xfrm>
            <a:off x="9445752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3" name="Oval 58"/>
          <p:cNvSpPr/>
          <p:nvPr/>
        </p:nvSpPr>
        <p:spPr>
          <a:xfrm>
            <a:off x="982979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4" name="Oval 59"/>
          <p:cNvSpPr/>
          <p:nvPr/>
        </p:nvSpPr>
        <p:spPr>
          <a:xfrm>
            <a:off x="10213847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5" name="Oval 60"/>
          <p:cNvSpPr/>
          <p:nvPr/>
        </p:nvSpPr>
        <p:spPr>
          <a:xfrm>
            <a:off x="803757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6" name="Oval 61"/>
          <p:cNvSpPr/>
          <p:nvPr/>
        </p:nvSpPr>
        <p:spPr>
          <a:xfrm>
            <a:off x="8421623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7" name="Oval 62"/>
          <p:cNvSpPr/>
          <p:nvPr/>
        </p:nvSpPr>
        <p:spPr>
          <a:xfrm>
            <a:off x="8805671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8" name="Oval 63"/>
          <p:cNvSpPr/>
          <p:nvPr/>
        </p:nvSpPr>
        <p:spPr>
          <a:xfrm>
            <a:off x="918971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9" name="Oval 64"/>
          <p:cNvSpPr/>
          <p:nvPr/>
        </p:nvSpPr>
        <p:spPr>
          <a:xfrm>
            <a:off x="957376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0" name="Oval 65"/>
          <p:cNvSpPr/>
          <p:nvPr/>
        </p:nvSpPr>
        <p:spPr>
          <a:xfrm>
            <a:off x="995781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1" name="Oval 66"/>
          <p:cNvSpPr/>
          <p:nvPr/>
        </p:nvSpPr>
        <p:spPr>
          <a:xfrm>
            <a:off x="10341864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2" name="Oval 67"/>
          <p:cNvSpPr/>
          <p:nvPr/>
        </p:nvSpPr>
        <p:spPr>
          <a:xfrm>
            <a:off x="790955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3" name="Oval 68"/>
          <p:cNvSpPr/>
          <p:nvPr/>
        </p:nvSpPr>
        <p:spPr>
          <a:xfrm>
            <a:off x="829360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4" name="Oval 69"/>
          <p:cNvSpPr/>
          <p:nvPr/>
        </p:nvSpPr>
        <p:spPr>
          <a:xfrm>
            <a:off x="867765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5" name="Oval 70"/>
          <p:cNvSpPr/>
          <p:nvPr/>
        </p:nvSpPr>
        <p:spPr>
          <a:xfrm>
            <a:off x="9061704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6" name="Oval 71"/>
          <p:cNvSpPr/>
          <p:nvPr/>
        </p:nvSpPr>
        <p:spPr>
          <a:xfrm>
            <a:off x="9445752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7" name="Oval 72"/>
          <p:cNvSpPr/>
          <p:nvPr/>
        </p:nvSpPr>
        <p:spPr>
          <a:xfrm>
            <a:off x="982979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8" name="Oval 73"/>
          <p:cNvSpPr/>
          <p:nvPr/>
        </p:nvSpPr>
        <p:spPr>
          <a:xfrm>
            <a:off x="10213847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9" name="Oval 74"/>
          <p:cNvSpPr/>
          <p:nvPr/>
        </p:nvSpPr>
        <p:spPr>
          <a:xfrm>
            <a:off x="803757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0" name="Oval 75"/>
          <p:cNvSpPr/>
          <p:nvPr/>
        </p:nvSpPr>
        <p:spPr>
          <a:xfrm>
            <a:off x="8421623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1" name="Oval 76"/>
          <p:cNvSpPr/>
          <p:nvPr/>
        </p:nvSpPr>
        <p:spPr>
          <a:xfrm>
            <a:off x="8805671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2" name="Oval 77"/>
          <p:cNvSpPr/>
          <p:nvPr/>
        </p:nvSpPr>
        <p:spPr>
          <a:xfrm>
            <a:off x="918971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3" name="Oval 78"/>
          <p:cNvSpPr/>
          <p:nvPr/>
        </p:nvSpPr>
        <p:spPr>
          <a:xfrm>
            <a:off x="957376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4" name="Oval 79"/>
          <p:cNvSpPr/>
          <p:nvPr/>
        </p:nvSpPr>
        <p:spPr>
          <a:xfrm>
            <a:off x="995781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5" name="Oval 80"/>
          <p:cNvSpPr/>
          <p:nvPr/>
        </p:nvSpPr>
        <p:spPr>
          <a:xfrm>
            <a:off x="10341864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6" name="Oval 81"/>
          <p:cNvSpPr/>
          <p:nvPr/>
        </p:nvSpPr>
        <p:spPr>
          <a:xfrm>
            <a:off x="790955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7" name="Oval 82"/>
          <p:cNvSpPr/>
          <p:nvPr/>
        </p:nvSpPr>
        <p:spPr>
          <a:xfrm>
            <a:off x="829360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8" name="Oval 83"/>
          <p:cNvSpPr/>
          <p:nvPr/>
        </p:nvSpPr>
        <p:spPr>
          <a:xfrm>
            <a:off x="867765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9" name="Oval 84"/>
          <p:cNvSpPr/>
          <p:nvPr/>
        </p:nvSpPr>
        <p:spPr>
          <a:xfrm>
            <a:off x="9061704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0" name="Oval 85"/>
          <p:cNvSpPr/>
          <p:nvPr/>
        </p:nvSpPr>
        <p:spPr>
          <a:xfrm>
            <a:off x="9445752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1" name="Oval 86"/>
          <p:cNvSpPr/>
          <p:nvPr/>
        </p:nvSpPr>
        <p:spPr>
          <a:xfrm>
            <a:off x="982979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2" name="Oval 87"/>
          <p:cNvSpPr/>
          <p:nvPr/>
        </p:nvSpPr>
        <p:spPr>
          <a:xfrm>
            <a:off x="10213847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3" name="Oval 88"/>
          <p:cNvSpPr/>
          <p:nvPr/>
        </p:nvSpPr>
        <p:spPr>
          <a:xfrm>
            <a:off x="803757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4" name="Oval 89"/>
          <p:cNvSpPr/>
          <p:nvPr/>
        </p:nvSpPr>
        <p:spPr>
          <a:xfrm>
            <a:off x="8421623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5" name="Oval 90"/>
          <p:cNvSpPr/>
          <p:nvPr/>
        </p:nvSpPr>
        <p:spPr>
          <a:xfrm>
            <a:off x="8805671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6" name="Oval 91"/>
          <p:cNvSpPr/>
          <p:nvPr/>
        </p:nvSpPr>
        <p:spPr>
          <a:xfrm>
            <a:off x="918971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7" name="Oval 92"/>
          <p:cNvSpPr/>
          <p:nvPr/>
        </p:nvSpPr>
        <p:spPr>
          <a:xfrm>
            <a:off x="957376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8" name="Oval 93"/>
          <p:cNvSpPr/>
          <p:nvPr/>
        </p:nvSpPr>
        <p:spPr>
          <a:xfrm>
            <a:off x="995781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9" name="Oval 94"/>
          <p:cNvSpPr/>
          <p:nvPr/>
        </p:nvSpPr>
        <p:spPr>
          <a:xfrm>
            <a:off x="10341864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0" name="Oval 95"/>
          <p:cNvSpPr/>
          <p:nvPr/>
        </p:nvSpPr>
        <p:spPr>
          <a:xfrm>
            <a:off x="790955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1" name="Oval 96"/>
          <p:cNvSpPr/>
          <p:nvPr/>
        </p:nvSpPr>
        <p:spPr>
          <a:xfrm>
            <a:off x="829360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2" name="Oval 97"/>
          <p:cNvSpPr/>
          <p:nvPr/>
        </p:nvSpPr>
        <p:spPr>
          <a:xfrm>
            <a:off x="867765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3" name="Oval 98"/>
          <p:cNvSpPr/>
          <p:nvPr/>
        </p:nvSpPr>
        <p:spPr>
          <a:xfrm>
            <a:off x="9061704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4" name="Oval 99"/>
          <p:cNvSpPr/>
          <p:nvPr/>
        </p:nvSpPr>
        <p:spPr>
          <a:xfrm>
            <a:off x="9445752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5" name="Oval 100"/>
          <p:cNvSpPr/>
          <p:nvPr/>
        </p:nvSpPr>
        <p:spPr>
          <a:xfrm>
            <a:off x="982979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6" name="Oval 101"/>
          <p:cNvSpPr/>
          <p:nvPr/>
        </p:nvSpPr>
        <p:spPr>
          <a:xfrm>
            <a:off x="10213847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7" name="Rounded Rectangle 102"/>
          <p:cNvSpPr/>
          <p:nvPr/>
        </p:nvSpPr>
        <p:spPr>
          <a:xfrm>
            <a:off x="5413247" y="2304288"/>
            <a:ext cx="1371607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8" name="Connector 103"/>
          <p:cNvSpPr/>
          <p:nvPr/>
        </p:nvSpPr>
        <p:spPr>
          <a:xfrm>
            <a:off x="5669279" y="2788920"/>
            <a:ext cx="868682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4"/>
          <p:cNvSpPr/>
          <p:nvPr/>
        </p:nvSpPr>
        <p:spPr>
          <a:xfrm>
            <a:off x="5669279" y="3108960"/>
            <a:ext cx="731527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5"/>
          <p:cNvSpPr/>
          <p:nvPr/>
        </p:nvSpPr>
        <p:spPr>
          <a:xfrm>
            <a:off x="5669279" y="3429000"/>
            <a:ext cx="822967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6"/>
          <p:cNvSpPr/>
          <p:nvPr/>
        </p:nvSpPr>
        <p:spPr>
          <a:xfrm flipV="1">
            <a:off x="3310128" y="2907792"/>
            <a:ext cx="2103127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Connector 107"/>
          <p:cNvSpPr/>
          <p:nvPr/>
        </p:nvSpPr>
        <p:spPr>
          <a:xfrm flipH="1">
            <a:off x="6784847" y="1874515"/>
            <a:ext cx="1170439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3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4" name="TextBox 109"/>
          <p:cNvSpPr txBox="1"/>
          <p:nvPr/>
        </p:nvSpPr>
        <p:spPr>
          <a:xfrm>
            <a:off x="4700013" y="5193791"/>
            <a:ext cx="2377448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5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6" name="TextBox 111"/>
          <p:cNvSpPr txBox="1"/>
          <p:nvPr/>
        </p:nvSpPr>
        <p:spPr>
          <a:xfrm>
            <a:off x="3035802" y="5806440"/>
            <a:ext cx="6217932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7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1"/>
          </a:xfrm>
          <a:prstGeom prst="rect">
            <a:avLst/>
          </a:prstGeom>
          <a:ln w="12700">
            <a:miter lim="400000"/>
          </a:ln>
        </p:spPr>
      </p:pic>
      <p:sp>
        <p:nvSpPr>
          <p:cNvPr id="2243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4" name="TextBox 6"/>
          <p:cNvSpPr txBox="1"/>
          <p:nvPr/>
        </p:nvSpPr>
        <p:spPr>
          <a:xfrm>
            <a:off x="7571230" y="1874518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5" name="TextBox 7"/>
          <p:cNvSpPr txBox="1"/>
          <p:nvPr/>
        </p:nvSpPr>
        <p:spPr>
          <a:xfrm>
            <a:off x="7571230" y="2285999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6" name="TextBox 8"/>
          <p:cNvSpPr txBox="1"/>
          <p:nvPr/>
        </p:nvSpPr>
        <p:spPr>
          <a:xfrm>
            <a:off x="7571230" y="2697479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7" name="Connector 9"/>
          <p:cNvSpPr/>
          <p:nvPr/>
        </p:nvSpPr>
        <p:spPr>
          <a:xfrm>
            <a:off x="7571230" y="3236976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8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9" name="TextBox 11"/>
          <p:cNvSpPr txBox="1"/>
          <p:nvPr/>
        </p:nvSpPr>
        <p:spPr>
          <a:xfrm>
            <a:off x="7571230" y="392277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50" name="TextBox 12"/>
          <p:cNvSpPr txBox="1"/>
          <p:nvPr/>
        </p:nvSpPr>
        <p:spPr>
          <a:xfrm>
            <a:off x="7571230" y="442569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1" name="Connector 13"/>
          <p:cNvSpPr/>
          <p:nvPr/>
        </p:nvSpPr>
        <p:spPr>
          <a:xfrm>
            <a:off x="7571230" y="5047488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2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3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8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Oval 5"/>
          <p:cNvSpPr/>
          <p:nvPr/>
        </p:nvSpPr>
        <p:spPr>
          <a:xfrm>
            <a:off x="1216149" y="1901949"/>
            <a:ext cx="164605" cy="1646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3" name="Oval 9"/>
          <p:cNvSpPr/>
          <p:nvPr/>
        </p:nvSpPr>
        <p:spPr>
          <a:xfrm>
            <a:off x="1216149" y="2871216"/>
            <a:ext cx="164605" cy="164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7" name="Oval 13"/>
          <p:cNvSpPr/>
          <p:nvPr/>
        </p:nvSpPr>
        <p:spPr>
          <a:xfrm>
            <a:off x="1216149" y="3840479"/>
            <a:ext cx="164605" cy="16460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7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1" name="Oval 17"/>
          <p:cNvSpPr/>
          <p:nvPr/>
        </p:nvSpPr>
        <p:spPr>
          <a:xfrm>
            <a:off x="1216149" y="4809744"/>
            <a:ext cx="164605" cy="16460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4" name="TextBox 9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5" name="TextBox 10"/>
          <p:cNvSpPr txBox="1"/>
          <p:nvPr/>
        </p:nvSpPr>
        <p:spPr>
          <a:xfrm>
            <a:off x="7845552" y="1993392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6" name="TextBox 11"/>
          <p:cNvSpPr txBox="1"/>
          <p:nvPr/>
        </p:nvSpPr>
        <p:spPr>
          <a:xfrm>
            <a:off x="7845552" y="2468878"/>
            <a:ext cx="15544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7" name="TextBox 12"/>
          <p:cNvSpPr txBox="1"/>
          <p:nvPr/>
        </p:nvSpPr>
        <p:spPr>
          <a:xfrm>
            <a:off x="9464040" y="2395727"/>
            <a:ext cx="10972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8" name="Oval 13"/>
          <p:cNvSpPr/>
          <p:nvPr/>
        </p:nvSpPr>
        <p:spPr>
          <a:xfrm>
            <a:off x="10899647" y="2414016"/>
            <a:ext cx="237747" cy="23774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9" name="Connector 14"/>
          <p:cNvSpPr/>
          <p:nvPr/>
        </p:nvSpPr>
        <p:spPr>
          <a:xfrm>
            <a:off x="10945368" y="2532888"/>
            <a:ext cx="45722" cy="45722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5"/>
          <p:cNvSpPr/>
          <p:nvPr/>
        </p:nvSpPr>
        <p:spPr>
          <a:xfrm flipV="1">
            <a:off x="10991088" y="2468878"/>
            <a:ext cx="91442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2" name="TextBox 17"/>
          <p:cNvSpPr txBox="1"/>
          <p:nvPr/>
        </p:nvSpPr>
        <p:spPr>
          <a:xfrm>
            <a:off x="7845552" y="3246120"/>
            <a:ext cx="155448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3" name="TextBox 18"/>
          <p:cNvSpPr txBox="1"/>
          <p:nvPr/>
        </p:nvSpPr>
        <p:spPr>
          <a:xfrm>
            <a:off x="9464040" y="3172966"/>
            <a:ext cx="10972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4" name="Oval 19"/>
          <p:cNvSpPr/>
          <p:nvPr/>
        </p:nvSpPr>
        <p:spPr>
          <a:xfrm>
            <a:off x="10899647" y="3191255"/>
            <a:ext cx="237747" cy="2377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5" name="Connector 20"/>
          <p:cNvSpPr/>
          <p:nvPr/>
        </p:nvSpPr>
        <p:spPr>
          <a:xfrm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Connector 21"/>
          <p:cNvSpPr/>
          <p:nvPr/>
        </p:nvSpPr>
        <p:spPr>
          <a:xfrm flipH="1"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7" name="TextBox 22"/>
          <p:cNvSpPr txBox="1"/>
          <p:nvPr/>
        </p:nvSpPr>
        <p:spPr>
          <a:xfrm>
            <a:off x="7845552" y="3931920"/>
            <a:ext cx="3493010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8" name="TextBox 23"/>
          <p:cNvSpPr txBox="1"/>
          <p:nvPr/>
        </p:nvSpPr>
        <p:spPr>
          <a:xfrm>
            <a:off x="8339325" y="4590288"/>
            <a:ext cx="25146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3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4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7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8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9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1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2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3" name="TextBox 13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4" name="TextBox 14"/>
          <p:cNvSpPr txBox="1"/>
          <p:nvPr/>
        </p:nvSpPr>
        <p:spPr>
          <a:xfrm>
            <a:off x="7845552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5" name="TextBox 15"/>
          <p:cNvSpPr txBox="1"/>
          <p:nvPr/>
        </p:nvSpPr>
        <p:spPr>
          <a:xfrm>
            <a:off x="9710928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6" name="TextBox 16"/>
          <p:cNvSpPr txBox="1"/>
          <p:nvPr/>
        </p:nvSpPr>
        <p:spPr>
          <a:xfrm>
            <a:off x="7845552" y="2468878"/>
            <a:ext cx="141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7" name="TextBox 17"/>
          <p:cNvSpPr txBox="1"/>
          <p:nvPr/>
        </p:nvSpPr>
        <p:spPr>
          <a:xfrm>
            <a:off x="7845552" y="2761488"/>
            <a:ext cx="3429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8" name="TextBox 18"/>
          <p:cNvSpPr txBox="1"/>
          <p:nvPr/>
        </p:nvSpPr>
        <p:spPr>
          <a:xfrm>
            <a:off x="10442447" y="3127248"/>
            <a:ext cx="822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9" name="Connector 19"/>
          <p:cNvSpPr/>
          <p:nvPr/>
        </p:nvSpPr>
        <p:spPr>
          <a:xfrm>
            <a:off x="7845552" y="3493008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0" name="TextBox 20"/>
          <p:cNvSpPr txBox="1"/>
          <p:nvPr/>
        </p:nvSpPr>
        <p:spPr>
          <a:xfrm>
            <a:off x="7845552" y="379475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1" name="TextBox 21"/>
          <p:cNvSpPr txBox="1"/>
          <p:nvPr/>
        </p:nvSpPr>
        <p:spPr>
          <a:xfrm>
            <a:off x="7845552" y="4069079"/>
            <a:ext cx="342900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2" name="TextBox 22"/>
          <p:cNvSpPr txBox="1"/>
          <p:nvPr/>
        </p:nvSpPr>
        <p:spPr>
          <a:xfrm>
            <a:off x="9509759" y="4507991"/>
            <a:ext cx="17556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4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5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8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9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2" name="TextBox 17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3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4" name="Oval 19"/>
          <p:cNvSpPr/>
          <p:nvPr/>
        </p:nvSpPr>
        <p:spPr>
          <a:xfrm>
            <a:off x="78455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5" name="Oval 20"/>
          <p:cNvSpPr/>
          <p:nvPr/>
        </p:nvSpPr>
        <p:spPr>
          <a:xfrm>
            <a:off x="80284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6" name="Oval 21"/>
          <p:cNvSpPr/>
          <p:nvPr/>
        </p:nvSpPr>
        <p:spPr>
          <a:xfrm>
            <a:off x="82113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7" name="Oval 22"/>
          <p:cNvSpPr/>
          <p:nvPr/>
        </p:nvSpPr>
        <p:spPr>
          <a:xfrm>
            <a:off x="83941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8" name="Oval 23"/>
          <p:cNvSpPr/>
          <p:nvPr/>
        </p:nvSpPr>
        <p:spPr>
          <a:xfrm>
            <a:off x="857707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9" name="Oval 24"/>
          <p:cNvSpPr/>
          <p:nvPr/>
        </p:nvSpPr>
        <p:spPr>
          <a:xfrm>
            <a:off x="87599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0" name="Oval 25"/>
          <p:cNvSpPr/>
          <p:nvPr/>
        </p:nvSpPr>
        <p:spPr>
          <a:xfrm>
            <a:off x="89428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1" name="Oval 26"/>
          <p:cNvSpPr/>
          <p:nvPr/>
        </p:nvSpPr>
        <p:spPr>
          <a:xfrm>
            <a:off x="91257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2" name="Oval 27"/>
          <p:cNvSpPr/>
          <p:nvPr/>
        </p:nvSpPr>
        <p:spPr>
          <a:xfrm>
            <a:off x="93085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3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4" name="Oval 29"/>
          <p:cNvSpPr/>
          <p:nvPr/>
        </p:nvSpPr>
        <p:spPr>
          <a:xfrm>
            <a:off x="9912094" y="2377438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6" name="Connector 31"/>
          <p:cNvSpPr/>
          <p:nvPr/>
        </p:nvSpPr>
        <p:spPr>
          <a:xfrm>
            <a:off x="7845552" y="3401567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9" name="TextBox 34"/>
          <p:cNvSpPr txBox="1"/>
          <p:nvPr/>
        </p:nvSpPr>
        <p:spPr>
          <a:xfrm>
            <a:off x="7973568" y="4828032"/>
            <a:ext cx="321869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5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7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8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9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70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1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2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3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4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5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6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7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8" name="Oval 17"/>
          <p:cNvSpPr/>
          <p:nvPr/>
        </p:nvSpPr>
        <p:spPr>
          <a:xfrm>
            <a:off x="1216149" y="47365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9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80" name="TextBox 19"/>
          <p:cNvSpPr txBox="1"/>
          <p:nvPr/>
        </p:nvSpPr>
        <p:spPr>
          <a:xfrm>
            <a:off x="2313431" y="468172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1" name="TextBox 20"/>
          <p:cNvSpPr txBox="1"/>
          <p:nvPr/>
        </p:nvSpPr>
        <p:spPr>
          <a:xfrm>
            <a:off x="5074920" y="4709159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2" name="TextBox 21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3" name="Oval 22"/>
          <p:cNvSpPr/>
          <p:nvPr/>
        </p:nvSpPr>
        <p:spPr>
          <a:xfrm>
            <a:off x="7882125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4" name="Oval 23"/>
          <p:cNvSpPr/>
          <p:nvPr/>
        </p:nvSpPr>
        <p:spPr>
          <a:xfrm>
            <a:off x="8092440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5" name="Oval 24"/>
          <p:cNvSpPr/>
          <p:nvPr/>
        </p:nvSpPr>
        <p:spPr>
          <a:xfrm>
            <a:off x="8302752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6" name="Oval 25"/>
          <p:cNvSpPr/>
          <p:nvPr/>
        </p:nvSpPr>
        <p:spPr>
          <a:xfrm>
            <a:off x="8513063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7" name="Oval 26"/>
          <p:cNvSpPr/>
          <p:nvPr/>
        </p:nvSpPr>
        <p:spPr>
          <a:xfrm>
            <a:off x="8723376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8" name="Oval 27"/>
          <p:cNvSpPr/>
          <p:nvPr/>
        </p:nvSpPr>
        <p:spPr>
          <a:xfrm>
            <a:off x="7882125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9" name="Oval 28"/>
          <p:cNvSpPr/>
          <p:nvPr/>
        </p:nvSpPr>
        <p:spPr>
          <a:xfrm>
            <a:off x="8092440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0" name="Oval 29"/>
          <p:cNvSpPr/>
          <p:nvPr/>
        </p:nvSpPr>
        <p:spPr>
          <a:xfrm>
            <a:off x="8302752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1" name="Oval 30"/>
          <p:cNvSpPr/>
          <p:nvPr/>
        </p:nvSpPr>
        <p:spPr>
          <a:xfrm>
            <a:off x="8513063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2" name="Oval 31"/>
          <p:cNvSpPr/>
          <p:nvPr/>
        </p:nvSpPr>
        <p:spPr>
          <a:xfrm>
            <a:off x="8723376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3" name="Oval 32"/>
          <p:cNvSpPr/>
          <p:nvPr/>
        </p:nvSpPr>
        <p:spPr>
          <a:xfrm>
            <a:off x="7882125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4" name="Oval 33"/>
          <p:cNvSpPr/>
          <p:nvPr/>
        </p:nvSpPr>
        <p:spPr>
          <a:xfrm>
            <a:off x="8092440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5" name="Oval 34"/>
          <p:cNvSpPr/>
          <p:nvPr/>
        </p:nvSpPr>
        <p:spPr>
          <a:xfrm>
            <a:off x="8302752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6" name="Oval 35"/>
          <p:cNvSpPr/>
          <p:nvPr/>
        </p:nvSpPr>
        <p:spPr>
          <a:xfrm>
            <a:off x="8513063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7" name="Oval 36"/>
          <p:cNvSpPr/>
          <p:nvPr/>
        </p:nvSpPr>
        <p:spPr>
          <a:xfrm>
            <a:off x="8723376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8" name="Oval 37"/>
          <p:cNvSpPr/>
          <p:nvPr/>
        </p:nvSpPr>
        <p:spPr>
          <a:xfrm>
            <a:off x="7882125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9" name="Oval 38"/>
          <p:cNvSpPr/>
          <p:nvPr/>
        </p:nvSpPr>
        <p:spPr>
          <a:xfrm>
            <a:off x="8092440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0" name="Oval 39"/>
          <p:cNvSpPr/>
          <p:nvPr/>
        </p:nvSpPr>
        <p:spPr>
          <a:xfrm>
            <a:off x="8302752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1" name="Oval 40"/>
          <p:cNvSpPr/>
          <p:nvPr/>
        </p:nvSpPr>
        <p:spPr>
          <a:xfrm>
            <a:off x="8513063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2" name="Oval 41"/>
          <p:cNvSpPr/>
          <p:nvPr/>
        </p:nvSpPr>
        <p:spPr>
          <a:xfrm>
            <a:off x="8723376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3" name="TextBox 42"/>
          <p:cNvSpPr txBox="1"/>
          <p:nvPr/>
        </p:nvSpPr>
        <p:spPr>
          <a:xfrm>
            <a:off x="7845552" y="3273552"/>
            <a:ext cx="1143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4" name="TextBox 43"/>
          <p:cNvSpPr txBox="1"/>
          <p:nvPr/>
        </p:nvSpPr>
        <p:spPr>
          <a:xfrm>
            <a:off x="9034271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5" name="Connector 44"/>
          <p:cNvSpPr/>
          <p:nvPr/>
        </p:nvSpPr>
        <p:spPr>
          <a:xfrm flipV="1">
            <a:off x="9500616" y="2093976"/>
            <a:ext cx="374906" cy="10058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6"/>
          <p:cNvSpPr/>
          <p:nvPr/>
        </p:nvSpPr>
        <p:spPr>
          <a:xfrm>
            <a:off x="9875518" y="2093976"/>
            <a:ext cx="256033" cy="34747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7"/>
          <p:cNvSpPr/>
          <p:nvPr/>
        </p:nvSpPr>
        <p:spPr>
          <a:xfrm flipH="1">
            <a:off x="9628630" y="2093976"/>
            <a:ext cx="246890" cy="6217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8"/>
          <p:cNvSpPr/>
          <p:nvPr/>
        </p:nvSpPr>
        <p:spPr>
          <a:xfrm flipH="1">
            <a:off x="9994392" y="2441448"/>
            <a:ext cx="137162" cy="43891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49"/>
          <p:cNvSpPr/>
          <p:nvPr/>
        </p:nvSpPr>
        <p:spPr>
          <a:xfrm>
            <a:off x="9628630" y="2715766"/>
            <a:ext cx="365762" cy="1645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Connector 50"/>
          <p:cNvSpPr/>
          <p:nvPr/>
        </p:nvSpPr>
        <p:spPr>
          <a:xfrm flipV="1">
            <a:off x="9994392" y="2734055"/>
            <a:ext cx="338330" cy="14630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Oval 51"/>
          <p:cNvSpPr/>
          <p:nvPr/>
        </p:nvSpPr>
        <p:spPr>
          <a:xfrm>
            <a:off x="9454894" y="21488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3" name="Oval 52"/>
          <p:cNvSpPr/>
          <p:nvPr/>
        </p:nvSpPr>
        <p:spPr>
          <a:xfrm>
            <a:off x="9829799" y="2048255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4" name="Oval 53"/>
          <p:cNvSpPr/>
          <p:nvPr/>
        </p:nvSpPr>
        <p:spPr>
          <a:xfrm>
            <a:off x="10085830" y="2395727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5" name="Oval 54"/>
          <p:cNvSpPr/>
          <p:nvPr/>
        </p:nvSpPr>
        <p:spPr>
          <a:xfrm>
            <a:off x="9582911" y="267004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6" name="Oval 55"/>
          <p:cNvSpPr/>
          <p:nvPr/>
        </p:nvSpPr>
        <p:spPr>
          <a:xfrm>
            <a:off x="9948671" y="28346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7" name="Oval 56"/>
          <p:cNvSpPr/>
          <p:nvPr/>
        </p:nvSpPr>
        <p:spPr>
          <a:xfrm>
            <a:off x="10286999" y="2688334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9" name="TextBox 58"/>
          <p:cNvSpPr txBox="1"/>
          <p:nvPr/>
        </p:nvSpPr>
        <p:spPr>
          <a:xfrm>
            <a:off x="10451592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20" name="Oval 59"/>
          <p:cNvSpPr/>
          <p:nvPr/>
        </p:nvSpPr>
        <p:spPr>
          <a:xfrm>
            <a:off x="10908792" y="2148838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1" name="Oval 60"/>
          <p:cNvSpPr/>
          <p:nvPr/>
        </p:nvSpPr>
        <p:spPr>
          <a:xfrm>
            <a:off x="11109959" y="2359150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2" name="Oval 61"/>
          <p:cNvSpPr/>
          <p:nvPr/>
        </p:nvSpPr>
        <p:spPr>
          <a:xfrm>
            <a:off x="10863071" y="2596894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3" name="Oval 62"/>
          <p:cNvSpPr/>
          <p:nvPr/>
        </p:nvSpPr>
        <p:spPr>
          <a:xfrm>
            <a:off x="11247118" y="2770632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4" name="Oval 63"/>
          <p:cNvSpPr/>
          <p:nvPr/>
        </p:nvSpPr>
        <p:spPr>
          <a:xfrm>
            <a:off x="11027664" y="2953510"/>
            <a:ext cx="118875" cy="11887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5" name="Oval 64"/>
          <p:cNvSpPr/>
          <p:nvPr/>
        </p:nvSpPr>
        <p:spPr>
          <a:xfrm>
            <a:off x="11292840" y="3127248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6" name="TextBox 65"/>
          <p:cNvSpPr txBox="1"/>
          <p:nvPr/>
        </p:nvSpPr>
        <p:spPr>
          <a:xfrm>
            <a:off x="10863071" y="3401567"/>
            <a:ext cx="5486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7" name="TextBox 66"/>
          <p:cNvSpPr txBox="1"/>
          <p:nvPr/>
        </p:nvSpPr>
        <p:spPr>
          <a:xfrm>
            <a:off x="7845552" y="3977637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8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REPRESENTATIVE</a:t>
            </a:r>
          </a:p>
        </p:txBody>
      </p:sp>
      <p:sp>
        <p:nvSpPr>
          <p:cNvPr id="2432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the platform shows—and hides</a:t>
            </a:r>
          </a:p>
        </p:txBody>
      </p:sp>
      <p:sp>
        <p:nvSpPr>
          <p:cNvPr id="2433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34" name="TextBox 4"/>
          <p:cNvSpPr txBox="1"/>
          <p:nvPr/>
        </p:nvSpPr>
        <p:spPr>
          <a:xfrm>
            <a:off x="749808" y="2304288"/>
            <a:ext cx="2148840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2435" name="TextBox 5"/>
          <p:cNvSpPr txBox="1"/>
          <p:nvPr/>
        </p:nvSpPr>
        <p:spPr>
          <a:xfrm>
            <a:off x="749808" y="2926079"/>
            <a:ext cx="2148840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2436" name="Connector 6"/>
          <p:cNvSpPr/>
          <p:nvPr/>
        </p:nvSpPr>
        <p:spPr>
          <a:xfrm>
            <a:off x="2944367" y="2761488"/>
            <a:ext cx="758953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7" name="TextBox 7"/>
          <p:cNvSpPr txBox="1"/>
          <p:nvPr/>
        </p:nvSpPr>
        <p:spPr>
          <a:xfrm>
            <a:off x="3163823" y="2587751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38" name="Connector 8"/>
          <p:cNvSpPr/>
          <p:nvPr/>
        </p:nvSpPr>
        <p:spPr>
          <a:xfrm flipV="1">
            <a:off x="3785615" y="2194560"/>
            <a:ext cx="548642" cy="566929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9" name="Connector 9"/>
          <p:cNvSpPr/>
          <p:nvPr/>
        </p:nvSpPr>
        <p:spPr>
          <a:xfrm>
            <a:off x="3785615" y="2761488"/>
            <a:ext cx="548642" cy="106070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0" name="TextBox 10"/>
          <p:cNvSpPr txBox="1"/>
          <p:nvPr/>
        </p:nvSpPr>
        <p:spPr>
          <a:xfrm>
            <a:off x="4370832" y="1627632"/>
            <a:ext cx="1920241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6,832</a:t>
            </a:r>
          </a:p>
        </p:txBody>
      </p:sp>
      <p:sp>
        <p:nvSpPr>
          <p:cNvPr id="2441" name="TextBox 11"/>
          <p:cNvSpPr txBox="1"/>
          <p:nvPr/>
        </p:nvSpPr>
        <p:spPr>
          <a:xfrm>
            <a:off x="4370832" y="2249423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shown · 15%</a:t>
            </a:r>
          </a:p>
        </p:txBody>
      </p:sp>
      <p:sp>
        <p:nvSpPr>
          <p:cNvPr id="2442" name="TextBox 12"/>
          <p:cNvSpPr txBox="1"/>
          <p:nvPr/>
        </p:nvSpPr>
        <p:spPr>
          <a:xfrm>
            <a:off x="4370832" y="3401567"/>
            <a:ext cx="1920241" cy="433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37,890</a:t>
            </a:r>
          </a:p>
        </p:txBody>
      </p:sp>
      <p:sp>
        <p:nvSpPr>
          <p:cNvPr id="2443" name="TextBox 13"/>
          <p:cNvSpPr txBox="1"/>
          <p:nvPr/>
        </p:nvSpPr>
        <p:spPr>
          <a:xfrm>
            <a:off x="4370832" y="4023359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not shown · 85%</a:t>
            </a:r>
          </a:p>
        </p:txBody>
      </p:sp>
      <p:sp>
        <p:nvSpPr>
          <p:cNvPr id="2444" name="Connector 14"/>
          <p:cNvSpPr/>
          <p:nvPr/>
        </p:nvSpPr>
        <p:spPr>
          <a:xfrm>
            <a:off x="6364223" y="3931920"/>
            <a:ext cx="1060704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5" name="TextBox 15"/>
          <p:cNvSpPr txBox="1"/>
          <p:nvPr/>
        </p:nvSpPr>
        <p:spPr>
          <a:xfrm>
            <a:off x="6720840" y="3758184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46" name="TextBox 16"/>
          <p:cNvSpPr txBox="1"/>
          <p:nvPr/>
        </p:nvSpPr>
        <p:spPr>
          <a:xfrm>
            <a:off x="7479792" y="3401567"/>
            <a:ext cx="2423161" cy="433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447" name="TextBox 17"/>
          <p:cNvSpPr txBox="1"/>
          <p:nvPr/>
        </p:nvSpPr>
        <p:spPr>
          <a:xfrm>
            <a:off x="7479792" y="4023359"/>
            <a:ext cx="24231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rescue candidates</a:t>
            </a:r>
          </a:p>
        </p:txBody>
      </p:sp>
      <p:sp>
        <p:nvSpPr>
          <p:cNvPr id="2448" name="TextBox 18"/>
          <p:cNvSpPr txBox="1"/>
          <p:nvPr/>
        </p:nvSpPr>
        <p:spPr>
          <a:xfrm>
            <a:off x="7644382" y="4617720"/>
            <a:ext cx="210312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INSIDE THE HIDDEN POOL</a:t>
            </a:r>
          </a:p>
        </p:txBody>
      </p:sp>
      <p:sp>
        <p:nvSpPr>
          <p:cNvPr id="2449" name="Connector 19"/>
          <p:cNvSpPr/>
          <p:nvPr/>
        </p:nvSpPr>
        <p:spPr>
          <a:xfrm>
            <a:off x="749807" y="523951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0" name="TextBox 20"/>
          <p:cNvSpPr txBox="1"/>
          <p:nvPr/>
        </p:nvSpPr>
        <p:spPr>
          <a:xfrm>
            <a:off x="2834639" y="5541264"/>
            <a:ext cx="64465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CCA searches inside the hidden Representative pool</a:t>
            </a:r>
          </a:p>
        </p:txBody>
      </p:sp>
      <p:sp>
        <p:nvSpPr>
          <p:cNvPr id="2451" name="TextBox 2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2454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Gabriel Validation</a:t>
            </a:r>
          </a:p>
        </p:txBody>
      </p:sp>
      <p:sp>
        <p:nvSpPr>
          <p:cNvPr id="2455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56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57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8" name="Connector 6"/>
          <p:cNvSpPr/>
          <p:nvPr/>
        </p:nvSpPr>
        <p:spPr>
          <a:xfrm flipH="1">
            <a:off x="6089903" y="1600199"/>
            <a:ext cx="1" cy="357530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9" name="Oval 7"/>
          <p:cNvSpPr/>
          <p:nvPr/>
        </p:nvSpPr>
        <p:spPr>
          <a:xfrm>
            <a:off x="822960" y="1636776"/>
            <a:ext cx="201169" cy="201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0" name="TextBox 8"/>
          <p:cNvSpPr txBox="1"/>
          <p:nvPr/>
        </p:nvSpPr>
        <p:spPr>
          <a:xfrm>
            <a:off x="1133855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1</a:t>
            </a:r>
          </a:p>
        </p:txBody>
      </p:sp>
      <p:sp>
        <p:nvSpPr>
          <p:cNvPr id="2461" name="TextBox 9"/>
          <p:cNvSpPr txBox="1"/>
          <p:nvPr/>
        </p:nvSpPr>
        <p:spPr>
          <a:xfrm>
            <a:off x="822959" y="1993392"/>
            <a:ext cx="329184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Nature + sourcing</a:t>
            </a:r>
          </a:p>
        </p:txBody>
      </p:sp>
      <p:sp>
        <p:nvSpPr>
          <p:cNvPr id="2462" name="TextBox 10"/>
          <p:cNvSpPr txBox="1"/>
          <p:nvPr/>
        </p:nvSpPr>
        <p:spPr>
          <a:xfrm>
            <a:off x="841247" y="2578607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463" name="TextBox 11"/>
          <p:cNvSpPr txBox="1"/>
          <p:nvPr/>
        </p:nvSpPr>
        <p:spPr>
          <a:xfrm>
            <a:off x="1417320" y="2532888"/>
            <a:ext cx="3383280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sourced factual information</a:t>
            </a:r>
          </a:p>
        </p:txBody>
      </p:sp>
      <p:sp>
        <p:nvSpPr>
          <p:cNvPr id="2464" name="TextBox 12"/>
          <p:cNvSpPr txBox="1"/>
          <p:nvPr/>
        </p:nvSpPr>
        <p:spPr>
          <a:xfrm>
            <a:off x="841247" y="301752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STOP</a:t>
            </a:r>
          </a:p>
        </p:txBody>
      </p:sp>
      <p:sp>
        <p:nvSpPr>
          <p:cNvPr id="2465" name="TextBox 13"/>
          <p:cNvSpPr txBox="1"/>
          <p:nvPr/>
        </p:nvSpPr>
        <p:spPr>
          <a:xfrm>
            <a:off x="1417320" y="2944367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466" name="TextBox 14"/>
          <p:cNvSpPr txBox="1"/>
          <p:nvPr/>
        </p:nvSpPr>
        <p:spPr>
          <a:xfrm>
            <a:off x="1417320" y="3328415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467" name="TextBox 15"/>
          <p:cNvSpPr txBox="1"/>
          <p:nvPr/>
        </p:nvSpPr>
        <p:spPr>
          <a:xfrm>
            <a:off x="1417320" y="3712464"/>
            <a:ext cx="3401568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hostile / derogatory</a:t>
            </a:r>
          </a:p>
        </p:txBody>
      </p:sp>
      <p:sp>
        <p:nvSpPr>
          <p:cNvPr id="2468" name="TextBox 16"/>
          <p:cNvSpPr txBox="1"/>
          <p:nvPr/>
        </p:nvSpPr>
        <p:spPr>
          <a:xfrm>
            <a:off x="1417320" y="4096511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irrelevant / spam</a:t>
            </a:r>
          </a:p>
        </p:txBody>
      </p:sp>
      <p:sp>
        <p:nvSpPr>
          <p:cNvPr id="2469" name="TextBox 17"/>
          <p:cNvSpPr txBox="1"/>
          <p:nvPr/>
        </p:nvSpPr>
        <p:spPr>
          <a:xfrm>
            <a:off x="841248" y="4645152"/>
            <a:ext cx="45262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VISIBLE EXTERNAL SOURCE POINTER REQUIRED</a:t>
            </a:r>
          </a:p>
        </p:txBody>
      </p:sp>
      <p:sp>
        <p:nvSpPr>
          <p:cNvPr id="2470" name="Oval 18"/>
          <p:cNvSpPr/>
          <p:nvPr/>
        </p:nvSpPr>
        <p:spPr>
          <a:xfrm>
            <a:off x="6446520" y="1636776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1" name="TextBox 19"/>
          <p:cNvSpPr txBox="1"/>
          <p:nvPr/>
        </p:nvSpPr>
        <p:spPr>
          <a:xfrm>
            <a:off x="6757416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2</a:t>
            </a:r>
          </a:p>
        </p:txBody>
      </p:sp>
      <p:sp>
        <p:nvSpPr>
          <p:cNvPr id="2472" name="TextBox 20"/>
          <p:cNvSpPr txBox="1"/>
          <p:nvPr/>
        </p:nvSpPr>
        <p:spPr>
          <a:xfrm>
            <a:off x="6446520" y="1993392"/>
            <a:ext cx="2926081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Rescue worthiness</a:t>
            </a:r>
          </a:p>
        </p:txBody>
      </p:sp>
      <p:sp>
        <p:nvSpPr>
          <p:cNvPr id="2473" name="TextBox 21"/>
          <p:cNvSpPr txBox="1"/>
          <p:nvPr/>
        </p:nvSpPr>
        <p:spPr>
          <a:xfrm>
            <a:off x="9893807" y="1892806"/>
            <a:ext cx="1234441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0–100</a:t>
            </a:r>
          </a:p>
        </p:txBody>
      </p:sp>
      <p:sp>
        <p:nvSpPr>
          <p:cNvPr id="2474" name="TextBox 22"/>
          <p:cNvSpPr txBox="1"/>
          <p:nvPr/>
        </p:nvSpPr>
        <p:spPr>
          <a:xfrm>
            <a:off x="6473952" y="2633472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source traceability</a:t>
            </a:r>
          </a:p>
        </p:txBody>
      </p:sp>
      <p:sp>
        <p:nvSpPr>
          <p:cNvPr id="2475" name="TextBox 23"/>
          <p:cNvSpPr txBox="1"/>
          <p:nvPr/>
        </p:nvSpPr>
        <p:spPr>
          <a:xfrm>
            <a:off x="6473952" y="3072383"/>
            <a:ext cx="324612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claim–source connection</a:t>
            </a:r>
          </a:p>
        </p:txBody>
      </p:sp>
      <p:sp>
        <p:nvSpPr>
          <p:cNvPr id="2476" name="TextBox 24"/>
          <p:cNvSpPr txBox="1"/>
          <p:nvPr/>
        </p:nvSpPr>
        <p:spPr>
          <a:xfrm>
            <a:off x="6473952" y="3511296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clarity and neutrality</a:t>
            </a:r>
          </a:p>
        </p:txBody>
      </p:sp>
      <p:sp>
        <p:nvSpPr>
          <p:cNvPr id="2477" name="TextBox 25"/>
          <p:cNvSpPr txBox="1"/>
          <p:nvPr/>
        </p:nvSpPr>
        <p:spPr>
          <a:xfrm>
            <a:off x="6473952" y="3950208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constructive presentation</a:t>
            </a:r>
          </a:p>
        </p:txBody>
      </p:sp>
      <p:sp>
        <p:nvSpPr>
          <p:cNvPr id="2478" name="Connector 26"/>
          <p:cNvSpPr/>
          <p:nvPr/>
        </p:nvSpPr>
        <p:spPr>
          <a:xfrm>
            <a:off x="6455664" y="4526279"/>
            <a:ext cx="4654297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9" name="TextBox 27"/>
          <p:cNvSpPr txBox="1"/>
          <p:nvPr/>
        </p:nvSpPr>
        <p:spPr>
          <a:xfrm>
            <a:off x="6473952" y="4727447"/>
            <a:ext cx="1024129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≥50</a:t>
            </a:r>
          </a:p>
        </p:txBody>
      </p:sp>
      <p:sp>
        <p:nvSpPr>
          <p:cNvPr id="2480" name="TextBox 28"/>
          <p:cNvSpPr txBox="1"/>
          <p:nvPr/>
        </p:nvSpPr>
        <p:spPr>
          <a:xfrm>
            <a:off x="7516368" y="4791455"/>
            <a:ext cx="233172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  VALIDATED</a:t>
            </a:r>
          </a:p>
        </p:txBody>
      </p:sp>
      <p:sp>
        <p:nvSpPr>
          <p:cNvPr id="2481" name="Connector 29"/>
          <p:cNvSpPr/>
          <p:nvPr/>
        </p:nvSpPr>
        <p:spPr>
          <a:xfrm>
            <a:off x="749807" y="537667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2" name="TextBox 30"/>
          <p:cNvSpPr txBox="1"/>
          <p:nvPr/>
        </p:nvSpPr>
        <p:spPr>
          <a:xfrm>
            <a:off x="1371599" y="5669279"/>
            <a:ext cx="946404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Missing sourcing is a validation failure—not proof that the claim is false</a:t>
            </a:r>
          </a:p>
        </p:txBody>
      </p:sp>
      <p:sp>
        <p:nvSpPr>
          <p:cNvPr id="2483" name="TextBox 3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method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VALIDATION</a:t>
            </a:r>
          </a:p>
        </p:txBody>
      </p:sp>
      <p:sp>
        <p:nvSpPr>
          <p:cNvPr id="2486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candidates to validated rescues</a:t>
            </a:r>
          </a:p>
        </p:txBody>
      </p:sp>
      <p:sp>
        <p:nvSpPr>
          <p:cNvPr id="2487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88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89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0" name="Connector 6"/>
          <p:cNvSpPr/>
          <p:nvPr/>
        </p:nvSpPr>
        <p:spPr>
          <a:xfrm>
            <a:off x="1426464" y="2340864"/>
            <a:ext cx="6821425" cy="1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1" name="TextBox 7"/>
          <p:cNvSpPr txBox="1"/>
          <p:nvPr/>
        </p:nvSpPr>
        <p:spPr>
          <a:xfrm>
            <a:off x="749807" y="1581911"/>
            <a:ext cx="1508762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492" name="Oval 8"/>
          <p:cNvSpPr/>
          <p:nvPr/>
        </p:nvSpPr>
        <p:spPr>
          <a:xfrm>
            <a:off x="1408175" y="2249423"/>
            <a:ext cx="182881" cy="1828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3" name="TextBox 9"/>
          <p:cNvSpPr txBox="1"/>
          <p:nvPr/>
        </p:nvSpPr>
        <p:spPr>
          <a:xfrm>
            <a:off x="585215" y="2615183"/>
            <a:ext cx="187451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2494" name="TextBox 10"/>
          <p:cNvSpPr txBox="1"/>
          <p:nvPr/>
        </p:nvSpPr>
        <p:spPr>
          <a:xfrm>
            <a:off x="3273552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5" name="TextBox 11"/>
          <p:cNvSpPr txBox="1"/>
          <p:nvPr/>
        </p:nvSpPr>
        <p:spPr>
          <a:xfrm>
            <a:off x="3730752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8,051</a:t>
            </a:r>
          </a:p>
        </p:txBody>
      </p:sp>
      <p:sp>
        <p:nvSpPr>
          <p:cNvPr id="2496" name="Oval 12"/>
          <p:cNvSpPr/>
          <p:nvPr/>
        </p:nvSpPr>
        <p:spPr>
          <a:xfrm>
            <a:off x="4389120" y="2249423"/>
            <a:ext cx="182881" cy="18288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7" name="TextBox 14"/>
          <p:cNvSpPr txBox="1"/>
          <p:nvPr/>
        </p:nvSpPr>
        <p:spPr>
          <a:xfrm>
            <a:off x="6236208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8" name="TextBox 15"/>
          <p:cNvSpPr txBox="1"/>
          <p:nvPr/>
        </p:nvSpPr>
        <p:spPr>
          <a:xfrm>
            <a:off x="6711695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2499" name="Oval 16"/>
          <p:cNvSpPr/>
          <p:nvPr/>
        </p:nvSpPr>
        <p:spPr>
          <a:xfrm>
            <a:off x="7370064" y="2249423"/>
            <a:ext cx="182881" cy="1828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0" name="Connector 18"/>
          <p:cNvSpPr/>
          <p:nvPr/>
        </p:nvSpPr>
        <p:spPr>
          <a:xfrm>
            <a:off x="4572000" y="2432304"/>
            <a:ext cx="0" cy="59436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1" name="TextBox 19"/>
          <p:cNvSpPr txBox="1"/>
          <p:nvPr/>
        </p:nvSpPr>
        <p:spPr>
          <a:xfrm>
            <a:off x="3017520" y="3035807"/>
            <a:ext cx="315468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5,604  STAGE 1 STOP</a:t>
            </a:r>
          </a:p>
        </p:txBody>
      </p:sp>
      <p:sp>
        <p:nvSpPr>
          <p:cNvPr id="2502" name="TextBox 20"/>
          <p:cNvSpPr txBox="1"/>
          <p:nvPr/>
        </p:nvSpPr>
        <p:spPr>
          <a:xfrm>
            <a:off x="3136392" y="3445764"/>
            <a:ext cx="1586612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3,610 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503" name="TextBox 21"/>
          <p:cNvSpPr txBox="1"/>
          <p:nvPr/>
        </p:nvSpPr>
        <p:spPr>
          <a:xfrm>
            <a:off x="3136392" y="3701796"/>
            <a:ext cx="1652271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687  </a:t>
            </a:r>
            <a:r>
              <a:rPr b="0">
                <a:solidFill>
                  <a:srgbClr val="73777F"/>
                </a:solidFill>
              </a:rPr>
              <a:t>irrelevant / trivial / spam</a:t>
            </a:r>
          </a:p>
        </p:txBody>
      </p:sp>
      <p:sp>
        <p:nvSpPr>
          <p:cNvPr id="2504" name="TextBox 22"/>
          <p:cNvSpPr txBox="1"/>
          <p:nvPr/>
        </p:nvSpPr>
        <p:spPr>
          <a:xfrm>
            <a:off x="3136392" y="3957828"/>
            <a:ext cx="171805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616  </a:t>
            </a:r>
            <a:r>
              <a:rPr b="0">
                <a:solidFill>
                  <a:srgbClr val="73777F"/>
                </a:solidFill>
              </a:rPr>
              <a:t>hostile / troll / derogatory</a:t>
            </a:r>
          </a:p>
        </p:txBody>
      </p:sp>
      <p:sp>
        <p:nvSpPr>
          <p:cNvPr id="2505" name="TextBox 23"/>
          <p:cNvSpPr txBox="1"/>
          <p:nvPr/>
        </p:nvSpPr>
        <p:spPr>
          <a:xfrm>
            <a:off x="3136392" y="4213860"/>
            <a:ext cx="177012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474 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506" name="TextBox 24"/>
          <p:cNvSpPr txBox="1"/>
          <p:nvPr/>
        </p:nvSpPr>
        <p:spPr>
          <a:xfrm>
            <a:off x="3136392" y="4469892"/>
            <a:ext cx="1546480" cy="14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217  </a:t>
            </a:r>
            <a:r>
              <a:rPr b="0">
                <a:solidFill>
                  <a:srgbClr val="73777F"/>
                </a:solidFill>
              </a:rPr>
              <a:t>unresolved / strict ties</a:t>
            </a:r>
          </a:p>
        </p:txBody>
      </p:sp>
      <p:sp>
        <p:nvSpPr>
          <p:cNvPr id="2507" name="Connector 25"/>
          <p:cNvSpPr/>
          <p:nvPr/>
        </p:nvSpPr>
        <p:spPr>
          <a:xfrm>
            <a:off x="7534656" y="2432304"/>
            <a:ext cx="1" cy="59436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8" name="TextBox 26"/>
          <p:cNvSpPr txBox="1"/>
          <p:nvPr/>
        </p:nvSpPr>
        <p:spPr>
          <a:xfrm>
            <a:off x="6428232" y="3035807"/>
            <a:ext cx="226771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4,155  STAGE 2 STOP</a:t>
            </a:r>
          </a:p>
        </p:txBody>
      </p:sp>
      <p:sp>
        <p:nvSpPr>
          <p:cNvPr id="2509" name="TextBox 27"/>
          <p:cNvSpPr txBox="1"/>
          <p:nvPr/>
        </p:nvSpPr>
        <p:spPr>
          <a:xfrm>
            <a:off x="6510528" y="3619500"/>
            <a:ext cx="173329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4,155  </a:t>
            </a:r>
            <a:r>
              <a:rPr b="0">
                <a:solidFill>
                  <a:srgbClr val="73777F"/>
                </a:solidFill>
              </a:rPr>
              <a:t>rescue-worthiness &lt; 50</a:t>
            </a:r>
          </a:p>
        </p:txBody>
      </p:sp>
      <p:sp>
        <p:nvSpPr>
          <p:cNvPr id="2510" name="Connector 28"/>
          <p:cNvSpPr/>
          <p:nvPr/>
        </p:nvSpPr>
        <p:spPr>
          <a:xfrm>
            <a:off x="749807" y="495604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1" name="TextBox 29"/>
          <p:cNvSpPr txBox="1"/>
          <p:nvPr/>
        </p:nvSpPr>
        <p:spPr>
          <a:xfrm>
            <a:off x="859535" y="5212079"/>
            <a:ext cx="2103122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GPT-4o-mini baseline</a:t>
            </a:r>
          </a:p>
        </p:txBody>
      </p:sp>
      <p:sp>
        <p:nvSpPr>
          <p:cNvPr id="2512" name="TextBox 30"/>
          <p:cNvSpPr txBox="1"/>
          <p:nvPr/>
        </p:nvSpPr>
        <p:spPr>
          <a:xfrm>
            <a:off x="2953511" y="5193791"/>
            <a:ext cx="3291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13" name="TextBox 31"/>
          <p:cNvSpPr txBox="1"/>
          <p:nvPr/>
        </p:nvSpPr>
        <p:spPr>
          <a:xfrm>
            <a:off x="3383279" y="5212079"/>
            <a:ext cx="2240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MiMo v2.5 Pro rerun</a:t>
            </a:r>
          </a:p>
        </p:txBody>
      </p:sp>
      <p:sp>
        <p:nvSpPr>
          <p:cNvPr id="2514" name="TextBox 32"/>
          <p:cNvSpPr txBox="1"/>
          <p:nvPr/>
        </p:nvSpPr>
        <p:spPr>
          <a:xfrm>
            <a:off x="5989320" y="5193791"/>
            <a:ext cx="233172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higher reasoning capacity</a:t>
            </a:r>
          </a:p>
        </p:txBody>
      </p:sp>
      <p:sp>
        <p:nvSpPr>
          <p:cNvPr id="2515" name="TextBox 33"/>
          <p:cNvSpPr txBox="1"/>
          <p:nvPr/>
        </p:nvSpPr>
        <p:spPr>
          <a:xfrm>
            <a:off x="8503919" y="5193791"/>
            <a:ext cx="257860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accuracy expected to improve</a:t>
            </a:r>
          </a:p>
        </p:txBody>
      </p:sp>
      <p:sp>
        <p:nvSpPr>
          <p:cNvPr id="2516" name="TextBox 34"/>
          <p:cNvSpPr txBox="1"/>
          <p:nvPr/>
        </p:nvSpPr>
        <p:spPr>
          <a:xfrm>
            <a:off x="4114800" y="5760720"/>
            <a:ext cx="397763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FINAL COUNTS WILL CHANGE</a:t>
            </a:r>
          </a:p>
        </p:txBody>
      </p:sp>
      <p:sp>
        <p:nvSpPr>
          <p:cNvPr id="2517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outputs · MiMo rerun underway</a:t>
            </a:r>
          </a:p>
        </p:txBody>
      </p:sp>
      <p:sp>
        <p:nvSpPr>
          <p:cNvPr id="2518" name="TextBox 13"/>
          <p:cNvSpPr txBox="1"/>
          <p:nvPr/>
        </p:nvSpPr>
        <p:spPr>
          <a:xfrm>
            <a:off x="3147059" y="2615183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1 pass</a:t>
            </a:r>
          </a:p>
        </p:txBody>
      </p:sp>
      <p:sp>
        <p:nvSpPr>
          <p:cNvPr id="2519" name="TextBox 17"/>
          <p:cNvSpPr txBox="1"/>
          <p:nvPr/>
        </p:nvSpPr>
        <p:spPr>
          <a:xfrm>
            <a:off x="5912104" y="2615183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2 pass · ≥50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