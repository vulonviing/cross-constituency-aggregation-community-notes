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e2547e270994b19" /><Relationship Type="http://schemas.openxmlformats.org/officeDocument/2006/relationships/extended-properties" Target="/docProps/app.xml" Id="Ra94b2564b13348aa" /><Relationship Type="http://schemas.openxmlformats.org/officeDocument/2006/relationships/officeDocument" Target="/ppt/presentation.xml" Id="Reda9cecb267b481e" /></Relationships>
</file>

<file path=ppt/presentation.xml><?xml version="1.0" encoding="utf-8"?>
<p:presentation xmlns:p="http://schemas.openxmlformats.org/presentationml/2006/main">
  <p:sldMasterIdLst>
    <p:sldMasterId xmlns:r="http://schemas.openxmlformats.org/officeDocument/2006/relationships" id="2147483648" r:id="R6967ac4a7b2c4aca"/>
  </p:sldMasterIdLst>
  <p:notesMasterIdLst>
    <p:notesMasterId xmlns:r="http://schemas.openxmlformats.org/officeDocument/2006/relationships" r:id="Rad2e75d6df764b4d"/>
  </p:notesMasterIdLst>
  <p:sldIdLst>
    <p:sldId xmlns:r="http://schemas.openxmlformats.org/officeDocument/2006/relationships" id="256" r:id="Re9e17a116b8b42fd"/>
    <p:sldId xmlns:r="http://schemas.openxmlformats.org/officeDocument/2006/relationships" id="257" r:id="R5a2fe2fb299f481a"/>
    <p:sldId xmlns:r="http://schemas.openxmlformats.org/officeDocument/2006/relationships" id="258" r:id="R97f03d1b81a64fd4"/>
    <p:sldId xmlns:r="http://schemas.openxmlformats.org/officeDocument/2006/relationships" id="259" r:id="R9db613cb48ec4079"/>
    <p:sldId xmlns:r="http://schemas.openxmlformats.org/officeDocument/2006/relationships" id="260" r:id="Rc6ac5fbe3d824c18"/>
    <p:sldId xmlns:r="http://schemas.openxmlformats.org/officeDocument/2006/relationships" id="261" r:id="Rcf829f0990844aea"/>
    <p:sldId xmlns:r="http://schemas.openxmlformats.org/officeDocument/2006/relationships" id="262" r:id="R3b5cbbbadf6c416d"/>
    <p:sldId xmlns:r="http://schemas.openxmlformats.org/officeDocument/2006/relationships" id="263" r:id="R6b4136ded5c3477d"/>
    <p:sldId xmlns:r="http://schemas.openxmlformats.org/officeDocument/2006/relationships" id="264" r:id="R367cb67f3ace427d"/>
    <p:sldId xmlns:r="http://schemas.openxmlformats.org/officeDocument/2006/relationships" id="265" r:id="R4a7b94ef19bf4051"/>
    <p:sldId xmlns:r="http://schemas.openxmlformats.org/officeDocument/2006/relationships" id="266" r:id="R57110a044a064f1f"/>
    <p:sldId xmlns:r="http://schemas.openxmlformats.org/officeDocument/2006/relationships" id="267" r:id="R33344271f0ae420e"/>
    <p:sldId xmlns:r="http://schemas.openxmlformats.org/officeDocument/2006/relationships" id="268" r:id="R1cbd5c592ff5430a"/>
    <p:sldId xmlns:r="http://schemas.openxmlformats.org/officeDocument/2006/relationships" id="269" r:id="R1aa526fa7a7a4d05"/>
    <p:sldId xmlns:r="http://schemas.openxmlformats.org/officeDocument/2006/relationships" id="270" r:id="R2680ebd811ea4f69"/>
    <p:sldId xmlns:r="http://schemas.openxmlformats.org/officeDocument/2006/relationships" id="271" r:id="Rf3a4731d7f2148f7"/>
    <p:sldId xmlns:r="http://schemas.openxmlformats.org/officeDocument/2006/relationships" id="272" r:id="R5713870534d8452f"/>
    <p:sldId xmlns:r="http://schemas.openxmlformats.org/officeDocument/2006/relationships" id="273" r:id="R2c3eed380e584178"/>
    <p:sldId xmlns:r="http://schemas.openxmlformats.org/officeDocument/2006/relationships" id="274" r:id="R5d8f7ec583eb4919"/>
    <p:sldId xmlns:r="http://schemas.openxmlformats.org/officeDocument/2006/relationships" id="275" r:id="R3c4a84072e074636"/>
    <p:sldId xmlns:r="http://schemas.openxmlformats.org/officeDocument/2006/relationships" id="276" r:id="Rcf82a52f12024332"/>
    <p:sldId xmlns:r="http://schemas.openxmlformats.org/officeDocument/2006/relationships" id="277" r:id="Rb5a1a5fc25f84ec0"/>
    <p:sldId xmlns:r="http://schemas.openxmlformats.org/officeDocument/2006/relationships" id="278" r:id="R5d236b3774e6463b"/>
    <p:sldId xmlns:r="http://schemas.openxmlformats.org/officeDocument/2006/relationships" id="279" r:id="Rd82493b0081545aa"/>
    <p:sldId xmlns:r="http://schemas.openxmlformats.org/officeDocument/2006/relationships" id="280" r:id="Re9bb29b390dc4d17"/>
    <p:sldId xmlns:r="http://schemas.openxmlformats.org/officeDocument/2006/relationships" id="281" r:id="Rf8f43a3621d64c44"/>
    <p:sldId xmlns:r="http://schemas.openxmlformats.org/officeDocument/2006/relationships" id="282" r:id="Ra1128b244ec54d27"/>
    <p:sldId xmlns:r="http://schemas.openxmlformats.org/officeDocument/2006/relationships" id="283" r:id="Rda41420e8f7c4b18"/>
    <p:sldId xmlns:r="http://schemas.openxmlformats.org/officeDocument/2006/relationships" id="284" r:id="R4c163b2b8d7e4444"/>
    <p:sldId xmlns:r="http://schemas.openxmlformats.org/officeDocument/2006/relationships" id="285" r:id="R8d570074ae0144ea"/>
    <p:sldId xmlns:r="http://schemas.openxmlformats.org/officeDocument/2006/relationships" id="286" r:id="Rf661e49f5b804045"/>
    <p:sldId xmlns:r="http://schemas.openxmlformats.org/officeDocument/2006/relationships" id="287" r:id="Rfb50fa7891d14685"/>
    <p:sldId xmlns:r="http://schemas.openxmlformats.org/officeDocument/2006/relationships" id="288" r:id="R843c3052487b4a68"/>
    <p:sldId xmlns:r="http://schemas.openxmlformats.org/officeDocument/2006/relationships" id="289" r:id="R23977fe7b557444e"/>
    <p:sldId xmlns:r="http://schemas.openxmlformats.org/officeDocument/2006/relationships" id="290" r:id="Rbef9a949faa1428a"/>
    <p:sldId xmlns:r="http://schemas.openxmlformats.org/officeDocument/2006/relationships" id="291" r:id="Rd72bfcba80a64577"/>
    <p:sldId xmlns:r="http://schemas.openxmlformats.org/officeDocument/2006/relationships" id="292" r:id="R9805415d951f4ad8"/>
    <p:sldId xmlns:r="http://schemas.openxmlformats.org/officeDocument/2006/relationships" id="293" r:id="R9d10de375fb54f76"/>
    <p:sldId xmlns:r="http://schemas.openxmlformats.org/officeDocument/2006/relationships" id="294" r:id="R2c4308d1261346d5"/>
    <p:sldId xmlns:r="http://schemas.openxmlformats.org/officeDocument/2006/relationships" id="295" r:id="R725784b20ec14d17"/>
    <p:sldId xmlns:r="http://schemas.openxmlformats.org/officeDocument/2006/relationships" id="296" r:id="R38cf37e9d11746f6"/>
    <p:sldId xmlns:r="http://schemas.openxmlformats.org/officeDocument/2006/relationships" id="297" r:id="Rf840b243792f4634"/>
  </p:sldIdLst>
  <p:sldSz cx="121793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b="def" i="def"/>
      <a:tcStyle>
        <a:tcBdr/>
        <a:fill>
          <a:solidFill>
            <a:srgbClr val="E8ECF4"/>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b="def" i="def"/>
      <a:tcStyle>
        <a:tcBdr/>
        <a:fill>
          <a:solidFill>
            <a:srgbClr val="EFF3E9"/>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b="def" i="def"/>
      <a:tcStyle>
        <a:tcBdr/>
        <a:fill>
          <a:solidFill>
            <a:srgbClr val="FDEE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_rels/presentation.xml.rels>&#65279;<?xml version="1.0" encoding="utf-8"?><Relationships xmlns="http://schemas.openxmlformats.org/package/2006/relationships"><Relationship Type="http://schemas.openxmlformats.org/officeDocument/2006/relationships/theme" Target="/ppt/theme/theme1.xml" Id="R781cbbc9b9ad4dd8" /><Relationship Type="http://schemas.openxmlformats.org/officeDocument/2006/relationships/slideMaster" Target="/ppt/slideMasters/slideMaster1.xml" Id="R6967ac4a7b2c4aca" /><Relationship Type="http://schemas.openxmlformats.org/officeDocument/2006/relationships/notesMaster" Target="/ppt/notesMasters/notesMaster1.xml" Id="Rad2e75d6df764b4d" /><Relationship Type="http://schemas.openxmlformats.org/officeDocument/2006/relationships/presProps" Target="/ppt/presProps.xml" Id="R18af25c2d8254f92" /><Relationship Type="http://schemas.openxmlformats.org/officeDocument/2006/relationships/tableStyles" Target="/ppt/tableStyles.xml" Id="R74436b5af3124f7f" /><Relationship Type="http://schemas.openxmlformats.org/officeDocument/2006/relationships/slide" Target="/ppt/slides/slide1.xml" Id="Re9e17a116b8b42fd" /><Relationship Type="http://schemas.openxmlformats.org/officeDocument/2006/relationships/slide" Target="/ppt/slides/slide2.xml" Id="R5a2fe2fb299f481a" /><Relationship Type="http://schemas.openxmlformats.org/officeDocument/2006/relationships/slide" Target="/ppt/slides/slide3.xml" Id="R97f03d1b81a64fd4" /><Relationship Type="http://schemas.openxmlformats.org/officeDocument/2006/relationships/slide" Target="/ppt/slides/slide4.xml" Id="R9db613cb48ec4079" /><Relationship Type="http://schemas.openxmlformats.org/officeDocument/2006/relationships/slide" Target="/ppt/slides/slide5.xml" Id="Rc6ac5fbe3d824c18" /><Relationship Type="http://schemas.openxmlformats.org/officeDocument/2006/relationships/slide" Target="/ppt/slides/slide6.xml" Id="Rcf829f0990844aea" /><Relationship Type="http://schemas.openxmlformats.org/officeDocument/2006/relationships/slide" Target="/ppt/slides/slide7.xml" Id="R3b5cbbbadf6c416d" /><Relationship Type="http://schemas.openxmlformats.org/officeDocument/2006/relationships/slide" Target="/ppt/slides/slide8.xml" Id="R6b4136ded5c3477d" /><Relationship Type="http://schemas.openxmlformats.org/officeDocument/2006/relationships/slide" Target="/ppt/slides/slide9.xml" Id="R367cb67f3ace427d" /><Relationship Type="http://schemas.openxmlformats.org/officeDocument/2006/relationships/slide" Target="/ppt/slides/slide10.xml" Id="R4a7b94ef19bf4051" /><Relationship Type="http://schemas.openxmlformats.org/officeDocument/2006/relationships/slide" Target="/ppt/slides/slide11.xml" Id="R57110a044a064f1f" /><Relationship Type="http://schemas.openxmlformats.org/officeDocument/2006/relationships/slide" Target="/ppt/slides/slide12.xml" Id="R33344271f0ae420e" /><Relationship Type="http://schemas.openxmlformats.org/officeDocument/2006/relationships/slide" Target="/ppt/slides/slide13.xml" Id="R1cbd5c592ff5430a" /><Relationship Type="http://schemas.openxmlformats.org/officeDocument/2006/relationships/slide" Target="/ppt/slides/slide14.xml" Id="R1aa526fa7a7a4d05" /><Relationship Type="http://schemas.openxmlformats.org/officeDocument/2006/relationships/slide" Target="/ppt/slides/slide15.xml" Id="R2680ebd811ea4f69" /><Relationship Type="http://schemas.openxmlformats.org/officeDocument/2006/relationships/slide" Target="/ppt/slides/slide16.xml" Id="Rf3a4731d7f2148f7" /><Relationship Type="http://schemas.openxmlformats.org/officeDocument/2006/relationships/slide" Target="/ppt/slides/slide17.xml" Id="R5713870534d8452f" /><Relationship Type="http://schemas.openxmlformats.org/officeDocument/2006/relationships/slide" Target="/ppt/slides/slide18.xml" Id="R2c3eed380e584178" /><Relationship Type="http://schemas.openxmlformats.org/officeDocument/2006/relationships/slide" Target="/ppt/slides/slide19.xml" Id="R5d8f7ec583eb4919" /><Relationship Type="http://schemas.openxmlformats.org/officeDocument/2006/relationships/slide" Target="/ppt/slides/slide20.xml" Id="R3c4a84072e074636" /><Relationship Type="http://schemas.openxmlformats.org/officeDocument/2006/relationships/slide" Target="/ppt/slides/slide21.xml" Id="Rcf82a52f12024332" /><Relationship Type="http://schemas.openxmlformats.org/officeDocument/2006/relationships/slide" Target="/ppt/slides/slide22.xml" Id="Rb5a1a5fc25f84ec0" /><Relationship Type="http://schemas.openxmlformats.org/officeDocument/2006/relationships/slide" Target="/ppt/slides/slide23.xml" Id="R5d236b3774e6463b" /><Relationship Type="http://schemas.openxmlformats.org/officeDocument/2006/relationships/slide" Target="/ppt/slides/slide24.xml" Id="Rd82493b0081545aa" /><Relationship Type="http://schemas.openxmlformats.org/officeDocument/2006/relationships/slide" Target="/ppt/slides/slide25.xml" Id="Re9bb29b390dc4d17" /><Relationship Type="http://schemas.openxmlformats.org/officeDocument/2006/relationships/slide" Target="/ppt/slides/slide26.xml" Id="Rf8f43a3621d64c44" /><Relationship Type="http://schemas.openxmlformats.org/officeDocument/2006/relationships/slide" Target="/ppt/slides/slide27.xml" Id="Ra1128b244ec54d27" /><Relationship Type="http://schemas.openxmlformats.org/officeDocument/2006/relationships/slide" Target="/ppt/slides/slide28.xml" Id="Rda41420e8f7c4b18" /><Relationship Type="http://schemas.openxmlformats.org/officeDocument/2006/relationships/slide" Target="/ppt/slides/slide29.xml" Id="R4c163b2b8d7e4444" /><Relationship Type="http://schemas.openxmlformats.org/officeDocument/2006/relationships/slide" Target="/ppt/slides/slide30.xml" Id="R8d570074ae0144ea" /><Relationship Type="http://schemas.openxmlformats.org/officeDocument/2006/relationships/slide" Target="/ppt/slides/slide31.xml" Id="Rf661e49f5b804045" /><Relationship Type="http://schemas.openxmlformats.org/officeDocument/2006/relationships/slide" Target="/ppt/slides/slide32.xml" Id="Rfb50fa7891d14685" /><Relationship Type="http://schemas.openxmlformats.org/officeDocument/2006/relationships/slide" Target="/ppt/slides/slide33.xml" Id="R843c3052487b4a68" /><Relationship Type="http://schemas.openxmlformats.org/officeDocument/2006/relationships/slide" Target="/ppt/slides/slide34.xml" Id="R23977fe7b557444e" /><Relationship Type="http://schemas.openxmlformats.org/officeDocument/2006/relationships/slide" Target="/ppt/slides/slide35.xml" Id="Rbef9a949faa1428a" /><Relationship Type="http://schemas.openxmlformats.org/officeDocument/2006/relationships/slide" Target="/ppt/slides/slide36.xml" Id="Rd72bfcba80a64577" /><Relationship Type="http://schemas.openxmlformats.org/officeDocument/2006/relationships/slide" Target="/ppt/slides/slide37.xml" Id="R9805415d951f4ad8" /><Relationship Type="http://schemas.openxmlformats.org/officeDocument/2006/relationships/slide" Target="/ppt/slides/slide38.xml" Id="R9d10de375fb54f76" /><Relationship Type="http://schemas.openxmlformats.org/officeDocument/2006/relationships/slide" Target="/ppt/slides/slide39.xml" Id="R2c4308d1261346d5" /><Relationship Type="http://schemas.openxmlformats.org/officeDocument/2006/relationships/slide" Target="/ppt/slides/slide40.xml" Id="R725784b20ec14d17" /><Relationship Type="http://schemas.openxmlformats.org/officeDocument/2006/relationships/slide" Target="/ppt/slides/slide41.xml" Id="R38cf37e9d11746f6" /><Relationship Type="http://schemas.openxmlformats.org/officeDocument/2006/relationships/slide" Target="/ppt/slides/slide42.xml" Id="Rf840b243792f463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836d46c696a48f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a:solidFill>
            <a:schemeClr val="phClr">
              <a:shade val="95000"/>
              <a:satMod val="104999"/>
            </a:schemeClr>
          </a:solidFill>
          <a:prstDash val="solid"/>
        </a:ln>
        <a:ln w="25400">
          <a:solidFill>
            <a:schemeClr val="phClr"/>
          </a:solidFill>
          <a:prstDash val="solid"/>
        </a:ln>
        <a:ln w="38100">
          <a:solidFill>
            <a:schemeClr val="phClr"/>
          </a:solidFill>
          <a:prstDash val="solid"/>
        </a:ln>
      </a:lnStyleLst>
      <a:effectStyleLst>
        <a:effectStyle>
          <a:effectLst>
            <a:outerShdw blurRad="38100" dist="23000" dir="5400000" sx="100000" sy="100000" kx="0" ky="0" algn="b" rotWithShape="0">
              <a:srgbClr val="000000">
                <a:alpha val="35000"/>
              </a:srgbClr>
            </a:outerShdw>
          </a:effectLst>
        </a:effectStyle>
        <a:effectStyle>
          <a:effectLst>
            <a:outerShdw blurRad="38100" dist="23000" dir="5400000" sx="100000" sy="100000" kx="0" ky="0" algn="b" rotWithShape="0">
              <a:srgbClr val="000000">
                <a:alpha val="35000"/>
              </a:srgbClr>
            </a:outerShdw>
          </a:effectLst>
        </a:effectStyle>
        <a:effectStyle>
          <a:effectLst>
            <a:outerShdw blurRad="38100" dist="23000" dir="5400000" sx="100000" sy="100000" kx="0" ky="0" algn="b"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ee3324ca7a44d56" /><Relationship Type="http://schemas.openxmlformats.org/officeDocument/2006/relationships/notesMaster" Target="/ppt/notesMasters/notesMaster1.xml" Id="Rcbb5a59a2a78427b" /></Relationships>
</file>

<file path=ppt/notesSlides/_rels/notesSlide2.xml.rels>&#65279;<?xml version="1.0" encoding="utf-8"?><Relationships xmlns="http://schemas.openxmlformats.org/package/2006/relationships"><Relationship Type="http://schemas.openxmlformats.org/officeDocument/2006/relationships/slide" Target="/ppt/slides/slide2.xml" Id="R3b50ea964dc34529" /><Relationship Type="http://schemas.openxmlformats.org/officeDocument/2006/relationships/notesMaster" Target="/ppt/notesMasters/notesMaster1.xml" Id="R3fd8b510f49e47e6" /></Relationships>
</file>

<file path=ppt/notesSlides/_rels/notesSlide3.xml.rels>&#65279;<?xml version="1.0" encoding="utf-8"?><Relationships xmlns="http://schemas.openxmlformats.org/package/2006/relationships"><Relationship Type="http://schemas.openxmlformats.org/officeDocument/2006/relationships/slide" Target="/ppt/slides/slide3.xml" Id="Rbe0d49a009b64505" /><Relationship Type="http://schemas.openxmlformats.org/officeDocument/2006/relationships/notesMaster" Target="/ppt/notesMasters/notesMaster1.xml" Id="R855fa294f7394802" /></Relationships>
</file>

<file path=ppt/notesSlides/_rels/notesSlide4.xml.rels>&#65279;<?xml version="1.0" encoding="utf-8"?><Relationships xmlns="http://schemas.openxmlformats.org/package/2006/relationships"><Relationship Type="http://schemas.openxmlformats.org/officeDocument/2006/relationships/slide" Target="/ppt/slides/slide4.xml" Id="Rbf673b2535394687" /><Relationship Type="http://schemas.openxmlformats.org/officeDocument/2006/relationships/notesMaster" Target="/ppt/notesMasters/notesMaster1.xml" Id="Raaeae8588f5848be" /></Relationships>
</file>

<file path=ppt/notesSlides/_rels/notesSlide5.xml.rels>&#65279;<?xml version="1.0" encoding="utf-8"?><Relationships xmlns="http://schemas.openxmlformats.org/package/2006/relationships"><Relationship Type="http://schemas.openxmlformats.org/officeDocument/2006/relationships/slide" Target="/ppt/slides/slide5.xml" Id="R24a3fb5e732e45b8" /><Relationship Type="http://schemas.openxmlformats.org/officeDocument/2006/relationships/notesMaster" Target="/ppt/notesMasters/notesMaster1.xml" Id="R2fc8326ef87e4b31" /></Relationships>
</file>

<file path=ppt/notesSlides/_rels/notesSlide6.xml.rels>&#65279;<?xml version="1.0" encoding="utf-8"?><Relationships xmlns="http://schemas.openxmlformats.org/package/2006/relationships"><Relationship Type="http://schemas.openxmlformats.org/officeDocument/2006/relationships/slide" Target="/ppt/slides/slide6.xml" Id="R374692ac2d944764" /><Relationship Type="http://schemas.openxmlformats.org/officeDocument/2006/relationships/notesMaster" Target="/ppt/notesMasters/notesMaster1.xml" Id="Rec3542daa13e4eb0" /></Relationships>
</file>

<file path=ppt/notesSlides/_rels/notesSlide7.xml.rels>&#65279;<?xml version="1.0" encoding="utf-8"?><Relationships xmlns="http://schemas.openxmlformats.org/package/2006/relationships"><Relationship Type="http://schemas.openxmlformats.org/officeDocument/2006/relationships/slide" Target="/ppt/slides/slide7.xml" Id="R5eec36bd14f44740" /><Relationship Type="http://schemas.openxmlformats.org/officeDocument/2006/relationships/notesMaster" Target="/ppt/notesMasters/notesMaster1.xml" Id="R6c52ee2012254c73" /></Relationships>
</file>

<file path=ppt/notesSlides/_rels/notesSlide8.xml.rels>&#65279;<?xml version="1.0" encoding="utf-8"?><Relationships xmlns="http://schemas.openxmlformats.org/package/2006/relationships"><Relationship Type="http://schemas.openxmlformats.org/officeDocument/2006/relationships/slide" Target="/ppt/slides/slide8.xml" Id="R74ca3f0e29c74a55" /><Relationship Type="http://schemas.openxmlformats.org/officeDocument/2006/relationships/notesMaster" Target="/ppt/notesMasters/notesMaster1.xml" Id="R283ca02e6e5f429b" /></Relationships>
</file>

<file path=ppt/notesSlides/_rels/notesSlide9.xml.rels>&#65279;<?xml version="1.0" encoding="utf-8"?><Relationships xmlns="http://schemas.openxmlformats.org/package/2006/relationships"><Relationship Type="http://schemas.openxmlformats.org/officeDocument/2006/relationships/slide" Target="/ppt/slides/slide9.xml" Id="R15ce60c3f1a94236" /><Relationship Type="http://schemas.openxmlformats.org/officeDocument/2006/relationships/notesMaster" Target="/ppt/notesMasters/notesMaster1.xml" Id="R2c67758bb47f43b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6b04c28a8e74ae4" /><Relationship Type="http://schemas.openxmlformats.org/officeDocument/2006/relationships/notesMaster" Target="/ppt/notesMasters/notesMaster1.xml" Id="R0ac0300bd64b486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bf3c7b7486549bc" /><Relationship Type="http://schemas.openxmlformats.org/officeDocument/2006/relationships/notesMaster" Target="/ppt/notesMasters/notesMaster1.xml" Id="R42b2d05f516e441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bfa2c20a0704736" /><Relationship Type="http://schemas.openxmlformats.org/officeDocument/2006/relationships/notesMaster" Target="/ppt/notesMasters/notesMaster1.xml" Id="R3ffc02e32d73430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c80c3e6279747d9" /><Relationship Type="http://schemas.openxmlformats.org/officeDocument/2006/relationships/notesMaster" Target="/ppt/notesMasters/notesMaster1.xml" Id="Rf04334e801de474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f6767c8ecc240df" /><Relationship Type="http://schemas.openxmlformats.org/officeDocument/2006/relationships/notesMaster" Target="/ppt/notesMasters/notesMaster1.xml" Id="R21268e6d87ad474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558c521fbf1488f" /><Relationship Type="http://schemas.openxmlformats.org/officeDocument/2006/relationships/notesMaster" Target="/ppt/notesMasters/notesMaster1.xml" Id="R27c9996d0cfa4f6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ca32c63498340cb" /><Relationship Type="http://schemas.openxmlformats.org/officeDocument/2006/relationships/notesMaster" Target="/ppt/notesMasters/notesMaster1.xml" Id="Rf6201587ec27418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b51948ebe03472f" /><Relationship Type="http://schemas.openxmlformats.org/officeDocument/2006/relationships/notesMaster" Target="/ppt/notesMasters/notesMaster1.xml" Id="R6faf77ee23384de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de9913921e8465e" /><Relationship Type="http://schemas.openxmlformats.org/officeDocument/2006/relationships/notesMaster" Target="/ppt/notesMasters/notesMaster1.xml" Id="R53c98de2dccf427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d96d0e401e649f5" /><Relationship Type="http://schemas.openxmlformats.org/officeDocument/2006/relationships/notesMaster" Target="/ppt/notesMasters/notesMaster1.xml" Id="R1ea88ef4d28b4a9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38027aaf9a04b6d" /><Relationship Type="http://schemas.openxmlformats.org/officeDocument/2006/relationships/notesMaster" Target="/ppt/notesMasters/notesMaster1.xml" Id="R3f8e7cb369d64df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f0686efa0b5446e" /><Relationship Type="http://schemas.openxmlformats.org/officeDocument/2006/relationships/notesMaster" Target="/ppt/notesMasters/notesMaster1.xml" Id="Rc30740b49193491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68c77c107cc402a" /><Relationship Type="http://schemas.openxmlformats.org/officeDocument/2006/relationships/notesMaster" Target="/ppt/notesMasters/notesMaster1.xml" Id="R3e4706d018dd4ae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a5dea616124460c" /><Relationship Type="http://schemas.openxmlformats.org/officeDocument/2006/relationships/notesMaster" Target="/ppt/notesMasters/notesMaster1.xml" Id="R8d33e54fa91845d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8f27a5b1ea5442e" /><Relationship Type="http://schemas.openxmlformats.org/officeDocument/2006/relationships/notesMaster" Target="/ppt/notesMasters/notesMaster1.xml" Id="R2acf2f60db27425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a2ff627990347ef" /><Relationship Type="http://schemas.openxmlformats.org/officeDocument/2006/relationships/notesMaster" Target="/ppt/notesMasters/notesMaster1.xml" Id="Rd413eb08a012456f"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b80585c0e3424719" /><Relationship Type="http://schemas.openxmlformats.org/officeDocument/2006/relationships/notesMaster" Target="/ppt/notesMasters/notesMaster1.xml" Id="R061d3ccc3ed640d4"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0b1c3e1deb1d4dca" /><Relationship Type="http://schemas.openxmlformats.org/officeDocument/2006/relationships/notesMaster" Target="/ppt/notesMasters/notesMaster1.xml" Id="R1a337f883dcf4879"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c30601e85d264095" /><Relationship Type="http://schemas.openxmlformats.org/officeDocument/2006/relationships/notesMaster" Target="/ppt/notesMasters/notesMaster1.xml" Id="R74d61a0924f74226"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99380631c7154d02" /><Relationship Type="http://schemas.openxmlformats.org/officeDocument/2006/relationships/notesMaster" Target="/ppt/notesMasters/notesMaster1.xml" Id="R1ca3f7f0ece944c8"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e6b7a6dfb33548f1" /><Relationship Type="http://schemas.openxmlformats.org/officeDocument/2006/relationships/notesMaster" Target="/ppt/notesMasters/notesMaster1.xml" Id="R47e24103fb4a4b10"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61a55c4ad4ff4b9b" /><Relationship Type="http://schemas.openxmlformats.org/officeDocument/2006/relationships/notesMaster" Target="/ppt/notesMasters/notesMaster1.xml" Id="R34283b6a13a84162"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9b7d4f34db2e4bed" /><Relationship Type="http://schemas.openxmlformats.org/officeDocument/2006/relationships/notesMaster" Target="/ppt/notesMasters/notesMaster1.xml" Id="R41ccdf307ead4bde"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5819e44cb3c74f57" /><Relationship Type="http://schemas.openxmlformats.org/officeDocument/2006/relationships/notesMaster" Target="/ppt/notesMasters/notesMaster1.xml" Id="Rbc1dd0272c3c4c6f"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c8bb74de60a64e9d" /><Relationship Type="http://schemas.openxmlformats.org/officeDocument/2006/relationships/notesMaster" Target="/ppt/notesMasters/notesMaster1.xml" Id="R0187ee7a209b4835"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e4e5d07dabb2460d" /><Relationship Type="http://schemas.openxmlformats.org/officeDocument/2006/relationships/notesMaster" Target="/ppt/notesMasters/notesMaster1.xml" Id="R87778433a3274912"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473e2cb9c9c54cc8" /><Relationship Type="http://schemas.openxmlformats.org/officeDocument/2006/relationships/notesMaster" Target="/ppt/notesMasters/notesMaster1.xml" Id="R8466150b861647c6"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0722a8c5e94a472e" /><Relationship Type="http://schemas.openxmlformats.org/officeDocument/2006/relationships/notesMaster" Target="/ppt/notesMasters/notesMaster1.xml" Id="Rf1ffafd34c864a96"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f56caf63c08b4249" /><Relationship Type="http://schemas.openxmlformats.org/officeDocument/2006/relationships/notesMaster" Target="/ppt/notesMasters/notesMaster1.xml" Id="R812dc599270b4d0f"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ab6c5758d10342e8" /><Relationship Type="http://schemas.openxmlformats.org/officeDocument/2006/relationships/notesMaster" Target="/ppt/notesMasters/notesMaster1.xml" Id="Rf68a71e4762e44ab"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5360122750454a9d" /><Relationship Type="http://schemas.openxmlformats.org/officeDocument/2006/relationships/notesMaster" Target="/ppt/notesMasters/notesMaster1.xml" Id="Rb54f69d4019f44e1"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8a425eb2b5754696" /><Relationship Type="http://schemas.openxmlformats.org/officeDocument/2006/relationships/notesMaster" Target="/ppt/notesMasters/notesMaster1.xml" Id="R8942d4741ea84aa6"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d8d936d4a2114c10" /><Relationship Type="http://schemas.openxmlformats.org/officeDocument/2006/relationships/notesMaster" Target="/ppt/notesMasters/notesMaster1.xml" Id="R60aa032f82c74d4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ae8935919324cb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650b9cf1c2a436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7b4baf14420424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11f2b443d5b4a0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0aa9db7eb7048e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e592e2a6f4b43fb"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ec9808759d8749d5"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6ac49422224f44d8"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055a7c6155694082" /></Relationships>
</file>

<file path=ppt/slideLayouts/slideLayout1.xml><?xml version="1.0" encoding="utf-8"?>
<p:sldLayout xmlns:p="http://schemas.openxmlformats.org/presentationml/2006/main" showMasterSp="1" showMasterPhAnim="1" type="title">
  <p:cSld name="Title Slide">
    <p:spTree>
      <p:nvGrpSpPr>
        <p:cNvPr id="1" name=""/>
        <p:cNvGrpSpPr/>
        <p:nvPr/>
      </p:nvGrpSpPr>
      <p:grpSpPr>
        <a:xfrm xmlns:a="http://schemas.openxmlformats.org/drawingml/2006/main"/>
      </p:grpSpPr>
      <p:sp>
        <p:nvSpPr>
          <p:cNvPr id="11" name="Title Text">
            <a:extLst xmlns:a="http://schemas.openxmlformats.org/drawingml/2006/main">
              <a:ext uri="{FF2B5EF4-FFF2-40B4-BE49-F238E27FC236}">
                <a16:creationId xmlns:a16="http://schemas.microsoft.com/office/drawing/2014/main" id="{51A484DA-A925-4830-9499-236CBA1E1681}"/>
              </a:ext>
            </a:extLst>
          </p:cNvPr>
          <p:cNvSpPr>
            <a:spLocks xmlns:a="http://schemas.openxmlformats.org/drawingml/2006/main" noGrp="1"/>
          </p:cNvSpPr>
          <p:nvPr>
            <p:ph type="title" idx="0"/>
          </p:nvPr>
        </p:nvSpPr>
        <p:spPr>
          <a:xfrm xmlns:a="http://schemas.openxmlformats.org/drawingml/2006/main">
            <a:off x="685800" y="2130425"/>
            <a:ext cx="7772400" cy="14700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buNone/>
            </a:pPr>
            <a:r>
              <a:t>Title Text</a:t>
            </a:r>
          </a:p>
        </p:txBody>
      </p:sp>
      <p:sp>
        <p:nvSpPr>
          <p:cNvPr id="12" name="Body Level One…">
            <a:extLst xmlns:a="http://schemas.openxmlformats.org/drawingml/2006/main">
              <a:ext uri="{FF2B5EF4-FFF2-40B4-BE49-F238E27FC236}">
                <a16:creationId xmlns:a16="http://schemas.microsoft.com/office/drawing/2014/main" id="{D48EEE2D-5B6D-4439-8832-53260D0D4C0C}"/>
              </a:ext>
            </a:extLst>
          </p:cNvPr>
          <p:cNvSpPr>
            <a:spLocks xmlns:a="http://schemas.openxmlformats.org/drawingml/2006/main" noGrp="1"/>
          </p:cNvSpPr>
          <p:nvPr>
            <p:ph type="body" idx="1"/>
          </p:nvPr>
        </p:nvSpPr>
        <p:spPr>
          <a:xfrm xmlns:a="http://schemas.openxmlformats.org/drawingml/2006/main">
            <a:off x="1371600" y="3886200"/>
            <a:ext cx="6400800" cy="1752600"/>
          </a:xfrm>
          <a:prstGeom xmlns:a="http://schemas.openxmlformats.org/drawingml/2006/main" prst="rect">
            <a:avLst/>
          </a:prstGeom>
        </p:spPr>
        <p:txBody>
          <a:bodyPr xmlns:a="http://schemas.openxmlformats.org/drawingml/2006/main"/>
          <a:lstStyle xmlns:a="http://schemas.openxmlformats.org/drawingml/2006/main">
            <a:lvl1pPr marL="0" indent="0" algn="ctr">
              <a:buSzTx/>
              <a:buFontTx/>
              <a:buNone/>
              <a:defRPr>
                <a:solidFill>
                  <a:srgbClr val="888888"/>
                </a:solidFill>
              </a:defRPr>
            </a:lvl1pPr>
            <a:lvl2pPr marL="0" indent="0" algn="ctr">
              <a:buSzTx/>
              <a:buFontTx/>
              <a:buNone/>
              <a:defRPr>
                <a:solidFill>
                  <a:srgbClr val="888888"/>
                </a:solidFill>
              </a:defRPr>
            </a:lvl2pPr>
            <a:lvl3pPr marL="0" indent="0" algn="ctr">
              <a:buSzTx/>
              <a:buFontTx/>
              <a:buNone/>
              <a:defRPr>
                <a:solidFill>
                  <a:srgbClr val="888888"/>
                </a:solidFill>
              </a:defRPr>
            </a:lvl3pPr>
            <a:lvl4pPr marL="0" indent="0" algn="ctr">
              <a:buSzTx/>
              <a:buFontTx/>
              <a:buNone/>
              <a:defRPr>
                <a:solidFill>
                  <a:srgbClr val="888888"/>
                </a:solidFill>
              </a:defRPr>
            </a:lvl4pPr>
            <a:lvl5pPr marL="0" indent="0" algn="ctr">
              <a:buSzTx/>
              <a:buFontTx/>
              <a:buNone/>
              <a:defRPr>
                <a:solidFill>
                  <a:srgbClr val="888888"/>
                </a:solidFill>
              </a:defRPr>
            </a:lvl5pPr>
          </a:lstStyle>
          <a:p xmlns:a="http://schemas.openxmlformats.org/drawingml/2006/main">
            <a:pPr>
              <a:buNone/>
            </a:pPr>
            <a:r>
              <a:t>Body Level One</a:t>
            </a:r>
          </a:p>
          <a:p xmlns:a="http://schemas.openxmlformats.org/drawingml/2006/main">
            <a:pPr>
              <a:buNone/>
            </a:pPr>
            <a:r>
              <a:t>Body Level Two</a:t>
            </a:r>
          </a:p>
          <a:p xmlns:a="http://schemas.openxmlformats.org/drawingml/2006/main">
            <a:pPr>
              <a:buNone/>
            </a:pPr>
            <a:r>
              <a:t>Body Level Three</a:t>
            </a:r>
          </a:p>
          <a:p xmlns:a="http://schemas.openxmlformats.org/drawingml/2006/main">
            <a:pPr>
              <a:buNone/>
            </a:pPr>
            <a:r>
              <a:t>Body Level Four</a:t>
            </a:r>
          </a:p>
          <a:p xmlns:a="http://schemas.openxmlformats.org/drawingml/2006/main">
            <a:pPr>
              <a:buNone/>
            </a:pPr>
            <a:r>
              <a:t>Body Level Five</a:t>
            </a:r>
          </a:p>
        </p:txBody>
      </p:sp>
      <p:sp>
        <p:nvSpPr>
          <p:cNvPr id="13" name="Slide Number">
            <a:extLst xmlns:a="http://schemas.openxmlformats.org/drawingml/2006/main">
              <a:ext uri="{FF2B5EF4-FFF2-40B4-BE49-F238E27FC236}">
                <a16:creationId xmlns:a16="http://schemas.microsoft.com/office/drawing/2014/main" id="{C1973AE6-8183-49C3-93F6-ADB90CAE9DC7}"/>
              </a:ext>
            </a:extLst>
          </p:cNvPr>
          <p:cNvSpPr>
            <a:spLocks xmlns:a="http://schemas.openxmlformats.org/drawingml/2006/main" noGrp="1"/>
          </p:cNvSpPr>
          <p:nvPr>
            <p:ph type="sldNum"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buNone/>
            </a:pPr>
          </a:p>
        </p:txBody>
      </p:sp>
    </p:spTree>
  </p:cSld>
</p:sldLayout>
</file>

<file path=ppt/slideLayouts/slideLayout2.xml><?xml version="1.0" encoding="utf-8"?>
<p:sldLayout xmlns:p="http://schemas.openxmlformats.org/presentationml/2006/main" showMasterSp="1" showMasterPhAnim="1">
  <p:cSld name="Title and Content">
    <p:spTree>
      <p:nvGrpSpPr>
        <p:cNvPr id="1" name=""/>
        <p:cNvGrpSpPr/>
        <p:nvPr/>
      </p:nvGrpSpPr>
      <p:grpSpPr>
        <a:xfrm xmlns:a="http://schemas.openxmlformats.org/drawingml/2006/main"/>
      </p:grpSpPr>
      <p:sp>
        <p:nvSpPr>
          <p:cNvPr id="20" name="Title Text">
            <a:extLst xmlns:a="http://schemas.openxmlformats.org/drawingml/2006/main">
              <a:ext uri="{FF2B5EF4-FFF2-40B4-BE49-F238E27FC236}">
                <a16:creationId xmlns:a16="http://schemas.microsoft.com/office/drawing/2014/main" id="{94080CF6-7651-4D11-8FEE-0AEAFEE14DB0}"/>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buNone/>
            </a:pPr>
            <a:r>
              <a:t>Title Text</a:t>
            </a:r>
          </a:p>
        </p:txBody>
      </p:sp>
      <p:sp>
        <p:nvSpPr>
          <p:cNvPr id="21" name="Body Level One…">
            <a:extLst xmlns:a="http://schemas.openxmlformats.org/drawingml/2006/main">
              <a:ext uri="{FF2B5EF4-FFF2-40B4-BE49-F238E27FC236}">
                <a16:creationId xmlns:a16="http://schemas.microsoft.com/office/drawing/2014/main" id="{3786D7CE-8746-4294-B5DC-C754370E0A8B}"/>
              </a:ext>
            </a:extLst>
          </p:cNvPr>
          <p:cNvSpPr>
            <a:spLocks xmlns:a="http://schemas.openxmlformats.org/drawingml/2006/main" noGrp="1"/>
          </p:cNvSpPr>
          <p:nvPr>
            <p:ph type="body"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buNone/>
            </a:pPr>
            <a:r>
              <a:t>Body Level One</a:t>
            </a:r>
          </a:p>
          <a:p xmlns:a="http://schemas.openxmlformats.org/drawingml/2006/main">
            <a:pPr>
              <a:buNone/>
            </a:pPr>
            <a:r>
              <a:t>Body Level Two</a:t>
            </a:r>
          </a:p>
          <a:p xmlns:a="http://schemas.openxmlformats.org/drawingml/2006/main">
            <a:pPr>
              <a:buNone/>
            </a:pPr>
            <a:r>
              <a:t>Body Level Three</a:t>
            </a:r>
          </a:p>
          <a:p xmlns:a="http://schemas.openxmlformats.org/drawingml/2006/main">
            <a:pPr>
              <a:buNone/>
            </a:pPr>
            <a:r>
              <a:t>Body Level Four</a:t>
            </a:r>
          </a:p>
          <a:p xmlns:a="http://schemas.openxmlformats.org/drawingml/2006/main">
            <a:pPr>
              <a:buNone/>
            </a:pPr>
            <a:r>
              <a:t>Body Level Five</a:t>
            </a:r>
          </a:p>
        </p:txBody>
      </p:sp>
      <p:sp>
        <p:nvSpPr>
          <p:cNvPr id="22" name="Slide Number">
            <a:extLst xmlns:a="http://schemas.openxmlformats.org/drawingml/2006/main">
              <a:ext uri="{FF2B5EF4-FFF2-40B4-BE49-F238E27FC236}">
                <a16:creationId xmlns:a16="http://schemas.microsoft.com/office/drawing/2014/main" id="{5E704421-A257-4718-B9E5-C0061F9E05B3}"/>
              </a:ext>
            </a:extLst>
          </p:cNvPr>
          <p:cNvSpPr>
            <a:spLocks xmlns:a="http://schemas.openxmlformats.org/drawingml/2006/main" noGrp="1"/>
          </p:cNvSpPr>
          <p:nvPr>
            <p:ph type="sldNum"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buNone/>
            </a:pPr>
          </a:p>
        </p:txBody>
      </p:sp>
    </p:spTree>
  </p:cSld>
</p:sldLayout>
</file>

<file path=ppt/slideLayouts/slideLayout3.xml><?xml version="1.0" encoding="utf-8"?>
<p:sldLayout xmlns:p="http://schemas.openxmlformats.org/presentationml/2006/main" showMasterSp="1" showMasterPhAnim="1">
  <p:cSld name="Section Header">
    <p:spTree>
      <p:nvGrpSpPr>
        <p:cNvPr id="1" name=""/>
        <p:cNvGrpSpPr/>
        <p:nvPr/>
      </p:nvGrpSpPr>
      <p:grpSpPr>
        <a:xfrm xmlns:a="http://schemas.openxmlformats.org/drawingml/2006/main"/>
      </p:grpSpPr>
      <p:sp>
        <p:nvSpPr>
          <p:cNvPr id="29" name="Title Text">
            <a:extLst xmlns:a="http://schemas.openxmlformats.org/drawingml/2006/main">
              <a:ext uri="{FF2B5EF4-FFF2-40B4-BE49-F238E27FC236}">
                <a16:creationId xmlns:a16="http://schemas.microsoft.com/office/drawing/2014/main" id="{BD0AD4AD-5022-4B7D-8D0F-9FEC0663A4B3}"/>
              </a:ext>
            </a:extLst>
          </p:cNvPr>
          <p:cNvSpPr>
            <a:spLocks xmlns:a="http://schemas.openxmlformats.org/drawingml/2006/main" noGrp="1"/>
          </p:cNvSpPr>
          <p:nvPr>
            <p:ph type="title" idx="0"/>
          </p:nvPr>
        </p:nvSpPr>
        <p:spPr>
          <a:xfrm xmlns:a="http://schemas.openxmlformats.org/drawingml/2006/main">
            <a:off x="722312" y="4406900"/>
            <a:ext cx="7772401" cy="1362075"/>
          </a:xfrm>
          <a:prstGeom xmlns:a="http://schemas.openxmlformats.org/drawingml/2006/main" prst="rect">
            <a:avLst/>
          </a:prstGeom>
        </p:spPr>
        <p:txBody>
          <a:bodyPr xmlns:a="http://schemas.openxmlformats.org/drawingml/2006/main" anchor="t"/>
          <a:lstStyle xmlns:a="http://schemas.openxmlformats.org/drawingml/2006/main">
            <a:lvl1pPr algn="l">
              <a:buNone/>
              <a:defRPr sz="4000" b="1" cap="all"/>
            </a:lvl1pPr>
          </a:lstStyle>
          <a:p xmlns:a="http://schemas.openxmlformats.org/drawingml/2006/main">
            <a:pPr>
              <a:buNone/>
            </a:pPr>
            <a:r>
              <a:t>Title Text</a:t>
            </a:r>
          </a:p>
        </p:txBody>
      </p:sp>
      <p:sp>
        <p:nvSpPr>
          <p:cNvPr id="30" name="Body Level One…">
            <a:extLst xmlns:a="http://schemas.openxmlformats.org/drawingml/2006/main">
              <a:ext uri="{FF2B5EF4-FFF2-40B4-BE49-F238E27FC236}">
                <a16:creationId xmlns:a16="http://schemas.microsoft.com/office/drawing/2014/main" id="{F749FBCF-E0CC-44CA-A37E-F706F973D9F5}"/>
              </a:ext>
            </a:extLst>
          </p:cNvPr>
          <p:cNvSpPr>
            <a:spLocks xmlns:a="http://schemas.openxmlformats.org/drawingml/2006/main" noGrp="1"/>
          </p:cNvSpPr>
          <p:nvPr>
            <p:ph type="body" idx="1"/>
          </p:nvPr>
        </p:nvSpPr>
        <p:spPr>
          <a:xfrm xmlns:a="http://schemas.openxmlformats.org/drawingml/2006/main">
            <a:off x="722312" y="2906713"/>
            <a:ext cx="7772401" cy="1500195"/>
          </a:xfrm>
          <a:prstGeom xmlns:a="http://schemas.openxmlformats.org/drawingml/2006/main" prst="rect">
            <a:avLst/>
          </a:prstGeom>
        </p:spPr>
        <p:txBody>
          <a:bodyPr xmlns:a="http://schemas.openxmlformats.org/drawingml/2006/main" anchor="b"/>
          <a:lstStyle xmlns:a="http://schemas.openxmlformats.org/drawingml/2006/main">
            <a:lvl1pPr marL="0" indent="0">
              <a:spcBef>
                <a:spcPts val="400"/>
              </a:spcBef>
              <a:buSzTx/>
              <a:buFontTx/>
              <a:buNone/>
              <a:defRPr sz="2000">
                <a:solidFill>
                  <a:srgbClr val="888888"/>
                </a:solidFill>
              </a:defRPr>
            </a:lvl1pPr>
            <a:lvl2pPr marL="0" indent="0">
              <a:spcBef>
                <a:spcPts val="400"/>
              </a:spcBef>
              <a:buSzTx/>
              <a:buFontTx/>
              <a:buNone/>
              <a:defRPr sz="2000">
                <a:solidFill>
                  <a:srgbClr val="888888"/>
                </a:solidFill>
              </a:defRPr>
            </a:lvl2pPr>
            <a:lvl3pPr marL="0" indent="0">
              <a:spcBef>
                <a:spcPts val="400"/>
              </a:spcBef>
              <a:buSzTx/>
              <a:buFontTx/>
              <a:buNone/>
              <a:defRPr sz="2000">
                <a:solidFill>
                  <a:srgbClr val="888888"/>
                </a:solidFill>
              </a:defRPr>
            </a:lvl3pPr>
            <a:lvl4pPr marL="0" indent="0">
              <a:spcBef>
                <a:spcPts val="400"/>
              </a:spcBef>
              <a:buSzTx/>
              <a:buFontTx/>
              <a:buNone/>
              <a:defRPr sz="2000">
                <a:solidFill>
                  <a:srgbClr val="888888"/>
                </a:solidFill>
              </a:defRPr>
            </a:lvl4pPr>
            <a:lvl5pPr marL="0" indent="0">
              <a:spcBef>
                <a:spcPts val="400"/>
              </a:spcBef>
              <a:buSzTx/>
              <a:buFontTx/>
              <a:buNone/>
              <a:defRPr sz="2000">
                <a:solidFill>
                  <a:srgbClr val="888888"/>
                </a:solidFill>
              </a:defRPr>
            </a:lvl5pPr>
          </a:lstStyle>
          <a:p xmlns:a="http://schemas.openxmlformats.org/drawingml/2006/main">
            <a:pPr>
              <a:buNone/>
            </a:pPr>
            <a:r>
              <a:t>Body Level One</a:t>
            </a:r>
          </a:p>
          <a:p xmlns:a="http://schemas.openxmlformats.org/drawingml/2006/main">
            <a:pPr>
              <a:buNone/>
            </a:pPr>
            <a:r>
              <a:t>Body Level Two</a:t>
            </a:r>
          </a:p>
          <a:p xmlns:a="http://schemas.openxmlformats.org/drawingml/2006/main">
            <a:pPr>
              <a:buNone/>
            </a:pPr>
            <a:r>
              <a:t>Body Level Three</a:t>
            </a:r>
          </a:p>
          <a:p xmlns:a="http://schemas.openxmlformats.org/drawingml/2006/main">
            <a:pPr>
              <a:buNone/>
            </a:pPr>
            <a:r>
              <a:t>Body Level Four</a:t>
            </a:r>
          </a:p>
          <a:p xmlns:a="http://schemas.openxmlformats.org/drawingml/2006/main">
            <a:pPr>
              <a:buNone/>
            </a:pPr>
            <a:r>
              <a:t>Body Level Five</a:t>
            </a:r>
          </a:p>
        </p:txBody>
      </p:sp>
      <p:sp>
        <p:nvSpPr>
          <p:cNvPr id="31" name="Slide Number">
            <a:extLst xmlns:a="http://schemas.openxmlformats.org/drawingml/2006/main">
              <a:ext uri="{FF2B5EF4-FFF2-40B4-BE49-F238E27FC236}">
                <a16:creationId xmlns:a16="http://schemas.microsoft.com/office/drawing/2014/main" id="{EBEA440F-536C-46BC-8F6A-2AACD0626653}"/>
              </a:ext>
            </a:extLst>
          </p:cNvPr>
          <p:cNvSpPr>
            <a:spLocks xmlns:a="http://schemas.openxmlformats.org/drawingml/2006/main" noGrp="1"/>
          </p:cNvSpPr>
          <p:nvPr>
            <p:ph type="sldNum"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buNone/>
            </a:pPr>
          </a:p>
        </p:txBody>
      </p:sp>
    </p:spTree>
  </p:cSld>
</p:sldLayout>
</file>

<file path=ppt/slideLayouts/slideLayout4.xml><?xml version="1.0" encoding="utf-8"?>
<p:sldLayout xmlns:p="http://schemas.openxmlformats.org/presentationml/2006/main" showMasterSp="1" showMasterPhAnim="1">
  <p:cSld name="Two Content">
    <p:spTree>
      <p:nvGrpSpPr>
        <p:cNvPr id="1" name=""/>
        <p:cNvGrpSpPr/>
        <p:nvPr/>
      </p:nvGrpSpPr>
      <p:grpSpPr>
        <a:xfrm xmlns:a="http://schemas.openxmlformats.org/drawingml/2006/main"/>
      </p:grpSpPr>
      <p:sp>
        <p:nvSpPr>
          <p:cNvPr id="38" name="Title Text">
            <a:extLst xmlns:a="http://schemas.openxmlformats.org/drawingml/2006/main">
              <a:ext uri="{FF2B5EF4-FFF2-40B4-BE49-F238E27FC236}">
                <a16:creationId xmlns:a16="http://schemas.microsoft.com/office/drawing/2014/main" id="{B0F179CC-7C3E-42C7-9553-7C64913B6EFC}"/>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buNone/>
            </a:pPr>
            <a:r>
              <a:t>Title Text</a:t>
            </a:r>
          </a:p>
        </p:txBody>
      </p:sp>
      <p:sp>
        <p:nvSpPr>
          <p:cNvPr id="39" name="Body Level One…">
            <a:extLst xmlns:a="http://schemas.openxmlformats.org/drawingml/2006/main">
              <a:ext uri="{FF2B5EF4-FFF2-40B4-BE49-F238E27FC236}">
                <a16:creationId xmlns:a16="http://schemas.microsoft.com/office/drawing/2014/main" id="{A45FFB81-8B9D-468C-AA5A-E5A238932289}"/>
              </a:ext>
            </a:extLst>
          </p:cNvPr>
          <p:cNvSpPr>
            <a:spLocks xmlns:a="http://schemas.openxmlformats.org/drawingml/2006/main" noGrp="1"/>
          </p:cNvSpPr>
          <p:nvPr>
            <p:ph type="body" idx="1"/>
          </p:nvPr>
        </p:nvSpPr>
        <p:spPr>
          <a:xfrm xmlns:a="http://schemas.openxmlformats.org/drawingml/2006/main">
            <a:off x="457200" y="1600200"/>
            <a:ext cx="4038600" cy="4525963"/>
          </a:xfrm>
          <a:prstGeom xmlns:a="http://schemas.openxmlformats.org/drawingml/2006/main" prst="rect">
            <a:avLst/>
          </a:prstGeom>
        </p:spPr>
        <p:txBody>
          <a:bodyPr xmlns:a="http://schemas.openxmlformats.org/drawingml/2006/main"/>
          <a:lstStyle xmlns:a="http://schemas.openxmlformats.org/drawingml/2006/main">
            <a:lvl1pPr>
              <a:spcBef>
                <a:spcPts val="600"/>
              </a:spcBef>
              <a:buNone/>
              <a:defRPr sz="2800"/>
            </a:lvl1pPr>
            <a:lvl2pPr marL="790575" indent="-333375">
              <a:spcBef>
                <a:spcPts val="600"/>
              </a:spcBef>
              <a:buNone/>
              <a:defRPr sz="2800"/>
            </a:lvl2pPr>
            <a:lvl3pPr marL="1234438" indent="-320038">
              <a:spcBef>
                <a:spcPts val="600"/>
              </a:spcBef>
              <a:buNone/>
              <a:defRPr sz="2800"/>
            </a:lvl3pPr>
            <a:lvl4pPr marL="1727200" indent="-355600">
              <a:spcBef>
                <a:spcPts val="600"/>
              </a:spcBef>
              <a:buNone/>
              <a:defRPr sz="2800"/>
            </a:lvl4pPr>
            <a:lvl5pPr marL="2184400" indent="-355600">
              <a:spcBef>
                <a:spcPts val="600"/>
              </a:spcBef>
              <a:buNone/>
              <a:defRPr sz="2800"/>
            </a:lvl5pPr>
          </a:lstStyle>
          <a:p xmlns:a="http://schemas.openxmlformats.org/drawingml/2006/main">
            <a:pPr>
              <a:buNone/>
            </a:pPr>
            <a:r>
              <a:t>Body Level One</a:t>
            </a:r>
          </a:p>
          <a:p xmlns:a="http://schemas.openxmlformats.org/drawingml/2006/main">
            <a:pPr>
              <a:buNone/>
            </a:pPr>
            <a:r>
              <a:t>Body Level Two</a:t>
            </a:r>
          </a:p>
          <a:p xmlns:a="http://schemas.openxmlformats.org/drawingml/2006/main">
            <a:pPr>
              <a:buNone/>
            </a:pPr>
            <a:r>
              <a:t>Body Level Three</a:t>
            </a:r>
          </a:p>
          <a:p xmlns:a="http://schemas.openxmlformats.org/drawingml/2006/main">
            <a:pPr>
              <a:buNone/>
            </a:pPr>
            <a:r>
              <a:t>Body Level Four</a:t>
            </a:r>
          </a:p>
          <a:p xmlns:a="http://schemas.openxmlformats.org/drawingml/2006/main">
            <a:pPr>
              <a:buNone/>
            </a:pPr>
            <a:r>
              <a:t>Body Level Five</a:t>
            </a:r>
          </a:p>
        </p:txBody>
      </p:sp>
      <p:sp>
        <p:nvSpPr>
          <p:cNvPr id="40" name="Slide Number">
            <a:extLst xmlns:a="http://schemas.openxmlformats.org/drawingml/2006/main">
              <a:ext uri="{FF2B5EF4-FFF2-40B4-BE49-F238E27FC236}">
                <a16:creationId xmlns:a16="http://schemas.microsoft.com/office/drawing/2014/main" id="{489ED240-1961-4044-97D7-4851AB2D1E01}"/>
              </a:ext>
            </a:extLst>
          </p:cNvPr>
          <p:cNvSpPr>
            <a:spLocks xmlns:a="http://schemas.openxmlformats.org/drawingml/2006/main" noGrp="1"/>
          </p:cNvSpPr>
          <p:nvPr>
            <p:ph type="sldNum"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buNone/>
            </a:pPr>
          </a:p>
        </p:txBody>
      </p:sp>
    </p:spTree>
  </p:cSld>
</p:sldLayout>
</file>

<file path=ppt/slideLayouts/slideLayout5.xml><?xml version="1.0" encoding="utf-8"?>
<p:sldLayout xmlns:p="http://schemas.openxmlformats.org/presentationml/2006/main" showMasterSp="1" showMasterPhAnim="1">
  <p:cSld name="Comparison">
    <p:spTree>
      <p:nvGrpSpPr>
        <p:cNvPr id="1" name=""/>
        <p:cNvGrpSpPr/>
        <p:nvPr/>
      </p:nvGrpSpPr>
      <p:grpSpPr>
        <a:xfrm xmlns:a="http://schemas.openxmlformats.org/drawingml/2006/main"/>
      </p:grpSpPr>
      <p:sp>
        <p:nvSpPr>
          <p:cNvPr id="47" name="Title Text">
            <a:extLst xmlns:a="http://schemas.openxmlformats.org/drawingml/2006/main">
              <a:ext uri="{FF2B5EF4-FFF2-40B4-BE49-F238E27FC236}">
                <a16:creationId xmlns:a16="http://schemas.microsoft.com/office/drawing/2014/main" id="{91F2D440-C86A-4A1D-A6F6-3175CEFABB7B}"/>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buNone/>
            </a:pPr>
            <a:r>
              <a:t>Title Text</a:t>
            </a:r>
          </a:p>
        </p:txBody>
      </p:sp>
      <p:sp>
        <p:nvSpPr>
          <p:cNvPr id="48" name="Body Level One…">
            <a:extLst xmlns:a="http://schemas.openxmlformats.org/drawingml/2006/main">
              <a:ext uri="{FF2B5EF4-FFF2-40B4-BE49-F238E27FC236}">
                <a16:creationId xmlns:a16="http://schemas.microsoft.com/office/drawing/2014/main" id="{90D05BB6-C92B-444B-89EA-3338AD2118E0}"/>
              </a:ext>
            </a:extLst>
          </p:cNvPr>
          <p:cNvSpPr>
            <a:spLocks xmlns:a="http://schemas.openxmlformats.org/drawingml/2006/main" noGrp="1"/>
          </p:cNvSpPr>
          <p:nvPr>
            <p:ph type="body" idx="1"/>
          </p:nvPr>
        </p:nvSpPr>
        <p:spPr>
          <a:xfrm xmlns:a="http://schemas.openxmlformats.org/drawingml/2006/main">
            <a:off x="457200" y="1535112"/>
            <a:ext cx="4040188" cy="639763"/>
          </a:xfrm>
          <a:prstGeom xmlns:a="http://schemas.openxmlformats.org/drawingml/2006/main" prst="rect">
            <a:avLst/>
          </a:prstGeom>
        </p:spPr>
        <p:txBody>
          <a:bodyPr xmlns:a="http://schemas.openxmlformats.org/drawingml/2006/main" anchor="b"/>
          <a:lstStyle xmlns:a="http://schemas.openxmlformats.org/drawingml/2006/main">
            <a:lvl1pPr marL="0" indent="0">
              <a:spcBef>
                <a:spcPts val="500"/>
              </a:spcBef>
              <a:buSzTx/>
              <a:buFontTx/>
              <a:buNone/>
              <a:defRPr sz="2400" b="1"/>
            </a:lvl1pPr>
            <a:lvl2pPr marL="0" indent="0">
              <a:spcBef>
                <a:spcPts val="500"/>
              </a:spcBef>
              <a:buSzTx/>
              <a:buFontTx/>
              <a:buNone/>
              <a:defRPr sz="2400" b="1"/>
            </a:lvl2pPr>
            <a:lvl3pPr marL="0" indent="0">
              <a:spcBef>
                <a:spcPts val="500"/>
              </a:spcBef>
              <a:buSzTx/>
              <a:buFontTx/>
              <a:buNone/>
              <a:defRPr sz="2400" b="1"/>
            </a:lvl3pPr>
            <a:lvl4pPr marL="0" indent="0">
              <a:spcBef>
                <a:spcPts val="500"/>
              </a:spcBef>
              <a:buSzTx/>
              <a:buFontTx/>
              <a:buNone/>
              <a:defRPr sz="2400" b="1"/>
            </a:lvl4pPr>
            <a:lvl5pPr marL="0" indent="0">
              <a:spcBef>
                <a:spcPts val="500"/>
              </a:spcBef>
              <a:buSzTx/>
              <a:buFontTx/>
              <a:buNone/>
              <a:defRPr sz="2400" b="1"/>
            </a:lvl5pPr>
          </a:lstStyle>
          <a:p xmlns:a="http://schemas.openxmlformats.org/drawingml/2006/main">
            <a:pPr>
              <a:buNone/>
            </a:pPr>
            <a:r>
              <a:t>Body Level One</a:t>
            </a:r>
          </a:p>
          <a:p xmlns:a="http://schemas.openxmlformats.org/drawingml/2006/main">
            <a:pPr>
              <a:buNone/>
            </a:pPr>
            <a:r>
              <a:t>Body Level Two</a:t>
            </a:r>
          </a:p>
          <a:p xmlns:a="http://schemas.openxmlformats.org/drawingml/2006/main">
            <a:pPr>
              <a:buNone/>
            </a:pPr>
            <a:r>
              <a:t>Body Level Three</a:t>
            </a:r>
          </a:p>
          <a:p xmlns:a="http://schemas.openxmlformats.org/drawingml/2006/main">
            <a:pPr>
              <a:buNone/>
            </a:pPr>
            <a:r>
              <a:t>Body Level Four</a:t>
            </a:r>
          </a:p>
          <a:p xmlns:a="http://schemas.openxmlformats.org/drawingml/2006/main">
            <a:pPr>
              <a:buNone/>
            </a:pPr>
            <a:r>
              <a:t>Body Level Five</a:t>
            </a:r>
          </a:p>
        </p:txBody>
      </p:sp>
      <p:sp>
        <p:nvSpPr>
          <p:cNvPr id="49" name="Text Placeholder 4">
            <a:extLst xmlns:a="http://schemas.openxmlformats.org/drawingml/2006/main">
              <a:ext uri="{FF2B5EF4-FFF2-40B4-BE49-F238E27FC236}">
                <a16:creationId xmlns:a16="http://schemas.microsoft.com/office/drawing/2014/main" id="{0994C026-D69D-4E08-8CA7-92629E0D6984}"/>
              </a:ext>
            </a:extLst>
          </p:cNvPr>
          <p:cNvSpPr>
            <a:spLocks xmlns:a="http://schemas.openxmlformats.org/drawingml/2006/main" noGrp="1"/>
          </p:cNvSpPr>
          <p:nvPr>
            <p:ph type="body" idx="21"/>
          </p:nvPr>
        </p:nvSpPr>
        <p:spPr>
          <a:xfrm xmlns:a="http://schemas.openxmlformats.org/drawingml/2006/main">
            <a:off x="4645025" y="1535111"/>
            <a:ext cx="4041775" cy="639771"/>
          </a:xfrm>
          <a:prstGeom xmlns:a="http://schemas.openxmlformats.org/drawingml/2006/main" prst="rect">
            <a:avLst/>
          </a:prstGeom>
        </p:spPr>
        <p:txBody>
          <a:bodyPr xmlns:a="http://schemas.openxmlformats.org/drawingml/2006/main" anchor="b"/>
          <a:lstStyle xmlns:a="http://schemas.openxmlformats.org/drawingml/2006/main"/>
          <a:p xmlns:a="http://schemas.openxmlformats.org/drawingml/2006/main">
            <a:pPr>
              <a:buNone/>
            </a:pPr>
          </a:p>
        </p:txBody>
      </p:sp>
      <p:sp>
        <p:nvSpPr>
          <p:cNvPr id="50" name="Slide Number">
            <a:extLst xmlns:a="http://schemas.openxmlformats.org/drawingml/2006/main">
              <a:ext uri="{FF2B5EF4-FFF2-40B4-BE49-F238E27FC236}">
                <a16:creationId xmlns:a16="http://schemas.microsoft.com/office/drawing/2014/main" id="{EF146393-EE97-47E4-90E1-C11B50511B53}"/>
              </a:ext>
            </a:extLst>
          </p:cNvPr>
          <p:cNvSpPr>
            <a:spLocks xmlns:a="http://schemas.openxmlformats.org/drawingml/2006/main" noGrp="1"/>
          </p:cNvSpPr>
          <p:nvPr>
            <p:ph type="sldNum" idx="2"/>
          </p:nvPr>
        </p:nvSpPr>
        <p:spPr>
          <a:xfrm xmlns:a="http://schemas.openxmlformats.org/drawingml/2006/main">
            <a:off x="8428181" y="6414762"/>
            <a:ext cx="258620" cy="248302"/>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buNone/>
            </a:pPr>
          </a:p>
        </p:txBody>
      </p:sp>
    </p:spTree>
  </p:cSld>
</p:sldLayout>
</file>

<file path=ppt/slideLayouts/slideLayout6.xml><?xml version="1.0" encoding="utf-8"?>
<p:sldLayout xmlns:p="http://schemas.openxmlformats.org/presentationml/2006/main" showMasterSp="1" showMasterPhAnim="1">
  <p:cSld name="Title Only">
    <p:spTree>
      <p:nvGrpSpPr>
        <p:cNvPr id="1" name=""/>
        <p:cNvGrpSpPr/>
        <p:nvPr/>
      </p:nvGrpSpPr>
      <p:grpSpPr>
        <a:xfrm xmlns:a="http://schemas.openxmlformats.org/drawingml/2006/main"/>
      </p:grpSpPr>
      <p:sp>
        <p:nvSpPr>
          <p:cNvPr id="57" name="Title Text">
            <a:extLst xmlns:a="http://schemas.openxmlformats.org/drawingml/2006/main">
              <a:ext uri="{FF2B5EF4-FFF2-40B4-BE49-F238E27FC236}">
                <a16:creationId xmlns:a16="http://schemas.microsoft.com/office/drawing/2014/main" id="{2670B5B5-F3C0-4F70-AE86-E6A153FC56A6}"/>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buNone/>
            </a:pPr>
            <a:r>
              <a:t>Title Text</a:t>
            </a:r>
          </a:p>
        </p:txBody>
      </p:sp>
      <p:sp>
        <p:nvSpPr>
          <p:cNvPr id="58" name="Slide Number">
            <a:extLst xmlns:a="http://schemas.openxmlformats.org/drawingml/2006/main">
              <a:ext uri="{FF2B5EF4-FFF2-40B4-BE49-F238E27FC236}">
                <a16:creationId xmlns:a16="http://schemas.microsoft.com/office/drawing/2014/main" id="{7A78840A-7B82-4608-80F0-0B28ED365409}"/>
              </a:ext>
            </a:extLst>
          </p:cNvPr>
          <p:cNvSpPr>
            <a:spLocks xmlns:a="http://schemas.openxmlformats.org/drawingml/2006/main" noGrp="1"/>
          </p:cNvSpPr>
          <p:nvPr>
            <p:ph type="sldNum" idx="2"/>
          </p:nvPr>
        </p:nvSpPr>
        <p:spPr>
          <a:xfrm xmlns:a="http://schemas.openxmlformats.org/drawingml/2006/main">
            <a:off x="8428181" y="6414762"/>
            <a:ext cx="258620" cy="248302"/>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buNone/>
            </a:pPr>
          </a:p>
        </p:txBody>
      </p:sp>
    </p:spTree>
  </p:cSld>
</p:sldLayout>
</file>

<file path=ppt/slideLayouts/slideLayout7.xml><?xml version="1.0" encoding="utf-8"?>
<p:sldLayout xmlns:p="http://schemas.openxmlformats.org/presentationml/2006/main" showMasterSp="1" showMasterPhAnim="1">
  <p:cSld name="Blank">
    <p:spTree>
      <p:nvGrpSpPr>
        <p:cNvPr id="1" name=""/>
        <p:cNvGrpSpPr/>
        <p:nvPr/>
      </p:nvGrpSpPr>
      <p:grpSpPr>
        <a:xfrm xmlns:a="http://schemas.openxmlformats.org/drawingml/2006/main"/>
      </p:grpSpPr>
      <p:sp>
        <p:nvSpPr>
          <p:cNvPr id="65" name="Slide Number">
            <a:extLst xmlns:a="http://schemas.openxmlformats.org/drawingml/2006/main">
              <a:ext uri="{FF2B5EF4-FFF2-40B4-BE49-F238E27FC236}">
                <a16:creationId xmlns:a16="http://schemas.microsoft.com/office/drawing/2014/main" id="{D7F583B5-488D-4C48-B972-2C8963FD275A}"/>
              </a:ext>
            </a:extLst>
          </p:cNvPr>
          <p:cNvSpPr>
            <a:spLocks xmlns:a="http://schemas.openxmlformats.org/drawingml/2006/main" noGrp="1"/>
          </p:cNvSpPr>
          <p:nvPr>
            <p:ph type="sldNum" idx="2"/>
          </p:nvPr>
        </p:nvSpPr>
        <p:spPr>
          <a:xfrm xmlns:a="http://schemas.openxmlformats.org/drawingml/2006/main">
            <a:off x="8428181" y="6414762"/>
            <a:ext cx="258620" cy="248302"/>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buNone/>
            </a:pPr>
          </a:p>
        </p:txBody>
      </p:sp>
    </p:spTree>
  </p:cSld>
</p:sldLayout>
</file>

<file path=ppt/slideLayouts/slideLayout8.xml><?xml version="1.0" encoding="utf-8"?>
<p:sldLayout xmlns:p="http://schemas.openxmlformats.org/presentationml/2006/main" showMasterSp="1" showMasterPhAnim="1">
  <p:cSld name="Content with Caption">
    <p:spTree>
      <p:nvGrpSpPr>
        <p:cNvPr id="1" name=""/>
        <p:cNvGrpSpPr/>
        <p:nvPr/>
      </p:nvGrpSpPr>
      <p:grpSpPr>
        <a:xfrm xmlns:a="http://schemas.openxmlformats.org/drawingml/2006/main"/>
      </p:grpSpPr>
      <p:sp>
        <p:nvSpPr>
          <p:cNvPr id="72" name="Title Text">
            <a:extLst xmlns:a="http://schemas.openxmlformats.org/drawingml/2006/main">
              <a:ext uri="{FF2B5EF4-FFF2-40B4-BE49-F238E27FC236}">
                <a16:creationId xmlns:a16="http://schemas.microsoft.com/office/drawing/2014/main" id="{FD42E75D-86B2-4AF2-8B1D-1A41DF991137}"/>
              </a:ext>
            </a:extLst>
          </p:cNvPr>
          <p:cNvSpPr>
            <a:spLocks xmlns:a="http://schemas.openxmlformats.org/drawingml/2006/main" noGrp="1"/>
          </p:cNvSpPr>
          <p:nvPr>
            <p:ph type="title" idx="0"/>
          </p:nvPr>
        </p:nvSpPr>
        <p:spPr>
          <a:xfrm xmlns:a="http://schemas.openxmlformats.org/drawingml/2006/main">
            <a:off x="457200" y="273050"/>
            <a:ext cx="3008316" cy="1162050"/>
          </a:xfrm>
          <a:prstGeom xmlns:a="http://schemas.openxmlformats.org/drawingml/2006/main" prst="rect">
            <a:avLst/>
          </a:prstGeom>
        </p:spPr>
        <p:txBody>
          <a:bodyPr xmlns:a="http://schemas.openxmlformats.org/drawingml/2006/main" anchor="b"/>
          <a:lstStyle xmlns:a="http://schemas.openxmlformats.org/drawingml/2006/main">
            <a:lvl1pPr algn="l">
              <a:buNone/>
              <a:defRPr sz="2000" b="1"/>
            </a:lvl1pPr>
          </a:lstStyle>
          <a:p xmlns:a="http://schemas.openxmlformats.org/drawingml/2006/main">
            <a:pPr>
              <a:buNone/>
            </a:pPr>
            <a:r>
              <a:t>Title Text</a:t>
            </a:r>
          </a:p>
        </p:txBody>
      </p:sp>
      <p:sp>
        <p:nvSpPr>
          <p:cNvPr id="73" name="Body Level One…">
            <a:extLst xmlns:a="http://schemas.openxmlformats.org/drawingml/2006/main">
              <a:ext uri="{FF2B5EF4-FFF2-40B4-BE49-F238E27FC236}">
                <a16:creationId xmlns:a16="http://schemas.microsoft.com/office/drawing/2014/main" id="{20F0BEDF-0930-4A02-AA51-AA2A78D6FA39}"/>
              </a:ext>
            </a:extLst>
          </p:cNvPr>
          <p:cNvSpPr>
            <a:spLocks xmlns:a="http://schemas.openxmlformats.org/drawingml/2006/main" noGrp="1"/>
          </p:cNvSpPr>
          <p:nvPr>
            <p:ph type="body" idx="1"/>
          </p:nvPr>
        </p:nvSpPr>
        <p:spPr>
          <a:xfrm xmlns:a="http://schemas.openxmlformats.org/drawingml/2006/main">
            <a:off x="3575050" y="273050"/>
            <a:ext cx="5111750" cy="5853113"/>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buNone/>
            </a:pPr>
            <a:r>
              <a:t>Body Level One</a:t>
            </a:r>
          </a:p>
          <a:p xmlns:a="http://schemas.openxmlformats.org/drawingml/2006/main">
            <a:pPr>
              <a:buNone/>
            </a:pPr>
            <a:r>
              <a:t>Body Level Two</a:t>
            </a:r>
          </a:p>
          <a:p xmlns:a="http://schemas.openxmlformats.org/drawingml/2006/main">
            <a:pPr>
              <a:buNone/>
            </a:pPr>
            <a:r>
              <a:t>Body Level Three</a:t>
            </a:r>
          </a:p>
          <a:p xmlns:a="http://schemas.openxmlformats.org/drawingml/2006/main">
            <a:pPr>
              <a:buNone/>
            </a:pPr>
            <a:r>
              <a:t>Body Level Four</a:t>
            </a:r>
          </a:p>
          <a:p xmlns:a="http://schemas.openxmlformats.org/drawingml/2006/main">
            <a:pPr>
              <a:buNone/>
            </a:pPr>
            <a:r>
              <a:t>Body Level Five</a:t>
            </a:r>
          </a:p>
        </p:txBody>
      </p:sp>
      <p:sp>
        <p:nvSpPr>
          <p:cNvPr id="74" name="Text Placeholder 3">
            <a:extLst xmlns:a="http://schemas.openxmlformats.org/drawingml/2006/main">
              <a:ext uri="{FF2B5EF4-FFF2-40B4-BE49-F238E27FC236}">
                <a16:creationId xmlns:a16="http://schemas.microsoft.com/office/drawing/2014/main" id="{D587AB2E-9C25-4305-AAE9-0C2D709C7A83}"/>
              </a:ext>
            </a:extLst>
          </p:cNvPr>
          <p:cNvSpPr>
            <a:spLocks xmlns:a="http://schemas.openxmlformats.org/drawingml/2006/main" noGrp="1"/>
          </p:cNvSpPr>
          <p:nvPr>
            <p:ph type="body" idx="21"/>
          </p:nvPr>
        </p:nvSpPr>
        <p:spPr>
          <a:xfrm xmlns:a="http://schemas.openxmlformats.org/drawingml/2006/main">
            <a:off x="457198" y="1435100"/>
            <a:ext cx="3008317" cy="4691063"/>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buNone/>
            </a:pPr>
          </a:p>
        </p:txBody>
      </p:sp>
      <p:sp>
        <p:nvSpPr>
          <p:cNvPr id="75" name="Slide Number">
            <a:extLst xmlns:a="http://schemas.openxmlformats.org/drawingml/2006/main">
              <a:ext uri="{FF2B5EF4-FFF2-40B4-BE49-F238E27FC236}">
                <a16:creationId xmlns:a16="http://schemas.microsoft.com/office/drawing/2014/main" id="{A98A29FB-30B7-4554-B0BE-7D8E5433B8D6}"/>
              </a:ext>
            </a:extLst>
          </p:cNvPr>
          <p:cNvSpPr>
            <a:spLocks xmlns:a="http://schemas.openxmlformats.org/drawingml/2006/main" noGrp="1"/>
          </p:cNvSpPr>
          <p:nvPr>
            <p:ph type="sldNum" idx="2"/>
          </p:nvPr>
        </p:nvSpPr>
        <p:spPr>
          <a:xfrm xmlns:a="http://schemas.openxmlformats.org/drawingml/2006/main">
            <a:off x="8428181" y="6414762"/>
            <a:ext cx="258620" cy="248302"/>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buNone/>
            </a:pPr>
          </a:p>
        </p:txBody>
      </p:sp>
    </p:spTree>
  </p:cSld>
</p:sldLayout>
</file>

<file path=ppt/slideLayouts/slideLayout9.xml><?xml version="1.0" encoding="utf-8"?>
<p:sldLayout xmlns:p="http://schemas.openxmlformats.org/presentationml/2006/main" showMasterSp="1" showMasterPhAnim="1">
  <p:cSld name="Picture with Caption">
    <p:spTree>
      <p:nvGrpSpPr>
        <p:cNvPr id="1" name=""/>
        <p:cNvGrpSpPr/>
        <p:nvPr/>
      </p:nvGrpSpPr>
      <p:grpSpPr>
        <a:xfrm xmlns:a="http://schemas.openxmlformats.org/drawingml/2006/main"/>
      </p:grpSpPr>
      <p:sp>
        <p:nvSpPr>
          <p:cNvPr id="82" name="Title Text">
            <a:extLst xmlns:a="http://schemas.openxmlformats.org/drawingml/2006/main">
              <a:ext uri="{FF2B5EF4-FFF2-40B4-BE49-F238E27FC236}">
                <a16:creationId xmlns:a16="http://schemas.microsoft.com/office/drawing/2014/main" id="{FD8631E1-1F92-460C-85D8-A6BBA02F934C}"/>
              </a:ext>
            </a:extLst>
          </p:cNvPr>
          <p:cNvSpPr>
            <a:spLocks xmlns:a="http://schemas.openxmlformats.org/drawingml/2006/main" noGrp="1"/>
          </p:cNvSpPr>
          <p:nvPr>
            <p:ph type="title" idx="0"/>
          </p:nvPr>
        </p:nvSpPr>
        <p:spPr>
          <a:xfrm xmlns:a="http://schemas.openxmlformats.org/drawingml/2006/main">
            <a:off x="1792288" y="4800600"/>
            <a:ext cx="5486404" cy="566738"/>
          </a:xfrm>
          <a:prstGeom xmlns:a="http://schemas.openxmlformats.org/drawingml/2006/main" prst="rect">
            <a:avLst/>
          </a:prstGeom>
        </p:spPr>
        <p:txBody>
          <a:bodyPr xmlns:a="http://schemas.openxmlformats.org/drawingml/2006/main" anchor="b"/>
          <a:lstStyle xmlns:a="http://schemas.openxmlformats.org/drawingml/2006/main">
            <a:lvl1pPr algn="l">
              <a:buNone/>
              <a:defRPr sz="2000" b="1"/>
            </a:lvl1pPr>
          </a:lstStyle>
          <a:p xmlns:a="http://schemas.openxmlformats.org/drawingml/2006/main">
            <a:pPr>
              <a:buNone/>
            </a:pPr>
            <a:r>
              <a:t>Title Text</a:t>
            </a:r>
          </a:p>
        </p:txBody>
      </p:sp>
      <p:sp>
        <p:nvSpPr>
          <p:cNvPr id="83" name="Picture Placeholder 2">
            <a:extLst xmlns:a="http://schemas.openxmlformats.org/drawingml/2006/main">
              <a:ext uri="{FF2B5EF4-FFF2-40B4-BE49-F238E27FC236}">
                <a16:creationId xmlns:a16="http://schemas.microsoft.com/office/drawing/2014/main" id="{1E2B0C9F-271B-458A-B25F-C22A9C57C87F}"/>
              </a:ext>
            </a:extLst>
          </p:cNvPr>
          <p:cNvSpPr>
            <a:spLocks xmlns:a="http://schemas.openxmlformats.org/drawingml/2006/main" noGrp="1"/>
          </p:cNvSpPr>
          <p:nvPr>
            <p:ph type="pic" idx="21"/>
          </p:nvPr>
        </p:nvSpPr>
        <p:spPr>
          <a:xfrm xmlns:a="http://schemas.openxmlformats.org/drawingml/2006/main">
            <a:off x="1792288" y="612775"/>
            <a:ext cx="5486404" cy="4114800"/>
          </a:xfrm>
          <a:prstGeom xmlns:a="http://schemas.openxmlformats.org/drawingml/2006/main" prst="rect">
            <a:avLst/>
          </a:prstGeom>
        </p:spPr>
        <p:txBody>
          <a:bodyPr xmlns:a="http://schemas.openxmlformats.org/drawingml/2006/main" lIns="91439" tIns="45719" rIns="91439" bIns="45719">
            <a:noAutofit/>
          </a:bodyPr>
          <a:lstStyle xmlns:a="http://schemas.openxmlformats.org/drawingml/2006/main"/>
          <a:p xmlns:a="http://schemas.openxmlformats.org/drawingml/2006/main">
            <a:pPr>
              <a:buNone/>
            </a:pPr>
          </a:p>
        </p:txBody>
      </p:sp>
      <p:sp>
        <p:nvSpPr>
          <p:cNvPr id="84" name="Body Level One…">
            <a:extLst xmlns:a="http://schemas.openxmlformats.org/drawingml/2006/main">
              <a:ext uri="{FF2B5EF4-FFF2-40B4-BE49-F238E27FC236}">
                <a16:creationId xmlns:a16="http://schemas.microsoft.com/office/drawing/2014/main" id="{76C3272F-AF08-4D22-B32E-F32FAF78C13F}"/>
              </a:ext>
            </a:extLst>
          </p:cNvPr>
          <p:cNvSpPr>
            <a:spLocks xmlns:a="http://schemas.openxmlformats.org/drawingml/2006/main" noGrp="1"/>
          </p:cNvSpPr>
          <p:nvPr>
            <p:ph type="body" idx="1"/>
          </p:nvPr>
        </p:nvSpPr>
        <p:spPr>
          <a:xfrm xmlns:a="http://schemas.openxmlformats.org/drawingml/2006/main">
            <a:off x="1792288" y="5367337"/>
            <a:ext cx="5486404" cy="804870"/>
          </a:xfrm>
          <a:prstGeom xmlns:a="http://schemas.openxmlformats.org/drawingml/2006/main" prst="rect">
            <a:avLst/>
          </a:prstGeom>
        </p:spPr>
        <p:txBody>
          <a:bodyPr xmlns:a="http://schemas.openxmlformats.org/drawingml/2006/main"/>
          <a:lstStyle xmlns:a="http://schemas.openxmlformats.org/drawingml/2006/main">
            <a:lvl1pPr marL="0" indent="0">
              <a:spcBef>
                <a:spcPts val="300"/>
              </a:spcBef>
              <a:buSzTx/>
              <a:buFontTx/>
              <a:buNone/>
              <a:defRPr sz="1400"/>
            </a:lvl1pPr>
            <a:lvl2pPr marL="0" indent="0">
              <a:spcBef>
                <a:spcPts val="300"/>
              </a:spcBef>
              <a:buSzTx/>
              <a:buFontTx/>
              <a:buNone/>
              <a:defRPr sz="1400"/>
            </a:lvl2pPr>
            <a:lvl3pPr marL="0" indent="0">
              <a:spcBef>
                <a:spcPts val="300"/>
              </a:spcBef>
              <a:buSzTx/>
              <a:buFontTx/>
              <a:buNone/>
              <a:defRPr sz="1400"/>
            </a:lvl3pPr>
            <a:lvl4pPr marL="0" indent="0">
              <a:spcBef>
                <a:spcPts val="300"/>
              </a:spcBef>
              <a:buSzTx/>
              <a:buFontTx/>
              <a:buNone/>
              <a:defRPr sz="1400"/>
            </a:lvl4pPr>
            <a:lvl5pPr marL="0" indent="0">
              <a:spcBef>
                <a:spcPts val="300"/>
              </a:spcBef>
              <a:buSzTx/>
              <a:buFontTx/>
              <a:buNone/>
              <a:defRPr sz="1400"/>
            </a:lvl5pPr>
          </a:lstStyle>
          <a:p xmlns:a="http://schemas.openxmlformats.org/drawingml/2006/main">
            <a:pPr>
              <a:buNone/>
            </a:pPr>
            <a:r>
              <a:t>Body Level One</a:t>
            </a:r>
          </a:p>
          <a:p xmlns:a="http://schemas.openxmlformats.org/drawingml/2006/main">
            <a:pPr>
              <a:buNone/>
            </a:pPr>
            <a:r>
              <a:t>Body Level Two</a:t>
            </a:r>
          </a:p>
          <a:p xmlns:a="http://schemas.openxmlformats.org/drawingml/2006/main">
            <a:pPr>
              <a:buNone/>
            </a:pPr>
            <a:r>
              <a:t>Body Level Three</a:t>
            </a:r>
          </a:p>
          <a:p xmlns:a="http://schemas.openxmlformats.org/drawingml/2006/main">
            <a:pPr>
              <a:buNone/>
            </a:pPr>
            <a:r>
              <a:t>Body Level Four</a:t>
            </a:r>
          </a:p>
          <a:p xmlns:a="http://schemas.openxmlformats.org/drawingml/2006/main">
            <a:pPr>
              <a:buNone/>
            </a:pPr>
            <a:r>
              <a:t>Body Level Five</a:t>
            </a:r>
          </a:p>
        </p:txBody>
      </p:sp>
      <p:sp>
        <p:nvSpPr>
          <p:cNvPr id="85" name="Slide Number">
            <a:extLst xmlns:a="http://schemas.openxmlformats.org/drawingml/2006/main">
              <a:ext uri="{FF2B5EF4-FFF2-40B4-BE49-F238E27FC236}">
                <a16:creationId xmlns:a16="http://schemas.microsoft.com/office/drawing/2014/main" id="{DDD3F571-28E6-4644-8A03-2FAF6A0960FC}"/>
              </a:ext>
            </a:extLst>
          </p:cNvPr>
          <p:cNvSpPr>
            <a:spLocks xmlns:a="http://schemas.openxmlformats.org/drawingml/2006/main" noGrp="1"/>
          </p:cNvSpPr>
          <p:nvPr>
            <p:ph type="sldNum" idx="2"/>
          </p:nvPr>
        </p:nvSpPr>
        <p:spPr>
          <a:xfrm xmlns:a="http://schemas.openxmlformats.org/drawingml/2006/main">
            <a:off x="8428181" y="6414762"/>
            <a:ext cx="258620" cy="248302"/>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buNone/>
            </a:p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33c7547b6d24435" /><Relationship Type="http://schemas.openxmlformats.org/officeDocument/2006/relationships/slideLayout" Target="/ppt/slideLayouts/slideLayout1.xml" Id="R702babd4369c4595" /><Relationship Type="http://schemas.openxmlformats.org/officeDocument/2006/relationships/slideLayout" Target="/ppt/slideLayouts/slideLayout2.xml" Id="R28161e7b529d4a1b" /><Relationship Type="http://schemas.openxmlformats.org/officeDocument/2006/relationships/slideLayout" Target="/ppt/slideLayouts/slideLayout3.xml" Id="Rce1be12d31fc4b90" /><Relationship Type="http://schemas.openxmlformats.org/officeDocument/2006/relationships/slideLayout" Target="/ppt/slideLayouts/slideLayout4.xml" Id="R621b0b5a0725404d" /><Relationship Type="http://schemas.openxmlformats.org/officeDocument/2006/relationships/slideLayout" Target="/ppt/slideLayouts/slideLayout5.xml" Id="Rcaa4054fe15a4bbe" /><Relationship Type="http://schemas.openxmlformats.org/officeDocument/2006/relationships/slideLayout" Target="/ppt/slideLayouts/slideLayout6.xml" Id="Rd9c11fe9c1c947b5" /><Relationship Type="http://schemas.openxmlformats.org/officeDocument/2006/relationships/slideLayout" Target="/ppt/slideLayouts/slideLayout7.xml" Id="R534b147a6145438b" /><Relationship Type="http://schemas.openxmlformats.org/officeDocument/2006/relationships/slideLayout" Target="/ppt/slideLayouts/slideLayout8.xml" Id="R11df601605a74a8d" /><Relationship Type="http://schemas.openxmlformats.org/officeDocument/2006/relationships/slideLayout" Target="/ppt/slideLayouts/slideLayout9.xml" Id="Re8d13e2026f242be" /></Relationships>
</file>

<file path=ppt/slideMasters/slideMaster1.xml><?xml version="1.0" encoding="utf-8"?>
<p:sldMaster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Text">
            <a:extLst xmlns:a="http://schemas.openxmlformats.org/drawingml/2006/main">
              <a:ext uri="{FF2B5EF4-FFF2-40B4-BE49-F238E27FC236}">
                <a16:creationId xmlns:a16="http://schemas.microsoft.com/office/drawing/2014/main" id="{7BF7B05B-3BEE-4DCA-A70A-B379BAE18EA4}"/>
              </a:ext>
            </a:extLst>
          </p:cNvPr>
          <p:cNvSpPr>
            <a:spLocks xmlns:a="http://schemas.openxmlformats.org/drawingml/2006/main" noGrp="1"/>
          </p:cNvSpPr>
          <p:nvPr>
            <p:ph type="title" idx="0"/>
          </p:nvPr>
        </p:nvSpPr>
        <p:spPr>
          <a:xfrm xmlns:a="http://schemas.openxmlformats.org/drawingml/2006/main">
            <a:off x="457200" y="274638"/>
            <a:ext cx="8229600" cy="1143001"/>
          </a:xfrm>
          <a:prstGeom xmlns:a="http://schemas.openxmlformats.org/drawingml/2006/main" prst="rect">
            <a:avLst/>
          </a:prstGeom>
          <a:ln xmlns:a="http://schemas.openxmlformats.org/drawingml/2006/main" w="12700"/>
        </p:spPr>
        <p:txBody>
          <a:bodyPr xmlns:a="http://schemas.openxmlformats.org/drawingml/2006/main" lIns="45718" tIns="45718" rIns="45718" bIns="45718" anchor="ctr">
            <a:normAutofit fontScale="100000" lnSpcReduction="0"/>
          </a:bodyPr>
          <a:lstStyle xmlns:a="http://schemas.openxmlformats.org/drawingml/2006/main"/>
          <a:p xmlns:a="http://schemas.openxmlformats.org/drawingml/2006/main">
            <a:pPr>
              <a:buNone/>
            </a:pPr>
            <a:r>
              <a:t>Title Text</a:t>
            </a:r>
          </a:p>
        </p:txBody>
      </p:sp>
      <p:sp>
        <p:nvSpPr>
          <p:cNvPr id="3" name="Body Level One…">
            <a:extLst xmlns:a="http://schemas.openxmlformats.org/drawingml/2006/main">
              <a:ext uri="{FF2B5EF4-FFF2-40B4-BE49-F238E27FC236}">
                <a16:creationId xmlns:a16="http://schemas.microsoft.com/office/drawing/2014/main" id="{E78015CA-663B-4811-9A54-71E31727A7FD}"/>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a:ln xmlns:a="http://schemas.openxmlformats.org/drawingml/2006/main" w="12700"/>
        </p:spPr>
        <p:txBody>
          <a:bodyPr xmlns:a="http://schemas.openxmlformats.org/drawingml/2006/main" lIns="45718" tIns="45718" rIns="45718" bIns="45718">
            <a:normAutofit fontScale="100000" lnSpcReduction="0"/>
          </a:bodyPr>
          <a:lstStyle xmlns:a="http://schemas.openxmlformats.org/drawingml/2006/main"/>
          <a:p xmlns:a="http://schemas.openxmlformats.org/drawingml/2006/main">
            <a:pPr>
              <a:buNone/>
            </a:pPr>
            <a:r>
              <a:t>Body Level One</a:t>
            </a:r>
          </a:p>
          <a:p xmlns:a="http://schemas.openxmlformats.org/drawingml/2006/main">
            <a:pPr>
              <a:buNone/>
            </a:pPr>
            <a:r>
              <a:t>Body Level Two</a:t>
            </a:r>
          </a:p>
          <a:p xmlns:a="http://schemas.openxmlformats.org/drawingml/2006/main">
            <a:pPr>
              <a:buNone/>
            </a:pPr>
            <a:r>
              <a:t>Body Level Three</a:t>
            </a:r>
          </a:p>
          <a:p xmlns:a="http://schemas.openxmlformats.org/drawingml/2006/main">
            <a:pPr>
              <a:buNone/>
            </a:pPr>
            <a:r>
              <a:t>Body Level Four</a:t>
            </a:r>
          </a:p>
          <a:p xmlns:a="http://schemas.openxmlformats.org/drawingml/2006/main">
            <a:pPr>
              <a:buNone/>
            </a:pPr>
            <a:r>
              <a:t>Body Level Five</a:t>
            </a:r>
          </a:p>
        </p:txBody>
      </p:sp>
      <p:sp>
        <p:nvSpPr>
          <p:cNvPr id="4" name="Slide Number">
            <a:extLst xmlns:a="http://schemas.openxmlformats.org/drawingml/2006/main">
              <a:ext uri="{FF2B5EF4-FFF2-40B4-BE49-F238E27FC236}">
                <a16:creationId xmlns:a16="http://schemas.microsoft.com/office/drawing/2014/main" id="{ECD10241-7BE5-41EE-878E-DBB95DFDB1FA}"/>
              </a:ext>
            </a:extLst>
          </p:cNvPr>
          <p:cNvSpPr>
            <a:spLocks xmlns:a="http://schemas.openxmlformats.org/drawingml/2006/main" noGrp="1"/>
          </p:cNvSpPr>
          <p:nvPr>
            <p:ph type="sldNum" idx="2"/>
          </p:nvPr>
        </p:nvSpPr>
        <p:spPr>
          <a:xfrm xmlns:a="http://schemas.openxmlformats.org/drawingml/2006/main">
            <a:off x="8428181" y="6414762"/>
            <a:ext cx="258620" cy="248302"/>
          </a:xfrm>
          <a:prstGeom xmlns:a="http://schemas.openxmlformats.org/drawingml/2006/main" prst="rect">
            <a:avLst/>
          </a:prstGeom>
          <a:ln xmlns:a="http://schemas.openxmlformats.org/drawingml/2006/main" w="12700"/>
        </p:spPr>
        <p:txBody>
          <a:bodyPr xmlns:a="http://schemas.openxmlformats.org/drawingml/2006/main" wrap="none" lIns="45718" tIns="45718" rIns="45718" bIns="45718" anchor="ctr">
            <a:spAutoFit/>
          </a:bodyPr>
          <a:lstStyle xmlns:a="http://schemas.openxmlformats.org/drawingml/2006/main">
            <a:lvl1pPr algn="r">
              <a:buNone/>
              <a:defRPr sz="1200">
                <a:solidFill>
                  <a:srgbClr val="888888"/>
                </a:solidFill>
                <a:latin typeface="+mn-lt"/>
                <a:ea typeface="+mn-lt"/>
                <a:cs typeface="+mn-lt"/>
              </a:defRPr>
            </a:lvl1pPr>
          </a:lstStyle>
          <a:p xmlns:a="http://schemas.openxmlformats.org/drawingml/2006/main">
            <a:pPr>
              <a:buNone/>
            </a:p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02babd4369c4595"/>
    <p:sldLayoutId xmlns:r="http://schemas.openxmlformats.org/officeDocument/2006/relationships" id="2147483650" r:id="R28161e7b529d4a1b"/>
    <p:sldLayoutId xmlns:r="http://schemas.openxmlformats.org/officeDocument/2006/relationships" id="2147483651" r:id="Rce1be12d31fc4b90"/>
    <p:sldLayoutId xmlns:r="http://schemas.openxmlformats.org/officeDocument/2006/relationships" id="2147483652" r:id="R621b0b5a0725404d"/>
    <p:sldLayoutId xmlns:r="http://schemas.openxmlformats.org/officeDocument/2006/relationships" id="2147483653" r:id="Rcaa4054fe15a4bbe"/>
    <p:sldLayoutId xmlns:r="http://schemas.openxmlformats.org/officeDocument/2006/relationships" id="2147483654" r:id="Rd9c11fe9c1c947b5"/>
    <p:sldLayoutId xmlns:r="http://schemas.openxmlformats.org/officeDocument/2006/relationships" id="2147483655" r:id="R534b147a6145438b"/>
    <p:sldLayoutId xmlns:r="http://schemas.openxmlformats.org/officeDocument/2006/relationships" id="2147483656" r:id="R11df601605a74a8d"/>
    <p:sldLayoutId xmlns:r="http://schemas.openxmlformats.org/officeDocument/2006/relationships" id="2147483657" r:id="Re8d13e2026f242be"/>
  </p:sldLayoutIdLst>
  <p:txStyles>
    <p:titleStyle>
      <a:lvl1pPr xmlns:a="http://schemas.openxmlformats.org/drawingml/2006/main" marL="0" marR="0" indent="0" algn="ctr" defTabSz="457200">
        <a:lnSpc>
          <a:spcPct val="100000"/>
        </a:lnSpc>
        <a:spcBef>
          <a:spcPts val="0"/>
        </a:spcBef>
        <a:spcAft>
          <a:spcPts val="0"/>
        </a:spcAft>
        <a:buClrTx/>
        <a:buSzTx/>
        <a:buFontTx/>
        <a:buNone/>
        <a:defRPr sz="4400" b="0" i="0" u="none" cap="none" spc="0" baseline="0">
          <a:solidFill>
            <a:srgbClr val="000000"/>
          </a:solidFill>
          <a:latin typeface="+mn-lt"/>
          <a:ea typeface="+mn-lt"/>
          <a:cs typeface="+mn-lt"/>
        </a:defRPr>
      </a:lvl1pPr>
      <a:lvl2pPr xmlns:a="http://schemas.openxmlformats.org/drawingml/2006/main" marL="0" marR="0" indent="0" algn="ctr" defTabSz="457200">
        <a:lnSpc>
          <a:spcPct val="100000"/>
        </a:lnSpc>
        <a:spcBef>
          <a:spcPts val="0"/>
        </a:spcBef>
        <a:spcAft>
          <a:spcPts val="0"/>
        </a:spcAft>
        <a:buClrTx/>
        <a:buSzTx/>
        <a:buFontTx/>
        <a:buNone/>
        <a:defRPr sz="4400" b="0" i="0" u="none" cap="none" spc="0" baseline="0">
          <a:solidFill>
            <a:srgbClr val="000000"/>
          </a:solidFill>
          <a:latin typeface="+mn-lt"/>
          <a:ea typeface="+mn-lt"/>
          <a:cs typeface="+mn-lt"/>
        </a:defRPr>
      </a:lvl2pPr>
      <a:lvl3pPr xmlns:a="http://schemas.openxmlformats.org/drawingml/2006/main" marL="0" marR="0" indent="0" algn="ctr" defTabSz="457200">
        <a:lnSpc>
          <a:spcPct val="100000"/>
        </a:lnSpc>
        <a:spcBef>
          <a:spcPts val="0"/>
        </a:spcBef>
        <a:spcAft>
          <a:spcPts val="0"/>
        </a:spcAft>
        <a:buClrTx/>
        <a:buSzTx/>
        <a:buFontTx/>
        <a:buNone/>
        <a:defRPr sz="4400" b="0" i="0" u="none" cap="none" spc="0" baseline="0">
          <a:solidFill>
            <a:srgbClr val="000000"/>
          </a:solidFill>
          <a:latin typeface="+mn-lt"/>
          <a:ea typeface="+mn-lt"/>
          <a:cs typeface="+mn-lt"/>
        </a:defRPr>
      </a:lvl3pPr>
      <a:lvl4pPr xmlns:a="http://schemas.openxmlformats.org/drawingml/2006/main" marL="0" marR="0" indent="0" algn="ctr" defTabSz="457200">
        <a:lnSpc>
          <a:spcPct val="100000"/>
        </a:lnSpc>
        <a:spcBef>
          <a:spcPts val="0"/>
        </a:spcBef>
        <a:spcAft>
          <a:spcPts val="0"/>
        </a:spcAft>
        <a:buClrTx/>
        <a:buSzTx/>
        <a:buFontTx/>
        <a:buNone/>
        <a:defRPr sz="4400" b="0" i="0" u="none" cap="none" spc="0" baseline="0">
          <a:solidFill>
            <a:srgbClr val="000000"/>
          </a:solidFill>
          <a:latin typeface="+mn-lt"/>
          <a:ea typeface="+mn-lt"/>
          <a:cs typeface="+mn-lt"/>
        </a:defRPr>
      </a:lvl4pPr>
      <a:lvl5pPr xmlns:a="http://schemas.openxmlformats.org/drawingml/2006/main" marL="0" marR="0" indent="0" algn="ctr" defTabSz="457200">
        <a:lnSpc>
          <a:spcPct val="100000"/>
        </a:lnSpc>
        <a:spcBef>
          <a:spcPts val="0"/>
        </a:spcBef>
        <a:spcAft>
          <a:spcPts val="0"/>
        </a:spcAft>
        <a:buClrTx/>
        <a:buSzTx/>
        <a:buFontTx/>
        <a:buNone/>
        <a:defRPr sz="4400" b="0" i="0" u="none" cap="none" spc="0" baseline="0">
          <a:solidFill>
            <a:srgbClr val="000000"/>
          </a:solidFill>
          <a:latin typeface="+mn-lt"/>
          <a:ea typeface="+mn-lt"/>
          <a:cs typeface="+mn-lt"/>
        </a:defRPr>
      </a:lvl5pPr>
      <a:lvl6pPr xmlns:a="http://schemas.openxmlformats.org/drawingml/2006/main" marL="0" marR="0" indent="0" algn="ctr" defTabSz="457200">
        <a:lnSpc>
          <a:spcPct val="100000"/>
        </a:lnSpc>
        <a:spcBef>
          <a:spcPts val="0"/>
        </a:spcBef>
        <a:spcAft>
          <a:spcPts val="0"/>
        </a:spcAft>
        <a:buClrTx/>
        <a:buSzTx/>
        <a:buFontTx/>
        <a:buNone/>
        <a:defRPr sz="4400" b="0" i="0" u="none" cap="none" spc="0" baseline="0">
          <a:solidFill>
            <a:srgbClr val="000000"/>
          </a:solidFill>
          <a:latin typeface="+mn-lt"/>
          <a:ea typeface="+mn-lt"/>
          <a:cs typeface="+mn-lt"/>
        </a:defRPr>
      </a:lvl6pPr>
      <a:lvl7pPr xmlns:a="http://schemas.openxmlformats.org/drawingml/2006/main" marL="0" marR="0" indent="0" algn="ctr" defTabSz="457200">
        <a:lnSpc>
          <a:spcPct val="100000"/>
        </a:lnSpc>
        <a:spcBef>
          <a:spcPts val="0"/>
        </a:spcBef>
        <a:spcAft>
          <a:spcPts val="0"/>
        </a:spcAft>
        <a:buClrTx/>
        <a:buSzTx/>
        <a:buFontTx/>
        <a:buNone/>
        <a:defRPr sz="4400" b="0" i="0" u="none" cap="none" spc="0" baseline="0">
          <a:solidFill>
            <a:srgbClr val="000000"/>
          </a:solidFill>
          <a:latin typeface="+mn-lt"/>
          <a:ea typeface="+mn-lt"/>
          <a:cs typeface="+mn-lt"/>
        </a:defRPr>
      </a:lvl7pPr>
      <a:lvl8pPr xmlns:a="http://schemas.openxmlformats.org/drawingml/2006/main" marL="0" marR="0" indent="0" algn="ctr" defTabSz="457200">
        <a:lnSpc>
          <a:spcPct val="100000"/>
        </a:lnSpc>
        <a:spcBef>
          <a:spcPts val="0"/>
        </a:spcBef>
        <a:spcAft>
          <a:spcPts val="0"/>
        </a:spcAft>
        <a:buClrTx/>
        <a:buSzTx/>
        <a:buFontTx/>
        <a:buNone/>
        <a:defRPr sz="4400" b="0" i="0" u="none" cap="none" spc="0" baseline="0">
          <a:solidFill>
            <a:srgbClr val="000000"/>
          </a:solidFill>
          <a:latin typeface="+mn-lt"/>
          <a:ea typeface="+mn-lt"/>
          <a:cs typeface="+mn-lt"/>
        </a:defRPr>
      </a:lvl8pPr>
      <a:lvl9pPr xmlns:a="http://schemas.openxmlformats.org/drawingml/2006/main" marL="0" marR="0" indent="0" algn="ctr" defTabSz="457200">
        <a:lnSpc>
          <a:spcPct val="100000"/>
        </a:lnSpc>
        <a:spcBef>
          <a:spcPts val="0"/>
        </a:spcBef>
        <a:spcAft>
          <a:spcPts val="0"/>
        </a:spcAft>
        <a:buClrTx/>
        <a:buSzTx/>
        <a:buFontTx/>
        <a:buNone/>
        <a:defRPr sz="4400" b="0" i="0" u="none" cap="none" spc="0" baseline="0">
          <a:solidFill>
            <a:srgbClr val="000000"/>
          </a:solidFill>
          <a:latin typeface="+mn-lt"/>
          <a:ea typeface="+mn-lt"/>
          <a:cs typeface="+mn-lt"/>
        </a:defRPr>
      </a:lvl9pPr>
    </p:titleStyle>
    <p:bodyStyle>
      <a:lvl1pPr xmlns:a="http://schemas.openxmlformats.org/drawingml/2006/main" marL="342900" marR="0" indent="-342900" algn="l" defTabSz="457200">
        <a:lnSpc>
          <a:spcPct val="100000"/>
        </a:lnSpc>
        <a:spcBef>
          <a:spcPts val="700"/>
        </a:spcBef>
        <a:spcAft>
          <a:spcPts val="0"/>
        </a:spcAft>
        <a:buClrTx/>
        <a:buSzPct val="100000"/>
        <a:buFont typeface="Arial"/>
        <a:buChar char="•"/>
        <a:defRPr sz="3200" b="0" i="0" u="none" cap="none" spc="0" baseline="0">
          <a:solidFill>
            <a:srgbClr val="000000"/>
          </a:solidFill>
          <a:latin typeface="+mn-lt"/>
          <a:ea typeface="+mn-lt"/>
          <a:cs typeface="+mn-lt"/>
        </a:defRPr>
      </a:lvl1pPr>
      <a:lvl2pPr xmlns:a="http://schemas.openxmlformats.org/drawingml/2006/main" marL="783771" marR="0" indent="-326571" algn="l" defTabSz="457200">
        <a:lnSpc>
          <a:spcPct val="100000"/>
        </a:lnSpc>
        <a:spcBef>
          <a:spcPts val="700"/>
        </a:spcBef>
        <a:spcAft>
          <a:spcPts val="0"/>
        </a:spcAft>
        <a:buClrTx/>
        <a:buSzPct val="100000"/>
        <a:buFont typeface="Arial"/>
        <a:buChar char="–"/>
        <a:defRPr sz="3200" b="0" i="0" u="none" cap="none" spc="0" baseline="0">
          <a:solidFill>
            <a:srgbClr val="000000"/>
          </a:solidFill>
          <a:latin typeface="+mn-lt"/>
          <a:ea typeface="+mn-lt"/>
          <a:cs typeface="+mn-lt"/>
        </a:defRPr>
      </a:lvl2pPr>
      <a:lvl3pPr xmlns:a="http://schemas.openxmlformats.org/drawingml/2006/main" marL="1219200" marR="0" indent="-304800" algn="l" defTabSz="457200">
        <a:lnSpc>
          <a:spcPct val="100000"/>
        </a:lnSpc>
        <a:spcBef>
          <a:spcPts val="700"/>
        </a:spcBef>
        <a:spcAft>
          <a:spcPts val="0"/>
        </a:spcAft>
        <a:buClrTx/>
        <a:buSzPct val="100000"/>
        <a:buFont typeface="Arial"/>
        <a:buChar char="•"/>
        <a:defRPr sz="3200" b="0" i="0" u="none" cap="none" spc="0" baseline="0">
          <a:solidFill>
            <a:srgbClr val="000000"/>
          </a:solidFill>
          <a:latin typeface="+mn-lt"/>
          <a:ea typeface="+mn-lt"/>
          <a:cs typeface="+mn-lt"/>
        </a:defRPr>
      </a:lvl3pPr>
      <a:lvl4pPr xmlns:a="http://schemas.openxmlformats.org/drawingml/2006/main" marL="1737360" marR="0" indent="-365760" algn="l" defTabSz="457200">
        <a:lnSpc>
          <a:spcPct val="100000"/>
        </a:lnSpc>
        <a:spcBef>
          <a:spcPts val="700"/>
        </a:spcBef>
        <a:spcAft>
          <a:spcPts val="0"/>
        </a:spcAft>
        <a:buClrTx/>
        <a:buSzPct val="100000"/>
        <a:buFont typeface="Arial"/>
        <a:buChar char="–"/>
        <a:defRPr sz="3200" b="0" i="0" u="none" cap="none" spc="0" baseline="0">
          <a:solidFill>
            <a:srgbClr val="000000"/>
          </a:solidFill>
          <a:latin typeface="+mn-lt"/>
          <a:ea typeface="+mn-lt"/>
          <a:cs typeface="+mn-lt"/>
        </a:defRPr>
      </a:lvl4pPr>
      <a:lvl5pPr xmlns:a="http://schemas.openxmlformats.org/drawingml/2006/main" marL="2194560" marR="0" indent="-365760" algn="l" defTabSz="457200">
        <a:lnSpc>
          <a:spcPct val="100000"/>
        </a:lnSpc>
        <a:spcBef>
          <a:spcPts val="700"/>
        </a:spcBef>
        <a:spcAft>
          <a:spcPts val="0"/>
        </a:spcAft>
        <a:buClrTx/>
        <a:buSzPct val="100000"/>
        <a:buFont typeface="Arial"/>
        <a:buChar char="»"/>
        <a:defRPr sz="3200" b="0" i="0" u="none" cap="none" spc="0" baseline="0">
          <a:solidFill>
            <a:srgbClr val="000000"/>
          </a:solidFill>
          <a:latin typeface="+mn-lt"/>
          <a:ea typeface="+mn-lt"/>
          <a:cs typeface="+mn-lt"/>
        </a:defRPr>
      </a:lvl5pPr>
      <a:lvl6pPr xmlns:a="http://schemas.openxmlformats.org/drawingml/2006/main" marL="2651760" marR="0" indent="-365760" algn="l" defTabSz="457200">
        <a:lnSpc>
          <a:spcPct val="100000"/>
        </a:lnSpc>
        <a:spcBef>
          <a:spcPts val="700"/>
        </a:spcBef>
        <a:spcAft>
          <a:spcPts val="0"/>
        </a:spcAft>
        <a:buClrTx/>
        <a:buSzPct val="100000"/>
        <a:buFont typeface="Arial"/>
        <a:buChar char="•"/>
        <a:defRPr sz="3200" b="0" i="0" u="none" cap="none" spc="0" baseline="0">
          <a:solidFill>
            <a:srgbClr val="000000"/>
          </a:solidFill>
          <a:latin typeface="+mn-lt"/>
          <a:ea typeface="+mn-lt"/>
          <a:cs typeface="+mn-lt"/>
        </a:defRPr>
      </a:lvl6pPr>
      <a:lvl7pPr xmlns:a="http://schemas.openxmlformats.org/drawingml/2006/main" marL="3108960" marR="0" indent="-365760" algn="l" defTabSz="457200">
        <a:lnSpc>
          <a:spcPct val="100000"/>
        </a:lnSpc>
        <a:spcBef>
          <a:spcPts val="700"/>
        </a:spcBef>
        <a:spcAft>
          <a:spcPts val="0"/>
        </a:spcAft>
        <a:buClrTx/>
        <a:buSzPct val="100000"/>
        <a:buFont typeface="Arial"/>
        <a:buChar char="•"/>
        <a:defRPr sz="3200" b="0" i="0" u="none" cap="none" spc="0" baseline="0">
          <a:solidFill>
            <a:srgbClr val="000000"/>
          </a:solidFill>
          <a:latin typeface="+mn-lt"/>
          <a:ea typeface="+mn-lt"/>
          <a:cs typeface="+mn-lt"/>
        </a:defRPr>
      </a:lvl7pPr>
      <a:lvl8pPr xmlns:a="http://schemas.openxmlformats.org/drawingml/2006/main" marL="3566159" marR="0" indent="-365759" algn="l" defTabSz="457200">
        <a:lnSpc>
          <a:spcPct val="100000"/>
        </a:lnSpc>
        <a:spcBef>
          <a:spcPts val="700"/>
        </a:spcBef>
        <a:spcAft>
          <a:spcPts val="0"/>
        </a:spcAft>
        <a:buClrTx/>
        <a:buSzPct val="100000"/>
        <a:buFont typeface="Arial"/>
        <a:buChar char="•"/>
        <a:defRPr sz="3200" b="0" i="0" u="none" cap="none" spc="0" baseline="0">
          <a:solidFill>
            <a:srgbClr val="000000"/>
          </a:solidFill>
          <a:latin typeface="+mn-lt"/>
          <a:ea typeface="+mn-lt"/>
          <a:cs typeface="+mn-lt"/>
        </a:defRPr>
      </a:lvl8pPr>
      <a:lvl9pPr xmlns:a="http://schemas.openxmlformats.org/drawingml/2006/main" marL="4023359" marR="0" indent="-365759" algn="l" defTabSz="457200">
        <a:lnSpc>
          <a:spcPct val="100000"/>
        </a:lnSpc>
        <a:spcBef>
          <a:spcPts val="700"/>
        </a:spcBef>
        <a:spcAft>
          <a:spcPts val="0"/>
        </a:spcAft>
        <a:buClrTx/>
        <a:buSzPct val="100000"/>
        <a:buFont typeface="Arial"/>
        <a:buChar char="•"/>
        <a:defRPr sz="3200" b="0" i="0" u="none" cap="none" spc="0" baseline="0">
          <a:solidFill>
            <a:srgbClr val="000000"/>
          </a:solidFill>
          <a:latin typeface="+mn-lt"/>
          <a:ea typeface="+mn-lt"/>
          <a:cs typeface="+mn-lt"/>
        </a:defRPr>
      </a:lvl9pPr>
    </p:bodyStyle>
    <p:otherStyle>
      <a:lvl1pPr xmlns:a="http://schemas.openxmlformats.org/drawingml/2006/main" marL="0" marR="0" indent="0" algn="r" defTabSz="457200">
        <a:lnSpc>
          <a:spcPct val="100000"/>
        </a:lnSpc>
        <a:spcBef>
          <a:spcPts val="0"/>
        </a:spcBef>
        <a:spcAft>
          <a:spcPts val="0"/>
        </a:spcAft>
        <a:buClrTx/>
        <a:buSzTx/>
        <a:buFontTx/>
        <a:buNone/>
        <a:defRPr sz="1200" b="0" i="0" u="none" cap="none" spc="0" baseline="0">
          <a:solidFill>
            <a:schemeClr val="tx1"/>
          </a:solidFill>
          <a:latin typeface="+mn-lt"/>
          <a:ea typeface="+mn-lt"/>
          <a:cs typeface="+mn-lt"/>
        </a:defRPr>
      </a:lvl1pPr>
      <a:lvl2pPr xmlns:a="http://schemas.openxmlformats.org/drawingml/2006/main" marL="0" marR="0" indent="0" algn="r" defTabSz="457200">
        <a:lnSpc>
          <a:spcPct val="100000"/>
        </a:lnSpc>
        <a:spcBef>
          <a:spcPts val="0"/>
        </a:spcBef>
        <a:spcAft>
          <a:spcPts val="0"/>
        </a:spcAft>
        <a:buClrTx/>
        <a:buSzTx/>
        <a:buFontTx/>
        <a:buNone/>
        <a:defRPr sz="1200" b="0" i="0" u="none" cap="none" spc="0" baseline="0">
          <a:solidFill>
            <a:schemeClr val="tx1"/>
          </a:solidFill>
          <a:latin typeface="+mn-lt"/>
          <a:ea typeface="+mn-lt"/>
          <a:cs typeface="+mn-lt"/>
        </a:defRPr>
      </a:lvl2pPr>
      <a:lvl3pPr xmlns:a="http://schemas.openxmlformats.org/drawingml/2006/main" marL="0" marR="0" indent="0" algn="r" defTabSz="457200">
        <a:lnSpc>
          <a:spcPct val="100000"/>
        </a:lnSpc>
        <a:spcBef>
          <a:spcPts val="0"/>
        </a:spcBef>
        <a:spcAft>
          <a:spcPts val="0"/>
        </a:spcAft>
        <a:buClrTx/>
        <a:buSzTx/>
        <a:buFontTx/>
        <a:buNone/>
        <a:defRPr sz="1200" b="0" i="0" u="none" cap="none" spc="0" baseline="0">
          <a:solidFill>
            <a:schemeClr val="tx1"/>
          </a:solidFill>
          <a:latin typeface="+mn-lt"/>
          <a:ea typeface="+mn-lt"/>
          <a:cs typeface="+mn-lt"/>
        </a:defRPr>
      </a:lvl3pPr>
      <a:lvl4pPr xmlns:a="http://schemas.openxmlformats.org/drawingml/2006/main" marL="0" marR="0" indent="0" algn="r" defTabSz="457200">
        <a:lnSpc>
          <a:spcPct val="100000"/>
        </a:lnSpc>
        <a:spcBef>
          <a:spcPts val="0"/>
        </a:spcBef>
        <a:spcAft>
          <a:spcPts val="0"/>
        </a:spcAft>
        <a:buClrTx/>
        <a:buSzTx/>
        <a:buFontTx/>
        <a:buNone/>
        <a:defRPr sz="1200" b="0" i="0" u="none" cap="none" spc="0" baseline="0">
          <a:solidFill>
            <a:schemeClr val="tx1"/>
          </a:solidFill>
          <a:latin typeface="+mn-lt"/>
          <a:ea typeface="+mn-lt"/>
          <a:cs typeface="+mn-lt"/>
        </a:defRPr>
      </a:lvl4pPr>
      <a:lvl5pPr xmlns:a="http://schemas.openxmlformats.org/drawingml/2006/main" marL="0" marR="0" indent="0" algn="r" defTabSz="457200">
        <a:lnSpc>
          <a:spcPct val="100000"/>
        </a:lnSpc>
        <a:spcBef>
          <a:spcPts val="0"/>
        </a:spcBef>
        <a:spcAft>
          <a:spcPts val="0"/>
        </a:spcAft>
        <a:buClrTx/>
        <a:buSzTx/>
        <a:buFontTx/>
        <a:buNone/>
        <a:defRPr sz="1200" b="0" i="0" u="none" cap="none" spc="0" baseline="0">
          <a:solidFill>
            <a:schemeClr val="tx1"/>
          </a:solidFill>
          <a:latin typeface="+mn-lt"/>
          <a:ea typeface="+mn-lt"/>
          <a:cs typeface="+mn-lt"/>
        </a:defRPr>
      </a:lvl5pPr>
      <a:lvl6pPr xmlns:a="http://schemas.openxmlformats.org/drawingml/2006/main" marL="0" marR="0" indent="0" algn="r" defTabSz="457200">
        <a:lnSpc>
          <a:spcPct val="100000"/>
        </a:lnSpc>
        <a:spcBef>
          <a:spcPts val="0"/>
        </a:spcBef>
        <a:spcAft>
          <a:spcPts val="0"/>
        </a:spcAft>
        <a:buClrTx/>
        <a:buSzTx/>
        <a:buFontTx/>
        <a:buNone/>
        <a:defRPr sz="1200" b="0" i="0" u="none" cap="none" spc="0" baseline="0">
          <a:solidFill>
            <a:schemeClr val="tx1"/>
          </a:solidFill>
          <a:latin typeface="+mn-lt"/>
          <a:ea typeface="+mn-lt"/>
          <a:cs typeface="+mn-lt"/>
        </a:defRPr>
      </a:lvl6pPr>
      <a:lvl7pPr xmlns:a="http://schemas.openxmlformats.org/drawingml/2006/main" marL="0" marR="0" indent="0" algn="r" defTabSz="457200">
        <a:lnSpc>
          <a:spcPct val="100000"/>
        </a:lnSpc>
        <a:spcBef>
          <a:spcPts val="0"/>
        </a:spcBef>
        <a:spcAft>
          <a:spcPts val="0"/>
        </a:spcAft>
        <a:buClrTx/>
        <a:buSzTx/>
        <a:buFontTx/>
        <a:buNone/>
        <a:defRPr sz="1200" b="0" i="0" u="none" cap="none" spc="0" baseline="0">
          <a:solidFill>
            <a:schemeClr val="tx1"/>
          </a:solidFill>
          <a:latin typeface="+mn-lt"/>
          <a:ea typeface="+mn-lt"/>
          <a:cs typeface="+mn-lt"/>
        </a:defRPr>
      </a:lvl7pPr>
      <a:lvl8pPr xmlns:a="http://schemas.openxmlformats.org/drawingml/2006/main" marL="0" marR="0" indent="0" algn="r" defTabSz="457200">
        <a:lnSpc>
          <a:spcPct val="100000"/>
        </a:lnSpc>
        <a:spcBef>
          <a:spcPts val="0"/>
        </a:spcBef>
        <a:spcAft>
          <a:spcPts val="0"/>
        </a:spcAft>
        <a:buClrTx/>
        <a:buSzTx/>
        <a:buFontTx/>
        <a:buNone/>
        <a:defRPr sz="1200" b="0" i="0" u="none" cap="none" spc="0" baseline="0">
          <a:solidFill>
            <a:schemeClr val="tx1"/>
          </a:solidFill>
          <a:latin typeface="+mn-lt"/>
          <a:ea typeface="+mn-lt"/>
          <a:cs typeface="+mn-lt"/>
        </a:defRPr>
      </a:lvl8pPr>
      <a:lvl9pPr xmlns:a="http://schemas.openxmlformats.org/drawingml/2006/main" marL="0" marR="0" indent="0" algn="r" defTabSz="457200">
        <a:lnSpc>
          <a:spcPct val="100000"/>
        </a:lnSpc>
        <a:spcBef>
          <a:spcPts val="0"/>
        </a:spcBef>
        <a:spcAft>
          <a:spcPts val="0"/>
        </a:spcAft>
        <a:buClrTx/>
        <a:buSzTx/>
        <a:buFontTx/>
        <a:buNone/>
        <a:defRPr sz="1200" b="0" i="0" u="none" cap="none" spc="0" baseline="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a:solidFill>
            <a:schemeClr val="phClr">
              <a:shade val="95000"/>
              <a:satMod val="104999"/>
            </a:schemeClr>
          </a:solidFill>
          <a:prstDash val="solid"/>
        </a:ln>
        <a:ln w="25400">
          <a:solidFill>
            <a:schemeClr val="phClr"/>
          </a:solidFill>
          <a:prstDash val="solid"/>
        </a:ln>
        <a:ln w="38100">
          <a:solidFill>
            <a:schemeClr val="phClr"/>
          </a:solidFill>
          <a:prstDash val="solid"/>
        </a:ln>
      </a:lnStyleLst>
      <a:effectStyleLst>
        <a:effectStyle>
          <a:effectLst>
            <a:outerShdw blurRad="38100" dist="23000" dir="5400000" sx="100000" sy="100000" kx="0" ky="0" algn="b" rotWithShape="0">
              <a:srgbClr val="000000">
                <a:alpha val="35000"/>
              </a:srgbClr>
            </a:outerShdw>
          </a:effectLst>
        </a:effectStyle>
        <a:effectStyle>
          <a:effectLst>
            <a:outerShdw blurRad="38100" dist="23000" dir="5400000" sx="100000" sy="100000" kx="0" ky="0" algn="b" rotWithShape="0">
              <a:srgbClr val="000000">
                <a:alpha val="35000"/>
              </a:srgbClr>
            </a:outerShdw>
          </a:effectLst>
        </a:effectStyle>
        <a:effectStyle>
          <a:effectLst>
            <a:outerShdw blurRad="38100" dist="23000" dir="5400000" sx="100000" sy="100000" kx="0" ky="0" algn="b"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9ec49b78f3f74d1f" /><Relationship Type="http://schemas.openxmlformats.org/officeDocument/2006/relationships/notesSlide" Target="/ppt/notesSlides/notesSlide1.xml" Id="R99c13ce63dc2432b"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4ea598d829f24357" /><Relationship Type="http://schemas.openxmlformats.org/officeDocument/2006/relationships/image" Target="/ppt/media/image.png" Id="R0a3cd3d48b7c4910" /><Relationship Type="http://schemas.openxmlformats.org/officeDocument/2006/relationships/notesSlide" Target="/ppt/notesSlides/notesSlide2.xml" Id="Rbcecef8fdba34d9f"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5c6aa2285fa4470a" /><Relationship Type="http://schemas.openxmlformats.org/officeDocument/2006/relationships/image" Target="/ppt/media/image.png" Id="Ra83024504cee42e6" /><Relationship Type="http://schemas.openxmlformats.org/officeDocument/2006/relationships/notesSlide" Target="/ppt/notesSlides/notesSlide3.xml" Id="R4d6b7ffe42ee49a7"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e799bbd3271a4496" /><Relationship Type="http://schemas.openxmlformats.org/officeDocument/2006/relationships/image" Target="/ppt/media/image.png" Id="Rb906cd373046469d" /><Relationship Type="http://schemas.openxmlformats.org/officeDocument/2006/relationships/notesSlide" Target="/ppt/notesSlides/notesSlide4.xml" Id="R51d1b8d79a5847e6"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516b2a61a92b4a04" /><Relationship Type="http://schemas.openxmlformats.org/officeDocument/2006/relationships/image" Target="/ppt/media/image2.png" Id="Re41fd03148984b51" /><Relationship Type="http://schemas.openxmlformats.org/officeDocument/2006/relationships/image" Target="/ppt/media/image.png" Id="Rcb50294348d7485a" /><Relationship Type="http://schemas.openxmlformats.org/officeDocument/2006/relationships/notesSlide" Target="/ppt/notesSlides/notesSlide5.xml" Id="R075773a18b014be8"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879bd49be34c4a9c" /><Relationship Type="http://schemas.openxmlformats.org/officeDocument/2006/relationships/notesSlide" Target="/ppt/notesSlides/notesSlide6.xml" Id="R9db67fd3b80145ac"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e069be996b9d4aa0" /><Relationship Type="http://schemas.openxmlformats.org/officeDocument/2006/relationships/notesSlide" Target="/ppt/notesSlides/notesSlide7.xml" Id="Rf4cceb8917274354"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71ae97313f3f4c3b" /><Relationship Type="http://schemas.openxmlformats.org/officeDocument/2006/relationships/notesSlide" Target="/ppt/notesSlides/notesSlide8.xml" Id="R4b710a2f6c7946a5"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ec96d46e417941c0" /><Relationship Type="http://schemas.openxmlformats.org/officeDocument/2006/relationships/notesSlide" Target="/ppt/notesSlides/notesSlide9.xml" Id="R133594855800412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57a5e2526f2f404b" /><Relationship Type="http://schemas.openxmlformats.org/officeDocument/2006/relationships/notesSlide" Target="/ppt/notesSlides/notesSlide10.xml" Id="Rafaabd942bc8408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a7df74a6c7db4df7" /><Relationship Type="http://schemas.openxmlformats.org/officeDocument/2006/relationships/notesSlide" Target="/ppt/notesSlides/notesSlide11.xml" Id="R20bce92bd86d4b9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3b969ca722a84c19" /><Relationship Type="http://schemas.openxmlformats.org/officeDocument/2006/relationships/notesSlide" Target="/ppt/notesSlides/notesSlide12.xml" Id="R747fc9276c744fe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7.xml" Id="R054ac312d1404208" /><Relationship Type="http://schemas.openxmlformats.org/officeDocument/2006/relationships/notesSlide" Target="/ppt/notesSlides/notesSlide13.xml" Id="Rfc43b0dba12643c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7.xml" Id="R33d72533f48d4d89" /><Relationship Type="http://schemas.openxmlformats.org/officeDocument/2006/relationships/notesSlide" Target="/ppt/notesSlides/notesSlide14.xml" Id="R8a0f92f7e8834ce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7.xml" Id="Rbbaf3921ad9d4012" /><Relationship Type="http://schemas.openxmlformats.org/officeDocument/2006/relationships/notesSlide" Target="/ppt/notesSlides/notesSlide15.xml" Id="R879f8e751b474a1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7.xml" Id="R965e1c0598f2496c" /><Relationship Type="http://schemas.openxmlformats.org/officeDocument/2006/relationships/notesSlide" Target="/ppt/notesSlides/notesSlide16.xml" Id="R3724d5188979442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7.xml" Id="R7e898c6c6c1e4500" /><Relationship Type="http://schemas.openxmlformats.org/officeDocument/2006/relationships/notesSlide" Target="/ppt/notesSlides/notesSlide17.xml" Id="R3ded8e72bf0e4cc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7.xml" Id="R7173664712e94ff4" /><Relationship Type="http://schemas.openxmlformats.org/officeDocument/2006/relationships/notesSlide" Target="/ppt/notesSlides/notesSlide18.xml" Id="Rd54bcf7c3b97481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7.xml" Id="R89e07493e8054e0b" /><Relationship Type="http://schemas.openxmlformats.org/officeDocument/2006/relationships/notesSlide" Target="/ppt/notesSlides/notesSlide19.xml" Id="Raaa5f5f4bc704d8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7.xml" Id="R4feb48f9f49a4f6e" /><Relationship Type="http://schemas.openxmlformats.org/officeDocument/2006/relationships/notesSlide" Target="/ppt/notesSlides/notesSlide20.xml" Id="Rbcfbbcc617e34a4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7.xml" Id="Rf5cec3ec786e47d0" /><Relationship Type="http://schemas.openxmlformats.org/officeDocument/2006/relationships/notesSlide" Target="/ppt/notesSlides/notesSlide21.xml" Id="Rde3653f1f758404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7.xml" Id="Rf8ef5df6b4e1438f" /><Relationship Type="http://schemas.openxmlformats.org/officeDocument/2006/relationships/notesSlide" Target="/ppt/notesSlides/notesSlide22.xml" Id="R2c36d8e393bc4eb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7.xml" Id="R2c9e5a0450444fa7" /><Relationship Type="http://schemas.openxmlformats.org/officeDocument/2006/relationships/notesSlide" Target="/ppt/notesSlides/notesSlide23.xml" Id="R144b1966abd1490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7.xml" Id="Rc4e5d93c15d04e88" /><Relationship Type="http://schemas.openxmlformats.org/officeDocument/2006/relationships/notesSlide" Target="/ppt/notesSlides/notesSlide24.xml" Id="R64abcdda969d4e6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7.xml" Id="R054f606ab2b04389" /><Relationship Type="http://schemas.openxmlformats.org/officeDocument/2006/relationships/image" Target="/ppt/media/image3.png" Id="Ra848b5d02f2f4178" /><Relationship Type="http://schemas.openxmlformats.org/officeDocument/2006/relationships/notesSlide" Target="/ppt/notesSlides/notesSlide25.xml" Id="Rea65cbca05d2488d" /></Relationships>
</file>

<file path=ppt/slides/_rels/slide26.xml.rels>&#65279;<?xml version="1.0" encoding="utf-8"?><Relationships xmlns="http://schemas.openxmlformats.org/package/2006/relationships"><Relationship Type="http://schemas.openxmlformats.org/officeDocument/2006/relationships/slideLayout" Target="/ppt/slideLayouts/slideLayout7.xml" Id="R4c3613bb4a1e4dc3" /><Relationship Type="http://schemas.openxmlformats.org/officeDocument/2006/relationships/notesSlide" Target="/ppt/notesSlides/notesSlide26.xml" Id="R87156fe1cd17441f" /></Relationships>
</file>

<file path=ppt/slides/_rels/slide27.xml.rels>&#65279;<?xml version="1.0" encoding="utf-8"?><Relationships xmlns="http://schemas.openxmlformats.org/package/2006/relationships"><Relationship Type="http://schemas.openxmlformats.org/officeDocument/2006/relationships/slideLayout" Target="/ppt/slideLayouts/slideLayout7.xml" Id="Rd27deed67c554895" /><Relationship Type="http://schemas.openxmlformats.org/officeDocument/2006/relationships/notesSlide" Target="/ppt/notesSlides/notesSlide27.xml" Id="R9ee653bab7564681" /></Relationships>
</file>

<file path=ppt/slides/_rels/slide28.xml.rels>&#65279;<?xml version="1.0" encoding="utf-8"?><Relationships xmlns="http://schemas.openxmlformats.org/package/2006/relationships"><Relationship Type="http://schemas.openxmlformats.org/officeDocument/2006/relationships/slideLayout" Target="/ppt/slideLayouts/slideLayout7.xml" Id="R2a3c95ca7222473c" /><Relationship Type="http://schemas.openxmlformats.org/officeDocument/2006/relationships/notesSlide" Target="/ppt/notesSlides/notesSlide28.xml" Id="Rffda4ae5a0314a78" /></Relationships>
</file>

<file path=ppt/slides/_rels/slide29.xml.rels>&#65279;<?xml version="1.0" encoding="utf-8"?><Relationships xmlns="http://schemas.openxmlformats.org/package/2006/relationships"><Relationship Type="http://schemas.openxmlformats.org/officeDocument/2006/relationships/slideLayout" Target="/ppt/slideLayouts/slideLayout7.xml" Id="R74e7a7ee4dd64e14" /><Relationship Type="http://schemas.openxmlformats.org/officeDocument/2006/relationships/notesSlide" Target="/ppt/notesSlides/notesSlide29.xml" Id="Rb03206801324475c" /></Relationships>
</file>

<file path=ppt/slides/_rels/slide30.xml.rels>&#65279;<?xml version="1.0" encoding="utf-8"?><Relationships xmlns="http://schemas.openxmlformats.org/package/2006/relationships"><Relationship Type="http://schemas.openxmlformats.org/officeDocument/2006/relationships/slideLayout" Target="/ppt/slideLayouts/slideLayout7.xml" Id="R07899925d3f44b3b" /><Relationship Type="http://schemas.openxmlformats.org/officeDocument/2006/relationships/notesSlide" Target="/ppt/notesSlides/notesSlide30.xml" Id="R2b9dcf8fac1a43ae" /></Relationships>
</file>

<file path=ppt/slides/_rels/slide31.xml.rels>&#65279;<?xml version="1.0" encoding="utf-8"?><Relationships xmlns="http://schemas.openxmlformats.org/package/2006/relationships"><Relationship Type="http://schemas.openxmlformats.org/officeDocument/2006/relationships/slideLayout" Target="/ppt/slideLayouts/slideLayout7.xml" Id="Rcc71bf69be32423e" /><Relationship Type="http://schemas.openxmlformats.org/officeDocument/2006/relationships/notesSlide" Target="/ppt/notesSlides/notesSlide31.xml" Id="R443dbfecf758490d" /></Relationships>
</file>

<file path=ppt/slides/_rels/slide32.xml.rels>&#65279;<?xml version="1.0" encoding="utf-8"?><Relationships xmlns="http://schemas.openxmlformats.org/package/2006/relationships"><Relationship Type="http://schemas.openxmlformats.org/officeDocument/2006/relationships/slideLayout" Target="/ppt/slideLayouts/slideLayout7.xml" Id="Rb5762d5283e04b1c" /><Relationship Type="http://schemas.openxmlformats.org/officeDocument/2006/relationships/notesSlide" Target="/ppt/notesSlides/notesSlide32.xml" Id="R4c21194b93d9414a" /></Relationships>
</file>

<file path=ppt/slides/_rels/slide33.xml.rels>&#65279;<?xml version="1.0" encoding="utf-8"?><Relationships xmlns="http://schemas.openxmlformats.org/package/2006/relationships"><Relationship Type="http://schemas.openxmlformats.org/officeDocument/2006/relationships/slideLayout" Target="/ppt/slideLayouts/slideLayout7.xml" Id="Re2585223fd204ac4" /><Relationship Type="http://schemas.openxmlformats.org/officeDocument/2006/relationships/notesSlide" Target="/ppt/notesSlides/notesSlide33.xml" Id="R40d4be5c1033447f" /></Relationships>
</file>

<file path=ppt/slides/_rels/slide34.xml.rels>&#65279;<?xml version="1.0" encoding="utf-8"?><Relationships xmlns="http://schemas.openxmlformats.org/package/2006/relationships"><Relationship Type="http://schemas.openxmlformats.org/officeDocument/2006/relationships/slideLayout" Target="/ppt/slideLayouts/slideLayout7.xml" Id="Rbd4337c4f9ce4600" /><Relationship Type="http://schemas.openxmlformats.org/officeDocument/2006/relationships/notesSlide" Target="/ppt/notesSlides/notesSlide34.xml" Id="Rcecff1cd3aba4b97" /></Relationships>
</file>

<file path=ppt/slides/_rels/slide35.xml.rels>&#65279;<?xml version="1.0" encoding="utf-8"?><Relationships xmlns="http://schemas.openxmlformats.org/package/2006/relationships"><Relationship Type="http://schemas.openxmlformats.org/officeDocument/2006/relationships/slideLayout" Target="/ppt/slideLayouts/slideLayout7.xml" Id="R607c3a15950d4f38" /><Relationship Type="http://schemas.openxmlformats.org/officeDocument/2006/relationships/notesSlide" Target="/ppt/notesSlides/notesSlide35.xml" Id="R7e1089ad51514bb8" /></Relationships>
</file>

<file path=ppt/slides/_rels/slide36.xml.rels>&#65279;<?xml version="1.0" encoding="utf-8"?><Relationships xmlns="http://schemas.openxmlformats.org/package/2006/relationships"><Relationship Type="http://schemas.openxmlformats.org/officeDocument/2006/relationships/slideLayout" Target="/ppt/slideLayouts/slideLayout7.xml" Id="Re02f191c87b24518" /><Relationship Type="http://schemas.openxmlformats.org/officeDocument/2006/relationships/notesSlide" Target="/ppt/notesSlides/notesSlide36.xml" Id="Rdb5b9251509d428b" /></Relationships>
</file>

<file path=ppt/slides/_rels/slide37.xml.rels>&#65279;<?xml version="1.0" encoding="utf-8"?><Relationships xmlns="http://schemas.openxmlformats.org/package/2006/relationships"><Relationship Type="http://schemas.openxmlformats.org/officeDocument/2006/relationships/slideLayout" Target="/ppt/slideLayouts/slideLayout7.xml" Id="R194a424073874b53" /><Relationship Type="http://schemas.openxmlformats.org/officeDocument/2006/relationships/notesSlide" Target="/ppt/notesSlides/notesSlide37.xml" Id="R9db781e98d7e4649" /></Relationships>
</file>

<file path=ppt/slides/_rels/slide38.xml.rels>&#65279;<?xml version="1.0" encoding="utf-8"?><Relationships xmlns="http://schemas.openxmlformats.org/package/2006/relationships"><Relationship Type="http://schemas.openxmlformats.org/officeDocument/2006/relationships/slideLayout" Target="/ppt/slideLayouts/slideLayout7.xml" Id="R32e87ab483864133" /><Relationship Type="http://schemas.openxmlformats.org/officeDocument/2006/relationships/notesSlide" Target="/ppt/notesSlides/notesSlide38.xml" Id="R8e875f04a4f34420" /></Relationships>
</file>

<file path=ppt/slides/_rels/slide39.xml.rels>&#65279;<?xml version="1.0" encoding="utf-8"?><Relationships xmlns="http://schemas.openxmlformats.org/package/2006/relationships"><Relationship Type="http://schemas.openxmlformats.org/officeDocument/2006/relationships/slideLayout" Target="/ppt/slideLayouts/slideLayout7.xml" Id="Rdaec126ab5424d60" /><Relationship Type="http://schemas.openxmlformats.org/officeDocument/2006/relationships/notesSlide" Target="/ppt/notesSlides/notesSlide39.xml" Id="R67b479c955e4488b" /></Relationships>
</file>

<file path=ppt/slides/_rels/slide40.xml.rels>&#65279;<?xml version="1.0" encoding="utf-8"?><Relationships xmlns="http://schemas.openxmlformats.org/package/2006/relationships"><Relationship Type="http://schemas.openxmlformats.org/officeDocument/2006/relationships/slideLayout" Target="/ppt/slideLayouts/slideLayout7.xml" Id="R06de94c5df8d4c1d" /><Relationship Type="http://schemas.openxmlformats.org/officeDocument/2006/relationships/notesSlide" Target="/ppt/notesSlides/notesSlide40.xml" Id="Red3c6c3ffc3c466a" /></Relationships>
</file>

<file path=ppt/slides/_rels/slide41.xml.rels>&#65279;<?xml version="1.0" encoding="utf-8"?><Relationships xmlns="http://schemas.openxmlformats.org/package/2006/relationships"><Relationship Type="http://schemas.openxmlformats.org/officeDocument/2006/relationships/slideLayout" Target="/ppt/slideLayouts/slideLayout7.xml" Id="Ra05c0865b1dd4fec" /><Relationship Type="http://schemas.openxmlformats.org/officeDocument/2006/relationships/notesSlide" Target="/ppt/notesSlides/notesSlide41.xml" Id="R154cca9d190942f7" /></Relationships>
</file>

<file path=ppt/slides/_rels/slide42.xml.rels>&#65279;<?xml version="1.0" encoding="utf-8"?><Relationships xmlns="http://schemas.openxmlformats.org/package/2006/relationships"><Relationship Type="http://schemas.openxmlformats.org/officeDocument/2006/relationships/slideLayout" Target="/ppt/slideLayouts/slideLayout7.xml" Id="Re33bffec3964443a" /><Relationship Type="http://schemas.openxmlformats.org/officeDocument/2006/relationships/notesSlide" Target="/ppt/notesSlides/notesSlide42.xml" Id="Rcf22aed574284034" /></Relationships>
</file>

<file path=ppt/slides/slide1.xml><?xml version="1.0" encoding="utf-8"?>
<p:sld xmlns:p="http://schemas.openxmlformats.org/presentationml/2006/main" showMasterSp="1">
  <p:cSld>
    <p:spTree>
      <p:nvGrpSpPr>
        <p:cNvPr id="1" name=""/>
        <p:cNvGrpSpPr/>
        <p:nvPr/>
      </p:nvGrpSpPr>
      <p:grpSpPr>
        <a:xfrm xmlns:a="http://schemas.openxmlformats.org/drawingml/2006/main"/>
      </p:grpSpPr>
      <p:sp>
        <p:nvSpPr>
          <p:cNvPr id="94" name="TextBox 1">
            <a:extLst xmlns:a="http://schemas.openxmlformats.org/drawingml/2006/main">
              <a:ext uri="{FF2B5EF4-FFF2-40B4-BE49-F238E27FC236}">
                <a16:creationId xmlns:a16="http://schemas.microsoft.com/office/drawing/2014/main" id="{AC67CC5B-066A-4E10-8082-22CC548F4DC8}"/>
              </a:ext>
            </a:extLst>
          </p:cNvPr>
          <p:cNvSpPr>
            <a:spLocks xmlns:a="http://schemas.openxmlformats.org/drawingml/2006/main" noGrp="1"/>
          </p:cNvSpPr>
          <p:nvPr/>
        </p:nvSpPr>
        <p:spPr>
          <a:xfrm xmlns:a="http://schemas.openxmlformats.org/drawingml/2006/main">
            <a:off x="658368" y="749808"/>
            <a:ext cx="5669280" cy="1154402"/>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3800" b="1">
                <a:solidFill>
                  <a:srgbClr val="111318"/>
                </a:solidFill>
                <a:latin typeface="Helvetica Neue"/>
                <a:ea typeface="Helvetica Neue"/>
                <a:cs typeface="Helvetica Neue"/>
              </a:defRPr>
            </a:pPr>
            <a:r>
              <a:t>WHO SPEAKS</a:t>
            </a:r>
          </a:p>
          <a:p xmlns:a="http://schemas.openxmlformats.org/drawingml/2006/main">
            <a:pPr>
              <a:buNone/>
              <a:defRPr sz="3800" b="1">
                <a:solidFill>
                  <a:srgbClr val="111318"/>
                </a:solidFill>
                <a:latin typeface="Helvetica Neue"/>
                <a:ea typeface="Helvetica Neue"/>
                <a:cs typeface="Helvetica Neue"/>
              </a:defRPr>
            </a:pPr>
            <a:r>
              <a:t>FOR THE CROWD?</a:t>
            </a:r>
          </a:p>
        </p:txBody>
      </p:sp>
      <p:sp>
        <p:nvSpPr>
          <p:cNvPr id="95" name="TextBox 2">
            <a:extLst xmlns:a="http://schemas.openxmlformats.org/drawingml/2006/main">
              <a:ext uri="{FF2B5EF4-FFF2-40B4-BE49-F238E27FC236}">
                <a16:creationId xmlns:a16="http://schemas.microsoft.com/office/drawing/2014/main" id="{6FEFC36A-FAB1-4A5F-9FDC-77B79F50F886}"/>
              </a:ext>
            </a:extLst>
          </p:cNvPr>
          <p:cNvSpPr>
            <a:spLocks xmlns:a="http://schemas.openxmlformats.org/drawingml/2006/main" noGrp="1"/>
          </p:cNvSpPr>
          <p:nvPr/>
        </p:nvSpPr>
        <p:spPr>
          <a:xfrm xmlns:a="http://schemas.openxmlformats.org/drawingml/2006/main">
            <a:off x="704081" y="2926077"/>
            <a:ext cx="5120654" cy="28547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b="1">
                <a:solidFill>
                  <a:srgbClr val="3977F6"/>
                </a:solidFill>
                <a:latin typeface="Helvetica Neue"/>
                <a:ea typeface="Helvetica Neue"/>
                <a:cs typeface="Helvetica Neue"/>
              </a:defRPr>
            </a:lvl1pPr>
          </a:lstStyle>
          <a:p xmlns:a="http://schemas.openxmlformats.org/drawingml/2006/main">
            <a:pPr>
              <a:buNone/>
            </a:pPr>
            <a:r>
              <a:t>Emrecan Ulu / Shi Jingyao</a:t>
            </a:r>
          </a:p>
        </p:txBody>
      </p:sp>
      <p:sp>
        <p:nvSpPr>
          <p:cNvPr id="96" name="Oval 4">
            <a:extLst xmlns:a="http://schemas.openxmlformats.org/drawingml/2006/main">
              <a:ext uri="{FF2B5EF4-FFF2-40B4-BE49-F238E27FC236}">
                <a16:creationId xmlns:a16="http://schemas.microsoft.com/office/drawing/2014/main" id="{640E7B16-6994-4B1A-B67F-04573ED190F4}"/>
              </a:ext>
            </a:extLst>
          </p:cNvPr>
          <p:cNvSpPr>
            <a:spLocks xmlns:a="http://schemas.openxmlformats.org/drawingml/2006/main" noGrp="1"/>
          </p:cNvSpPr>
          <p:nvPr/>
        </p:nvSpPr>
        <p:spPr>
          <a:xfrm xmlns:a="http://schemas.openxmlformats.org/drawingml/2006/main">
            <a:off x="7543799" y="1005838"/>
            <a:ext cx="91455" cy="91455"/>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97" name="Oval 5">
            <a:extLst xmlns:a="http://schemas.openxmlformats.org/drawingml/2006/main">
              <a:ext uri="{FF2B5EF4-FFF2-40B4-BE49-F238E27FC236}">
                <a16:creationId xmlns:a16="http://schemas.microsoft.com/office/drawing/2014/main" id="{CFB770FB-4509-42DD-9492-1E114D6A7CD2}"/>
              </a:ext>
            </a:extLst>
          </p:cNvPr>
          <p:cNvSpPr>
            <a:spLocks xmlns:a="http://schemas.openxmlformats.org/drawingml/2006/main" noGrp="1"/>
          </p:cNvSpPr>
          <p:nvPr/>
        </p:nvSpPr>
        <p:spPr>
          <a:xfrm xmlns:a="http://schemas.openxmlformats.org/drawingml/2006/main">
            <a:off x="7891271" y="1005838"/>
            <a:ext cx="91455" cy="91455"/>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98" name="Oval 6">
            <a:extLst xmlns:a="http://schemas.openxmlformats.org/drawingml/2006/main">
              <a:ext uri="{FF2B5EF4-FFF2-40B4-BE49-F238E27FC236}">
                <a16:creationId xmlns:a16="http://schemas.microsoft.com/office/drawing/2014/main" id="{141EE810-6EFF-4767-BE73-3459D61BBD6E}"/>
              </a:ext>
            </a:extLst>
          </p:cNvPr>
          <p:cNvSpPr>
            <a:spLocks xmlns:a="http://schemas.openxmlformats.org/drawingml/2006/main" noGrp="1"/>
          </p:cNvSpPr>
          <p:nvPr/>
        </p:nvSpPr>
        <p:spPr>
          <a:xfrm xmlns:a="http://schemas.openxmlformats.org/drawingml/2006/main">
            <a:off x="8238742" y="1005838"/>
            <a:ext cx="91455" cy="91455"/>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99" name="Oval 7">
            <a:extLst xmlns:a="http://schemas.openxmlformats.org/drawingml/2006/main">
              <a:ext uri="{FF2B5EF4-FFF2-40B4-BE49-F238E27FC236}">
                <a16:creationId xmlns:a16="http://schemas.microsoft.com/office/drawing/2014/main" id="{3B9D8C4F-40D6-4CBE-96D2-E935A67A9FAA}"/>
              </a:ext>
            </a:extLst>
          </p:cNvPr>
          <p:cNvSpPr>
            <a:spLocks xmlns:a="http://schemas.openxmlformats.org/drawingml/2006/main" noGrp="1"/>
          </p:cNvSpPr>
          <p:nvPr/>
        </p:nvSpPr>
        <p:spPr>
          <a:xfrm xmlns:a="http://schemas.openxmlformats.org/drawingml/2006/main">
            <a:off x="8586216" y="1005838"/>
            <a:ext cx="91455" cy="91455"/>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00" name="Oval 8">
            <a:extLst xmlns:a="http://schemas.openxmlformats.org/drawingml/2006/main">
              <a:ext uri="{FF2B5EF4-FFF2-40B4-BE49-F238E27FC236}">
                <a16:creationId xmlns:a16="http://schemas.microsoft.com/office/drawing/2014/main" id="{9273E360-5BA9-47A3-97BE-CB4557999E82}"/>
              </a:ext>
            </a:extLst>
          </p:cNvPr>
          <p:cNvSpPr>
            <a:spLocks xmlns:a="http://schemas.openxmlformats.org/drawingml/2006/main" noGrp="1"/>
          </p:cNvSpPr>
          <p:nvPr/>
        </p:nvSpPr>
        <p:spPr>
          <a:xfrm xmlns:a="http://schemas.openxmlformats.org/drawingml/2006/main">
            <a:off x="8933688" y="1005838"/>
            <a:ext cx="91455" cy="91455"/>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01" name="Oval 9">
            <a:extLst xmlns:a="http://schemas.openxmlformats.org/drawingml/2006/main">
              <a:ext uri="{FF2B5EF4-FFF2-40B4-BE49-F238E27FC236}">
                <a16:creationId xmlns:a16="http://schemas.microsoft.com/office/drawing/2014/main" id="{D9451CF6-155E-4718-9FD2-08881C892A2F}"/>
              </a:ext>
            </a:extLst>
          </p:cNvPr>
          <p:cNvSpPr>
            <a:spLocks xmlns:a="http://schemas.openxmlformats.org/drawingml/2006/main" noGrp="1"/>
          </p:cNvSpPr>
          <p:nvPr/>
        </p:nvSpPr>
        <p:spPr>
          <a:xfrm xmlns:a="http://schemas.openxmlformats.org/drawingml/2006/main">
            <a:off x="7671816" y="1389888"/>
            <a:ext cx="91455" cy="91455"/>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02" name="Oval 10">
            <a:extLst xmlns:a="http://schemas.openxmlformats.org/drawingml/2006/main">
              <a:ext uri="{FF2B5EF4-FFF2-40B4-BE49-F238E27FC236}">
                <a16:creationId xmlns:a16="http://schemas.microsoft.com/office/drawing/2014/main" id="{152D733C-86D4-4970-861E-30066FFF1F1B}"/>
              </a:ext>
            </a:extLst>
          </p:cNvPr>
          <p:cNvSpPr>
            <a:spLocks xmlns:a="http://schemas.openxmlformats.org/drawingml/2006/main" noGrp="1"/>
          </p:cNvSpPr>
          <p:nvPr/>
        </p:nvSpPr>
        <p:spPr>
          <a:xfrm xmlns:a="http://schemas.openxmlformats.org/drawingml/2006/main">
            <a:off x="8019288" y="1389888"/>
            <a:ext cx="91455" cy="91455"/>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03" name="Oval 11">
            <a:extLst xmlns:a="http://schemas.openxmlformats.org/drawingml/2006/main">
              <a:ext uri="{FF2B5EF4-FFF2-40B4-BE49-F238E27FC236}">
                <a16:creationId xmlns:a16="http://schemas.microsoft.com/office/drawing/2014/main" id="{B9C38347-47D0-486A-B5FF-C59046F9DFBC}"/>
              </a:ext>
            </a:extLst>
          </p:cNvPr>
          <p:cNvSpPr>
            <a:spLocks xmlns:a="http://schemas.openxmlformats.org/drawingml/2006/main" noGrp="1"/>
          </p:cNvSpPr>
          <p:nvPr/>
        </p:nvSpPr>
        <p:spPr>
          <a:xfrm xmlns:a="http://schemas.openxmlformats.org/drawingml/2006/main">
            <a:off x="8366759" y="1389888"/>
            <a:ext cx="91455" cy="91455"/>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04" name="Oval 12">
            <a:extLst xmlns:a="http://schemas.openxmlformats.org/drawingml/2006/main">
              <a:ext uri="{FF2B5EF4-FFF2-40B4-BE49-F238E27FC236}">
                <a16:creationId xmlns:a16="http://schemas.microsoft.com/office/drawing/2014/main" id="{AD2CF418-6DB6-4B6F-B966-ADDB6A03A1CC}"/>
              </a:ext>
            </a:extLst>
          </p:cNvPr>
          <p:cNvSpPr>
            <a:spLocks xmlns:a="http://schemas.openxmlformats.org/drawingml/2006/main" noGrp="1"/>
          </p:cNvSpPr>
          <p:nvPr/>
        </p:nvSpPr>
        <p:spPr>
          <a:xfrm xmlns:a="http://schemas.openxmlformats.org/drawingml/2006/main">
            <a:off x="8714230" y="1389888"/>
            <a:ext cx="91455" cy="91455"/>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05" name="Oval 13">
            <a:extLst xmlns:a="http://schemas.openxmlformats.org/drawingml/2006/main">
              <a:ext uri="{FF2B5EF4-FFF2-40B4-BE49-F238E27FC236}">
                <a16:creationId xmlns:a16="http://schemas.microsoft.com/office/drawing/2014/main" id="{D4868F37-CC82-4742-93BD-2CF16B18AFB6}"/>
              </a:ext>
            </a:extLst>
          </p:cNvPr>
          <p:cNvSpPr>
            <a:spLocks xmlns:a="http://schemas.openxmlformats.org/drawingml/2006/main" noGrp="1"/>
          </p:cNvSpPr>
          <p:nvPr/>
        </p:nvSpPr>
        <p:spPr>
          <a:xfrm xmlns:a="http://schemas.openxmlformats.org/drawingml/2006/main">
            <a:off x="9061704" y="1389888"/>
            <a:ext cx="91455" cy="91455"/>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06" name="Oval 14">
            <a:extLst xmlns:a="http://schemas.openxmlformats.org/drawingml/2006/main">
              <a:ext uri="{FF2B5EF4-FFF2-40B4-BE49-F238E27FC236}">
                <a16:creationId xmlns:a16="http://schemas.microsoft.com/office/drawing/2014/main" id="{76A62185-4A1A-4AD7-9FE3-BF8B9B63EEED}"/>
              </a:ext>
            </a:extLst>
          </p:cNvPr>
          <p:cNvSpPr>
            <a:spLocks xmlns:a="http://schemas.openxmlformats.org/drawingml/2006/main" noGrp="1"/>
          </p:cNvSpPr>
          <p:nvPr/>
        </p:nvSpPr>
        <p:spPr>
          <a:xfrm xmlns:a="http://schemas.openxmlformats.org/drawingml/2006/main">
            <a:off x="7543799" y="1773933"/>
            <a:ext cx="91455" cy="91446"/>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07" name="Oval 15">
            <a:extLst xmlns:a="http://schemas.openxmlformats.org/drawingml/2006/main">
              <a:ext uri="{FF2B5EF4-FFF2-40B4-BE49-F238E27FC236}">
                <a16:creationId xmlns:a16="http://schemas.microsoft.com/office/drawing/2014/main" id="{C65AE8E1-CEBF-4C32-B9A0-990D193FF475}"/>
              </a:ext>
            </a:extLst>
          </p:cNvPr>
          <p:cNvSpPr>
            <a:spLocks xmlns:a="http://schemas.openxmlformats.org/drawingml/2006/main" noGrp="1"/>
          </p:cNvSpPr>
          <p:nvPr/>
        </p:nvSpPr>
        <p:spPr>
          <a:xfrm xmlns:a="http://schemas.openxmlformats.org/drawingml/2006/main">
            <a:off x="7891271" y="1773933"/>
            <a:ext cx="91455" cy="91446"/>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08" name="Oval 16">
            <a:extLst xmlns:a="http://schemas.openxmlformats.org/drawingml/2006/main">
              <a:ext uri="{FF2B5EF4-FFF2-40B4-BE49-F238E27FC236}">
                <a16:creationId xmlns:a16="http://schemas.microsoft.com/office/drawing/2014/main" id="{E0FF4B1A-7D07-4F04-8B7C-98F8F9554C86}"/>
              </a:ext>
            </a:extLst>
          </p:cNvPr>
          <p:cNvSpPr>
            <a:spLocks xmlns:a="http://schemas.openxmlformats.org/drawingml/2006/main" noGrp="1"/>
          </p:cNvSpPr>
          <p:nvPr/>
        </p:nvSpPr>
        <p:spPr>
          <a:xfrm xmlns:a="http://schemas.openxmlformats.org/drawingml/2006/main">
            <a:off x="8238742" y="1773933"/>
            <a:ext cx="91455" cy="91446"/>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09" name="Oval 17">
            <a:extLst xmlns:a="http://schemas.openxmlformats.org/drawingml/2006/main">
              <a:ext uri="{FF2B5EF4-FFF2-40B4-BE49-F238E27FC236}">
                <a16:creationId xmlns:a16="http://schemas.microsoft.com/office/drawing/2014/main" id="{917FCB83-EBAF-4DFC-94B1-10B8F467B741}"/>
              </a:ext>
            </a:extLst>
          </p:cNvPr>
          <p:cNvSpPr>
            <a:spLocks xmlns:a="http://schemas.openxmlformats.org/drawingml/2006/main" noGrp="1"/>
          </p:cNvSpPr>
          <p:nvPr/>
        </p:nvSpPr>
        <p:spPr>
          <a:xfrm xmlns:a="http://schemas.openxmlformats.org/drawingml/2006/main">
            <a:off x="8586216" y="1773933"/>
            <a:ext cx="91455" cy="91446"/>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10" name="Oval 18">
            <a:extLst xmlns:a="http://schemas.openxmlformats.org/drawingml/2006/main">
              <a:ext uri="{FF2B5EF4-FFF2-40B4-BE49-F238E27FC236}">
                <a16:creationId xmlns:a16="http://schemas.microsoft.com/office/drawing/2014/main" id="{DE7825B2-90B4-42D4-8743-9ABACA42FB71}"/>
              </a:ext>
            </a:extLst>
          </p:cNvPr>
          <p:cNvSpPr>
            <a:spLocks xmlns:a="http://schemas.openxmlformats.org/drawingml/2006/main" noGrp="1"/>
          </p:cNvSpPr>
          <p:nvPr/>
        </p:nvSpPr>
        <p:spPr>
          <a:xfrm xmlns:a="http://schemas.openxmlformats.org/drawingml/2006/main">
            <a:off x="8933688" y="1773933"/>
            <a:ext cx="91455" cy="91446"/>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11" name="Oval 19">
            <a:extLst xmlns:a="http://schemas.openxmlformats.org/drawingml/2006/main">
              <a:ext uri="{FF2B5EF4-FFF2-40B4-BE49-F238E27FC236}">
                <a16:creationId xmlns:a16="http://schemas.microsoft.com/office/drawing/2014/main" id="{FA14A168-9445-4287-8ADF-877722054182}"/>
              </a:ext>
            </a:extLst>
          </p:cNvPr>
          <p:cNvSpPr>
            <a:spLocks xmlns:a="http://schemas.openxmlformats.org/drawingml/2006/main" noGrp="1"/>
          </p:cNvSpPr>
          <p:nvPr/>
        </p:nvSpPr>
        <p:spPr>
          <a:xfrm xmlns:a="http://schemas.openxmlformats.org/drawingml/2006/main">
            <a:off x="7671816" y="2157983"/>
            <a:ext cx="91455" cy="91455"/>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12" name="Oval 20">
            <a:extLst xmlns:a="http://schemas.openxmlformats.org/drawingml/2006/main">
              <a:ext uri="{FF2B5EF4-FFF2-40B4-BE49-F238E27FC236}">
                <a16:creationId xmlns:a16="http://schemas.microsoft.com/office/drawing/2014/main" id="{8D5BD7BF-0BCF-49E2-8E42-0FBB9F23115D}"/>
              </a:ext>
            </a:extLst>
          </p:cNvPr>
          <p:cNvSpPr>
            <a:spLocks xmlns:a="http://schemas.openxmlformats.org/drawingml/2006/main" noGrp="1"/>
          </p:cNvSpPr>
          <p:nvPr/>
        </p:nvSpPr>
        <p:spPr>
          <a:xfrm xmlns:a="http://schemas.openxmlformats.org/drawingml/2006/main">
            <a:off x="8019288" y="2157983"/>
            <a:ext cx="91455" cy="91455"/>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13" name="Oval 21">
            <a:extLst xmlns:a="http://schemas.openxmlformats.org/drawingml/2006/main">
              <a:ext uri="{FF2B5EF4-FFF2-40B4-BE49-F238E27FC236}">
                <a16:creationId xmlns:a16="http://schemas.microsoft.com/office/drawing/2014/main" id="{7BA481C0-7D9F-4660-8CAC-E70E411E1AB7}"/>
              </a:ext>
            </a:extLst>
          </p:cNvPr>
          <p:cNvSpPr>
            <a:spLocks xmlns:a="http://schemas.openxmlformats.org/drawingml/2006/main" noGrp="1"/>
          </p:cNvSpPr>
          <p:nvPr/>
        </p:nvSpPr>
        <p:spPr>
          <a:xfrm xmlns:a="http://schemas.openxmlformats.org/drawingml/2006/main">
            <a:off x="8366759" y="2157983"/>
            <a:ext cx="91455" cy="91455"/>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14" name="Oval 22">
            <a:extLst xmlns:a="http://schemas.openxmlformats.org/drawingml/2006/main">
              <a:ext uri="{FF2B5EF4-FFF2-40B4-BE49-F238E27FC236}">
                <a16:creationId xmlns:a16="http://schemas.microsoft.com/office/drawing/2014/main" id="{B9CC4DB4-AA63-446E-B153-AA2A36CE620A}"/>
              </a:ext>
            </a:extLst>
          </p:cNvPr>
          <p:cNvSpPr>
            <a:spLocks xmlns:a="http://schemas.openxmlformats.org/drawingml/2006/main" noGrp="1"/>
          </p:cNvSpPr>
          <p:nvPr/>
        </p:nvSpPr>
        <p:spPr>
          <a:xfrm xmlns:a="http://schemas.openxmlformats.org/drawingml/2006/main">
            <a:off x="8714230" y="2157983"/>
            <a:ext cx="91455" cy="91455"/>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15" name="Oval 23">
            <a:extLst xmlns:a="http://schemas.openxmlformats.org/drawingml/2006/main">
              <a:ext uri="{FF2B5EF4-FFF2-40B4-BE49-F238E27FC236}">
                <a16:creationId xmlns:a16="http://schemas.microsoft.com/office/drawing/2014/main" id="{79A0BE2F-22DC-4291-BCD2-53CEC3A4AF4D}"/>
              </a:ext>
            </a:extLst>
          </p:cNvPr>
          <p:cNvSpPr>
            <a:spLocks xmlns:a="http://schemas.openxmlformats.org/drawingml/2006/main" noGrp="1"/>
          </p:cNvSpPr>
          <p:nvPr/>
        </p:nvSpPr>
        <p:spPr>
          <a:xfrm xmlns:a="http://schemas.openxmlformats.org/drawingml/2006/main">
            <a:off x="9061704" y="2157983"/>
            <a:ext cx="91455" cy="91455"/>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16" name="Oval 24">
            <a:extLst xmlns:a="http://schemas.openxmlformats.org/drawingml/2006/main">
              <a:ext uri="{FF2B5EF4-FFF2-40B4-BE49-F238E27FC236}">
                <a16:creationId xmlns:a16="http://schemas.microsoft.com/office/drawing/2014/main" id="{EEA73AE8-A742-44FA-96E5-2EC1004FA47B}"/>
              </a:ext>
            </a:extLst>
          </p:cNvPr>
          <p:cNvSpPr>
            <a:spLocks xmlns:a="http://schemas.openxmlformats.org/drawingml/2006/main" noGrp="1"/>
          </p:cNvSpPr>
          <p:nvPr/>
        </p:nvSpPr>
        <p:spPr>
          <a:xfrm xmlns:a="http://schemas.openxmlformats.org/drawingml/2006/main">
            <a:off x="7543799" y="4315967"/>
            <a:ext cx="91455" cy="91455"/>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17" name="Oval 25">
            <a:extLst xmlns:a="http://schemas.openxmlformats.org/drawingml/2006/main">
              <a:ext uri="{FF2B5EF4-FFF2-40B4-BE49-F238E27FC236}">
                <a16:creationId xmlns:a16="http://schemas.microsoft.com/office/drawing/2014/main" id="{7CC26A58-20B4-4B23-AB56-ABBB36174D45}"/>
              </a:ext>
            </a:extLst>
          </p:cNvPr>
          <p:cNvSpPr>
            <a:spLocks xmlns:a="http://schemas.openxmlformats.org/drawingml/2006/main" noGrp="1"/>
          </p:cNvSpPr>
          <p:nvPr/>
        </p:nvSpPr>
        <p:spPr>
          <a:xfrm xmlns:a="http://schemas.openxmlformats.org/drawingml/2006/main">
            <a:off x="7891271" y="4315967"/>
            <a:ext cx="91455" cy="91455"/>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18" name="Oval 26">
            <a:extLst xmlns:a="http://schemas.openxmlformats.org/drawingml/2006/main">
              <a:ext uri="{FF2B5EF4-FFF2-40B4-BE49-F238E27FC236}">
                <a16:creationId xmlns:a16="http://schemas.microsoft.com/office/drawing/2014/main" id="{3C38C6F8-3864-41C2-A79F-0D4E20D70CCD}"/>
              </a:ext>
            </a:extLst>
          </p:cNvPr>
          <p:cNvSpPr>
            <a:spLocks xmlns:a="http://schemas.openxmlformats.org/drawingml/2006/main" noGrp="1"/>
          </p:cNvSpPr>
          <p:nvPr/>
        </p:nvSpPr>
        <p:spPr>
          <a:xfrm xmlns:a="http://schemas.openxmlformats.org/drawingml/2006/main">
            <a:off x="8238742" y="4315967"/>
            <a:ext cx="91455" cy="91455"/>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19" name="Oval 27">
            <a:extLst xmlns:a="http://schemas.openxmlformats.org/drawingml/2006/main">
              <a:ext uri="{FF2B5EF4-FFF2-40B4-BE49-F238E27FC236}">
                <a16:creationId xmlns:a16="http://schemas.microsoft.com/office/drawing/2014/main" id="{8279AB72-9B4B-437C-AFAA-972BC6CFBD72}"/>
              </a:ext>
            </a:extLst>
          </p:cNvPr>
          <p:cNvSpPr>
            <a:spLocks xmlns:a="http://schemas.openxmlformats.org/drawingml/2006/main" noGrp="1"/>
          </p:cNvSpPr>
          <p:nvPr/>
        </p:nvSpPr>
        <p:spPr>
          <a:xfrm xmlns:a="http://schemas.openxmlformats.org/drawingml/2006/main">
            <a:off x="8586216" y="4315967"/>
            <a:ext cx="91455" cy="91455"/>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20" name="Oval 28">
            <a:extLst xmlns:a="http://schemas.openxmlformats.org/drawingml/2006/main">
              <a:ext uri="{FF2B5EF4-FFF2-40B4-BE49-F238E27FC236}">
                <a16:creationId xmlns:a16="http://schemas.microsoft.com/office/drawing/2014/main" id="{A42F15EA-9CB7-49A0-AD01-9AB67A1A4BF0}"/>
              </a:ext>
            </a:extLst>
          </p:cNvPr>
          <p:cNvSpPr>
            <a:spLocks xmlns:a="http://schemas.openxmlformats.org/drawingml/2006/main" noGrp="1"/>
          </p:cNvSpPr>
          <p:nvPr/>
        </p:nvSpPr>
        <p:spPr>
          <a:xfrm xmlns:a="http://schemas.openxmlformats.org/drawingml/2006/main">
            <a:off x="8933688" y="4315967"/>
            <a:ext cx="91455" cy="91455"/>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21" name="Oval 29">
            <a:extLst xmlns:a="http://schemas.openxmlformats.org/drawingml/2006/main">
              <a:ext uri="{FF2B5EF4-FFF2-40B4-BE49-F238E27FC236}">
                <a16:creationId xmlns:a16="http://schemas.microsoft.com/office/drawing/2014/main" id="{B4CFA579-7053-4F9D-873A-6BC13B617250}"/>
              </a:ext>
            </a:extLst>
          </p:cNvPr>
          <p:cNvSpPr>
            <a:spLocks xmlns:a="http://schemas.openxmlformats.org/drawingml/2006/main" noGrp="1"/>
          </p:cNvSpPr>
          <p:nvPr/>
        </p:nvSpPr>
        <p:spPr>
          <a:xfrm xmlns:a="http://schemas.openxmlformats.org/drawingml/2006/main">
            <a:off x="7671816" y="4700015"/>
            <a:ext cx="91455" cy="91455"/>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22" name="Oval 30">
            <a:extLst xmlns:a="http://schemas.openxmlformats.org/drawingml/2006/main">
              <a:ext uri="{FF2B5EF4-FFF2-40B4-BE49-F238E27FC236}">
                <a16:creationId xmlns:a16="http://schemas.microsoft.com/office/drawing/2014/main" id="{EB1FEE1B-4E71-4812-8E5C-AC6B83C5DB99}"/>
              </a:ext>
            </a:extLst>
          </p:cNvPr>
          <p:cNvSpPr>
            <a:spLocks xmlns:a="http://schemas.openxmlformats.org/drawingml/2006/main" noGrp="1"/>
          </p:cNvSpPr>
          <p:nvPr/>
        </p:nvSpPr>
        <p:spPr>
          <a:xfrm xmlns:a="http://schemas.openxmlformats.org/drawingml/2006/main">
            <a:off x="8019288" y="4700015"/>
            <a:ext cx="91455" cy="91455"/>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23" name="Oval 31">
            <a:extLst xmlns:a="http://schemas.openxmlformats.org/drawingml/2006/main">
              <a:ext uri="{FF2B5EF4-FFF2-40B4-BE49-F238E27FC236}">
                <a16:creationId xmlns:a16="http://schemas.microsoft.com/office/drawing/2014/main" id="{24B5FAAF-956C-492C-9D8C-1DC5FED9D2B5}"/>
              </a:ext>
            </a:extLst>
          </p:cNvPr>
          <p:cNvSpPr>
            <a:spLocks xmlns:a="http://schemas.openxmlformats.org/drawingml/2006/main" noGrp="1"/>
          </p:cNvSpPr>
          <p:nvPr/>
        </p:nvSpPr>
        <p:spPr>
          <a:xfrm xmlns:a="http://schemas.openxmlformats.org/drawingml/2006/main">
            <a:off x="8366759" y="4700015"/>
            <a:ext cx="91455" cy="91455"/>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24" name="Oval 32">
            <a:extLst xmlns:a="http://schemas.openxmlformats.org/drawingml/2006/main">
              <a:ext uri="{FF2B5EF4-FFF2-40B4-BE49-F238E27FC236}">
                <a16:creationId xmlns:a16="http://schemas.microsoft.com/office/drawing/2014/main" id="{B43BAF3A-2E67-4E2C-8FAD-C5E9C13E4024}"/>
              </a:ext>
            </a:extLst>
          </p:cNvPr>
          <p:cNvSpPr>
            <a:spLocks xmlns:a="http://schemas.openxmlformats.org/drawingml/2006/main" noGrp="1"/>
          </p:cNvSpPr>
          <p:nvPr/>
        </p:nvSpPr>
        <p:spPr>
          <a:xfrm xmlns:a="http://schemas.openxmlformats.org/drawingml/2006/main">
            <a:off x="8714230" y="4700015"/>
            <a:ext cx="91455" cy="91455"/>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25" name="Oval 33">
            <a:extLst xmlns:a="http://schemas.openxmlformats.org/drawingml/2006/main">
              <a:ext uri="{FF2B5EF4-FFF2-40B4-BE49-F238E27FC236}">
                <a16:creationId xmlns:a16="http://schemas.microsoft.com/office/drawing/2014/main" id="{DEEC0711-54EB-4C29-B037-3AFA97EAA5DA}"/>
              </a:ext>
            </a:extLst>
          </p:cNvPr>
          <p:cNvSpPr>
            <a:spLocks xmlns:a="http://schemas.openxmlformats.org/drawingml/2006/main" noGrp="1"/>
          </p:cNvSpPr>
          <p:nvPr/>
        </p:nvSpPr>
        <p:spPr>
          <a:xfrm xmlns:a="http://schemas.openxmlformats.org/drawingml/2006/main">
            <a:off x="9061704" y="4700015"/>
            <a:ext cx="91455" cy="91455"/>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26" name="Oval 34">
            <a:extLst xmlns:a="http://schemas.openxmlformats.org/drawingml/2006/main">
              <a:ext uri="{FF2B5EF4-FFF2-40B4-BE49-F238E27FC236}">
                <a16:creationId xmlns:a16="http://schemas.microsoft.com/office/drawing/2014/main" id="{858B1A9C-C38E-4CE5-AAF5-2445E772C0C8}"/>
              </a:ext>
            </a:extLst>
          </p:cNvPr>
          <p:cNvSpPr>
            <a:spLocks xmlns:a="http://schemas.openxmlformats.org/drawingml/2006/main" noGrp="1"/>
          </p:cNvSpPr>
          <p:nvPr/>
        </p:nvSpPr>
        <p:spPr>
          <a:xfrm xmlns:a="http://schemas.openxmlformats.org/drawingml/2006/main">
            <a:off x="7543799" y="5084064"/>
            <a:ext cx="91455" cy="91455"/>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27" name="Oval 35">
            <a:extLst xmlns:a="http://schemas.openxmlformats.org/drawingml/2006/main">
              <a:ext uri="{FF2B5EF4-FFF2-40B4-BE49-F238E27FC236}">
                <a16:creationId xmlns:a16="http://schemas.microsoft.com/office/drawing/2014/main" id="{85236AAF-7D5F-408E-8EF5-1B3BC2EFEA9B}"/>
              </a:ext>
            </a:extLst>
          </p:cNvPr>
          <p:cNvSpPr>
            <a:spLocks xmlns:a="http://schemas.openxmlformats.org/drawingml/2006/main" noGrp="1"/>
          </p:cNvSpPr>
          <p:nvPr/>
        </p:nvSpPr>
        <p:spPr>
          <a:xfrm xmlns:a="http://schemas.openxmlformats.org/drawingml/2006/main">
            <a:off x="7891271" y="5084064"/>
            <a:ext cx="91455" cy="91455"/>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28" name="Oval 36">
            <a:extLst xmlns:a="http://schemas.openxmlformats.org/drawingml/2006/main">
              <a:ext uri="{FF2B5EF4-FFF2-40B4-BE49-F238E27FC236}">
                <a16:creationId xmlns:a16="http://schemas.microsoft.com/office/drawing/2014/main" id="{960A1805-6C45-46B4-9D4A-BCC4C83BD65A}"/>
              </a:ext>
            </a:extLst>
          </p:cNvPr>
          <p:cNvSpPr>
            <a:spLocks xmlns:a="http://schemas.openxmlformats.org/drawingml/2006/main" noGrp="1"/>
          </p:cNvSpPr>
          <p:nvPr/>
        </p:nvSpPr>
        <p:spPr>
          <a:xfrm xmlns:a="http://schemas.openxmlformats.org/drawingml/2006/main">
            <a:off x="8238742" y="5084064"/>
            <a:ext cx="91455" cy="91455"/>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29" name="Oval 37">
            <a:extLst xmlns:a="http://schemas.openxmlformats.org/drawingml/2006/main">
              <a:ext uri="{FF2B5EF4-FFF2-40B4-BE49-F238E27FC236}">
                <a16:creationId xmlns:a16="http://schemas.microsoft.com/office/drawing/2014/main" id="{5EC898AD-0409-455D-B1A1-09E1AB7BB1E3}"/>
              </a:ext>
            </a:extLst>
          </p:cNvPr>
          <p:cNvSpPr>
            <a:spLocks xmlns:a="http://schemas.openxmlformats.org/drawingml/2006/main" noGrp="1"/>
          </p:cNvSpPr>
          <p:nvPr/>
        </p:nvSpPr>
        <p:spPr>
          <a:xfrm xmlns:a="http://schemas.openxmlformats.org/drawingml/2006/main">
            <a:off x="8586216" y="5084064"/>
            <a:ext cx="91455" cy="91455"/>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30" name="Oval 38">
            <a:extLst xmlns:a="http://schemas.openxmlformats.org/drawingml/2006/main">
              <a:ext uri="{FF2B5EF4-FFF2-40B4-BE49-F238E27FC236}">
                <a16:creationId xmlns:a16="http://schemas.microsoft.com/office/drawing/2014/main" id="{C9A514F8-3ABF-485D-B67B-67F99B16BD67}"/>
              </a:ext>
            </a:extLst>
          </p:cNvPr>
          <p:cNvSpPr>
            <a:spLocks xmlns:a="http://schemas.openxmlformats.org/drawingml/2006/main" noGrp="1"/>
          </p:cNvSpPr>
          <p:nvPr/>
        </p:nvSpPr>
        <p:spPr>
          <a:xfrm xmlns:a="http://schemas.openxmlformats.org/drawingml/2006/main">
            <a:off x="8933688" y="5084064"/>
            <a:ext cx="91455" cy="91455"/>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31" name="Rounded Rectangle 39">
            <a:extLst xmlns:a="http://schemas.openxmlformats.org/drawingml/2006/main">
              <a:ext uri="{FF2B5EF4-FFF2-40B4-BE49-F238E27FC236}">
                <a16:creationId xmlns:a16="http://schemas.microsoft.com/office/drawing/2014/main" id="{FD6A11A6-8337-4A0F-9717-B7C42DAA0748}"/>
              </a:ext>
            </a:extLst>
          </p:cNvPr>
          <p:cNvSpPr>
            <a:spLocks xmlns:a="http://schemas.openxmlformats.org/drawingml/2006/main" noGrp="1"/>
          </p:cNvSpPr>
          <p:nvPr/>
        </p:nvSpPr>
        <p:spPr>
          <a:xfrm xmlns:a="http://schemas.openxmlformats.org/drawingml/2006/main">
            <a:off x="10195559" y="2542032"/>
            <a:ext cx="1234448" cy="1481336"/>
          </a:xfrm>
          <a:prstGeom xmlns:a="http://schemas.openxmlformats.org/drawingml/2006/main" prst="roundRect">
            <a:avLst>
              <a:gd name="adj" fmla="val 16667"/>
            </a:avLst>
          </a:prstGeom>
          <a:ln xmlns:a="http://schemas.openxmlformats.org/drawingml/2006/main" w="1397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32" name="Connector 40">
            <a:extLst xmlns:a="http://schemas.openxmlformats.org/drawingml/2006/main">
              <a:ext uri="{FF2B5EF4-FFF2-40B4-BE49-F238E27FC236}">
                <a16:creationId xmlns:a16="http://schemas.microsoft.com/office/drawing/2014/main" id="{62144B7F-A179-42BC-8B07-271C19A7332A}"/>
              </a:ext>
            </a:extLst>
          </p:cNvPr>
          <p:cNvSpPr>
            <a:spLocks xmlns:a="http://schemas.openxmlformats.org/drawingml/2006/main" noGrp="1"/>
          </p:cNvSpPr>
          <p:nvPr/>
        </p:nvSpPr>
        <p:spPr>
          <a:xfrm xmlns:a="http://schemas.openxmlformats.org/drawingml/2006/main">
            <a:off x="10442447" y="2971800"/>
            <a:ext cx="713240" cy="0"/>
          </a:xfrm>
          <a:prstGeom xmlns:a="http://schemas.openxmlformats.org/drawingml/2006/main" prst="line">
            <a:avLst/>
          </a:prstGeom>
          <a:ln xmlns:a="http://schemas.openxmlformats.org/drawingml/2006/main" w="17780">
            <a:solidFill>
              <a:srgbClr val="111318"/>
            </a:solidFill>
          </a:ln>
          <a:effectLst xmlns:a="http://schemas.openxmlformats.org/drawingml/2006/main">
            <a:outerShdw blurRad="38100" dist="20000" dir="5400000" sx="100000" sy="100000" kx="0" ky="0" algn="b" rotWithShape="0">
              <a:srgbClr val="000000">
                <a:alpha val="38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33" name="Connector 41">
            <a:extLst xmlns:a="http://schemas.openxmlformats.org/drawingml/2006/main">
              <a:ext uri="{FF2B5EF4-FFF2-40B4-BE49-F238E27FC236}">
                <a16:creationId xmlns:a16="http://schemas.microsoft.com/office/drawing/2014/main" id="{0AE02E87-E8D1-4B0D-94C4-5E8B4EDA1579}"/>
              </a:ext>
            </a:extLst>
          </p:cNvPr>
          <p:cNvSpPr>
            <a:spLocks xmlns:a="http://schemas.openxmlformats.org/drawingml/2006/main" noGrp="1"/>
          </p:cNvSpPr>
          <p:nvPr/>
        </p:nvSpPr>
        <p:spPr>
          <a:xfrm xmlns:a="http://schemas.openxmlformats.org/drawingml/2006/main">
            <a:off x="10442447" y="3273552"/>
            <a:ext cx="557792" cy="8"/>
          </a:xfrm>
          <a:prstGeom xmlns:a="http://schemas.openxmlformats.org/drawingml/2006/main" prst="line">
            <a:avLst/>
          </a:prstGeom>
          <a:ln xmlns:a="http://schemas.openxmlformats.org/drawingml/2006/main" w="17780">
            <a:solidFill>
              <a:srgbClr val="111318"/>
            </a:solidFill>
          </a:ln>
          <a:effectLst xmlns:a="http://schemas.openxmlformats.org/drawingml/2006/main">
            <a:outerShdw blurRad="38100" dist="20000" dir="5400000" sx="100000" sy="100000" kx="0" ky="0" algn="b" rotWithShape="0">
              <a:srgbClr val="000000">
                <a:alpha val="38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34" name="Connector 42">
            <a:extLst xmlns:a="http://schemas.openxmlformats.org/drawingml/2006/main">
              <a:ext uri="{FF2B5EF4-FFF2-40B4-BE49-F238E27FC236}">
                <a16:creationId xmlns:a16="http://schemas.microsoft.com/office/drawing/2014/main" id="{138BDA57-5C8E-42FE-8AC6-862B3C8F9025}"/>
              </a:ext>
            </a:extLst>
          </p:cNvPr>
          <p:cNvSpPr>
            <a:spLocks xmlns:a="http://schemas.openxmlformats.org/drawingml/2006/main" noGrp="1"/>
          </p:cNvSpPr>
          <p:nvPr/>
        </p:nvSpPr>
        <p:spPr>
          <a:xfrm xmlns:a="http://schemas.openxmlformats.org/drawingml/2006/main">
            <a:off x="9107423" y="2203704"/>
            <a:ext cx="1088144" cy="740672"/>
          </a:xfrm>
          <a:prstGeom xmlns:a="http://schemas.openxmlformats.org/drawingml/2006/main" prst="line">
            <a:avLst/>
          </a:prstGeom>
          <a:ln xmlns:a="http://schemas.openxmlformats.org/drawingml/2006/main" w="19050">
            <a:solidFill>
              <a:srgbClr val="3977F6"/>
            </a:solidFill>
          </a:ln>
          <a:effectLst xmlns:a="http://schemas.openxmlformats.org/drawingml/2006/main">
            <a:outerShdw blurRad="38100" dist="20000" dir="5400000" sx="100000" sy="100000" kx="0" ky="0" algn="b" rotWithShape="0">
              <a:srgbClr val="000000">
                <a:alpha val="38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35" name="Connector 43">
            <a:extLst xmlns:a="http://schemas.openxmlformats.org/drawingml/2006/main">
              <a:ext uri="{FF2B5EF4-FFF2-40B4-BE49-F238E27FC236}">
                <a16:creationId xmlns:a16="http://schemas.microsoft.com/office/drawing/2014/main" id="{0F077F70-F768-47F9-A4FA-7B0A821B333B}"/>
              </a:ext>
            </a:extLst>
          </p:cNvPr>
          <p:cNvSpPr>
            <a:spLocks xmlns:a="http://schemas.openxmlformats.org/drawingml/2006/main" noGrp="1"/>
          </p:cNvSpPr>
          <p:nvPr/>
        </p:nvSpPr>
        <p:spPr>
          <a:xfrm xmlns:a="http://schemas.openxmlformats.org/drawingml/2006/main" flipV="1">
            <a:off x="8979406" y="3611879"/>
            <a:ext cx="1216160" cy="1517911"/>
          </a:xfrm>
          <a:prstGeom xmlns:a="http://schemas.openxmlformats.org/drawingml/2006/main" prst="line">
            <a:avLst/>
          </a:prstGeom>
          <a:ln xmlns:a="http://schemas.openxmlformats.org/drawingml/2006/main" w="19050">
            <a:solidFill>
              <a:srgbClr val="FF705B"/>
            </a:solidFill>
          </a:ln>
          <a:effectLst xmlns:a="http://schemas.openxmlformats.org/drawingml/2006/main">
            <a:outerShdw blurRad="38100" dist="20000" dir="5400000" sx="100000" sy="100000" kx="0" ky="0" algn="b" rotWithShape="0">
              <a:srgbClr val="000000">
                <a:alpha val="38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36" name="TextBox 45">
            <a:extLst xmlns:a="http://schemas.openxmlformats.org/drawingml/2006/main">
              <a:ext uri="{FF2B5EF4-FFF2-40B4-BE49-F238E27FC236}">
                <a16:creationId xmlns:a16="http://schemas.microsoft.com/office/drawing/2014/main" id="{B4F6792A-220E-4BBF-B11F-56590F966813}"/>
              </a:ext>
            </a:extLst>
          </p:cNvPr>
          <p:cNvSpPr>
            <a:spLocks xmlns:a="http://schemas.openxmlformats.org/drawingml/2006/main" noGrp="1"/>
          </p:cNvSpPr>
          <p:nvPr/>
        </p:nvSpPr>
        <p:spPr>
          <a:xfrm xmlns:a="http://schemas.openxmlformats.org/drawingml/2006/main">
            <a:off x="11082528" y="6181344"/>
            <a:ext cx="438918" cy="136385"/>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r">
              <a:buNone/>
              <a:defRPr sz="900" b="1">
                <a:solidFill>
                  <a:srgbClr val="73777F"/>
                </a:solidFill>
                <a:latin typeface="Helvetica Neue"/>
                <a:ea typeface="Helvetica Neue"/>
                <a:cs typeface="Helvetica Neue"/>
              </a:defRPr>
            </a:lvl1pPr>
          </a:lstStyle>
          <a:p xmlns:a="http://schemas.openxmlformats.org/drawingml/2006/main">
            <a:pPr>
              <a:buNone/>
            </a:pPr>
            <a:r>
              <a:t>01</a:t>
            </a:r>
          </a:p>
        </p:txBody>
      </p:sp>
    </p:spTree>
    <p:extLst>
      <p:ext uri="{BB962C8B-B14F-4D97-AF65-F5344CB8AC3E}">
        <p14:creationId xmlns:p14="http://schemas.microsoft.com/office/powerpoint/2010/main" val="363449529"/>
      </p:ext>
    </p:extLst>
  </p:cSld>
</p:sld>
</file>

<file path=ppt/slides/slide2.xml><?xml version="1.0" encoding="utf-8"?>
<p:sld xmlns:p="http://schemas.openxmlformats.org/presentationml/2006/main" showMasterSp="1">
  <p:cSld>
    <p:spTree>
      <p:nvGrpSpPr>
        <p:cNvPr id="1" name=""/>
        <p:cNvGrpSpPr/>
        <p:nvPr/>
      </p:nvGrpSpPr>
      <p:grpSpPr>
        <a:xfrm xmlns:a="http://schemas.openxmlformats.org/drawingml/2006/main"/>
      </p:grpSpPr>
      <p:sp>
        <p:nvSpPr>
          <p:cNvPr id="138" name="TextBox 1">
            <a:extLst xmlns:a="http://schemas.openxmlformats.org/drawingml/2006/main">
              <a:ext uri="{FF2B5EF4-FFF2-40B4-BE49-F238E27FC236}">
                <a16:creationId xmlns:a16="http://schemas.microsoft.com/office/drawing/2014/main" id="{911A2A12-BEC6-47D5-A57E-5CF5E662F8A2}"/>
              </a:ext>
            </a:extLst>
          </p:cNvPr>
          <p:cNvSpPr>
            <a:spLocks xmlns:a="http://schemas.openxmlformats.org/drawingml/2006/main" noGrp="1"/>
          </p:cNvSpPr>
          <p:nvPr/>
        </p:nvSpPr>
        <p:spPr>
          <a:xfrm xmlns:a="http://schemas.openxmlformats.org/drawingml/2006/main">
            <a:off x="603504" y="420623"/>
            <a:ext cx="4297680" cy="14871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000" b="1">
                <a:solidFill>
                  <a:srgbClr val="73777F"/>
                </a:solidFill>
                <a:latin typeface="Helvetica Neue"/>
                <a:ea typeface="Helvetica Neue"/>
                <a:cs typeface="Helvetica Neue"/>
              </a:defRPr>
            </a:lvl1pPr>
          </a:lstStyle>
          <a:p xmlns:a="http://schemas.openxmlformats.org/drawingml/2006/main">
            <a:pPr>
              <a:buNone/>
            </a:pPr>
            <a:r>
              <a:t>WHAT IS COMMUNITY NOTES?</a:t>
            </a:r>
          </a:p>
        </p:txBody>
      </p:sp>
      <p:sp>
        <p:nvSpPr>
          <p:cNvPr id="139" name="TextBox 2">
            <a:extLst xmlns:a="http://schemas.openxmlformats.org/drawingml/2006/main">
              <a:ext uri="{FF2B5EF4-FFF2-40B4-BE49-F238E27FC236}">
                <a16:creationId xmlns:a16="http://schemas.microsoft.com/office/drawing/2014/main" id="{63ADE938-9677-49D1-BAB1-8BE76B6463F5}"/>
              </a:ext>
            </a:extLst>
          </p:cNvPr>
          <p:cNvSpPr>
            <a:spLocks xmlns:a="http://schemas.openxmlformats.org/drawingml/2006/main" noGrp="1"/>
          </p:cNvSpPr>
          <p:nvPr/>
        </p:nvSpPr>
        <p:spPr>
          <a:xfrm xmlns:a="http://schemas.openxmlformats.org/drawingml/2006/main">
            <a:off x="603504" y="786383"/>
            <a:ext cx="10424160" cy="458849"/>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3000" b="1">
                <a:solidFill>
                  <a:srgbClr val="111318"/>
                </a:solidFill>
                <a:latin typeface="Helvetica Neue"/>
                <a:ea typeface="Helvetica Neue"/>
                <a:cs typeface="Helvetica Neue"/>
              </a:defRPr>
            </a:lvl1pPr>
          </a:lstStyle>
          <a:p xmlns:a="http://schemas.openxmlformats.org/drawingml/2006/main">
            <a:pPr>
              <a:buNone/>
            </a:pPr>
            <a:r>
              <a:t>One note. One decision.</a:t>
            </a:r>
          </a:p>
        </p:txBody>
      </p:sp>
      <p:sp>
        <p:nvSpPr>
          <p:cNvPr id="140" name="TextBox 3">
            <a:extLst xmlns:a="http://schemas.openxmlformats.org/drawingml/2006/main">
              <a:ext uri="{FF2B5EF4-FFF2-40B4-BE49-F238E27FC236}">
                <a16:creationId xmlns:a16="http://schemas.microsoft.com/office/drawing/2014/main" id="{B6DCE9BD-AF19-497F-A1F1-C8BCAE396F27}"/>
              </a:ext>
            </a:extLst>
          </p:cNvPr>
          <p:cNvSpPr>
            <a:spLocks xmlns:a="http://schemas.openxmlformats.org/drawingml/2006/main" noGrp="1"/>
          </p:cNvSpPr>
          <p:nvPr/>
        </p:nvSpPr>
        <p:spPr>
          <a:xfrm xmlns:a="http://schemas.openxmlformats.org/drawingml/2006/main">
            <a:off x="11082528" y="457198"/>
            <a:ext cx="438918" cy="136385"/>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r">
              <a:buNone/>
              <a:defRPr sz="900" b="1">
                <a:solidFill>
                  <a:srgbClr val="73777F"/>
                </a:solidFill>
                <a:latin typeface="Helvetica Neue"/>
                <a:ea typeface="Helvetica Neue"/>
                <a:cs typeface="Helvetica Neue"/>
              </a:defRPr>
            </a:lvl1pPr>
          </a:lstStyle>
          <a:p xmlns:a="http://schemas.openxmlformats.org/drawingml/2006/main">
            <a:pPr>
              <a:buNone/>
            </a:pPr>
            <a:r>
              <a:t>02</a:t>
            </a:r>
          </a:p>
        </p:txBody>
      </p:sp>
      <p:sp>
        <p:nvSpPr>
          <p:cNvPr id="141" name="TextBox 31">
            <a:extLst xmlns:a="http://schemas.openxmlformats.org/drawingml/2006/main">
              <a:ext uri="{FF2B5EF4-FFF2-40B4-BE49-F238E27FC236}">
                <a16:creationId xmlns:a16="http://schemas.microsoft.com/office/drawing/2014/main" id="{2E353DED-F8FE-466E-8A62-E8E45C3BCE3F}"/>
              </a:ext>
            </a:extLst>
          </p:cNvPr>
          <p:cNvSpPr>
            <a:spLocks xmlns:a="http://schemas.openxmlformats.org/drawingml/2006/main" noGrp="1"/>
          </p:cNvSpPr>
          <p:nvPr/>
        </p:nvSpPr>
        <p:spPr>
          <a:xfrm xmlns:a="http://schemas.openxmlformats.org/drawingml/2006/main">
            <a:off x="621792" y="6455664"/>
            <a:ext cx="10881360"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800">
                <a:solidFill>
                  <a:srgbClr val="73777F"/>
                </a:solidFill>
                <a:latin typeface="Helvetica Neue"/>
                <a:ea typeface="Helvetica Neue"/>
                <a:cs typeface="Helvetica Neue"/>
              </a:defRPr>
            </a:lvl1pPr>
          </a:lstStyle>
          <a:p xmlns:a="http://schemas.openxmlformats.org/drawingml/2006/main">
            <a:pPr>
              <a:buNone/>
            </a:pPr>
            <a:r>
              <a:t>• X Community Notes (2026)</a:t>
            </a:r>
          </a:p>
        </p:txBody>
      </p:sp>
      <p:sp>
        <p:nvSpPr>
          <p:cNvPr id="142" name="Oval 4">
            <a:extLst xmlns:a="http://schemas.openxmlformats.org/drawingml/2006/main">
              <a:ext uri="{FF2B5EF4-FFF2-40B4-BE49-F238E27FC236}">
                <a16:creationId xmlns:a16="http://schemas.microsoft.com/office/drawing/2014/main" id="{2096F39F-139A-43A5-805F-44977E056CC4}"/>
              </a:ext>
            </a:extLst>
          </p:cNvPr>
          <p:cNvSpPr>
            <a:spLocks xmlns:a="http://schemas.openxmlformats.org/drawingml/2006/main" noGrp="1"/>
          </p:cNvSpPr>
          <p:nvPr/>
        </p:nvSpPr>
        <p:spPr>
          <a:xfrm xmlns:a="http://schemas.openxmlformats.org/drawingml/2006/main">
            <a:off x="1708854" y="2413249"/>
            <a:ext cx="246901" cy="246901"/>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43" name="Connector 5">
            <a:extLst xmlns:a="http://schemas.openxmlformats.org/drawingml/2006/main">
              <a:ext uri="{FF2B5EF4-FFF2-40B4-BE49-F238E27FC236}">
                <a16:creationId xmlns:a16="http://schemas.microsoft.com/office/drawing/2014/main" id="{EF8D6219-E003-4E47-865E-4E8963C230B5}"/>
              </a:ext>
            </a:extLst>
          </p:cNvPr>
          <p:cNvSpPr>
            <a:spLocks xmlns:a="http://schemas.openxmlformats.org/drawingml/2006/main" noGrp="1"/>
          </p:cNvSpPr>
          <p:nvPr/>
        </p:nvSpPr>
        <p:spPr>
          <a:xfrm xmlns:a="http://schemas.openxmlformats.org/drawingml/2006/main">
            <a:off x="1832299" y="2660138"/>
            <a:ext cx="8" cy="407366"/>
          </a:xfrm>
          <a:prstGeom xmlns:a="http://schemas.openxmlformats.org/drawingml/2006/main" prst="line">
            <a:avLst/>
          </a:prstGeom>
          <a:ln xmlns:a="http://schemas.openxmlformats.org/drawingml/2006/main" w="19050">
            <a:solidFill>
              <a:srgbClr val="111318"/>
            </a:solidFill>
          </a:ln>
          <a:effectLst xmlns:a="http://schemas.openxmlformats.org/drawingml/2006/main">
            <a:outerShdw blurRad="38100" dist="20000" dir="5400000" sx="100000" sy="100000" kx="0" ky="0" algn="b" rotWithShape="0">
              <a:srgbClr val="000000">
                <a:alpha val="38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44" name="Connector 6">
            <a:extLst xmlns:a="http://schemas.openxmlformats.org/drawingml/2006/main">
              <a:ext uri="{FF2B5EF4-FFF2-40B4-BE49-F238E27FC236}">
                <a16:creationId xmlns:a16="http://schemas.microsoft.com/office/drawing/2014/main" id="{DB0C386F-1381-40F1-B7D2-774785074107}"/>
              </a:ext>
            </a:extLst>
          </p:cNvPr>
          <p:cNvSpPr>
            <a:spLocks xmlns:a="http://schemas.openxmlformats.org/drawingml/2006/main" noGrp="1"/>
          </p:cNvSpPr>
          <p:nvPr/>
        </p:nvSpPr>
        <p:spPr>
          <a:xfrm xmlns:a="http://schemas.openxmlformats.org/drawingml/2006/main">
            <a:off x="1659476" y="2832960"/>
            <a:ext cx="345652" cy="8"/>
          </a:xfrm>
          <a:prstGeom xmlns:a="http://schemas.openxmlformats.org/drawingml/2006/main" prst="line">
            <a:avLst/>
          </a:prstGeom>
          <a:ln xmlns:a="http://schemas.openxmlformats.org/drawingml/2006/main" w="19050">
            <a:solidFill>
              <a:srgbClr val="111318"/>
            </a:solidFill>
          </a:ln>
          <a:effectLst xmlns:a="http://schemas.openxmlformats.org/drawingml/2006/main">
            <a:outerShdw blurRad="38100" dist="20000" dir="5400000" sx="100000" sy="100000" kx="0" ky="0" algn="b" rotWithShape="0">
              <a:srgbClr val="000000">
                <a:alpha val="38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45" name="Connector 7">
            <a:extLst xmlns:a="http://schemas.openxmlformats.org/drawingml/2006/main">
              <a:ext uri="{FF2B5EF4-FFF2-40B4-BE49-F238E27FC236}">
                <a16:creationId xmlns:a16="http://schemas.microsoft.com/office/drawing/2014/main" id="{4E69DADE-2D92-4532-9FD0-71ECBF7F3CDB}"/>
              </a:ext>
            </a:extLst>
          </p:cNvPr>
          <p:cNvSpPr>
            <a:spLocks xmlns:a="http://schemas.openxmlformats.org/drawingml/2006/main" noGrp="1"/>
          </p:cNvSpPr>
          <p:nvPr/>
        </p:nvSpPr>
        <p:spPr>
          <a:xfrm xmlns:a="http://schemas.openxmlformats.org/drawingml/2006/main" flipH="1">
            <a:off x="1671821" y="3067505"/>
            <a:ext cx="160486" cy="259233"/>
          </a:xfrm>
          <a:prstGeom xmlns:a="http://schemas.openxmlformats.org/drawingml/2006/main" prst="line">
            <a:avLst/>
          </a:prstGeom>
          <a:ln xmlns:a="http://schemas.openxmlformats.org/drawingml/2006/main" w="19050">
            <a:solidFill>
              <a:srgbClr val="111318"/>
            </a:solidFill>
          </a:ln>
          <a:effectLst xmlns:a="http://schemas.openxmlformats.org/drawingml/2006/main">
            <a:outerShdw blurRad="38100" dist="20000" dir="5400000" sx="100000" sy="100000" kx="0" ky="0" algn="b" rotWithShape="0">
              <a:srgbClr val="000000">
                <a:alpha val="38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46" name="Connector 8">
            <a:extLst xmlns:a="http://schemas.openxmlformats.org/drawingml/2006/main">
              <a:ext uri="{FF2B5EF4-FFF2-40B4-BE49-F238E27FC236}">
                <a16:creationId xmlns:a16="http://schemas.microsoft.com/office/drawing/2014/main" id="{2530E6EC-88B4-4137-889E-18F60001659D}"/>
              </a:ext>
            </a:extLst>
          </p:cNvPr>
          <p:cNvSpPr>
            <a:spLocks xmlns:a="http://schemas.openxmlformats.org/drawingml/2006/main" noGrp="1"/>
          </p:cNvSpPr>
          <p:nvPr/>
        </p:nvSpPr>
        <p:spPr>
          <a:xfrm xmlns:a="http://schemas.openxmlformats.org/drawingml/2006/main">
            <a:off x="1832299" y="3067505"/>
            <a:ext cx="160485" cy="259233"/>
          </a:xfrm>
          <a:prstGeom xmlns:a="http://schemas.openxmlformats.org/drawingml/2006/main" prst="line">
            <a:avLst/>
          </a:prstGeom>
          <a:ln xmlns:a="http://schemas.openxmlformats.org/drawingml/2006/main" w="19050">
            <a:solidFill>
              <a:srgbClr val="111318"/>
            </a:solidFill>
          </a:ln>
          <a:effectLst xmlns:a="http://schemas.openxmlformats.org/drawingml/2006/main">
            <a:outerShdw blurRad="38100" dist="20000" dir="5400000" sx="100000" sy="100000" kx="0" ky="0" algn="b" rotWithShape="0">
              <a:srgbClr val="000000">
                <a:alpha val="38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47" name="Oval 19">
            <a:extLst xmlns:a="http://schemas.openxmlformats.org/drawingml/2006/main">
              <a:ext uri="{FF2B5EF4-FFF2-40B4-BE49-F238E27FC236}">
                <a16:creationId xmlns:a16="http://schemas.microsoft.com/office/drawing/2014/main" id="{CD156B00-CC19-447B-875E-9C386F0CCE77}"/>
              </a:ext>
            </a:extLst>
          </p:cNvPr>
          <p:cNvSpPr>
            <a:spLocks xmlns:a="http://schemas.openxmlformats.org/drawingml/2006/main" noGrp="1"/>
          </p:cNvSpPr>
          <p:nvPr/>
        </p:nvSpPr>
        <p:spPr>
          <a:xfrm xmlns:a="http://schemas.openxmlformats.org/drawingml/2006/main" rot="0" flipH="0" flipV="0">
            <a:off x="8060530" y="3550466"/>
            <a:ext cx="635025" cy="635025"/>
          </a:xfrm>
          <a:prstGeom xmlns:a="http://schemas.openxmlformats.org/drawingml/2006/main" prst="ellipse">
            <a:avLst/>
          </a:prstGeom>
          <a:solidFill xmlns:a="http://schemas.openxmlformats.org/drawingml/2006/main">
            <a:srgbClr val="1FA873"/>
          </a:solidFill>
          <a:ln xmlns:a="http://schemas.openxmlformats.org/drawingml/2006/main" w="10160">
            <a:solidFill>
              <a:srgbClr val="1FA873"/>
            </a:solidFill>
            <a:prstDash val="solid"/>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wrap="square" lIns="45718" tIns="45718" rIns="45718" bIns="45718" anchor="ctr">
            <a:noAutofit/>
          </a:bodyP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48" name="Connector 20">
            <a:extLst xmlns:a="http://schemas.openxmlformats.org/drawingml/2006/main">
              <a:ext uri="{FF2B5EF4-FFF2-40B4-BE49-F238E27FC236}">
                <a16:creationId xmlns:a16="http://schemas.microsoft.com/office/drawing/2014/main" id="{9DEACF00-89E9-48FD-AE79-298CD52622DF}"/>
              </a:ext>
            </a:extLst>
          </p:cNvPr>
          <p:cNvSpPr>
            <a:spLocks xmlns:a="http://schemas.openxmlformats.org/drawingml/2006/main" noGrp="1"/>
          </p:cNvSpPr>
          <p:nvPr/>
        </p:nvSpPr>
        <p:spPr>
          <a:xfrm xmlns:a="http://schemas.openxmlformats.org/drawingml/2006/main" rot="0" flipH="0" flipV="0">
            <a:off x="8187532" y="3889138"/>
            <a:ext cx="169341" cy="169341"/>
          </a:xfrm>
          <a:prstGeom xmlns:a="http://schemas.openxmlformats.org/drawingml/2006/main" prst="line">
            <a:avLst/>
          </a:prstGeom>
          <a:noFill xmlns:a="http://schemas.openxmlformats.org/drawingml/2006/main"/>
          <a:ln xmlns:a="http://schemas.openxmlformats.org/drawingml/2006/main" w="13970">
            <a:solidFill>
              <a:srgbClr val="FFFFFF"/>
            </a:solidFill>
            <a:prstDash val="solid"/>
          </a:ln>
          <a:effectLst xmlns:a="http://schemas.openxmlformats.org/drawingml/2006/main">
            <a:outerShdw blurRad="38100" dist="20000" dir="5400000" sx="100000" sy="100000" kx="0" ky="0" algn="b" rotWithShape="0">
              <a:srgbClr val="000000">
                <a:alpha val="38000"/>
              </a:srgbClr>
            </a:outerShdw>
          </a:effectLst>
        </p:spPr>
        <p:txBody>
          <a:bodyPr xmlns:a="http://schemas.openxmlformats.org/drawingml/2006/main" wrap="square" lIns="45718" tIns="45718" rIns="45718" bIns="45718" anchor="t">
            <a:noAutofit/>
          </a:bodyPr>
          <a:lstStyle xmlns:a="http://schemas.openxmlformats.org/drawingml/2006/main"/>
          <a:p xmlns:a="http://schemas.openxmlformats.org/drawingml/2006/main">
            <a:pPr>
              <a:buNone/>
            </a:pPr>
          </a:p>
        </p:txBody>
      </p:sp>
      <p:sp>
        <p:nvSpPr>
          <p:cNvPr id="149" name="Connector 21">
            <a:extLst xmlns:a="http://schemas.openxmlformats.org/drawingml/2006/main">
              <a:ext uri="{FF2B5EF4-FFF2-40B4-BE49-F238E27FC236}">
                <a16:creationId xmlns:a16="http://schemas.microsoft.com/office/drawing/2014/main" id="{388787D0-CFE5-49EE-8F66-B34AFA24BD07}"/>
              </a:ext>
            </a:extLst>
          </p:cNvPr>
          <p:cNvSpPr>
            <a:spLocks xmlns:a="http://schemas.openxmlformats.org/drawingml/2006/main" noGrp="1"/>
          </p:cNvSpPr>
          <p:nvPr/>
        </p:nvSpPr>
        <p:spPr>
          <a:xfrm xmlns:a="http://schemas.openxmlformats.org/drawingml/2006/main" rot="0" flipH="0" flipV="1">
            <a:off x="8356863" y="3719801"/>
            <a:ext cx="254008" cy="338678"/>
          </a:xfrm>
          <a:prstGeom xmlns:a="http://schemas.openxmlformats.org/drawingml/2006/main" prst="line">
            <a:avLst/>
          </a:prstGeom>
          <a:noFill xmlns:a="http://schemas.openxmlformats.org/drawingml/2006/main"/>
          <a:ln xmlns:a="http://schemas.openxmlformats.org/drawingml/2006/main" w="13970">
            <a:solidFill>
              <a:srgbClr val="FFFFFF"/>
            </a:solidFill>
            <a:prstDash val="solid"/>
          </a:ln>
          <a:effectLst xmlns:a="http://schemas.openxmlformats.org/drawingml/2006/main">
            <a:outerShdw blurRad="38100" dist="20000" dir="5400000" sx="100000" sy="100000" kx="0" ky="0" algn="b" rotWithShape="0">
              <a:srgbClr val="000000">
                <a:alpha val="38000"/>
              </a:srgbClr>
            </a:outerShdw>
          </a:effectLst>
        </p:spPr>
        <p:txBody>
          <a:bodyPr xmlns:a="http://schemas.openxmlformats.org/drawingml/2006/main" wrap="square" lIns="45718" tIns="45718" rIns="45718" bIns="45718" anchor="t">
            <a:noAutofit/>
          </a:bodyPr>
          <a:lstStyle xmlns:a="http://schemas.openxmlformats.org/drawingml/2006/main"/>
          <a:p xmlns:a="http://schemas.openxmlformats.org/drawingml/2006/main">
            <a:pPr>
              <a:buNone/>
            </a:pPr>
          </a:p>
        </p:txBody>
      </p:sp>
      <p:sp>
        <p:nvSpPr>
          <p:cNvPr id="151" name="Oval 22">
            <a:extLst xmlns:a="http://schemas.openxmlformats.org/drawingml/2006/main">
              <a:ext uri="{FF2B5EF4-FFF2-40B4-BE49-F238E27FC236}">
                <a16:creationId xmlns:a16="http://schemas.microsoft.com/office/drawing/2014/main" id="{F7149CF5-3A54-4288-AA46-41829522862E}"/>
              </a:ext>
            </a:extLst>
          </p:cNvPr>
          <p:cNvSpPr>
            <a:spLocks xmlns:a="http://schemas.openxmlformats.org/drawingml/2006/main" noGrp="1"/>
          </p:cNvSpPr>
          <p:nvPr/>
        </p:nvSpPr>
        <p:spPr>
          <a:xfrm xmlns:a="http://schemas.openxmlformats.org/drawingml/2006/main">
            <a:off x="8865872" y="3550472"/>
            <a:ext cx="635013" cy="635015"/>
          </a:xfrm>
          <a:prstGeom xmlns:a="http://schemas.openxmlformats.org/drawingml/2006/main" prst="ellipse">
            <a:avLst/>
          </a:prstGeom>
          <a:solidFill xmlns:a="http://schemas.openxmlformats.org/drawingml/2006/main">
            <a:schemeClr val="accent2">
              <a:lumOff val="-10549"/>
            </a:schemeClr>
          </a:solidFill>
          <a:ln xmlns:a="http://schemas.openxmlformats.org/drawingml/2006/main" w="25400">
            <a:solidFill>
              <a:srgbClr val="8C3A3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buNone/>
              <a:defRPr>
                <a:solidFill>
                  <a:srgbClr val="FFFFFF"/>
                </a:solidFill>
                <a:latin typeface="+mn-lt"/>
                <a:ea typeface="+mn-lt"/>
                <a:cs typeface="+mn-lt"/>
              </a:defRPr>
            </a:pPr>
          </a:p>
        </p:txBody>
      </p:sp>
      <p:sp>
        <p:nvSpPr>
          <p:cNvPr id="152" name="Connector 23">
            <a:extLst xmlns:a="http://schemas.openxmlformats.org/drawingml/2006/main">
              <a:ext uri="{FF2B5EF4-FFF2-40B4-BE49-F238E27FC236}">
                <a16:creationId xmlns:a16="http://schemas.microsoft.com/office/drawing/2014/main" id="{88B94852-03F9-4B8A-BACC-B4E1FFD0E6E2}"/>
              </a:ext>
            </a:extLst>
          </p:cNvPr>
          <p:cNvSpPr>
            <a:spLocks xmlns:a="http://schemas.openxmlformats.org/drawingml/2006/main" noGrp="1"/>
          </p:cNvSpPr>
          <p:nvPr/>
        </p:nvSpPr>
        <p:spPr>
          <a:xfrm xmlns:a="http://schemas.openxmlformats.org/drawingml/2006/main">
            <a:off x="8992871" y="3867972"/>
            <a:ext cx="381008" cy="8"/>
          </a:xfrm>
          <a:prstGeom xmlns:a="http://schemas.openxmlformats.org/drawingml/2006/main" prst="line">
            <a:avLst/>
          </a:prstGeom>
          <a:ln xmlns:a="http://schemas.openxmlformats.org/drawingml/2006/main" w="12700">
            <a:solidFill>
              <a:srgbClr val="FFFFFF"/>
            </a:solidFill>
          </a:ln>
          <a:effectLst xmlns:a="http://schemas.openxmlformats.org/drawingml/2006/main">
            <a:outerShdw blurRad="38100" dist="20000" dir="5400000" sx="100000" sy="100000" kx="0" ky="0" algn="b" rotWithShape="0">
              <a:srgbClr val="000000">
                <a:alpha val="38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53" name="Connector 24">
            <a:extLst xmlns:a="http://schemas.openxmlformats.org/drawingml/2006/main">
              <a:ext uri="{FF2B5EF4-FFF2-40B4-BE49-F238E27FC236}">
                <a16:creationId xmlns:a16="http://schemas.microsoft.com/office/drawing/2014/main" id="{AA68087C-E9C4-4870-AA53-A11813159C3E}"/>
              </a:ext>
            </a:extLst>
          </p:cNvPr>
          <p:cNvSpPr>
            <a:spLocks xmlns:a="http://schemas.openxmlformats.org/drawingml/2006/main" noGrp="1"/>
          </p:cNvSpPr>
          <p:nvPr/>
        </p:nvSpPr>
        <p:spPr>
          <a:xfrm xmlns:a="http://schemas.openxmlformats.org/drawingml/2006/main">
            <a:off x="2693659" y="2846066"/>
            <a:ext cx="1371611" cy="8"/>
          </a:xfrm>
          <a:prstGeom xmlns:a="http://schemas.openxmlformats.org/drawingml/2006/main" prst="line">
            <a:avLst/>
          </a:prstGeom>
          <a:ln xmlns:a="http://schemas.openxmlformats.org/drawingml/2006/main" w="17780">
            <a:solidFill>
              <a:srgbClr val="DADDE2"/>
            </a:solidFill>
          </a:ln>
          <a:effectLst xmlns:a="http://schemas.openxmlformats.org/drawingml/2006/main">
            <a:outerShdw blurRad="38100" dist="20000" dir="5400000" sx="100000" sy="100000" kx="0" ky="0" algn="b" rotWithShape="0">
              <a:srgbClr val="000000">
                <a:alpha val="38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54" name="TextBox 25">
            <a:extLst xmlns:a="http://schemas.openxmlformats.org/drawingml/2006/main">
              <a:ext uri="{FF2B5EF4-FFF2-40B4-BE49-F238E27FC236}">
                <a16:creationId xmlns:a16="http://schemas.microsoft.com/office/drawing/2014/main" id="{7E668EEC-4CBC-4C7E-8893-FC7442160B6C}"/>
              </a:ext>
            </a:extLst>
          </p:cNvPr>
          <p:cNvSpPr>
            <a:spLocks xmlns:a="http://schemas.openxmlformats.org/drawingml/2006/main" noGrp="1"/>
          </p:cNvSpPr>
          <p:nvPr/>
        </p:nvSpPr>
        <p:spPr>
          <a:xfrm xmlns:a="http://schemas.openxmlformats.org/drawingml/2006/main">
            <a:off x="4074407" y="2654044"/>
            <a:ext cx="292616" cy="3048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2100" b="1">
                <a:solidFill>
                  <a:srgbClr val="73777F"/>
                </a:solidFill>
                <a:latin typeface="Helvetica Neue"/>
                <a:ea typeface="Helvetica Neue"/>
                <a:cs typeface="Helvetica Neue"/>
              </a:defRPr>
            </a:lvl1pPr>
          </a:lstStyle>
          <a:p xmlns:a="http://schemas.openxmlformats.org/drawingml/2006/main">
            <a:pPr>
              <a:buNone/>
            </a:pPr>
            <a:r>
              <a:t>→</a:t>
            </a:r>
          </a:p>
        </p:txBody>
      </p:sp>
      <p:sp>
        <p:nvSpPr>
          <p:cNvPr id="155" name="TextBox 28">
            <a:extLst xmlns:a="http://schemas.openxmlformats.org/drawingml/2006/main">
              <a:ext uri="{FF2B5EF4-FFF2-40B4-BE49-F238E27FC236}">
                <a16:creationId xmlns:a16="http://schemas.microsoft.com/office/drawing/2014/main" id="{6985F0A7-7AA8-47BA-8488-092C3C4D4BEF}"/>
              </a:ext>
            </a:extLst>
          </p:cNvPr>
          <p:cNvSpPr>
            <a:spLocks xmlns:a="http://schemas.openxmlformats.org/drawingml/2006/main" noGrp="1"/>
          </p:cNvSpPr>
          <p:nvPr/>
        </p:nvSpPr>
        <p:spPr>
          <a:xfrm xmlns:a="http://schemas.openxmlformats.org/drawingml/2006/main">
            <a:off x="1685330" y="4403166"/>
            <a:ext cx="2560330" cy="26043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700" b="1">
                <a:solidFill>
                  <a:srgbClr val="3977F6"/>
                </a:solidFill>
                <a:latin typeface="Helvetica Neue"/>
                <a:ea typeface="Helvetica Neue"/>
                <a:cs typeface="Helvetica Neue"/>
              </a:defRPr>
            </a:pPr>
            <a:r>
              <a:t>• </a:t>
            </a:r>
            <a:r>
              <a:rPr>
                <a:solidFill>
                  <a:srgbClr val="111318"/>
                </a:solidFill>
              </a:rPr>
              <a:t>Sees the note</a:t>
            </a:r>
          </a:p>
        </p:txBody>
      </p:sp>
      <p:sp>
        <p:nvSpPr>
          <p:cNvPr id="156" name="TextBox 29">
            <a:extLst xmlns:a="http://schemas.openxmlformats.org/drawingml/2006/main">
              <a:ext uri="{FF2B5EF4-FFF2-40B4-BE49-F238E27FC236}">
                <a16:creationId xmlns:a16="http://schemas.microsoft.com/office/drawing/2014/main" id="{26322537-BD57-4A2A-91B6-5A95467D3495}"/>
              </a:ext>
            </a:extLst>
          </p:cNvPr>
          <p:cNvSpPr>
            <a:spLocks xmlns:a="http://schemas.openxmlformats.org/drawingml/2006/main" noGrp="1"/>
          </p:cNvSpPr>
          <p:nvPr/>
        </p:nvSpPr>
        <p:spPr>
          <a:xfrm xmlns:a="http://schemas.openxmlformats.org/drawingml/2006/main">
            <a:off x="5009839" y="5630290"/>
            <a:ext cx="2926089" cy="26043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700" b="1">
                <a:solidFill>
                  <a:srgbClr val="3977F6"/>
                </a:solidFill>
                <a:latin typeface="Helvetica Neue"/>
                <a:ea typeface="Helvetica Neue"/>
                <a:cs typeface="Helvetica Neue"/>
              </a:defRPr>
            </a:pPr>
            <a:r>
              <a:t>• </a:t>
            </a:r>
            <a:r>
              <a:rPr>
                <a:solidFill>
                  <a:srgbClr val="111318"/>
                </a:solidFill>
              </a:rPr>
              <a:t>Reads the context</a:t>
            </a:r>
          </a:p>
        </p:txBody>
      </p:sp>
      <p:sp>
        <p:nvSpPr>
          <p:cNvPr id="157" name="TextBox 30">
            <a:extLst xmlns:a="http://schemas.openxmlformats.org/drawingml/2006/main">
              <a:ext uri="{FF2B5EF4-FFF2-40B4-BE49-F238E27FC236}">
                <a16:creationId xmlns:a16="http://schemas.microsoft.com/office/drawing/2014/main" id="{A4859349-1623-407D-BC5A-10748A9E9116}"/>
              </a:ext>
            </a:extLst>
          </p:cNvPr>
          <p:cNvSpPr>
            <a:spLocks xmlns:a="http://schemas.openxmlformats.org/drawingml/2006/main" noGrp="1"/>
          </p:cNvSpPr>
          <p:nvPr/>
        </p:nvSpPr>
        <p:spPr>
          <a:xfrm xmlns:a="http://schemas.openxmlformats.org/drawingml/2006/main">
            <a:off x="8578742" y="4413015"/>
            <a:ext cx="2834648" cy="26043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700" b="1">
                <a:solidFill>
                  <a:srgbClr val="1FA873"/>
                </a:solidFill>
                <a:latin typeface="Helvetica Neue"/>
                <a:ea typeface="Helvetica Neue"/>
                <a:cs typeface="Helvetica Neue"/>
              </a:defRPr>
            </a:pPr>
            <a:r>
              <a:t>• </a:t>
            </a:r>
            <a:r>
              <a:rPr>
                <a:solidFill>
                  <a:srgbClr val="111318"/>
                </a:solidFill>
              </a:rPr>
              <a:t>Rates helpfulness</a:t>
            </a:r>
          </a:p>
        </p:txBody>
      </p:sp>
      <p:pic>
        <p:nvPicPr>
          <p:cNvPr id="180" name="pasted-movie.png"/>
          <p:cNvPicPr>
            <a:picLocks xmlns:a="http://schemas.openxmlformats.org/drawingml/2006/main" noChangeAspect="1"/>
          </p:cNvPicPr>
          <p:nvPr/>
        </p:nvPicPr>
        <p:blipFill>
          <a:blip xmlns:r="http://schemas.openxmlformats.org/officeDocument/2006/relationships" xmlns:a="http://schemas.openxmlformats.org/drawingml/2006/main" r:embed="R0a3cd3d48b7c4910"/>
          <a:stretch xmlns:a="http://schemas.openxmlformats.org/drawingml/2006/main">
            <a:fillRect l="0" t="0" r="0" b="0"/>
          </a:stretch>
        </p:blipFill>
        <p:spPr>
          <a:xfrm xmlns:a="http://schemas.openxmlformats.org/drawingml/2006/main">
            <a:off x="5055558" y="1462274"/>
            <a:ext cx="2834648" cy="3968502"/>
          </a:xfrm>
          <a:prstGeom xmlns:a="http://schemas.openxmlformats.org/drawingml/2006/main" prst="rect">
            <a:avLst/>
          </a:prstGeom>
          <a:ln xmlns:a="http://schemas.openxmlformats.org/drawingml/2006/main" w="12700">
            <a:miter/>
          </a:ln>
        </p:spPr>
      </p:pic>
      <p:sp>
        <p:nvSpPr>
          <p:cNvPr id="159" name="Rectangle">
            <a:extLst xmlns:a="http://schemas.openxmlformats.org/drawingml/2006/main">
              <a:ext uri="{FF2B5EF4-FFF2-40B4-BE49-F238E27FC236}">
                <a16:creationId xmlns:a16="http://schemas.microsoft.com/office/drawing/2014/main" id="{7216CDF0-385E-4786-9226-C3E3B340C885}"/>
              </a:ext>
            </a:extLst>
          </p:cNvPr>
          <p:cNvSpPr>
            <a:spLocks xmlns:a="http://schemas.openxmlformats.org/drawingml/2006/main" noGrp="1"/>
          </p:cNvSpPr>
          <p:nvPr/>
        </p:nvSpPr>
        <p:spPr>
          <a:xfrm xmlns:a="http://schemas.openxmlformats.org/drawingml/2006/main">
            <a:off x="4623363" y="1454860"/>
            <a:ext cx="6103252" cy="4694573"/>
          </a:xfrm>
          <a:prstGeom xmlns:a="http://schemas.openxmlformats.org/drawingml/2006/main" prst="rect">
            <a:avLst/>
          </a:prstGeom>
          <a:solidFill xmlns:a="http://schemas.openxmlformats.org/drawingml/2006/main">
            <a:srgbClr val="FFFFFF"/>
          </a:solidFill>
          <a:ln xmlns:a="http://schemas.openxmlformats.org/drawingml/2006/main" w="12700"/>
        </p:spPr>
        <p:txBody>
          <a:bodyPr xmlns:a="http://schemas.openxmlformats.org/drawingml/2006/main" lIns="45718" tIns="45718" rIns="45718" bIns="45718" anchor="ctr"/>
          <a:lstStyle xmlns:a="http://schemas.openxmlformats.org/drawingml/2006/main"/>
          <a:p xmlns:a="http://schemas.openxmlformats.org/drawingml/2006/main">
            <a:pPr>
              <a:buNone/>
              <a:defRPr>
                <a:latin typeface="+mn-lt"/>
                <a:ea typeface="+mn-lt"/>
                <a:cs typeface="+mn-lt"/>
              </a:defRPr>
            </a:pPr>
          </a:p>
        </p:txBody>
      </p:sp>
    </p:spTree>
    <p:extLst>
      <p:ext uri="{BB962C8B-B14F-4D97-AF65-F5344CB8AC3E}">
        <p14:creationId xmlns:p14="http://schemas.microsoft.com/office/powerpoint/2010/main" val="882379490"/>
      </p:ext>
    </p:extLst>
  </p:cSld>
</p:sld>
</file>

<file path=ppt/slides/slide3.xml><?xml version="1.0" encoding="utf-8"?>
<p:sld xmlns:p="http://schemas.openxmlformats.org/presentationml/2006/main" showMasterSp="1">
  <p:cSld>
    <p:spTree>
      <p:nvGrpSpPr>
        <p:cNvPr id="1" name=""/>
        <p:cNvGrpSpPr/>
        <p:nvPr/>
      </p:nvGrpSpPr>
      <p:grpSpPr>
        <a:xfrm xmlns:a="http://schemas.openxmlformats.org/drawingml/2006/main"/>
      </p:grpSpPr>
      <p:sp>
        <p:nvSpPr>
          <p:cNvPr id="161" name="TextBox 1">
            <a:extLst xmlns:a="http://schemas.openxmlformats.org/drawingml/2006/main">
              <a:ext uri="{FF2B5EF4-FFF2-40B4-BE49-F238E27FC236}">
                <a16:creationId xmlns:a16="http://schemas.microsoft.com/office/drawing/2014/main" id="{9790BEBA-CB65-47B2-AE15-9BBA73ACFAD6}"/>
              </a:ext>
            </a:extLst>
          </p:cNvPr>
          <p:cNvSpPr>
            <a:spLocks xmlns:a="http://schemas.openxmlformats.org/drawingml/2006/main" noGrp="1"/>
          </p:cNvSpPr>
          <p:nvPr/>
        </p:nvSpPr>
        <p:spPr>
          <a:xfrm xmlns:a="http://schemas.openxmlformats.org/drawingml/2006/main">
            <a:off x="603504" y="420623"/>
            <a:ext cx="4297680" cy="14871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000" b="1">
                <a:solidFill>
                  <a:srgbClr val="73777F"/>
                </a:solidFill>
                <a:latin typeface="Helvetica Neue"/>
                <a:ea typeface="Helvetica Neue"/>
                <a:cs typeface="Helvetica Neue"/>
              </a:defRPr>
            </a:lvl1pPr>
          </a:lstStyle>
          <a:p xmlns:a="http://schemas.openxmlformats.org/drawingml/2006/main">
            <a:pPr>
              <a:buNone/>
            </a:pPr>
            <a:r>
              <a:t>WHAT IS COMMUNITY NOTES?</a:t>
            </a:r>
          </a:p>
        </p:txBody>
      </p:sp>
      <p:sp>
        <p:nvSpPr>
          <p:cNvPr id="162" name="TextBox 2">
            <a:extLst xmlns:a="http://schemas.openxmlformats.org/drawingml/2006/main">
              <a:ext uri="{FF2B5EF4-FFF2-40B4-BE49-F238E27FC236}">
                <a16:creationId xmlns:a16="http://schemas.microsoft.com/office/drawing/2014/main" id="{1356CD24-3DAA-448A-8457-1FAC7F39C7C7}"/>
              </a:ext>
            </a:extLst>
          </p:cNvPr>
          <p:cNvSpPr>
            <a:spLocks xmlns:a="http://schemas.openxmlformats.org/drawingml/2006/main" noGrp="1"/>
          </p:cNvSpPr>
          <p:nvPr/>
        </p:nvSpPr>
        <p:spPr>
          <a:xfrm xmlns:a="http://schemas.openxmlformats.org/drawingml/2006/main">
            <a:off x="603504" y="786383"/>
            <a:ext cx="10424160" cy="458849"/>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3000" b="1">
                <a:solidFill>
                  <a:srgbClr val="111318"/>
                </a:solidFill>
                <a:latin typeface="Helvetica Neue"/>
                <a:ea typeface="Helvetica Neue"/>
                <a:cs typeface="Helvetica Neue"/>
              </a:defRPr>
            </a:lvl1pPr>
          </a:lstStyle>
          <a:p xmlns:a="http://schemas.openxmlformats.org/drawingml/2006/main">
            <a:pPr>
              <a:buNone/>
            </a:pPr>
            <a:r>
              <a:t>One note. One decision.</a:t>
            </a:r>
          </a:p>
        </p:txBody>
      </p:sp>
      <p:sp>
        <p:nvSpPr>
          <p:cNvPr id="163" name="TextBox 3">
            <a:extLst xmlns:a="http://schemas.openxmlformats.org/drawingml/2006/main">
              <a:ext uri="{FF2B5EF4-FFF2-40B4-BE49-F238E27FC236}">
                <a16:creationId xmlns:a16="http://schemas.microsoft.com/office/drawing/2014/main" id="{C6B61728-10B7-4164-86E1-D5C628DA4CA1}"/>
              </a:ext>
            </a:extLst>
          </p:cNvPr>
          <p:cNvSpPr>
            <a:spLocks xmlns:a="http://schemas.openxmlformats.org/drawingml/2006/main" noGrp="1"/>
          </p:cNvSpPr>
          <p:nvPr/>
        </p:nvSpPr>
        <p:spPr>
          <a:xfrm xmlns:a="http://schemas.openxmlformats.org/drawingml/2006/main">
            <a:off x="11082528" y="457198"/>
            <a:ext cx="438918" cy="136385"/>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r">
              <a:buNone/>
              <a:defRPr sz="900" b="1">
                <a:solidFill>
                  <a:srgbClr val="73777F"/>
                </a:solidFill>
                <a:latin typeface="Helvetica Neue"/>
                <a:ea typeface="Helvetica Neue"/>
                <a:cs typeface="Helvetica Neue"/>
              </a:defRPr>
            </a:lvl1pPr>
          </a:lstStyle>
          <a:p xmlns:a="http://schemas.openxmlformats.org/drawingml/2006/main">
            <a:pPr>
              <a:buNone/>
            </a:pPr>
            <a:r>
              <a:t>02</a:t>
            </a:r>
          </a:p>
        </p:txBody>
      </p:sp>
      <p:sp>
        <p:nvSpPr>
          <p:cNvPr id="164" name="TextBox 31">
            <a:extLst xmlns:a="http://schemas.openxmlformats.org/drawingml/2006/main">
              <a:ext uri="{FF2B5EF4-FFF2-40B4-BE49-F238E27FC236}">
                <a16:creationId xmlns:a16="http://schemas.microsoft.com/office/drawing/2014/main" id="{2A863691-09B7-4956-81D9-E9174E4FDB00}"/>
              </a:ext>
            </a:extLst>
          </p:cNvPr>
          <p:cNvSpPr>
            <a:spLocks xmlns:a="http://schemas.openxmlformats.org/drawingml/2006/main" noGrp="1"/>
          </p:cNvSpPr>
          <p:nvPr/>
        </p:nvSpPr>
        <p:spPr>
          <a:xfrm xmlns:a="http://schemas.openxmlformats.org/drawingml/2006/main">
            <a:off x="621792" y="6455664"/>
            <a:ext cx="10881360"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800">
                <a:solidFill>
                  <a:srgbClr val="73777F"/>
                </a:solidFill>
                <a:latin typeface="Helvetica Neue"/>
                <a:ea typeface="Helvetica Neue"/>
                <a:cs typeface="Helvetica Neue"/>
              </a:defRPr>
            </a:lvl1pPr>
          </a:lstStyle>
          <a:p xmlns:a="http://schemas.openxmlformats.org/drawingml/2006/main">
            <a:pPr>
              <a:buNone/>
            </a:pPr>
            <a:r>
              <a:t>• X Community Notes (2026)</a:t>
            </a:r>
          </a:p>
        </p:txBody>
      </p:sp>
      <p:sp>
        <p:nvSpPr>
          <p:cNvPr id="165" name="Oval 4">
            <a:extLst xmlns:a="http://schemas.openxmlformats.org/drawingml/2006/main">
              <a:ext uri="{FF2B5EF4-FFF2-40B4-BE49-F238E27FC236}">
                <a16:creationId xmlns:a16="http://schemas.microsoft.com/office/drawing/2014/main" id="{5D23CEED-9686-40AC-A283-5CEABAE42789}"/>
              </a:ext>
            </a:extLst>
          </p:cNvPr>
          <p:cNvSpPr>
            <a:spLocks xmlns:a="http://schemas.openxmlformats.org/drawingml/2006/main" noGrp="1"/>
          </p:cNvSpPr>
          <p:nvPr/>
        </p:nvSpPr>
        <p:spPr>
          <a:xfrm xmlns:a="http://schemas.openxmlformats.org/drawingml/2006/main">
            <a:off x="1708854" y="2413249"/>
            <a:ext cx="246901" cy="246901"/>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66" name="Connector 5">
            <a:extLst xmlns:a="http://schemas.openxmlformats.org/drawingml/2006/main">
              <a:ext uri="{FF2B5EF4-FFF2-40B4-BE49-F238E27FC236}">
                <a16:creationId xmlns:a16="http://schemas.microsoft.com/office/drawing/2014/main" id="{1081B436-9583-46F9-9242-9769783FC977}"/>
              </a:ext>
            </a:extLst>
          </p:cNvPr>
          <p:cNvSpPr>
            <a:spLocks xmlns:a="http://schemas.openxmlformats.org/drawingml/2006/main" noGrp="1"/>
          </p:cNvSpPr>
          <p:nvPr/>
        </p:nvSpPr>
        <p:spPr>
          <a:xfrm xmlns:a="http://schemas.openxmlformats.org/drawingml/2006/main">
            <a:off x="1832299" y="2660138"/>
            <a:ext cx="8" cy="407366"/>
          </a:xfrm>
          <a:prstGeom xmlns:a="http://schemas.openxmlformats.org/drawingml/2006/main" prst="line">
            <a:avLst/>
          </a:prstGeom>
          <a:ln xmlns:a="http://schemas.openxmlformats.org/drawingml/2006/main" w="19050">
            <a:solidFill>
              <a:srgbClr val="111318"/>
            </a:solidFill>
          </a:ln>
          <a:effectLst xmlns:a="http://schemas.openxmlformats.org/drawingml/2006/main">
            <a:outerShdw blurRad="38100" dist="20000" dir="5400000" sx="100000" sy="100000" kx="0" ky="0" algn="b" rotWithShape="0">
              <a:srgbClr val="000000">
                <a:alpha val="38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67" name="Connector 6">
            <a:extLst xmlns:a="http://schemas.openxmlformats.org/drawingml/2006/main">
              <a:ext uri="{FF2B5EF4-FFF2-40B4-BE49-F238E27FC236}">
                <a16:creationId xmlns:a16="http://schemas.microsoft.com/office/drawing/2014/main" id="{2761EAE2-A2AD-4A83-A60A-6553CA56E890}"/>
              </a:ext>
            </a:extLst>
          </p:cNvPr>
          <p:cNvSpPr>
            <a:spLocks xmlns:a="http://schemas.openxmlformats.org/drawingml/2006/main" noGrp="1"/>
          </p:cNvSpPr>
          <p:nvPr/>
        </p:nvSpPr>
        <p:spPr>
          <a:xfrm xmlns:a="http://schemas.openxmlformats.org/drawingml/2006/main">
            <a:off x="1659476" y="2832960"/>
            <a:ext cx="345652" cy="8"/>
          </a:xfrm>
          <a:prstGeom xmlns:a="http://schemas.openxmlformats.org/drawingml/2006/main" prst="line">
            <a:avLst/>
          </a:prstGeom>
          <a:ln xmlns:a="http://schemas.openxmlformats.org/drawingml/2006/main" w="19050">
            <a:solidFill>
              <a:srgbClr val="111318"/>
            </a:solidFill>
          </a:ln>
          <a:effectLst xmlns:a="http://schemas.openxmlformats.org/drawingml/2006/main">
            <a:outerShdw blurRad="38100" dist="20000" dir="5400000" sx="100000" sy="100000" kx="0" ky="0" algn="b" rotWithShape="0">
              <a:srgbClr val="000000">
                <a:alpha val="38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68" name="Connector 7">
            <a:extLst xmlns:a="http://schemas.openxmlformats.org/drawingml/2006/main">
              <a:ext uri="{FF2B5EF4-FFF2-40B4-BE49-F238E27FC236}">
                <a16:creationId xmlns:a16="http://schemas.microsoft.com/office/drawing/2014/main" id="{87E51B35-34C0-4505-9E59-8656056A95E4}"/>
              </a:ext>
            </a:extLst>
          </p:cNvPr>
          <p:cNvSpPr>
            <a:spLocks xmlns:a="http://schemas.openxmlformats.org/drawingml/2006/main" noGrp="1"/>
          </p:cNvSpPr>
          <p:nvPr/>
        </p:nvSpPr>
        <p:spPr>
          <a:xfrm xmlns:a="http://schemas.openxmlformats.org/drawingml/2006/main" flipH="1">
            <a:off x="1671821" y="3067505"/>
            <a:ext cx="160486" cy="259233"/>
          </a:xfrm>
          <a:prstGeom xmlns:a="http://schemas.openxmlformats.org/drawingml/2006/main" prst="line">
            <a:avLst/>
          </a:prstGeom>
          <a:ln xmlns:a="http://schemas.openxmlformats.org/drawingml/2006/main" w="19050">
            <a:solidFill>
              <a:srgbClr val="111318"/>
            </a:solidFill>
          </a:ln>
          <a:effectLst xmlns:a="http://schemas.openxmlformats.org/drawingml/2006/main">
            <a:outerShdw blurRad="38100" dist="20000" dir="5400000" sx="100000" sy="100000" kx="0" ky="0" algn="b" rotWithShape="0">
              <a:srgbClr val="000000">
                <a:alpha val="38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69" name="Connector 8">
            <a:extLst xmlns:a="http://schemas.openxmlformats.org/drawingml/2006/main">
              <a:ext uri="{FF2B5EF4-FFF2-40B4-BE49-F238E27FC236}">
                <a16:creationId xmlns:a16="http://schemas.microsoft.com/office/drawing/2014/main" id="{27B2D52F-015A-4306-897E-D4ADAB9A10B3}"/>
              </a:ext>
            </a:extLst>
          </p:cNvPr>
          <p:cNvSpPr>
            <a:spLocks xmlns:a="http://schemas.openxmlformats.org/drawingml/2006/main" noGrp="1"/>
          </p:cNvSpPr>
          <p:nvPr/>
        </p:nvSpPr>
        <p:spPr>
          <a:xfrm xmlns:a="http://schemas.openxmlformats.org/drawingml/2006/main">
            <a:off x="1832299" y="3067505"/>
            <a:ext cx="160485" cy="259233"/>
          </a:xfrm>
          <a:prstGeom xmlns:a="http://schemas.openxmlformats.org/drawingml/2006/main" prst="line">
            <a:avLst/>
          </a:prstGeom>
          <a:ln xmlns:a="http://schemas.openxmlformats.org/drawingml/2006/main" w="19050">
            <a:solidFill>
              <a:srgbClr val="111318"/>
            </a:solidFill>
          </a:ln>
          <a:effectLst xmlns:a="http://schemas.openxmlformats.org/drawingml/2006/main">
            <a:outerShdw blurRad="38100" dist="20000" dir="5400000" sx="100000" sy="100000" kx="0" ky="0" algn="b" rotWithShape="0">
              <a:srgbClr val="000000">
                <a:alpha val="38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70" name="Oval 19">
            <a:extLst xmlns:a="http://schemas.openxmlformats.org/drawingml/2006/main">
              <a:ext uri="{FF2B5EF4-FFF2-40B4-BE49-F238E27FC236}">
                <a16:creationId xmlns:a16="http://schemas.microsoft.com/office/drawing/2014/main" id="{39A092C9-00B7-4868-B768-5FD1A53DAF72}"/>
              </a:ext>
            </a:extLst>
          </p:cNvPr>
          <p:cNvSpPr>
            <a:spLocks xmlns:a="http://schemas.openxmlformats.org/drawingml/2006/main" noGrp="1"/>
          </p:cNvSpPr>
          <p:nvPr/>
        </p:nvSpPr>
        <p:spPr>
          <a:xfrm xmlns:a="http://schemas.openxmlformats.org/drawingml/2006/main" rot="0" flipH="0" flipV="0">
            <a:off x="8060530" y="3550466"/>
            <a:ext cx="635025" cy="635025"/>
          </a:xfrm>
          <a:prstGeom xmlns:a="http://schemas.openxmlformats.org/drawingml/2006/main" prst="ellipse">
            <a:avLst/>
          </a:prstGeom>
          <a:solidFill xmlns:a="http://schemas.openxmlformats.org/drawingml/2006/main">
            <a:srgbClr val="1FA873"/>
          </a:solidFill>
          <a:ln xmlns:a="http://schemas.openxmlformats.org/drawingml/2006/main" w="10160">
            <a:solidFill>
              <a:srgbClr val="1FA873"/>
            </a:solidFill>
            <a:prstDash val="solid"/>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wrap="square" lIns="45718" tIns="45718" rIns="45718" bIns="45718" anchor="ctr">
            <a:noAutofit/>
          </a:bodyP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71" name="Connector 20">
            <a:extLst xmlns:a="http://schemas.openxmlformats.org/drawingml/2006/main">
              <a:ext uri="{FF2B5EF4-FFF2-40B4-BE49-F238E27FC236}">
                <a16:creationId xmlns:a16="http://schemas.microsoft.com/office/drawing/2014/main" id="{88E8C402-3521-422B-8B4B-2FAA4DA80694}"/>
              </a:ext>
            </a:extLst>
          </p:cNvPr>
          <p:cNvSpPr>
            <a:spLocks xmlns:a="http://schemas.openxmlformats.org/drawingml/2006/main" noGrp="1"/>
          </p:cNvSpPr>
          <p:nvPr/>
        </p:nvSpPr>
        <p:spPr>
          <a:xfrm xmlns:a="http://schemas.openxmlformats.org/drawingml/2006/main" rot="0" flipH="0" flipV="0">
            <a:off x="8187532" y="3889138"/>
            <a:ext cx="169341" cy="169341"/>
          </a:xfrm>
          <a:prstGeom xmlns:a="http://schemas.openxmlformats.org/drawingml/2006/main" prst="line">
            <a:avLst/>
          </a:prstGeom>
          <a:noFill xmlns:a="http://schemas.openxmlformats.org/drawingml/2006/main"/>
          <a:ln xmlns:a="http://schemas.openxmlformats.org/drawingml/2006/main" w="13970">
            <a:solidFill>
              <a:srgbClr val="FFFFFF"/>
            </a:solidFill>
            <a:prstDash val="solid"/>
          </a:ln>
          <a:effectLst xmlns:a="http://schemas.openxmlformats.org/drawingml/2006/main">
            <a:outerShdw blurRad="38100" dist="20000" dir="5400000" sx="100000" sy="100000" kx="0" ky="0" algn="b" rotWithShape="0">
              <a:srgbClr val="000000">
                <a:alpha val="38000"/>
              </a:srgbClr>
            </a:outerShdw>
          </a:effectLst>
        </p:spPr>
        <p:txBody>
          <a:bodyPr xmlns:a="http://schemas.openxmlformats.org/drawingml/2006/main" wrap="square" lIns="45718" tIns="45718" rIns="45718" bIns="45718" anchor="t">
            <a:noAutofit/>
          </a:bodyPr>
          <a:lstStyle xmlns:a="http://schemas.openxmlformats.org/drawingml/2006/main"/>
          <a:p xmlns:a="http://schemas.openxmlformats.org/drawingml/2006/main">
            <a:pPr>
              <a:buNone/>
            </a:pPr>
          </a:p>
        </p:txBody>
      </p:sp>
      <p:sp>
        <p:nvSpPr>
          <p:cNvPr id="172" name="Connector 21">
            <a:extLst xmlns:a="http://schemas.openxmlformats.org/drawingml/2006/main">
              <a:ext uri="{FF2B5EF4-FFF2-40B4-BE49-F238E27FC236}">
                <a16:creationId xmlns:a16="http://schemas.microsoft.com/office/drawing/2014/main" id="{3EB6D773-D3D7-4662-8AFC-DFF44EFC836D}"/>
              </a:ext>
            </a:extLst>
          </p:cNvPr>
          <p:cNvSpPr>
            <a:spLocks xmlns:a="http://schemas.openxmlformats.org/drawingml/2006/main" noGrp="1"/>
          </p:cNvSpPr>
          <p:nvPr/>
        </p:nvSpPr>
        <p:spPr>
          <a:xfrm xmlns:a="http://schemas.openxmlformats.org/drawingml/2006/main" rot="0" flipH="0" flipV="1">
            <a:off x="8356863" y="3719801"/>
            <a:ext cx="254008" cy="338678"/>
          </a:xfrm>
          <a:prstGeom xmlns:a="http://schemas.openxmlformats.org/drawingml/2006/main" prst="line">
            <a:avLst/>
          </a:prstGeom>
          <a:noFill xmlns:a="http://schemas.openxmlformats.org/drawingml/2006/main"/>
          <a:ln xmlns:a="http://schemas.openxmlformats.org/drawingml/2006/main" w="13970">
            <a:solidFill>
              <a:srgbClr val="FFFFFF"/>
            </a:solidFill>
            <a:prstDash val="solid"/>
          </a:ln>
          <a:effectLst xmlns:a="http://schemas.openxmlformats.org/drawingml/2006/main">
            <a:outerShdw blurRad="38100" dist="20000" dir="5400000" sx="100000" sy="100000" kx="0" ky="0" algn="b" rotWithShape="0">
              <a:srgbClr val="000000">
                <a:alpha val="38000"/>
              </a:srgbClr>
            </a:outerShdw>
          </a:effectLst>
        </p:spPr>
        <p:txBody>
          <a:bodyPr xmlns:a="http://schemas.openxmlformats.org/drawingml/2006/main" wrap="square" lIns="45718" tIns="45718" rIns="45718" bIns="45718" anchor="t">
            <a:noAutofit/>
          </a:bodyPr>
          <a:lstStyle xmlns:a="http://schemas.openxmlformats.org/drawingml/2006/main"/>
          <a:p xmlns:a="http://schemas.openxmlformats.org/drawingml/2006/main">
            <a:pPr>
              <a:buNone/>
            </a:pPr>
          </a:p>
        </p:txBody>
      </p:sp>
      <p:sp>
        <p:nvSpPr>
          <p:cNvPr id="174" name="Oval 22">
            <a:extLst xmlns:a="http://schemas.openxmlformats.org/drawingml/2006/main">
              <a:ext uri="{FF2B5EF4-FFF2-40B4-BE49-F238E27FC236}">
                <a16:creationId xmlns:a16="http://schemas.microsoft.com/office/drawing/2014/main" id="{BB5EF53A-8881-44B8-B060-4F195F2096B3}"/>
              </a:ext>
            </a:extLst>
          </p:cNvPr>
          <p:cNvSpPr>
            <a:spLocks xmlns:a="http://schemas.openxmlformats.org/drawingml/2006/main" noGrp="1"/>
          </p:cNvSpPr>
          <p:nvPr/>
        </p:nvSpPr>
        <p:spPr>
          <a:xfrm xmlns:a="http://schemas.openxmlformats.org/drawingml/2006/main">
            <a:off x="8865872" y="3550472"/>
            <a:ext cx="635013" cy="635015"/>
          </a:xfrm>
          <a:prstGeom xmlns:a="http://schemas.openxmlformats.org/drawingml/2006/main" prst="ellipse">
            <a:avLst/>
          </a:prstGeom>
          <a:solidFill xmlns:a="http://schemas.openxmlformats.org/drawingml/2006/main">
            <a:schemeClr val="accent2">
              <a:lumOff val="-10549"/>
            </a:schemeClr>
          </a:solidFill>
          <a:ln xmlns:a="http://schemas.openxmlformats.org/drawingml/2006/main" w="25400">
            <a:solidFill>
              <a:srgbClr val="8C3A3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buNone/>
              <a:defRPr>
                <a:solidFill>
                  <a:srgbClr val="FFFFFF"/>
                </a:solidFill>
                <a:latin typeface="+mn-lt"/>
                <a:ea typeface="+mn-lt"/>
                <a:cs typeface="+mn-lt"/>
              </a:defRPr>
            </a:pPr>
          </a:p>
        </p:txBody>
      </p:sp>
      <p:sp>
        <p:nvSpPr>
          <p:cNvPr id="175" name="Connector 23">
            <a:extLst xmlns:a="http://schemas.openxmlformats.org/drawingml/2006/main">
              <a:ext uri="{FF2B5EF4-FFF2-40B4-BE49-F238E27FC236}">
                <a16:creationId xmlns:a16="http://schemas.microsoft.com/office/drawing/2014/main" id="{8725C921-171B-4E9B-BD61-DDF97F448945}"/>
              </a:ext>
            </a:extLst>
          </p:cNvPr>
          <p:cNvSpPr>
            <a:spLocks xmlns:a="http://schemas.openxmlformats.org/drawingml/2006/main" noGrp="1"/>
          </p:cNvSpPr>
          <p:nvPr/>
        </p:nvSpPr>
        <p:spPr>
          <a:xfrm xmlns:a="http://schemas.openxmlformats.org/drawingml/2006/main">
            <a:off x="8992871" y="3867972"/>
            <a:ext cx="381008" cy="8"/>
          </a:xfrm>
          <a:prstGeom xmlns:a="http://schemas.openxmlformats.org/drawingml/2006/main" prst="line">
            <a:avLst/>
          </a:prstGeom>
          <a:ln xmlns:a="http://schemas.openxmlformats.org/drawingml/2006/main" w="12700">
            <a:solidFill>
              <a:srgbClr val="FFFFFF"/>
            </a:solidFill>
          </a:ln>
          <a:effectLst xmlns:a="http://schemas.openxmlformats.org/drawingml/2006/main">
            <a:outerShdw blurRad="38100" dist="20000" dir="5400000" sx="100000" sy="100000" kx="0" ky="0" algn="b" rotWithShape="0">
              <a:srgbClr val="000000">
                <a:alpha val="38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76" name="Connector 24">
            <a:extLst xmlns:a="http://schemas.openxmlformats.org/drawingml/2006/main">
              <a:ext uri="{FF2B5EF4-FFF2-40B4-BE49-F238E27FC236}">
                <a16:creationId xmlns:a16="http://schemas.microsoft.com/office/drawing/2014/main" id="{6137FE32-2303-4F4E-8047-EB9ACEE8AC02}"/>
              </a:ext>
            </a:extLst>
          </p:cNvPr>
          <p:cNvSpPr>
            <a:spLocks xmlns:a="http://schemas.openxmlformats.org/drawingml/2006/main" noGrp="1"/>
          </p:cNvSpPr>
          <p:nvPr/>
        </p:nvSpPr>
        <p:spPr>
          <a:xfrm xmlns:a="http://schemas.openxmlformats.org/drawingml/2006/main">
            <a:off x="2693659" y="2846066"/>
            <a:ext cx="1371611" cy="8"/>
          </a:xfrm>
          <a:prstGeom xmlns:a="http://schemas.openxmlformats.org/drawingml/2006/main" prst="line">
            <a:avLst/>
          </a:prstGeom>
          <a:ln xmlns:a="http://schemas.openxmlformats.org/drawingml/2006/main" w="17780">
            <a:solidFill>
              <a:srgbClr val="DADDE2"/>
            </a:solidFill>
          </a:ln>
          <a:effectLst xmlns:a="http://schemas.openxmlformats.org/drawingml/2006/main">
            <a:outerShdw blurRad="38100" dist="20000" dir="5400000" sx="100000" sy="100000" kx="0" ky="0" algn="b" rotWithShape="0">
              <a:srgbClr val="000000">
                <a:alpha val="38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77" name="TextBox 25">
            <a:extLst xmlns:a="http://schemas.openxmlformats.org/drawingml/2006/main">
              <a:ext uri="{FF2B5EF4-FFF2-40B4-BE49-F238E27FC236}">
                <a16:creationId xmlns:a16="http://schemas.microsoft.com/office/drawing/2014/main" id="{F9C3C7BE-9899-4BC1-BC65-B62B45CA399D}"/>
              </a:ext>
            </a:extLst>
          </p:cNvPr>
          <p:cNvSpPr>
            <a:spLocks xmlns:a="http://schemas.openxmlformats.org/drawingml/2006/main" noGrp="1"/>
          </p:cNvSpPr>
          <p:nvPr/>
        </p:nvSpPr>
        <p:spPr>
          <a:xfrm xmlns:a="http://schemas.openxmlformats.org/drawingml/2006/main">
            <a:off x="4074407" y="2654044"/>
            <a:ext cx="292616" cy="3048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2100" b="1">
                <a:solidFill>
                  <a:srgbClr val="73777F"/>
                </a:solidFill>
                <a:latin typeface="Helvetica Neue"/>
                <a:ea typeface="Helvetica Neue"/>
                <a:cs typeface="Helvetica Neue"/>
              </a:defRPr>
            </a:lvl1pPr>
          </a:lstStyle>
          <a:p xmlns:a="http://schemas.openxmlformats.org/drawingml/2006/main">
            <a:pPr>
              <a:buNone/>
            </a:pPr>
            <a:r>
              <a:t>→</a:t>
            </a:r>
          </a:p>
        </p:txBody>
      </p:sp>
      <p:sp>
        <p:nvSpPr>
          <p:cNvPr id="178" name="TextBox 28">
            <a:extLst xmlns:a="http://schemas.openxmlformats.org/drawingml/2006/main">
              <a:ext uri="{FF2B5EF4-FFF2-40B4-BE49-F238E27FC236}">
                <a16:creationId xmlns:a16="http://schemas.microsoft.com/office/drawing/2014/main" id="{69EFB330-9701-4242-96FA-3B9E646283E5}"/>
              </a:ext>
            </a:extLst>
          </p:cNvPr>
          <p:cNvSpPr>
            <a:spLocks xmlns:a="http://schemas.openxmlformats.org/drawingml/2006/main" noGrp="1"/>
          </p:cNvSpPr>
          <p:nvPr/>
        </p:nvSpPr>
        <p:spPr>
          <a:xfrm xmlns:a="http://schemas.openxmlformats.org/drawingml/2006/main">
            <a:off x="1685330" y="4403166"/>
            <a:ext cx="2560330" cy="26043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700" b="1">
                <a:solidFill>
                  <a:srgbClr val="3977F6"/>
                </a:solidFill>
                <a:latin typeface="Helvetica Neue"/>
                <a:ea typeface="Helvetica Neue"/>
                <a:cs typeface="Helvetica Neue"/>
              </a:defRPr>
            </a:pPr>
            <a:r>
              <a:t>• </a:t>
            </a:r>
            <a:r>
              <a:rPr>
                <a:solidFill>
                  <a:srgbClr val="111318"/>
                </a:solidFill>
              </a:rPr>
              <a:t>Sees the note</a:t>
            </a:r>
          </a:p>
        </p:txBody>
      </p:sp>
      <p:sp>
        <p:nvSpPr>
          <p:cNvPr id="179" name="TextBox 29">
            <a:extLst xmlns:a="http://schemas.openxmlformats.org/drawingml/2006/main">
              <a:ext uri="{FF2B5EF4-FFF2-40B4-BE49-F238E27FC236}">
                <a16:creationId xmlns:a16="http://schemas.microsoft.com/office/drawing/2014/main" id="{3470F1B6-9EBF-48E5-BEBC-09877B063DD3}"/>
              </a:ext>
            </a:extLst>
          </p:cNvPr>
          <p:cNvSpPr>
            <a:spLocks xmlns:a="http://schemas.openxmlformats.org/drawingml/2006/main" noGrp="1"/>
          </p:cNvSpPr>
          <p:nvPr/>
        </p:nvSpPr>
        <p:spPr>
          <a:xfrm xmlns:a="http://schemas.openxmlformats.org/drawingml/2006/main">
            <a:off x="5009839" y="5630290"/>
            <a:ext cx="2926089" cy="26043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700" b="1">
                <a:solidFill>
                  <a:srgbClr val="3977F6"/>
                </a:solidFill>
                <a:latin typeface="Helvetica Neue"/>
                <a:ea typeface="Helvetica Neue"/>
                <a:cs typeface="Helvetica Neue"/>
              </a:defRPr>
            </a:pPr>
            <a:r>
              <a:t>• </a:t>
            </a:r>
            <a:r>
              <a:rPr>
                <a:solidFill>
                  <a:srgbClr val="111318"/>
                </a:solidFill>
              </a:rPr>
              <a:t>Reads the context</a:t>
            </a:r>
          </a:p>
        </p:txBody>
      </p:sp>
      <p:sp>
        <p:nvSpPr>
          <p:cNvPr id="180" name="TextBox 30">
            <a:extLst xmlns:a="http://schemas.openxmlformats.org/drawingml/2006/main">
              <a:ext uri="{FF2B5EF4-FFF2-40B4-BE49-F238E27FC236}">
                <a16:creationId xmlns:a16="http://schemas.microsoft.com/office/drawing/2014/main" id="{8849E907-2561-406B-8090-4E99F8036311}"/>
              </a:ext>
            </a:extLst>
          </p:cNvPr>
          <p:cNvSpPr>
            <a:spLocks xmlns:a="http://schemas.openxmlformats.org/drawingml/2006/main" noGrp="1"/>
          </p:cNvSpPr>
          <p:nvPr/>
        </p:nvSpPr>
        <p:spPr>
          <a:xfrm xmlns:a="http://schemas.openxmlformats.org/drawingml/2006/main">
            <a:off x="8578742" y="4413015"/>
            <a:ext cx="2834648" cy="26043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700" b="1">
                <a:solidFill>
                  <a:srgbClr val="1FA873"/>
                </a:solidFill>
                <a:latin typeface="Helvetica Neue"/>
                <a:ea typeface="Helvetica Neue"/>
                <a:cs typeface="Helvetica Neue"/>
              </a:defRPr>
            </a:pPr>
            <a:r>
              <a:t>• </a:t>
            </a:r>
            <a:r>
              <a:rPr>
                <a:solidFill>
                  <a:srgbClr val="111318"/>
                </a:solidFill>
              </a:rPr>
              <a:t>Rates helpfulness</a:t>
            </a:r>
          </a:p>
        </p:txBody>
      </p:sp>
      <p:pic>
        <p:nvPicPr>
          <p:cNvPr id="204" name="pasted-movie.png"/>
          <p:cNvPicPr>
            <a:picLocks xmlns:a="http://schemas.openxmlformats.org/drawingml/2006/main" noChangeAspect="1"/>
          </p:cNvPicPr>
          <p:nvPr/>
        </p:nvPicPr>
        <p:blipFill>
          <a:blip xmlns:r="http://schemas.openxmlformats.org/officeDocument/2006/relationships" xmlns:a="http://schemas.openxmlformats.org/drawingml/2006/main" r:embed="Ra83024504cee42e6"/>
          <a:stretch xmlns:a="http://schemas.openxmlformats.org/drawingml/2006/main">
            <a:fillRect l="0" t="0" r="0" b="0"/>
          </a:stretch>
        </p:blipFill>
        <p:spPr>
          <a:xfrm xmlns:a="http://schemas.openxmlformats.org/drawingml/2006/main">
            <a:off x="5055558" y="1462274"/>
            <a:ext cx="2834648" cy="3968502"/>
          </a:xfrm>
          <a:prstGeom xmlns:a="http://schemas.openxmlformats.org/drawingml/2006/main" prst="rect">
            <a:avLst/>
          </a:prstGeom>
          <a:ln xmlns:a="http://schemas.openxmlformats.org/drawingml/2006/main" w="12700">
            <a:miter/>
          </a:ln>
        </p:spPr>
      </p:pic>
      <p:sp>
        <p:nvSpPr>
          <p:cNvPr id="182" name="Rectangle">
            <a:extLst xmlns:a="http://schemas.openxmlformats.org/drawingml/2006/main">
              <a:ext uri="{FF2B5EF4-FFF2-40B4-BE49-F238E27FC236}">
                <a16:creationId xmlns:a16="http://schemas.microsoft.com/office/drawing/2014/main" id="{33253C14-A76A-4799-B75D-5D4C8B75391A}"/>
              </a:ext>
            </a:extLst>
          </p:cNvPr>
          <p:cNvSpPr>
            <a:spLocks xmlns:a="http://schemas.openxmlformats.org/drawingml/2006/main" noGrp="1"/>
          </p:cNvSpPr>
          <p:nvPr/>
        </p:nvSpPr>
        <p:spPr>
          <a:xfrm xmlns:a="http://schemas.openxmlformats.org/drawingml/2006/main">
            <a:off x="4623363" y="3673616"/>
            <a:ext cx="3417921" cy="1896525"/>
          </a:xfrm>
          <a:prstGeom xmlns:a="http://schemas.openxmlformats.org/drawingml/2006/main" prst="rect">
            <a:avLst/>
          </a:prstGeom>
          <a:solidFill xmlns:a="http://schemas.openxmlformats.org/drawingml/2006/main">
            <a:srgbClr val="FFFFFF"/>
          </a:solidFill>
          <a:ln xmlns:a="http://schemas.openxmlformats.org/drawingml/2006/main" w="12700"/>
        </p:spPr>
        <p:txBody>
          <a:bodyPr xmlns:a="http://schemas.openxmlformats.org/drawingml/2006/main" lIns="45718" tIns="45718" rIns="45718" bIns="45718" anchor="ctr"/>
          <a:lstStyle xmlns:a="http://schemas.openxmlformats.org/drawingml/2006/main"/>
          <a:p xmlns:a="http://schemas.openxmlformats.org/drawingml/2006/main">
            <a:pPr>
              <a:buNone/>
              <a:defRPr>
                <a:latin typeface="+mn-lt"/>
                <a:ea typeface="+mn-lt"/>
                <a:cs typeface="+mn-lt"/>
              </a:defRPr>
            </a:pPr>
          </a:p>
        </p:txBody>
      </p:sp>
      <p:sp>
        <p:nvSpPr>
          <p:cNvPr id="183" name="Rectangle">
            <a:extLst xmlns:a="http://schemas.openxmlformats.org/drawingml/2006/main">
              <a:ext uri="{FF2B5EF4-FFF2-40B4-BE49-F238E27FC236}">
                <a16:creationId xmlns:a16="http://schemas.microsoft.com/office/drawing/2014/main" id="{E455D54B-7938-4F9D-93CE-70F1D3655924}"/>
              </a:ext>
            </a:extLst>
          </p:cNvPr>
          <p:cNvSpPr>
            <a:spLocks xmlns:a="http://schemas.openxmlformats.org/drawingml/2006/main" noGrp="1"/>
          </p:cNvSpPr>
          <p:nvPr/>
        </p:nvSpPr>
        <p:spPr>
          <a:xfrm xmlns:a="http://schemas.openxmlformats.org/drawingml/2006/main">
            <a:off x="7959513" y="3046658"/>
            <a:ext cx="3417921" cy="1896525"/>
          </a:xfrm>
          <a:prstGeom xmlns:a="http://schemas.openxmlformats.org/drawingml/2006/main" prst="rect">
            <a:avLst/>
          </a:prstGeom>
          <a:solidFill xmlns:a="http://schemas.openxmlformats.org/drawingml/2006/main">
            <a:srgbClr val="FFFFFF"/>
          </a:solidFill>
          <a:ln xmlns:a="http://schemas.openxmlformats.org/drawingml/2006/main" w="12700"/>
        </p:spPr>
        <p:txBody>
          <a:bodyPr xmlns:a="http://schemas.openxmlformats.org/drawingml/2006/main" lIns="45718" tIns="45718" rIns="45718" bIns="45718" anchor="ctr"/>
          <a:lstStyle xmlns:a="http://schemas.openxmlformats.org/drawingml/2006/main"/>
          <a:p xmlns:a="http://schemas.openxmlformats.org/drawingml/2006/main">
            <a:pPr>
              <a:buNone/>
              <a:defRPr>
                <a:latin typeface="+mn-lt"/>
                <a:ea typeface="+mn-lt"/>
                <a:cs typeface="+mn-lt"/>
              </a:defRPr>
            </a:pPr>
          </a:p>
        </p:txBody>
      </p:sp>
    </p:spTree>
    <p:extLst>
      <p:ext uri="{BB962C8B-B14F-4D97-AF65-F5344CB8AC3E}">
        <p14:creationId xmlns:p14="http://schemas.microsoft.com/office/powerpoint/2010/main" val="579478246"/>
      </p:ext>
    </p:extLst>
  </p:cSld>
</p:sld>
</file>

<file path=ppt/slides/slide4.xml><?xml version="1.0" encoding="utf-8"?>
<p:sld xmlns:p="http://schemas.openxmlformats.org/presentationml/2006/main" showMasterSp="1">
  <p:cSld>
    <p:spTree>
      <p:nvGrpSpPr>
        <p:cNvPr id="1" name=""/>
        <p:cNvGrpSpPr/>
        <p:nvPr/>
      </p:nvGrpSpPr>
      <p:grpSpPr>
        <a:xfrm xmlns:a="http://schemas.openxmlformats.org/drawingml/2006/main"/>
      </p:grpSpPr>
      <p:sp>
        <p:nvSpPr>
          <p:cNvPr id="185" name="TextBox 1">
            <a:extLst xmlns:a="http://schemas.openxmlformats.org/drawingml/2006/main">
              <a:ext uri="{FF2B5EF4-FFF2-40B4-BE49-F238E27FC236}">
                <a16:creationId xmlns:a16="http://schemas.microsoft.com/office/drawing/2014/main" id="{9508B886-B999-466A-AEB2-5C9C14BF78FB}"/>
              </a:ext>
            </a:extLst>
          </p:cNvPr>
          <p:cNvSpPr>
            <a:spLocks xmlns:a="http://schemas.openxmlformats.org/drawingml/2006/main" noGrp="1"/>
          </p:cNvSpPr>
          <p:nvPr/>
        </p:nvSpPr>
        <p:spPr>
          <a:xfrm xmlns:a="http://schemas.openxmlformats.org/drawingml/2006/main">
            <a:off x="603504" y="420623"/>
            <a:ext cx="4297680" cy="14871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000" b="1">
                <a:solidFill>
                  <a:srgbClr val="73777F"/>
                </a:solidFill>
                <a:latin typeface="Helvetica Neue"/>
                <a:ea typeface="Helvetica Neue"/>
                <a:cs typeface="Helvetica Neue"/>
              </a:defRPr>
            </a:lvl1pPr>
          </a:lstStyle>
          <a:p xmlns:a="http://schemas.openxmlformats.org/drawingml/2006/main">
            <a:pPr>
              <a:buNone/>
            </a:pPr>
            <a:r>
              <a:t>WHAT IS COMMUNITY NOTES?</a:t>
            </a:r>
          </a:p>
        </p:txBody>
      </p:sp>
      <p:sp>
        <p:nvSpPr>
          <p:cNvPr id="186" name="TextBox 2">
            <a:extLst xmlns:a="http://schemas.openxmlformats.org/drawingml/2006/main">
              <a:ext uri="{FF2B5EF4-FFF2-40B4-BE49-F238E27FC236}">
                <a16:creationId xmlns:a16="http://schemas.microsoft.com/office/drawing/2014/main" id="{7D4FC9D1-4B16-4A19-898F-D0E591311111}"/>
              </a:ext>
            </a:extLst>
          </p:cNvPr>
          <p:cNvSpPr>
            <a:spLocks xmlns:a="http://schemas.openxmlformats.org/drawingml/2006/main" noGrp="1"/>
          </p:cNvSpPr>
          <p:nvPr/>
        </p:nvSpPr>
        <p:spPr>
          <a:xfrm xmlns:a="http://schemas.openxmlformats.org/drawingml/2006/main">
            <a:off x="603504" y="786383"/>
            <a:ext cx="10424160" cy="458849"/>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3000" b="1">
                <a:solidFill>
                  <a:srgbClr val="111318"/>
                </a:solidFill>
                <a:latin typeface="Helvetica Neue"/>
                <a:ea typeface="Helvetica Neue"/>
                <a:cs typeface="Helvetica Neue"/>
              </a:defRPr>
            </a:lvl1pPr>
          </a:lstStyle>
          <a:p xmlns:a="http://schemas.openxmlformats.org/drawingml/2006/main">
            <a:pPr>
              <a:buNone/>
            </a:pPr>
            <a:r>
              <a:t>One note. One decision.</a:t>
            </a:r>
          </a:p>
        </p:txBody>
      </p:sp>
      <p:sp>
        <p:nvSpPr>
          <p:cNvPr id="187" name="TextBox 3">
            <a:extLst xmlns:a="http://schemas.openxmlformats.org/drawingml/2006/main">
              <a:ext uri="{FF2B5EF4-FFF2-40B4-BE49-F238E27FC236}">
                <a16:creationId xmlns:a16="http://schemas.microsoft.com/office/drawing/2014/main" id="{BDA21B5A-F1F9-407D-8B46-6910E2BDA7FC}"/>
              </a:ext>
            </a:extLst>
          </p:cNvPr>
          <p:cNvSpPr>
            <a:spLocks xmlns:a="http://schemas.openxmlformats.org/drawingml/2006/main" noGrp="1"/>
          </p:cNvSpPr>
          <p:nvPr/>
        </p:nvSpPr>
        <p:spPr>
          <a:xfrm xmlns:a="http://schemas.openxmlformats.org/drawingml/2006/main">
            <a:off x="11082528" y="457198"/>
            <a:ext cx="438918" cy="136385"/>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r">
              <a:buNone/>
              <a:defRPr sz="900" b="1">
                <a:solidFill>
                  <a:srgbClr val="73777F"/>
                </a:solidFill>
                <a:latin typeface="Helvetica Neue"/>
                <a:ea typeface="Helvetica Neue"/>
                <a:cs typeface="Helvetica Neue"/>
              </a:defRPr>
            </a:lvl1pPr>
          </a:lstStyle>
          <a:p xmlns:a="http://schemas.openxmlformats.org/drawingml/2006/main">
            <a:pPr>
              <a:buNone/>
            </a:pPr>
            <a:r>
              <a:t>02</a:t>
            </a:r>
          </a:p>
        </p:txBody>
      </p:sp>
      <p:sp>
        <p:nvSpPr>
          <p:cNvPr id="188" name="TextBox 31">
            <a:extLst xmlns:a="http://schemas.openxmlformats.org/drawingml/2006/main">
              <a:ext uri="{FF2B5EF4-FFF2-40B4-BE49-F238E27FC236}">
                <a16:creationId xmlns:a16="http://schemas.microsoft.com/office/drawing/2014/main" id="{ABB1E74D-AD4F-48DD-82FF-FD493D3D10B2}"/>
              </a:ext>
            </a:extLst>
          </p:cNvPr>
          <p:cNvSpPr>
            <a:spLocks xmlns:a="http://schemas.openxmlformats.org/drawingml/2006/main" noGrp="1"/>
          </p:cNvSpPr>
          <p:nvPr/>
        </p:nvSpPr>
        <p:spPr>
          <a:xfrm xmlns:a="http://schemas.openxmlformats.org/drawingml/2006/main">
            <a:off x="621792" y="6455664"/>
            <a:ext cx="10881360"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800">
                <a:solidFill>
                  <a:srgbClr val="73777F"/>
                </a:solidFill>
                <a:latin typeface="Helvetica Neue"/>
                <a:ea typeface="Helvetica Neue"/>
                <a:cs typeface="Helvetica Neue"/>
              </a:defRPr>
            </a:lvl1pPr>
          </a:lstStyle>
          <a:p xmlns:a="http://schemas.openxmlformats.org/drawingml/2006/main">
            <a:pPr>
              <a:buNone/>
            </a:pPr>
            <a:r>
              <a:t>• X Community Notes (2026)</a:t>
            </a:r>
          </a:p>
        </p:txBody>
      </p:sp>
      <p:sp>
        <p:nvSpPr>
          <p:cNvPr id="189" name="Oval 4">
            <a:extLst xmlns:a="http://schemas.openxmlformats.org/drawingml/2006/main">
              <a:ext uri="{FF2B5EF4-FFF2-40B4-BE49-F238E27FC236}">
                <a16:creationId xmlns:a16="http://schemas.microsoft.com/office/drawing/2014/main" id="{7D1575FF-AAB2-44AE-953B-42DD006E6DAC}"/>
              </a:ext>
            </a:extLst>
          </p:cNvPr>
          <p:cNvSpPr>
            <a:spLocks xmlns:a="http://schemas.openxmlformats.org/drawingml/2006/main" noGrp="1"/>
          </p:cNvSpPr>
          <p:nvPr/>
        </p:nvSpPr>
        <p:spPr>
          <a:xfrm xmlns:a="http://schemas.openxmlformats.org/drawingml/2006/main">
            <a:off x="1708854" y="2413249"/>
            <a:ext cx="246901" cy="246901"/>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90" name="Connector 5">
            <a:extLst xmlns:a="http://schemas.openxmlformats.org/drawingml/2006/main">
              <a:ext uri="{FF2B5EF4-FFF2-40B4-BE49-F238E27FC236}">
                <a16:creationId xmlns:a16="http://schemas.microsoft.com/office/drawing/2014/main" id="{E585B212-1B29-4F4A-AFAC-65FC3834E4D2}"/>
              </a:ext>
            </a:extLst>
          </p:cNvPr>
          <p:cNvSpPr>
            <a:spLocks xmlns:a="http://schemas.openxmlformats.org/drawingml/2006/main" noGrp="1"/>
          </p:cNvSpPr>
          <p:nvPr/>
        </p:nvSpPr>
        <p:spPr>
          <a:xfrm xmlns:a="http://schemas.openxmlformats.org/drawingml/2006/main">
            <a:off x="1832299" y="2660138"/>
            <a:ext cx="8" cy="407366"/>
          </a:xfrm>
          <a:prstGeom xmlns:a="http://schemas.openxmlformats.org/drawingml/2006/main" prst="line">
            <a:avLst/>
          </a:prstGeom>
          <a:ln xmlns:a="http://schemas.openxmlformats.org/drawingml/2006/main" w="19050">
            <a:solidFill>
              <a:srgbClr val="111318"/>
            </a:solidFill>
          </a:ln>
          <a:effectLst xmlns:a="http://schemas.openxmlformats.org/drawingml/2006/main">
            <a:outerShdw blurRad="38100" dist="20000" dir="5400000" sx="100000" sy="100000" kx="0" ky="0" algn="b" rotWithShape="0">
              <a:srgbClr val="000000">
                <a:alpha val="38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91" name="Connector 6">
            <a:extLst xmlns:a="http://schemas.openxmlformats.org/drawingml/2006/main">
              <a:ext uri="{FF2B5EF4-FFF2-40B4-BE49-F238E27FC236}">
                <a16:creationId xmlns:a16="http://schemas.microsoft.com/office/drawing/2014/main" id="{DE3C6F8D-B80F-44F8-9421-17C88DD8F015}"/>
              </a:ext>
            </a:extLst>
          </p:cNvPr>
          <p:cNvSpPr>
            <a:spLocks xmlns:a="http://schemas.openxmlformats.org/drawingml/2006/main" noGrp="1"/>
          </p:cNvSpPr>
          <p:nvPr/>
        </p:nvSpPr>
        <p:spPr>
          <a:xfrm xmlns:a="http://schemas.openxmlformats.org/drawingml/2006/main">
            <a:off x="1659476" y="2832960"/>
            <a:ext cx="345652" cy="8"/>
          </a:xfrm>
          <a:prstGeom xmlns:a="http://schemas.openxmlformats.org/drawingml/2006/main" prst="line">
            <a:avLst/>
          </a:prstGeom>
          <a:ln xmlns:a="http://schemas.openxmlformats.org/drawingml/2006/main" w="19050">
            <a:solidFill>
              <a:srgbClr val="111318"/>
            </a:solidFill>
          </a:ln>
          <a:effectLst xmlns:a="http://schemas.openxmlformats.org/drawingml/2006/main">
            <a:outerShdw blurRad="38100" dist="20000" dir="5400000" sx="100000" sy="100000" kx="0" ky="0" algn="b" rotWithShape="0">
              <a:srgbClr val="000000">
                <a:alpha val="38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92" name="Connector 7">
            <a:extLst xmlns:a="http://schemas.openxmlformats.org/drawingml/2006/main">
              <a:ext uri="{FF2B5EF4-FFF2-40B4-BE49-F238E27FC236}">
                <a16:creationId xmlns:a16="http://schemas.microsoft.com/office/drawing/2014/main" id="{FA101E18-8667-46AD-8DC5-369533FD0B78}"/>
              </a:ext>
            </a:extLst>
          </p:cNvPr>
          <p:cNvSpPr>
            <a:spLocks xmlns:a="http://schemas.openxmlformats.org/drawingml/2006/main" noGrp="1"/>
          </p:cNvSpPr>
          <p:nvPr/>
        </p:nvSpPr>
        <p:spPr>
          <a:xfrm xmlns:a="http://schemas.openxmlformats.org/drawingml/2006/main" flipH="1">
            <a:off x="1671821" y="3067505"/>
            <a:ext cx="160486" cy="259233"/>
          </a:xfrm>
          <a:prstGeom xmlns:a="http://schemas.openxmlformats.org/drawingml/2006/main" prst="line">
            <a:avLst/>
          </a:prstGeom>
          <a:ln xmlns:a="http://schemas.openxmlformats.org/drawingml/2006/main" w="19050">
            <a:solidFill>
              <a:srgbClr val="111318"/>
            </a:solidFill>
          </a:ln>
          <a:effectLst xmlns:a="http://schemas.openxmlformats.org/drawingml/2006/main">
            <a:outerShdw blurRad="38100" dist="20000" dir="5400000" sx="100000" sy="100000" kx="0" ky="0" algn="b" rotWithShape="0">
              <a:srgbClr val="000000">
                <a:alpha val="38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93" name="Connector 8">
            <a:extLst xmlns:a="http://schemas.openxmlformats.org/drawingml/2006/main">
              <a:ext uri="{FF2B5EF4-FFF2-40B4-BE49-F238E27FC236}">
                <a16:creationId xmlns:a16="http://schemas.microsoft.com/office/drawing/2014/main" id="{2BF79216-41E3-441E-921D-DB5557332754}"/>
              </a:ext>
            </a:extLst>
          </p:cNvPr>
          <p:cNvSpPr>
            <a:spLocks xmlns:a="http://schemas.openxmlformats.org/drawingml/2006/main" noGrp="1"/>
          </p:cNvSpPr>
          <p:nvPr/>
        </p:nvSpPr>
        <p:spPr>
          <a:xfrm xmlns:a="http://schemas.openxmlformats.org/drawingml/2006/main">
            <a:off x="1832299" y="3067505"/>
            <a:ext cx="160485" cy="259233"/>
          </a:xfrm>
          <a:prstGeom xmlns:a="http://schemas.openxmlformats.org/drawingml/2006/main" prst="line">
            <a:avLst/>
          </a:prstGeom>
          <a:ln xmlns:a="http://schemas.openxmlformats.org/drawingml/2006/main" w="19050">
            <a:solidFill>
              <a:srgbClr val="111318"/>
            </a:solidFill>
          </a:ln>
          <a:effectLst xmlns:a="http://schemas.openxmlformats.org/drawingml/2006/main">
            <a:outerShdw blurRad="38100" dist="20000" dir="5400000" sx="100000" sy="100000" kx="0" ky="0" algn="b" rotWithShape="0">
              <a:srgbClr val="000000">
                <a:alpha val="38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94" name="Oval 19">
            <a:extLst xmlns:a="http://schemas.openxmlformats.org/drawingml/2006/main">
              <a:ext uri="{FF2B5EF4-FFF2-40B4-BE49-F238E27FC236}">
                <a16:creationId xmlns:a16="http://schemas.microsoft.com/office/drawing/2014/main" id="{E71A063F-5125-4AEE-B4FC-DE443EF4900B}"/>
              </a:ext>
            </a:extLst>
          </p:cNvPr>
          <p:cNvSpPr>
            <a:spLocks xmlns:a="http://schemas.openxmlformats.org/drawingml/2006/main" noGrp="1"/>
          </p:cNvSpPr>
          <p:nvPr/>
        </p:nvSpPr>
        <p:spPr>
          <a:xfrm xmlns:a="http://schemas.openxmlformats.org/drawingml/2006/main" rot="0" flipH="0" flipV="0">
            <a:off x="8060530" y="3550466"/>
            <a:ext cx="635025" cy="635025"/>
          </a:xfrm>
          <a:prstGeom xmlns:a="http://schemas.openxmlformats.org/drawingml/2006/main" prst="ellipse">
            <a:avLst/>
          </a:prstGeom>
          <a:solidFill xmlns:a="http://schemas.openxmlformats.org/drawingml/2006/main">
            <a:srgbClr val="1FA873"/>
          </a:solidFill>
          <a:ln xmlns:a="http://schemas.openxmlformats.org/drawingml/2006/main" w="10160">
            <a:solidFill>
              <a:srgbClr val="1FA873"/>
            </a:solidFill>
            <a:prstDash val="solid"/>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wrap="square" lIns="45718" tIns="45718" rIns="45718" bIns="45718" anchor="ctr">
            <a:noAutofit/>
          </a:bodyP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95" name="Connector 20">
            <a:extLst xmlns:a="http://schemas.openxmlformats.org/drawingml/2006/main">
              <a:ext uri="{FF2B5EF4-FFF2-40B4-BE49-F238E27FC236}">
                <a16:creationId xmlns:a16="http://schemas.microsoft.com/office/drawing/2014/main" id="{C0D6B577-A9D6-4C37-8BA1-AAA9FEF3DF8F}"/>
              </a:ext>
            </a:extLst>
          </p:cNvPr>
          <p:cNvSpPr>
            <a:spLocks xmlns:a="http://schemas.openxmlformats.org/drawingml/2006/main" noGrp="1"/>
          </p:cNvSpPr>
          <p:nvPr/>
        </p:nvSpPr>
        <p:spPr>
          <a:xfrm xmlns:a="http://schemas.openxmlformats.org/drawingml/2006/main" rot="0" flipH="0" flipV="0">
            <a:off x="8187532" y="3889138"/>
            <a:ext cx="169341" cy="169341"/>
          </a:xfrm>
          <a:prstGeom xmlns:a="http://schemas.openxmlformats.org/drawingml/2006/main" prst="line">
            <a:avLst/>
          </a:prstGeom>
          <a:noFill xmlns:a="http://schemas.openxmlformats.org/drawingml/2006/main"/>
          <a:ln xmlns:a="http://schemas.openxmlformats.org/drawingml/2006/main" w="13970">
            <a:solidFill>
              <a:srgbClr val="FFFFFF"/>
            </a:solidFill>
            <a:prstDash val="solid"/>
          </a:ln>
          <a:effectLst xmlns:a="http://schemas.openxmlformats.org/drawingml/2006/main">
            <a:outerShdw blurRad="38100" dist="20000" dir="5400000" sx="100000" sy="100000" kx="0" ky="0" algn="b" rotWithShape="0">
              <a:srgbClr val="000000">
                <a:alpha val="38000"/>
              </a:srgbClr>
            </a:outerShdw>
          </a:effectLst>
        </p:spPr>
        <p:txBody>
          <a:bodyPr xmlns:a="http://schemas.openxmlformats.org/drawingml/2006/main" wrap="square" lIns="45718" tIns="45718" rIns="45718" bIns="45718" anchor="t">
            <a:noAutofit/>
          </a:bodyPr>
          <a:lstStyle xmlns:a="http://schemas.openxmlformats.org/drawingml/2006/main"/>
          <a:p xmlns:a="http://schemas.openxmlformats.org/drawingml/2006/main">
            <a:pPr>
              <a:buNone/>
            </a:pPr>
          </a:p>
        </p:txBody>
      </p:sp>
      <p:sp>
        <p:nvSpPr>
          <p:cNvPr id="196" name="Connector 21">
            <a:extLst xmlns:a="http://schemas.openxmlformats.org/drawingml/2006/main">
              <a:ext uri="{FF2B5EF4-FFF2-40B4-BE49-F238E27FC236}">
                <a16:creationId xmlns:a16="http://schemas.microsoft.com/office/drawing/2014/main" id="{42C227B4-7EC5-423A-9DF6-DFF0A1828F2C}"/>
              </a:ext>
            </a:extLst>
          </p:cNvPr>
          <p:cNvSpPr>
            <a:spLocks xmlns:a="http://schemas.openxmlformats.org/drawingml/2006/main" noGrp="1"/>
          </p:cNvSpPr>
          <p:nvPr/>
        </p:nvSpPr>
        <p:spPr>
          <a:xfrm xmlns:a="http://schemas.openxmlformats.org/drawingml/2006/main" rot="0" flipH="0" flipV="1">
            <a:off x="8356863" y="3719801"/>
            <a:ext cx="254008" cy="338678"/>
          </a:xfrm>
          <a:prstGeom xmlns:a="http://schemas.openxmlformats.org/drawingml/2006/main" prst="line">
            <a:avLst/>
          </a:prstGeom>
          <a:noFill xmlns:a="http://schemas.openxmlformats.org/drawingml/2006/main"/>
          <a:ln xmlns:a="http://schemas.openxmlformats.org/drawingml/2006/main" w="13970">
            <a:solidFill>
              <a:srgbClr val="FFFFFF"/>
            </a:solidFill>
            <a:prstDash val="solid"/>
          </a:ln>
          <a:effectLst xmlns:a="http://schemas.openxmlformats.org/drawingml/2006/main">
            <a:outerShdw blurRad="38100" dist="20000" dir="5400000" sx="100000" sy="100000" kx="0" ky="0" algn="b" rotWithShape="0">
              <a:srgbClr val="000000">
                <a:alpha val="38000"/>
              </a:srgbClr>
            </a:outerShdw>
          </a:effectLst>
        </p:spPr>
        <p:txBody>
          <a:bodyPr xmlns:a="http://schemas.openxmlformats.org/drawingml/2006/main" wrap="square" lIns="45718" tIns="45718" rIns="45718" bIns="45718" anchor="t">
            <a:noAutofit/>
          </a:bodyPr>
          <a:lstStyle xmlns:a="http://schemas.openxmlformats.org/drawingml/2006/main"/>
          <a:p xmlns:a="http://schemas.openxmlformats.org/drawingml/2006/main">
            <a:pPr>
              <a:buNone/>
            </a:pPr>
          </a:p>
        </p:txBody>
      </p:sp>
      <p:sp>
        <p:nvSpPr>
          <p:cNvPr id="198" name="Oval 22">
            <a:extLst xmlns:a="http://schemas.openxmlformats.org/drawingml/2006/main">
              <a:ext uri="{FF2B5EF4-FFF2-40B4-BE49-F238E27FC236}">
                <a16:creationId xmlns:a16="http://schemas.microsoft.com/office/drawing/2014/main" id="{595B3EB2-93E4-4D7A-9EFB-D212EE84D9E7}"/>
              </a:ext>
            </a:extLst>
          </p:cNvPr>
          <p:cNvSpPr>
            <a:spLocks xmlns:a="http://schemas.openxmlformats.org/drawingml/2006/main" noGrp="1"/>
          </p:cNvSpPr>
          <p:nvPr/>
        </p:nvSpPr>
        <p:spPr>
          <a:xfrm xmlns:a="http://schemas.openxmlformats.org/drawingml/2006/main">
            <a:off x="8865872" y="3550472"/>
            <a:ext cx="635013" cy="635015"/>
          </a:xfrm>
          <a:prstGeom xmlns:a="http://schemas.openxmlformats.org/drawingml/2006/main" prst="ellipse">
            <a:avLst/>
          </a:prstGeom>
          <a:solidFill xmlns:a="http://schemas.openxmlformats.org/drawingml/2006/main">
            <a:schemeClr val="accent2">
              <a:lumOff val="-10549"/>
            </a:schemeClr>
          </a:solidFill>
          <a:ln xmlns:a="http://schemas.openxmlformats.org/drawingml/2006/main" w="25400">
            <a:solidFill>
              <a:srgbClr val="8C3A3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buNone/>
              <a:defRPr>
                <a:solidFill>
                  <a:srgbClr val="FFFFFF"/>
                </a:solidFill>
                <a:latin typeface="+mn-lt"/>
                <a:ea typeface="+mn-lt"/>
                <a:cs typeface="+mn-lt"/>
              </a:defRPr>
            </a:pPr>
          </a:p>
        </p:txBody>
      </p:sp>
      <p:sp>
        <p:nvSpPr>
          <p:cNvPr id="199" name="Connector 23">
            <a:extLst xmlns:a="http://schemas.openxmlformats.org/drawingml/2006/main">
              <a:ext uri="{FF2B5EF4-FFF2-40B4-BE49-F238E27FC236}">
                <a16:creationId xmlns:a16="http://schemas.microsoft.com/office/drawing/2014/main" id="{8064C9FB-B39A-4EF7-8A82-9E50D5AC4928}"/>
              </a:ext>
            </a:extLst>
          </p:cNvPr>
          <p:cNvSpPr>
            <a:spLocks xmlns:a="http://schemas.openxmlformats.org/drawingml/2006/main" noGrp="1"/>
          </p:cNvSpPr>
          <p:nvPr/>
        </p:nvSpPr>
        <p:spPr>
          <a:xfrm xmlns:a="http://schemas.openxmlformats.org/drawingml/2006/main">
            <a:off x="8992871" y="3867972"/>
            <a:ext cx="381008" cy="8"/>
          </a:xfrm>
          <a:prstGeom xmlns:a="http://schemas.openxmlformats.org/drawingml/2006/main" prst="line">
            <a:avLst/>
          </a:prstGeom>
          <a:ln xmlns:a="http://schemas.openxmlformats.org/drawingml/2006/main" w="12700">
            <a:solidFill>
              <a:srgbClr val="FFFFFF"/>
            </a:solidFill>
          </a:ln>
          <a:effectLst xmlns:a="http://schemas.openxmlformats.org/drawingml/2006/main">
            <a:outerShdw blurRad="38100" dist="20000" dir="5400000" sx="100000" sy="100000" kx="0" ky="0" algn="b" rotWithShape="0">
              <a:srgbClr val="000000">
                <a:alpha val="38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00" name="Connector 24">
            <a:extLst xmlns:a="http://schemas.openxmlformats.org/drawingml/2006/main">
              <a:ext uri="{FF2B5EF4-FFF2-40B4-BE49-F238E27FC236}">
                <a16:creationId xmlns:a16="http://schemas.microsoft.com/office/drawing/2014/main" id="{C85F3DA3-DD63-409C-A7E3-1F68CDA52D82}"/>
              </a:ext>
            </a:extLst>
          </p:cNvPr>
          <p:cNvSpPr>
            <a:spLocks xmlns:a="http://schemas.openxmlformats.org/drawingml/2006/main" noGrp="1"/>
          </p:cNvSpPr>
          <p:nvPr/>
        </p:nvSpPr>
        <p:spPr>
          <a:xfrm xmlns:a="http://schemas.openxmlformats.org/drawingml/2006/main">
            <a:off x="2693659" y="2846066"/>
            <a:ext cx="1371611" cy="8"/>
          </a:xfrm>
          <a:prstGeom xmlns:a="http://schemas.openxmlformats.org/drawingml/2006/main" prst="line">
            <a:avLst/>
          </a:prstGeom>
          <a:ln xmlns:a="http://schemas.openxmlformats.org/drawingml/2006/main" w="17780">
            <a:solidFill>
              <a:srgbClr val="DADDE2"/>
            </a:solidFill>
          </a:ln>
          <a:effectLst xmlns:a="http://schemas.openxmlformats.org/drawingml/2006/main">
            <a:outerShdw blurRad="38100" dist="20000" dir="5400000" sx="100000" sy="100000" kx="0" ky="0" algn="b" rotWithShape="0">
              <a:srgbClr val="000000">
                <a:alpha val="38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01" name="TextBox 25">
            <a:extLst xmlns:a="http://schemas.openxmlformats.org/drawingml/2006/main">
              <a:ext uri="{FF2B5EF4-FFF2-40B4-BE49-F238E27FC236}">
                <a16:creationId xmlns:a16="http://schemas.microsoft.com/office/drawing/2014/main" id="{8A25F727-F7DA-4F33-94A9-9430B0166156}"/>
              </a:ext>
            </a:extLst>
          </p:cNvPr>
          <p:cNvSpPr>
            <a:spLocks xmlns:a="http://schemas.openxmlformats.org/drawingml/2006/main" noGrp="1"/>
          </p:cNvSpPr>
          <p:nvPr/>
        </p:nvSpPr>
        <p:spPr>
          <a:xfrm xmlns:a="http://schemas.openxmlformats.org/drawingml/2006/main">
            <a:off x="4074407" y="2654044"/>
            <a:ext cx="292616" cy="3048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2100" b="1">
                <a:solidFill>
                  <a:srgbClr val="73777F"/>
                </a:solidFill>
                <a:latin typeface="Helvetica Neue"/>
                <a:ea typeface="Helvetica Neue"/>
                <a:cs typeface="Helvetica Neue"/>
              </a:defRPr>
            </a:lvl1pPr>
          </a:lstStyle>
          <a:p xmlns:a="http://schemas.openxmlformats.org/drawingml/2006/main">
            <a:pPr>
              <a:buNone/>
            </a:pPr>
            <a:r>
              <a:t>→</a:t>
            </a:r>
          </a:p>
        </p:txBody>
      </p:sp>
      <p:sp>
        <p:nvSpPr>
          <p:cNvPr id="202" name="TextBox 28">
            <a:extLst xmlns:a="http://schemas.openxmlformats.org/drawingml/2006/main">
              <a:ext uri="{FF2B5EF4-FFF2-40B4-BE49-F238E27FC236}">
                <a16:creationId xmlns:a16="http://schemas.microsoft.com/office/drawing/2014/main" id="{6BB222E4-9585-4CDD-8F4C-CCF064654357}"/>
              </a:ext>
            </a:extLst>
          </p:cNvPr>
          <p:cNvSpPr>
            <a:spLocks xmlns:a="http://schemas.openxmlformats.org/drawingml/2006/main" noGrp="1"/>
          </p:cNvSpPr>
          <p:nvPr/>
        </p:nvSpPr>
        <p:spPr>
          <a:xfrm xmlns:a="http://schemas.openxmlformats.org/drawingml/2006/main">
            <a:off x="1685330" y="4403166"/>
            <a:ext cx="2560330" cy="26043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700" b="1">
                <a:solidFill>
                  <a:srgbClr val="3977F6"/>
                </a:solidFill>
                <a:latin typeface="Helvetica Neue"/>
                <a:ea typeface="Helvetica Neue"/>
                <a:cs typeface="Helvetica Neue"/>
              </a:defRPr>
            </a:pPr>
            <a:r>
              <a:t>• </a:t>
            </a:r>
            <a:r>
              <a:rPr>
                <a:solidFill>
                  <a:srgbClr val="111318"/>
                </a:solidFill>
              </a:rPr>
              <a:t>Sees the note</a:t>
            </a:r>
          </a:p>
        </p:txBody>
      </p:sp>
      <p:sp>
        <p:nvSpPr>
          <p:cNvPr id="203" name="TextBox 29">
            <a:extLst xmlns:a="http://schemas.openxmlformats.org/drawingml/2006/main">
              <a:ext uri="{FF2B5EF4-FFF2-40B4-BE49-F238E27FC236}">
                <a16:creationId xmlns:a16="http://schemas.microsoft.com/office/drawing/2014/main" id="{5858B685-E2B6-4376-9F8B-95AE5E826EC5}"/>
              </a:ext>
            </a:extLst>
          </p:cNvPr>
          <p:cNvSpPr>
            <a:spLocks xmlns:a="http://schemas.openxmlformats.org/drawingml/2006/main" noGrp="1"/>
          </p:cNvSpPr>
          <p:nvPr/>
        </p:nvSpPr>
        <p:spPr>
          <a:xfrm xmlns:a="http://schemas.openxmlformats.org/drawingml/2006/main">
            <a:off x="5009839" y="5630290"/>
            <a:ext cx="2926089" cy="26043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700" b="1">
                <a:solidFill>
                  <a:srgbClr val="3977F6"/>
                </a:solidFill>
                <a:latin typeface="Helvetica Neue"/>
                <a:ea typeface="Helvetica Neue"/>
                <a:cs typeface="Helvetica Neue"/>
              </a:defRPr>
            </a:pPr>
            <a:r>
              <a:t>• </a:t>
            </a:r>
            <a:r>
              <a:rPr>
                <a:solidFill>
                  <a:srgbClr val="111318"/>
                </a:solidFill>
              </a:rPr>
              <a:t>Reads the context</a:t>
            </a:r>
          </a:p>
        </p:txBody>
      </p:sp>
      <p:sp>
        <p:nvSpPr>
          <p:cNvPr id="204" name="TextBox 30">
            <a:extLst xmlns:a="http://schemas.openxmlformats.org/drawingml/2006/main">
              <a:ext uri="{FF2B5EF4-FFF2-40B4-BE49-F238E27FC236}">
                <a16:creationId xmlns:a16="http://schemas.microsoft.com/office/drawing/2014/main" id="{A256FD72-B4B9-4D49-98EA-A845E5695C40}"/>
              </a:ext>
            </a:extLst>
          </p:cNvPr>
          <p:cNvSpPr>
            <a:spLocks xmlns:a="http://schemas.openxmlformats.org/drawingml/2006/main" noGrp="1"/>
          </p:cNvSpPr>
          <p:nvPr/>
        </p:nvSpPr>
        <p:spPr>
          <a:xfrm xmlns:a="http://schemas.openxmlformats.org/drawingml/2006/main">
            <a:off x="8578742" y="4413015"/>
            <a:ext cx="2834648" cy="26043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700" b="1">
                <a:solidFill>
                  <a:srgbClr val="1FA873"/>
                </a:solidFill>
                <a:latin typeface="Helvetica Neue"/>
                <a:ea typeface="Helvetica Neue"/>
                <a:cs typeface="Helvetica Neue"/>
              </a:defRPr>
            </a:pPr>
            <a:r>
              <a:t>• </a:t>
            </a:r>
            <a:r>
              <a:rPr>
                <a:solidFill>
                  <a:srgbClr val="111318"/>
                </a:solidFill>
              </a:rPr>
              <a:t>Rates helpfulness</a:t>
            </a:r>
          </a:p>
        </p:txBody>
      </p:sp>
      <p:pic>
        <p:nvPicPr>
          <p:cNvPr id="225" name="pasted-movie.png"/>
          <p:cNvPicPr>
            <a:picLocks xmlns:a="http://schemas.openxmlformats.org/drawingml/2006/main" noChangeAspect="1"/>
          </p:cNvPicPr>
          <p:nvPr/>
        </p:nvPicPr>
        <p:blipFill>
          <a:blip xmlns:r="http://schemas.openxmlformats.org/officeDocument/2006/relationships" xmlns:a="http://schemas.openxmlformats.org/drawingml/2006/main" r:embed="Rb906cd373046469d"/>
          <a:stretch xmlns:a="http://schemas.openxmlformats.org/drawingml/2006/main">
            <a:fillRect l="0" t="0" r="0" b="0"/>
          </a:stretch>
        </p:blipFill>
        <p:spPr>
          <a:xfrm xmlns:a="http://schemas.openxmlformats.org/drawingml/2006/main">
            <a:off x="5055558" y="1462274"/>
            <a:ext cx="2834648" cy="3968502"/>
          </a:xfrm>
          <a:prstGeom xmlns:a="http://schemas.openxmlformats.org/drawingml/2006/main" prst="rect">
            <a:avLst/>
          </a:prstGeom>
          <a:ln xmlns:a="http://schemas.openxmlformats.org/drawingml/2006/main" w="12700">
            <a:miter/>
          </a:ln>
        </p:spPr>
      </p:pic>
    </p:spTree>
    <p:extLst>
      <p:ext uri="{BB962C8B-B14F-4D97-AF65-F5344CB8AC3E}">
        <p14:creationId xmlns:p14="http://schemas.microsoft.com/office/powerpoint/2010/main" val="1920487160"/>
      </p:ext>
    </p:extLst>
  </p:cSld>
</p:sld>
</file>

<file path=ppt/slides/slide5.xml><?xml version="1.0" encoding="utf-8"?>
<p:sld xmlns:p="http://schemas.openxmlformats.org/presentationml/2006/main" showMasterSp="1">
  <p:cSld>
    <p:spTree>
      <p:nvGrpSpPr>
        <p:cNvPr id="1" name=""/>
        <p:cNvGrpSpPr/>
        <p:nvPr/>
      </p:nvGrpSpPr>
      <p:grpSpPr>
        <a:xfrm xmlns:a="http://schemas.openxmlformats.org/drawingml/2006/main"/>
      </p:grpSpPr>
      <p:sp>
        <p:nvSpPr>
          <p:cNvPr id="207" name="TextBox 1">
            <a:extLst xmlns:a="http://schemas.openxmlformats.org/drawingml/2006/main">
              <a:ext uri="{FF2B5EF4-FFF2-40B4-BE49-F238E27FC236}">
                <a16:creationId xmlns:a16="http://schemas.microsoft.com/office/drawing/2014/main" id="{32C8B601-D9C1-4102-A116-CE8EF8633794}"/>
              </a:ext>
            </a:extLst>
          </p:cNvPr>
          <p:cNvSpPr>
            <a:spLocks xmlns:a="http://schemas.openxmlformats.org/drawingml/2006/main" noGrp="1"/>
          </p:cNvSpPr>
          <p:nvPr/>
        </p:nvSpPr>
        <p:spPr>
          <a:xfrm xmlns:a="http://schemas.openxmlformats.org/drawingml/2006/main">
            <a:off x="603504" y="420623"/>
            <a:ext cx="4297680" cy="14871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000" b="1">
                <a:solidFill>
                  <a:srgbClr val="73777F"/>
                </a:solidFill>
                <a:latin typeface="Helvetica Neue"/>
                <a:ea typeface="Helvetica Neue"/>
                <a:cs typeface="Helvetica Neue"/>
              </a:defRPr>
            </a:lvl1pPr>
          </a:lstStyle>
          <a:p xmlns:a="http://schemas.openxmlformats.org/drawingml/2006/main">
            <a:pPr>
              <a:buNone/>
            </a:pPr>
            <a:r>
              <a:t>WHAT IS COMMUNITY NOTES?</a:t>
            </a:r>
          </a:p>
        </p:txBody>
      </p:sp>
      <p:sp>
        <p:nvSpPr>
          <p:cNvPr id="208" name="TextBox 2">
            <a:extLst xmlns:a="http://schemas.openxmlformats.org/drawingml/2006/main">
              <a:ext uri="{FF2B5EF4-FFF2-40B4-BE49-F238E27FC236}">
                <a16:creationId xmlns:a16="http://schemas.microsoft.com/office/drawing/2014/main" id="{235D3528-C70E-41EE-8B09-529E3E12D31B}"/>
              </a:ext>
            </a:extLst>
          </p:cNvPr>
          <p:cNvSpPr>
            <a:spLocks xmlns:a="http://schemas.openxmlformats.org/drawingml/2006/main" noGrp="1"/>
          </p:cNvSpPr>
          <p:nvPr/>
        </p:nvSpPr>
        <p:spPr>
          <a:xfrm xmlns:a="http://schemas.openxmlformats.org/drawingml/2006/main">
            <a:off x="603504" y="786383"/>
            <a:ext cx="10424160" cy="458849"/>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3000" b="1">
                <a:solidFill>
                  <a:srgbClr val="111318"/>
                </a:solidFill>
                <a:latin typeface="Helvetica Neue"/>
                <a:ea typeface="Helvetica Neue"/>
                <a:cs typeface="Helvetica Neue"/>
              </a:defRPr>
            </a:lvl1pPr>
          </a:lstStyle>
          <a:p xmlns:a="http://schemas.openxmlformats.org/drawingml/2006/main">
            <a:pPr>
              <a:buNone/>
            </a:pPr>
            <a:r>
              <a:t>One note. One decision.</a:t>
            </a:r>
          </a:p>
        </p:txBody>
      </p:sp>
      <p:sp>
        <p:nvSpPr>
          <p:cNvPr id="209" name="TextBox 3">
            <a:extLst xmlns:a="http://schemas.openxmlformats.org/drawingml/2006/main">
              <a:ext uri="{FF2B5EF4-FFF2-40B4-BE49-F238E27FC236}">
                <a16:creationId xmlns:a16="http://schemas.microsoft.com/office/drawing/2014/main" id="{10A773FF-FF14-4805-BE2E-BAC90DC1206D}"/>
              </a:ext>
            </a:extLst>
          </p:cNvPr>
          <p:cNvSpPr>
            <a:spLocks xmlns:a="http://schemas.openxmlformats.org/drawingml/2006/main" noGrp="1"/>
          </p:cNvSpPr>
          <p:nvPr/>
        </p:nvSpPr>
        <p:spPr>
          <a:xfrm xmlns:a="http://schemas.openxmlformats.org/drawingml/2006/main">
            <a:off x="11082528" y="457198"/>
            <a:ext cx="438918" cy="136385"/>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r">
              <a:buNone/>
              <a:defRPr sz="900" b="1">
                <a:solidFill>
                  <a:srgbClr val="73777F"/>
                </a:solidFill>
                <a:latin typeface="Helvetica Neue"/>
                <a:ea typeface="Helvetica Neue"/>
                <a:cs typeface="Helvetica Neue"/>
              </a:defRPr>
            </a:lvl1pPr>
          </a:lstStyle>
          <a:p xmlns:a="http://schemas.openxmlformats.org/drawingml/2006/main">
            <a:pPr>
              <a:buNone/>
            </a:pPr>
            <a:r>
              <a:t>02</a:t>
            </a:r>
          </a:p>
        </p:txBody>
      </p:sp>
      <p:sp>
        <p:nvSpPr>
          <p:cNvPr id="210" name="TextBox 31">
            <a:extLst xmlns:a="http://schemas.openxmlformats.org/drawingml/2006/main">
              <a:ext uri="{FF2B5EF4-FFF2-40B4-BE49-F238E27FC236}">
                <a16:creationId xmlns:a16="http://schemas.microsoft.com/office/drawing/2014/main" id="{5670D131-B287-4645-933A-05ACF7FBE97F}"/>
              </a:ext>
            </a:extLst>
          </p:cNvPr>
          <p:cNvSpPr>
            <a:spLocks xmlns:a="http://schemas.openxmlformats.org/drawingml/2006/main" noGrp="1"/>
          </p:cNvSpPr>
          <p:nvPr/>
        </p:nvSpPr>
        <p:spPr>
          <a:xfrm xmlns:a="http://schemas.openxmlformats.org/drawingml/2006/main">
            <a:off x="621792" y="6455664"/>
            <a:ext cx="10881360"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800">
                <a:solidFill>
                  <a:srgbClr val="73777F"/>
                </a:solidFill>
                <a:latin typeface="Helvetica Neue"/>
                <a:ea typeface="Helvetica Neue"/>
                <a:cs typeface="Helvetica Neue"/>
              </a:defRPr>
            </a:lvl1pPr>
          </a:lstStyle>
          <a:p xmlns:a="http://schemas.openxmlformats.org/drawingml/2006/main">
            <a:pPr>
              <a:buNone/>
            </a:pPr>
            <a:r>
              <a:t>• X Community Notes (2026)</a:t>
            </a:r>
          </a:p>
        </p:txBody>
      </p:sp>
      <p:sp>
        <p:nvSpPr>
          <p:cNvPr id="211" name="Oval 4">
            <a:extLst xmlns:a="http://schemas.openxmlformats.org/drawingml/2006/main">
              <a:ext uri="{FF2B5EF4-FFF2-40B4-BE49-F238E27FC236}">
                <a16:creationId xmlns:a16="http://schemas.microsoft.com/office/drawing/2014/main" id="{F8F00CCA-CA27-4BC1-AE88-587A53858A6A}"/>
              </a:ext>
            </a:extLst>
          </p:cNvPr>
          <p:cNvSpPr>
            <a:spLocks xmlns:a="http://schemas.openxmlformats.org/drawingml/2006/main" noGrp="1"/>
          </p:cNvSpPr>
          <p:nvPr/>
        </p:nvSpPr>
        <p:spPr>
          <a:xfrm xmlns:a="http://schemas.openxmlformats.org/drawingml/2006/main">
            <a:off x="1708854" y="2413249"/>
            <a:ext cx="246901" cy="246901"/>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12" name="Connector 5">
            <a:extLst xmlns:a="http://schemas.openxmlformats.org/drawingml/2006/main">
              <a:ext uri="{FF2B5EF4-FFF2-40B4-BE49-F238E27FC236}">
                <a16:creationId xmlns:a16="http://schemas.microsoft.com/office/drawing/2014/main" id="{566FB8CD-CB18-492E-8B8C-616CC88CCB48}"/>
              </a:ext>
            </a:extLst>
          </p:cNvPr>
          <p:cNvSpPr>
            <a:spLocks xmlns:a="http://schemas.openxmlformats.org/drawingml/2006/main" noGrp="1"/>
          </p:cNvSpPr>
          <p:nvPr/>
        </p:nvSpPr>
        <p:spPr>
          <a:xfrm xmlns:a="http://schemas.openxmlformats.org/drawingml/2006/main">
            <a:off x="1832299" y="2660138"/>
            <a:ext cx="8" cy="407366"/>
          </a:xfrm>
          <a:prstGeom xmlns:a="http://schemas.openxmlformats.org/drawingml/2006/main" prst="line">
            <a:avLst/>
          </a:prstGeom>
          <a:ln xmlns:a="http://schemas.openxmlformats.org/drawingml/2006/main" w="19050">
            <a:solidFill>
              <a:srgbClr val="111318"/>
            </a:solidFill>
          </a:ln>
          <a:effectLst xmlns:a="http://schemas.openxmlformats.org/drawingml/2006/main">
            <a:outerShdw blurRad="38100" dist="20000" dir="5400000" sx="100000" sy="100000" kx="0" ky="0" algn="b" rotWithShape="0">
              <a:srgbClr val="000000">
                <a:alpha val="38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13" name="Connector 6">
            <a:extLst xmlns:a="http://schemas.openxmlformats.org/drawingml/2006/main">
              <a:ext uri="{FF2B5EF4-FFF2-40B4-BE49-F238E27FC236}">
                <a16:creationId xmlns:a16="http://schemas.microsoft.com/office/drawing/2014/main" id="{9F00F368-39EE-4F58-A3A9-9B44B41AD31C}"/>
              </a:ext>
            </a:extLst>
          </p:cNvPr>
          <p:cNvSpPr>
            <a:spLocks xmlns:a="http://schemas.openxmlformats.org/drawingml/2006/main" noGrp="1"/>
          </p:cNvSpPr>
          <p:nvPr/>
        </p:nvSpPr>
        <p:spPr>
          <a:xfrm xmlns:a="http://schemas.openxmlformats.org/drawingml/2006/main">
            <a:off x="1659476" y="2832960"/>
            <a:ext cx="345652" cy="8"/>
          </a:xfrm>
          <a:prstGeom xmlns:a="http://schemas.openxmlformats.org/drawingml/2006/main" prst="line">
            <a:avLst/>
          </a:prstGeom>
          <a:ln xmlns:a="http://schemas.openxmlformats.org/drawingml/2006/main" w="19050">
            <a:solidFill>
              <a:srgbClr val="111318"/>
            </a:solidFill>
          </a:ln>
          <a:effectLst xmlns:a="http://schemas.openxmlformats.org/drawingml/2006/main">
            <a:outerShdw blurRad="38100" dist="20000" dir="5400000" sx="100000" sy="100000" kx="0" ky="0" algn="b" rotWithShape="0">
              <a:srgbClr val="000000">
                <a:alpha val="38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14" name="Connector 7">
            <a:extLst xmlns:a="http://schemas.openxmlformats.org/drawingml/2006/main">
              <a:ext uri="{FF2B5EF4-FFF2-40B4-BE49-F238E27FC236}">
                <a16:creationId xmlns:a16="http://schemas.microsoft.com/office/drawing/2014/main" id="{7E85F976-B9BA-4071-AD70-A0F482AE0CF4}"/>
              </a:ext>
            </a:extLst>
          </p:cNvPr>
          <p:cNvSpPr>
            <a:spLocks xmlns:a="http://schemas.openxmlformats.org/drawingml/2006/main" noGrp="1"/>
          </p:cNvSpPr>
          <p:nvPr/>
        </p:nvSpPr>
        <p:spPr>
          <a:xfrm xmlns:a="http://schemas.openxmlformats.org/drawingml/2006/main" flipH="1">
            <a:off x="1671821" y="3067505"/>
            <a:ext cx="160486" cy="259233"/>
          </a:xfrm>
          <a:prstGeom xmlns:a="http://schemas.openxmlformats.org/drawingml/2006/main" prst="line">
            <a:avLst/>
          </a:prstGeom>
          <a:ln xmlns:a="http://schemas.openxmlformats.org/drawingml/2006/main" w="19050">
            <a:solidFill>
              <a:srgbClr val="111318"/>
            </a:solidFill>
          </a:ln>
          <a:effectLst xmlns:a="http://schemas.openxmlformats.org/drawingml/2006/main">
            <a:outerShdw blurRad="38100" dist="20000" dir="5400000" sx="100000" sy="100000" kx="0" ky="0" algn="b" rotWithShape="0">
              <a:srgbClr val="000000">
                <a:alpha val="38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15" name="Connector 8">
            <a:extLst xmlns:a="http://schemas.openxmlformats.org/drawingml/2006/main">
              <a:ext uri="{FF2B5EF4-FFF2-40B4-BE49-F238E27FC236}">
                <a16:creationId xmlns:a16="http://schemas.microsoft.com/office/drawing/2014/main" id="{E00B087C-916A-42B1-9692-C3D157A620FB}"/>
              </a:ext>
            </a:extLst>
          </p:cNvPr>
          <p:cNvSpPr>
            <a:spLocks xmlns:a="http://schemas.openxmlformats.org/drawingml/2006/main" noGrp="1"/>
          </p:cNvSpPr>
          <p:nvPr/>
        </p:nvSpPr>
        <p:spPr>
          <a:xfrm xmlns:a="http://schemas.openxmlformats.org/drawingml/2006/main">
            <a:off x="1832299" y="3067505"/>
            <a:ext cx="160485" cy="259233"/>
          </a:xfrm>
          <a:prstGeom xmlns:a="http://schemas.openxmlformats.org/drawingml/2006/main" prst="line">
            <a:avLst/>
          </a:prstGeom>
          <a:ln xmlns:a="http://schemas.openxmlformats.org/drawingml/2006/main" w="19050">
            <a:solidFill>
              <a:srgbClr val="111318"/>
            </a:solidFill>
          </a:ln>
          <a:effectLst xmlns:a="http://schemas.openxmlformats.org/drawingml/2006/main">
            <a:outerShdw blurRad="38100" dist="20000" dir="5400000" sx="100000" sy="100000" kx="0" ky="0" algn="b" rotWithShape="0">
              <a:srgbClr val="000000">
                <a:alpha val="38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16" name="Oval 19">
            <a:extLst xmlns:a="http://schemas.openxmlformats.org/drawingml/2006/main">
              <a:ext uri="{FF2B5EF4-FFF2-40B4-BE49-F238E27FC236}">
                <a16:creationId xmlns:a16="http://schemas.microsoft.com/office/drawing/2014/main" id="{6C6D991B-2BC7-4F17-BA6E-F8642BE81A47}"/>
              </a:ext>
            </a:extLst>
          </p:cNvPr>
          <p:cNvSpPr>
            <a:spLocks xmlns:a="http://schemas.openxmlformats.org/drawingml/2006/main" noGrp="1"/>
          </p:cNvSpPr>
          <p:nvPr/>
        </p:nvSpPr>
        <p:spPr>
          <a:xfrm xmlns:a="http://schemas.openxmlformats.org/drawingml/2006/main" rot="0" flipH="0" flipV="0">
            <a:off x="5383015" y="698303"/>
            <a:ext cx="635025" cy="635025"/>
          </a:xfrm>
          <a:prstGeom xmlns:a="http://schemas.openxmlformats.org/drawingml/2006/main" prst="ellipse">
            <a:avLst/>
          </a:prstGeom>
          <a:solidFill xmlns:a="http://schemas.openxmlformats.org/drawingml/2006/main">
            <a:srgbClr val="1FA873"/>
          </a:solidFill>
          <a:ln xmlns:a="http://schemas.openxmlformats.org/drawingml/2006/main" w="10160">
            <a:solidFill>
              <a:srgbClr val="1FA873"/>
            </a:solidFill>
            <a:prstDash val="solid"/>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wrap="square" lIns="45718" tIns="45718" rIns="45718" bIns="45718" anchor="ctr">
            <a:noAutofit/>
          </a:bodyP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17" name="Connector 20">
            <a:extLst xmlns:a="http://schemas.openxmlformats.org/drawingml/2006/main">
              <a:ext uri="{FF2B5EF4-FFF2-40B4-BE49-F238E27FC236}">
                <a16:creationId xmlns:a16="http://schemas.microsoft.com/office/drawing/2014/main" id="{A5695437-B7D2-46BB-80A1-E95D0CCE4A7A}"/>
              </a:ext>
            </a:extLst>
          </p:cNvPr>
          <p:cNvSpPr>
            <a:spLocks xmlns:a="http://schemas.openxmlformats.org/drawingml/2006/main" noGrp="1"/>
          </p:cNvSpPr>
          <p:nvPr/>
        </p:nvSpPr>
        <p:spPr>
          <a:xfrm xmlns:a="http://schemas.openxmlformats.org/drawingml/2006/main" rot="0" flipH="0" flipV="0">
            <a:off x="5510017" y="1036975"/>
            <a:ext cx="169341" cy="169341"/>
          </a:xfrm>
          <a:prstGeom xmlns:a="http://schemas.openxmlformats.org/drawingml/2006/main" prst="line">
            <a:avLst/>
          </a:prstGeom>
          <a:noFill xmlns:a="http://schemas.openxmlformats.org/drawingml/2006/main"/>
          <a:ln xmlns:a="http://schemas.openxmlformats.org/drawingml/2006/main" w="13970">
            <a:solidFill>
              <a:srgbClr val="FFFFFF"/>
            </a:solidFill>
            <a:prstDash val="solid"/>
          </a:ln>
          <a:effectLst xmlns:a="http://schemas.openxmlformats.org/drawingml/2006/main">
            <a:outerShdw blurRad="38100" dist="20000" dir="5400000" sx="100000" sy="100000" kx="0" ky="0" algn="b" rotWithShape="0">
              <a:srgbClr val="000000">
                <a:alpha val="38000"/>
              </a:srgbClr>
            </a:outerShdw>
          </a:effectLst>
        </p:spPr>
        <p:txBody>
          <a:bodyPr xmlns:a="http://schemas.openxmlformats.org/drawingml/2006/main" wrap="square" lIns="45718" tIns="45718" rIns="45718" bIns="45718" anchor="t">
            <a:noAutofit/>
          </a:bodyPr>
          <a:lstStyle xmlns:a="http://schemas.openxmlformats.org/drawingml/2006/main"/>
          <a:p xmlns:a="http://schemas.openxmlformats.org/drawingml/2006/main">
            <a:pPr>
              <a:buNone/>
            </a:pPr>
          </a:p>
        </p:txBody>
      </p:sp>
      <p:sp>
        <p:nvSpPr>
          <p:cNvPr id="218" name="Connector 21">
            <a:extLst xmlns:a="http://schemas.openxmlformats.org/drawingml/2006/main">
              <a:ext uri="{FF2B5EF4-FFF2-40B4-BE49-F238E27FC236}">
                <a16:creationId xmlns:a16="http://schemas.microsoft.com/office/drawing/2014/main" id="{BC5DE502-FC66-4746-B786-93D721E86F74}"/>
              </a:ext>
            </a:extLst>
          </p:cNvPr>
          <p:cNvSpPr>
            <a:spLocks xmlns:a="http://schemas.openxmlformats.org/drawingml/2006/main" noGrp="1"/>
          </p:cNvSpPr>
          <p:nvPr/>
        </p:nvSpPr>
        <p:spPr>
          <a:xfrm xmlns:a="http://schemas.openxmlformats.org/drawingml/2006/main" rot="0" flipH="0" flipV="1">
            <a:off x="5679348" y="867638"/>
            <a:ext cx="254008" cy="338678"/>
          </a:xfrm>
          <a:prstGeom xmlns:a="http://schemas.openxmlformats.org/drawingml/2006/main" prst="line">
            <a:avLst/>
          </a:prstGeom>
          <a:noFill xmlns:a="http://schemas.openxmlformats.org/drawingml/2006/main"/>
          <a:ln xmlns:a="http://schemas.openxmlformats.org/drawingml/2006/main" w="13970">
            <a:solidFill>
              <a:srgbClr val="FFFFFF"/>
            </a:solidFill>
            <a:prstDash val="solid"/>
          </a:ln>
          <a:effectLst xmlns:a="http://schemas.openxmlformats.org/drawingml/2006/main">
            <a:outerShdw blurRad="38100" dist="20000" dir="5400000" sx="100000" sy="100000" kx="0" ky="0" algn="b" rotWithShape="0">
              <a:srgbClr val="000000">
                <a:alpha val="38000"/>
              </a:srgbClr>
            </a:outerShdw>
          </a:effectLst>
        </p:spPr>
        <p:txBody>
          <a:bodyPr xmlns:a="http://schemas.openxmlformats.org/drawingml/2006/main" wrap="square" lIns="45718" tIns="45718" rIns="45718" bIns="45718" anchor="t">
            <a:noAutofit/>
          </a:bodyPr>
          <a:lstStyle xmlns:a="http://schemas.openxmlformats.org/drawingml/2006/main"/>
          <a:p xmlns:a="http://schemas.openxmlformats.org/drawingml/2006/main">
            <a:pPr>
              <a:buNone/>
            </a:pPr>
          </a:p>
        </p:txBody>
      </p:sp>
      <p:sp>
        <p:nvSpPr>
          <p:cNvPr id="220" name="Oval 22">
            <a:extLst xmlns:a="http://schemas.openxmlformats.org/drawingml/2006/main">
              <a:ext uri="{FF2B5EF4-FFF2-40B4-BE49-F238E27FC236}">
                <a16:creationId xmlns:a16="http://schemas.microsoft.com/office/drawing/2014/main" id="{5F3C1784-D05B-45FE-AB0E-3159284F476E}"/>
              </a:ext>
            </a:extLst>
          </p:cNvPr>
          <p:cNvSpPr>
            <a:spLocks xmlns:a="http://schemas.openxmlformats.org/drawingml/2006/main" noGrp="1"/>
          </p:cNvSpPr>
          <p:nvPr/>
        </p:nvSpPr>
        <p:spPr>
          <a:xfrm xmlns:a="http://schemas.openxmlformats.org/drawingml/2006/main" rot="0" flipH="0" flipV="0">
            <a:off x="8575880" y="698298"/>
            <a:ext cx="635025" cy="635025"/>
          </a:xfrm>
          <a:prstGeom xmlns:a="http://schemas.openxmlformats.org/drawingml/2006/main" prst="ellipse">
            <a:avLst/>
          </a:prstGeom>
          <a:solidFill xmlns:a="http://schemas.openxmlformats.org/drawingml/2006/main">
            <a:schemeClr val="accent2">
              <a:lumOff val="-10549"/>
            </a:schemeClr>
          </a:solidFill>
          <a:ln xmlns:a="http://schemas.openxmlformats.org/drawingml/2006/main" w="25400">
            <a:solidFill>
              <a:srgbClr val="8C3A38"/>
            </a:solidFill>
            <a:prstDash val="solid"/>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wrap="square" lIns="45718" tIns="45718" rIns="45718" bIns="45718" anchor="ctr">
            <a:noAutofit/>
          </a:bodyPr>
          <a:lstStyle xmlns:a="http://schemas.openxmlformats.org/drawingml/2006/main"/>
          <a:p xmlns:a="http://schemas.openxmlformats.org/drawingml/2006/main">
            <a:pPr>
              <a:buNone/>
              <a:defRPr>
                <a:solidFill>
                  <a:srgbClr val="FFFFFF"/>
                </a:solidFill>
                <a:latin typeface="+mn-lt"/>
                <a:ea typeface="+mn-lt"/>
                <a:cs typeface="+mn-lt"/>
              </a:defRPr>
            </a:pPr>
          </a:p>
        </p:txBody>
      </p:sp>
      <p:sp>
        <p:nvSpPr>
          <p:cNvPr id="221" name="Connector 23">
            <a:extLst xmlns:a="http://schemas.openxmlformats.org/drawingml/2006/main">
              <a:ext uri="{FF2B5EF4-FFF2-40B4-BE49-F238E27FC236}">
                <a16:creationId xmlns:a16="http://schemas.microsoft.com/office/drawing/2014/main" id="{E34E2457-126A-4804-89CF-0F0119CFA41C}"/>
              </a:ext>
            </a:extLst>
          </p:cNvPr>
          <p:cNvSpPr>
            <a:spLocks xmlns:a="http://schemas.openxmlformats.org/drawingml/2006/main" noGrp="1"/>
          </p:cNvSpPr>
          <p:nvPr/>
        </p:nvSpPr>
        <p:spPr>
          <a:xfrm xmlns:a="http://schemas.openxmlformats.org/drawingml/2006/main" rot="0" flipH="0" flipV="0">
            <a:off x="8702882" y="1015803"/>
            <a:ext cx="381012" cy="8"/>
          </a:xfrm>
          <a:prstGeom xmlns:a="http://schemas.openxmlformats.org/drawingml/2006/main" prst="line">
            <a:avLst/>
          </a:prstGeom>
          <a:noFill xmlns:a="http://schemas.openxmlformats.org/drawingml/2006/main"/>
          <a:ln xmlns:a="http://schemas.openxmlformats.org/drawingml/2006/main" w="12700">
            <a:solidFill>
              <a:srgbClr val="FFFFFF"/>
            </a:solidFill>
            <a:prstDash val="solid"/>
          </a:ln>
          <a:effectLst xmlns:a="http://schemas.openxmlformats.org/drawingml/2006/main">
            <a:outerShdw blurRad="38100" dist="20000" dir="5400000" sx="100000" sy="100000" kx="0" ky="0" algn="b" rotWithShape="0">
              <a:srgbClr val="000000">
                <a:alpha val="38000"/>
              </a:srgbClr>
            </a:outerShdw>
          </a:effectLst>
        </p:spPr>
        <p:txBody>
          <a:bodyPr xmlns:a="http://schemas.openxmlformats.org/drawingml/2006/main" wrap="square" lIns="45718" tIns="45718" rIns="45718" bIns="45718" anchor="t">
            <a:noAutofit/>
          </a:bodyPr>
          <a:lstStyle xmlns:a="http://schemas.openxmlformats.org/drawingml/2006/main"/>
          <a:p xmlns:a="http://schemas.openxmlformats.org/drawingml/2006/main">
            <a:pPr>
              <a:buNone/>
            </a:pPr>
          </a:p>
        </p:txBody>
      </p:sp>
      <p:sp>
        <p:nvSpPr>
          <p:cNvPr id="223" name="Connector 24">
            <a:extLst xmlns:a="http://schemas.openxmlformats.org/drawingml/2006/main">
              <a:ext uri="{FF2B5EF4-FFF2-40B4-BE49-F238E27FC236}">
                <a16:creationId xmlns:a16="http://schemas.microsoft.com/office/drawing/2014/main" id="{73D3E941-8F2B-4EF6-B3E1-B85BE68234CA}"/>
              </a:ext>
            </a:extLst>
          </p:cNvPr>
          <p:cNvSpPr>
            <a:spLocks xmlns:a="http://schemas.openxmlformats.org/drawingml/2006/main" noGrp="1"/>
          </p:cNvSpPr>
          <p:nvPr/>
        </p:nvSpPr>
        <p:spPr>
          <a:xfrm xmlns:a="http://schemas.openxmlformats.org/drawingml/2006/main">
            <a:off x="2693659" y="2846066"/>
            <a:ext cx="1371611" cy="8"/>
          </a:xfrm>
          <a:prstGeom xmlns:a="http://schemas.openxmlformats.org/drawingml/2006/main" prst="line">
            <a:avLst/>
          </a:prstGeom>
          <a:ln xmlns:a="http://schemas.openxmlformats.org/drawingml/2006/main" w="17780">
            <a:solidFill>
              <a:srgbClr val="DADDE2"/>
            </a:solidFill>
          </a:ln>
          <a:effectLst xmlns:a="http://schemas.openxmlformats.org/drawingml/2006/main">
            <a:outerShdw blurRad="38100" dist="20000" dir="5400000" sx="100000" sy="100000" kx="0" ky="0" algn="b" rotWithShape="0">
              <a:srgbClr val="000000">
                <a:alpha val="38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24" name="TextBox 25">
            <a:extLst xmlns:a="http://schemas.openxmlformats.org/drawingml/2006/main">
              <a:ext uri="{FF2B5EF4-FFF2-40B4-BE49-F238E27FC236}">
                <a16:creationId xmlns:a16="http://schemas.microsoft.com/office/drawing/2014/main" id="{0D2CA3C3-DE47-4765-8CDF-F4C1225FFA39}"/>
              </a:ext>
            </a:extLst>
          </p:cNvPr>
          <p:cNvSpPr>
            <a:spLocks xmlns:a="http://schemas.openxmlformats.org/drawingml/2006/main" noGrp="1"/>
          </p:cNvSpPr>
          <p:nvPr/>
        </p:nvSpPr>
        <p:spPr>
          <a:xfrm xmlns:a="http://schemas.openxmlformats.org/drawingml/2006/main">
            <a:off x="4074407" y="2654044"/>
            <a:ext cx="292616" cy="3048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2100" b="1">
                <a:solidFill>
                  <a:srgbClr val="73777F"/>
                </a:solidFill>
                <a:latin typeface="Helvetica Neue"/>
                <a:ea typeface="Helvetica Neue"/>
                <a:cs typeface="Helvetica Neue"/>
              </a:defRPr>
            </a:lvl1pPr>
          </a:lstStyle>
          <a:p xmlns:a="http://schemas.openxmlformats.org/drawingml/2006/main">
            <a:pPr>
              <a:buNone/>
            </a:pPr>
            <a:r>
              <a:t>→</a:t>
            </a:r>
          </a:p>
        </p:txBody>
      </p:sp>
      <p:sp>
        <p:nvSpPr>
          <p:cNvPr id="225" name="TextBox 28">
            <a:extLst xmlns:a="http://schemas.openxmlformats.org/drawingml/2006/main">
              <a:ext uri="{FF2B5EF4-FFF2-40B4-BE49-F238E27FC236}">
                <a16:creationId xmlns:a16="http://schemas.microsoft.com/office/drawing/2014/main" id="{25FC77AC-2049-441F-A114-DECFEADD4141}"/>
              </a:ext>
            </a:extLst>
          </p:cNvPr>
          <p:cNvSpPr>
            <a:spLocks xmlns:a="http://schemas.openxmlformats.org/drawingml/2006/main" noGrp="1"/>
          </p:cNvSpPr>
          <p:nvPr/>
        </p:nvSpPr>
        <p:spPr>
          <a:xfrm xmlns:a="http://schemas.openxmlformats.org/drawingml/2006/main">
            <a:off x="1685330" y="4403166"/>
            <a:ext cx="2560330" cy="26043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700" b="1">
                <a:solidFill>
                  <a:srgbClr val="3977F6"/>
                </a:solidFill>
                <a:latin typeface="Helvetica Neue"/>
                <a:ea typeface="Helvetica Neue"/>
                <a:cs typeface="Helvetica Neue"/>
              </a:defRPr>
            </a:pPr>
            <a:r>
              <a:t>• </a:t>
            </a:r>
            <a:r>
              <a:rPr>
                <a:solidFill>
                  <a:srgbClr val="111318"/>
                </a:solidFill>
              </a:rPr>
              <a:t>Sees the note</a:t>
            </a:r>
          </a:p>
        </p:txBody>
      </p:sp>
      <p:sp>
        <p:nvSpPr>
          <p:cNvPr id="226" name="TextBox 30">
            <a:extLst xmlns:a="http://schemas.openxmlformats.org/drawingml/2006/main">
              <a:ext uri="{FF2B5EF4-FFF2-40B4-BE49-F238E27FC236}">
                <a16:creationId xmlns:a16="http://schemas.microsoft.com/office/drawing/2014/main" id="{8559A513-BE9A-4618-9434-A34920E9A8B8}"/>
              </a:ext>
            </a:extLst>
          </p:cNvPr>
          <p:cNvSpPr>
            <a:spLocks xmlns:a="http://schemas.openxmlformats.org/drawingml/2006/main" noGrp="1"/>
          </p:cNvSpPr>
          <p:nvPr/>
        </p:nvSpPr>
        <p:spPr>
          <a:xfrm xmlns:a="http://schemas.openxmlformats.org/drawingml/2006/main">
            <a:off x="6800177" y="5824268"/>
            <a:ext cx="2834649" cy="26043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700" b="1">
                <a:solidFill>
                  <a:srgbClr val="1FA873"/>
                </a:solidFill>
                <a:latin typeface="Helvetica Neue"/>
                <a:ea typeface="Helvetica Neue"/>
                <a:cs typeface="Helvetica Neue"/>
              </a:defRPr>
            </a:pPr>
            <a:r>
              <a:t>• </a:t>
            </a:r>
            <a:r>
              <a:rPr>
                <a:solidFill>
                  <a:srgbClr val="111318"/>
                </a:solidFill>
              </a:rPr>
              <a:t>Rates helpfulness</a:t>
            </a:r>
          </a:p>
        </p:txBody>
      </p:sp>
      <p:pic>
        <p:nvPicPr>
          <p:cNvPr id="247" name="pasted-movie.png"/>
          <p:cNvPicPr>
            <a:picLocks xmlns:a="http://schemas.openxmlformats.org/drawingml/2006/main" noChangeAspect="1"/>
          </p:cNvPicPr>
          <p:nvPr/>
        </p:nvPicPr>
        <p:blipFill>
          <a:blip xmlns:r="http://schemas.openxmlformats.org/officeDocument/2006/relationships" xmlns:a="http://schemas.openxmlformats.org/drawingml/2006/main" r:embed="Re41fd03148984b51"/>
          <a:stretch xmlns:a="http://schemas.openxmlformats.org/drawingml/2006/main">
            <a:fillRect l="0" t="0" r="0" b="0"/>
          </a:stretch>
        </p:blipFill>
        <p:spPr>
          <a:xfrm xmlns:a="http://schemas.openxmlformats.org/drawingml/2006/main">
            <a:off x="8605815" y="1680123"/>
            <a:ext cx="2560324" cy="3797330"/>
          </a:xfrm>
          <a:prstGeom xmlns:a="http://schemas.openxmlformats.org/drawingml/2006/main" prst="rect">
            <a:avLst/>
          </a:prstGeom>
          <a:ln xmlns:a="http://schemas.openxmlformats.org/drawingml/2006/main" w="12700">
            <a:miter/>
          </a:ln>
        </p:spPr>
      </p:pic>
      <p:pic>
        <p:nvPicPr>
          <p:cNvPr id="248" name="pasted-movie.png"/>
          <p:cNvPicPr>
            <a:picLocks xmlns:a="http://schemas.openxmlformats.org/drawingml/2006/main" noChangeAspect="1"/>
          </p:cNvPicPr>
          <p:nvPr/>
        </p:nvPicPr>
        <p:blipFill>
          <a:blip xmlns:r="http://schemas.openxmlformats.org/officeDocument/2006/relationships" xmlns:a="http://schemas.openxmlformats.org/drawingml/2006/main" r:embed="Rcb50294348d7485a"/>
          <a:stretch xmlns:a="http://schemas.openxmlformats.org/drawingml/2006/main">
            <a:fillRect l="0" t="0" r="0" b="0"/>
          </a:stretch>
        </p:blipFill>
        <p:spPr>
          <a:xfrm xmlns:a="http://schemas.openxmlformats.org/drawingml/2006/main">
            <a:off x="4917102" y="1781142"/>
            <a:ext cx="2568092" cy="3595319"/>
          </a:xfrm>
          <a:prstGeom xmlns:a="http://schemas.openxmlformats.org/drawingml/2006/main" prst="rect">
            <a:avLst/>
          </a:prstGeom>
          <a:ln xmlns:a="http://schemas.openxmlformats.org/drawingml/2006/main" w="12700">
            <a:miter/>
          </a:ln>
        </p:spPr>
      </p:pic>
    </p:spTree>
    <p:extLst>
      <p:ext uri="{BB962C8B-B14F-4D97-AF65-F5344CB8AC3E}">
        <p14:creationId xmlns:p14="http://schemas.microsoft.com/office/powerpoint/2010/main" val="1778381395"/>
      </p:ext>
    </p:extLst>
  </p:cSld>
</p:sld>
</file>

<file path=ppt/slides/slide6.xml><?xml version="1.0" encoding="utf-8"?>
<p:sld xmlns:p="http://schemas.openxmlformats.org/presentationml/2006/main" showMasterSp="1">
  <p:cSld>
    <p:spTree>
      <p:nvGrpSpPr>
        <p:cNvPr id="1" name=""/>
        <p:cNvGrpSpPr/>
        <p:nvPr/>
      </p:nvGrpSpPr>
      <p:grpSpPr>
        <a:xfrm xmlns:a="http://schemas.openxmlformats.org/drawingml/2006/main"/>
      </p:grpSpPr>
      <p:sp>
        <p:nvSpPr>
          <p:cNvPr id="230" name="TextBox 1">
            <a:extLst xmlns:a="http://schemas.openxmlformats.org/drawingml/2006/main">
              <a:ext uri="{FF2B5EF4-FFF2-40B4-BE49-F238E27FC236}">
                <a16:creationId xmlns:a16="http://schemas.microsoft.com/office/drawing/2014/main" id="{086E5287-FA90-42BF-B7CB-8965C3C202A7}"/>
              </a:ext>
            </a:extLst>
          </p:cNvPr>
          <p:cNvSpPr>
            <a:spLocks xmlns:a="http://schemas.openxmlformats.org/drawingml/2006/main" noGrp="1"/>
          </p:cNvSpPr>
          <p:nvPr/>
        </p:nvSpPr>
        <p:spPr>
          <a:xfrm xmlns:a="http://schemas.openxmlformats.org/drawingml/2006/main">
            <a:off x="603504" y="420623"/>
            <a:ext cx="4297680" cy="14871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000" b="1">
                <a:solidFill>
                  <a:srgbClr val="73777F"/>
                </a:solidFill>
                <a:latin typeface="Helvetica Neue"/>
                <a:ea typeface="Helvetica Neue"/>
                <a:cs typeface="Helvetica Neue"/>
              </a:defRPr>
            </a:lvl1pPr>
          </a:lstStyle>
          <a:p xmlns:a="http://schemas.openxmlformats.org/drawingml/2006/main">
            <a:pPr>
              <a:buNone/>
            </a:pPr>
            <a:r>
              <a:t>THE CROWD</a:t>
            </a:r>
          </a:p>
        </p:txBody>
      </p:sp>
      <p:sp>
        <p:nvSpPr>
          <p:cNvPr id="231" name="TextBox 2">
            <a:extLst xmlns:a="http://schemas.openxmlformats.org/drawingml/2006/main">
              <a:ext uri="{FF2B5EF4-FFF2-40B4-BE49-F238E27FC236}">
                <a16:creationId xmlns:a16="http://schemas.microsoft.com/office/drawing/2014/main" id="{421397FB-7A98-4EA3-ABF3-A45373ADE311}"/>
              </a:ext>
            </a:extLst>
          </p:cNvPr>
          <p:cNvSpPr>
            <a:spLocks xmlns:a="http://schemas.openxmlformats.org/drawingml/2006/main" noGrp="1"/>
          </p:cNvSpPr>
          <p:nvPr/>
        </p:nvSpPr>
        <p:spPr>
          <a:xfrm xmlns:a="http://schemas.openxmlformats.org/drawingml/2006/main">
            <a:off x="603504" y="786383"/>
            <a:ext cx="10424160" cy="458849"/>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3000" b="1">
                <a:solidFill>
                  <a:srgbClr val="111318"/>
                </a:solidFill>
                <a:latin typeface="Helvetica Neue"/>
                <a:ea typeface="Helvetica Neue"/>
                <a:cs typeface="Helvetica Neue"/>
              </a:defRPr>
            </a:lvl1pPr>
          </a:lstStyle>
          <a:p xmlns:a="http://schemas.openxmlformats.org/drawingml/2006/main">
            <a:pPr>
              <a:buNone/>
            </a:pPr>
            <a:r>
              <a:t>Now multiply that by thousands</a:t>
            </a:r>
          </a:p>
        </p:txBody>
      </p:sp>
      <p:sp>
        <p:nvSpPr>
          <p:cNvPr id="232" name="TextBox 3">
            <a:extLst xmlns:a="http://schemas.openxmlformats.org/drawingml/2006/main">
              <a:ext uri="{FF2B5EF4-FFF2-40B4-BE49-F238E27FC236}">
                <a16:creationId xmlns:a16="http://schemas.microsoft.com/office/drawing/2014/main" id="{F4304DD5-E451-4F28-99E7-8B5C7B9C484C}"/>
              </a:ext>
            </a:extLst>
          </p:cNvPr>
          <p:cNvSpPr>
            <a:spLocks xmlns:a="http://schemas.openxmlformats.org/drawingml/2006/main" noGrp="1"/>
          </p:cNvSpPr>
          <p:nvPr/>
        </p:nvSpPr>
        <p:spPr>
          <a:xfrm xmlns:a="http://schemas.openxmlformats.org/drawingml/2006/main">
            <a:off x="11082528" y="457198"/>
            <a:ext cx="438918" cy="136385"/>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r">
              <a:buNone/>
              <a:defRPr sz="900" b="1">
                <a:solidFill>
                  <a:srgbClr val="73777F"/>
                </a:solidFill>
                <a:latin typeface="Helvetica Neue"/>
                <a:ea typeface="Helvetica Neue"/>
                <a:cs typeface="Helvetica Neue"/>
              </a:defRPr>
            </a:lvl1pPr>
          </a:lstStyle>
          <a:p xmlns:a="http://schemas.openxmlformats.org/drawingml/2006/main">
            <a:pPr>
              <a:buNone/>
            </a:pPr>
            <a:r>
              <a:t>03</a:t>
            </a:r>
          </a:p>
        </p:txBody>
      </p:sp>
      <p:sp>
        <p:nvSpPr>
          <p:cNvPr id="233" name="Oval 4">
            <a:extLst xmlns:a="http://schemas.openxmlformats.org/drawingml/2006/main">
              <a:ext uri="{FF2B5EF4-FFF2-40B4-BE49-F238E27FC236}">
                <a16:creationId xmlns:a16="http://schemas.microsoft.com/office/drawing/2014/main" id="{57572A5F-6AFA-46F4-B24A-8538D176B083}"/>
              </a:ext>
            </a:extLst>
          </p:cNvPr>
          <p:cNvSpPr>
            <a:spLocks xmlns:a="http://schemas.openxmlformats.org/drawingml/2006/main" noGrp="1"/>
          </p:cNvSpPr>
          <p:nvPr/>
        </p:nvSpPr>
        <p:spPr>
          <a:xfrm xmlns:a="http://schemas.openxmlformats.org/drawingml/2006/main">
            <a:off x="868680" y="2578605"/>
            <a:ext cx="192039" cy="1920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34" name="Connector 5">
            <a:extLst xmlns:a="http://schemas.openxmlformats.org/drawingml/2006/main">
              <a:ext uri="{FF2B5EF4-FFF2-40B4-BE49-F238E27FC236}">
                <a16:creationId xmlns:a16="http://schemas.microsoft.com/office/drawing/2014/main" id="{2A46479E-4B11-4EAD-B372-E1861830F196}"/>
              </a:ext>
            </a:extLst>
          </p:cNvPr>
          <p:cNvSpPr>
            <a:spLocks xmlns:a="http://schemas.openxmlformats.org/drawingml/2006/main" noGrp="1"/>
          </p:cNvSpPr>
          <p:nvPr/>
        </p:nvSpPr>
        <p:spPr>
          <a:xfrm xmlns:a="http://schemas.openxmlformats.org/drawingml/2006/main">
            <a:off x="964691" y="2770632"/>
            <a:ext cx="7" cy="316847"/>
          </a:xfrm>
          <a:prstGeom xmlns:a="http://schemas.openxmlformats.org/drawingml/2006/main" prst="line">
            <a:avLst/>
          </a:prstGeom>
          <a:ln xmlns:a="http://schemas.openxmlformats.org/drawingml/2006/main" w="19050">
            <a:solidFill>
              <a:srgbClr val="111318"/>
            </a:solidFill>
          </a:ln>
          <a:effectLst xmlns:a="http://schemas.openxmlformats.org/drawingml/2006/main">
            <a:outerShdw blurRad="38100" dist="20000" dir="5400000" sx="100000" sy="100000" kx="0" ky="0" algn="b" rotWithShape="0">
              <a:srgbClr val="000000">
                <a:alpha val="38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35" name="Connector 6">
            <a:extLst xmlns:a="http://schemas.openxmlformats.org/drawingml/2006/main">
              <a:ext uri="{FF2B5EF4-FFF2-40B4-BE49-F238E27FC236}">
                <a16:creationId xmlns:a16="http://schemas.microsoft.com/office/drawing/2014/main" id="{22E92B52-5C80-4EAA-9E42-837297BD6F3D}"/>
              </a:ext>
            </a:extLst>
          </p:cNvPr>
          <p:cNvSpPr>
            <a:spLocks xmlns:a="http://schemas.openxmlformats.org/drawingml/2006/main" noGrp="1"/>
          </p:cNvSpPr>
          <p:nvPr/>
        </p:nvSpPr>
        <p:spPr>
          <a:xfrm xmlns:a="http://schemas.openxmlformats.org/drawingml/2006/main">
            <a:off x="830274" y="2905048"/>
            <a:ext cx="268842" cy="8"/>
          </a:xfrm>
          <a:prstGeom xmlns:a="http://schemas.openxmlformats.org/drawingml/2006/main" prst="line">
            <a:avLst/>
          </a:prstGeom>
          <a:ln xmlns:a="http://schemas.openxmlformats.org/drawingml/2006/main" w="19050">
            <a:solidFill>
              <a:srgbClr val="111318"/>
            </a:solidFill>
          </a:ln>
          <a:effectLst xmlns:a="http://schemas.openxmlformats.org/drawingml/2006/main">
            <a:outerShdw blurRad="38100" dist="20000" dir="5400000" sx="100000" sy="100000" kx="0" ky="0" algn="b" rotWithShape="0">
              <a:srgbClr val="000000">
                <a:alpha val="38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36" name="Connector 7">
            <a:extLst xmlns:a="http://schemas.openxmlformats.org/drawingml/2006/main">
              <a:ext uri="{FF2B5EF4-FFF2-40B4-BE49-F238E27FC236}">
                <a16:creationId xmlns:a16="http://schemas.microsoft.com/office/drawing/2014/main" id="{BDD86456-E578-4336-84B4-C58FBC4CE1A6}"/>
              </a:ext>
            </a:extLst>
          </p:cNvPr>
          <p:cNvSpPr>
            <a:spLocks xmlns:a="http://schemas.openxmlformats.org/drawingml/2006/main" noGrp="1"/>
          </p:cNvSpPr>
          <p:nvPr/>
        </p:nvSpPr>
        <p:spPr>
          <a:xfrm xmlns:a="http://schemas.openxmlformats.org/drawingml/2006/main" flipH="1">
            <a:off x="839876" y="3087470"/>
            <a:ext cx="124822" cy="201633"/>
          </a:xfrm>
          <a:prstGeom xmlns:a="http://schemas.openxmlformats.org/drawingml/2006/main" prst="line">
            <a:avLst/>
          </a:prstGeom>
          <a:ln xmlns:a="http://schemas.openxmlformats.org/drawingml/2006/main" w="19050">
            <a:solidFill>
              <a:srgbClr val="111318"/>
            </a:solidFill>
          </a:ln>
          <a:effectLst xmlns:a="http://schemas.openxmlformats.org/drawingml/2006/main">
            <a:outerShdw blurRad="38100" dist="20000" dir="5400000" sx="100000" sy="100000" kx="0" ky="0" algn="b" rotWithShape="0">
              <a:srgbClr val="000000">
                <a:alpha val="38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37" name="Connector 8">
            <a:extLst xmlns:a="http://schemas.openxmlformats.org/drawingml/2006/main">
              <a:ext uri="{FF2B5EF4-FFF2-40B4-BE49-F238E27FC236}">
                <a16:creationId xmlns:a16="http://schemas.microsoft.com/office/drawing/2014/main" id="{A1763152-44C9-47E6-BCC6-EEB5D2303B67}"/>
              </a:ext>
            </a:extLst>
          </p:cNvPr>
          <p:cNvSpPr>
            <a:spLocks xmlns:a="http://schemas.openxmlformats.org/drawingml/2006/main" noGrp="1"/>
          </p:cNvSpPr>
          <p:nvPr/>
        </p:nvSpPr>
        <p:spPr>
          <a:xfrm xmlns:a="http://schemas.openxmlformats.org/drawingml/2006/main">
            <a:off x="964690" y="3087470"/>
            <a:ext cx="124816" cy="201633"/>
          </a:xfrm>
          <a:prstGeom xmlns:a="http://schemas.openxmlformats.org/drawingml/2006/main" prst="line">
            <a:avLst/>
          </a:prstGeom>
          <a:ln xmlns:a="http://schemas.openxmlformats.org/drawingml/2006/main" w="19050">
            <a:solidFill>
              <a:srgbClr val="111318"/>
            </a:solidFill>
          </a:ln>
          <a:effectLst xmlns:a="http://schemas.openxmlformats.org/drawingml/2006/main">
            <a:outerShdw blurRad="38100" dist="20000" dir="5400000" sx="100000" sy="100000" kx="0" ky="0" algn="b" rotWithShape="0">
              <a:srgbClr val="000000">
                <a:alpha val="38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38" name="TextBox 9">
            <a:extLst xmlns:a="http://schemas.openxmlformats.org/drawingml/2006/main">
              <a:ext uri="{FF2B5EF4-FFF2-40B4-BE49-F238E27FC236}">
                <a16:creationId xmlns:a16="http://schemas.microsoft.com/office/drawing/2014/main" id="{2708DBFE-03B3-4A15-9647-04788A40F3D7}"/>
              </a:ext>
            </a:extLst>
          </p:cNvPr>
          <p:cNvSpPr>
            <a:spLocks xmlns:a="http://schemas.openxmlformats.org/drawingml/2006/main" noGrp="1"/>
          </p:cNvSpPr>
          <p:nvPr/>
        </p:nvSpPr>
        <p:spPr>
          <a:xfrm xmlns:a="http://schemas.openxmlformats.org/drawingml/2006/main">
            <a:off x="1965960" y="2761488"/>
            <a:ext cx="365768" cy="3048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2100" b="1">
                <a:solidFill>
                  <a:srgbClr val="73777F"/>
                </a:solidFill>
                <a:latin typeface="Helvetica Neue"/>
                <a:ea typeface="Helvetica Neue"/>
                <a:cs typeface="Helvetica Neue"/>
              </a:defRPr>
            </a:lvl1pPr>
          </a:lstStyle>
          <a:p xmlns:a="http://schemas.openxmlformats.org/drawingml/2006/main">
            <a:pPr>
              <a:buNone/>
            </a:pPr>
            <a:r>
              <a:t>→</a:t>
            </a:r>
          </a:p>
        </p:txBody>
      </p:sp>
      <p:sp>
        <p:nvSpPr>
          <p:cNvPr id="239" name="Oval 10">
            <a:extLst xmlns:a="http://schemas.openxmlformats.org/drawingml/2006/main">
              <a:ext uri="{FF2B5EF4-FFF2-40B4-BE49-F238E27FC236}">
                <a16:creationId xmlns:a16="http://schemas.microsoft.com/office/drawing/2014/main" id="{30D3BD8E-9C8B-4594-83D2-ED511988F328}"/>
              </a:ext>
            </a:extLst>
          </p:cNvPr>
          <p:cNvSpPr>
            <a:spLocks xmlns:a="http://schemas.openxmlformats.org/drawingml/2006/main" noGrp="1"/>
          </p:cNvSpPr>
          <p:nvPr/>
        </p:nvSpPr>
        <p:spPr>
          <a:xfrm xmlns:a="http://schemas.openxmlformats.org/drawingml/2006/main">
            <a:off x="2834638" y="1783077"/>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40" name="Oval 11">
            <a:extLst xmlns:a="http://schemas.openxmlformats.org/drawingml/2006/main">
              <a:ext uri="{FF2B5EF4-FFF2-40B4-BE49-F238E27FC236}">
                <a16:creationId xmlns:a16="http://schemas.microsoft.com/office/drawing/2014/main" id="{02315041-7571-44F9-84D6-BEDCE507F9F6}"/>
              </a:ext>
            </a:extLst>
          </p:cNvPr>
          <p:cNvSpPr>
            <a:spLocks xmlns:a="http://schemas.openxmlformats.org/drawingml/2006/main" noGrp="1"/>
          </p:cNvSpPr>
          <p:nvPr/>
        </p:nvSpPr>
        <p:spPr>
          <a:xfrm xmlns:a="http://schemas.openxmlformats.org/drawingml/2006/main">
            <a:off x="3218688" y="1783077"/>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41" name="Oval 12">
            <a:extLst xmlns:a="http://schemas.openxmlformats.org/drawingml/2006/main">
              <a:ext uri="{FF2B5EF4-FFF2-40B4-BE49-F238E27FC236}">
                <a16:creationId xmlns:a16="http://schemas.microsoft.com/office/drawing/2014/main" id="{990681CB-F51E-4927-84C5-147D6CBBECED}"/>
              </a:ext>
            </a:extLst>
          </p:cNvPr>
          <p:cNvSpPr>
            <a:spLocks xmlns:a="http://schemas.openxmlformats.org/drawingml/2006/main" noGrp="1"/>
          </p:cNvSpPr>
          <p:nvPr/>
        </p:nvSpPr>
        <p:spPr>
          <a:xfrm xmlns:a="http://schemas.openxmlformats.org/drawingml/2006/main">
            <a:off x="3602735" y="1783077"/>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42" name="Oval 13">
            <a:extLst xmlns:a="http://schemas.openxmlformats.org/drawingml/2006/main">
              <a:ext uri="{FF2B5EF4-FFF2-40B4-BE49-F238E27FC236}">
                <a16:creationId xmlns:a16="http://schemas.microsoft.com/office/drawing/2014/main" id="{F6379C9D-0454-463C-BE28-4A087C48D7ED}"/>
              </a:ext>
            </a:extLst>
          </p:cNvPr>
          <p:cNvSpPr>
            <a:spLocks xmlns:a="http://schemas.openxmlformats.org/drawingml/2006/main" noGrp="1"/>
          </p:cNvSpPr>
          <p:nvPr/>
        </p:nvSpPr>
        <p:spPr>
          <a:xfrm xmlns:a="http://schemas.openxmlformats.org/drawingml/2006/main">
            <a:off x="3986784" y="1783077"/>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43" name="Oval 14">
            <a:extLst xmlns:a="http://schemas.openxmlformats.org/drawingml/2006/main">
              <a:ext uri="{FF2B5EF4-FFF2-40B4-BE49-F238E27FC236}">
                <a16:creationId xmlns:a16="http://schemas.microsoft.com/office/drawing/2014/main" id="{537546A5-919A-47FA-9FAD-7B25E408ACA4}"/>
              </a:ext>
            </a:extLst>
          </p:cNvPr>
          <p:cNvSpPr>
            <a:spLocks xmlns:a="http://schemas.openxmlformats.org/drawingml/2006/main" noGrp="1"/>
          </p:cNvSpPr>
          <p:nvPr/>
        </p:nvSpPr>
        <p:spPr>
          <a:xfrm xmlns:a="http://schemas.openxmlformats.org/drawingml/2006/main">
            <a:off x="4370832" y="1783077"/>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44" name="Oval 15">
            <a:extLst xmlns:a="http://schemas.openxmlformats.org/drawingml/2006/main">
              <a:ext uri="{FF2B5EF4-FFF2-40B4-BE49-F238E27FC236}">
                <a16:creationId xmlns:a16="http://schemas.microsoft.com/office/drawing/2014/main" id="{47D4AC58-21DB-4061-AF60-931236364030}"/>
              </a:ext>
            </a:extLst>
          </p:cNvPr>
          <p:cNvSpPr>
            <a:spLocks xmlns:a="http://schemas.openxmlformats.org/drawingml/2006/main" noGrp="1"/>
          </p:cNvSpPr>
          <p:nvPr/>
        </p:nvSpPr>
        <p:spPr>
          <a:xfrm xmlns:a="http://schemas.openxmlformats.org/drawingml/2006/main">
            <a:off x="4754879" y="1783077"/>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45" name="Oval 16">
            <a:extLst xmlns:a="http://schemas.openxmlformats.org/drawingml/2006/main">
              <a:ext uri="{FF2B5EF4-FFF2-40B4-BE49-F238E27FC236}">
                <a16:creationId xmlns:a16="http://schemas.microsoft.com/office/drawing/2014/main" id="{A9081EC6-F346-47B9-8B72-F97EE02699D6}"/>
              </a:ext>
            </a:extLst>
          </p:cNvPr>
          <p:cNvSpPr>
            <a:spLocks xmlns:a="http://schemas.openxmlformats.org/drawingml/2006/main" noGrp="1"/>
          </p:cNvSpPr>
          <p:nvPr/>
        </p:nvSpPr>
        <p:spPr>
          <a:xfrm xmlns:a="http://schemas.openxmlformats.org/drawingml/2006/main">
            <a:off x="5138928" y="1783077"/>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46" name="Oval 17">
            <a:extLst xmlns:a="http://schemas.openxmlformats.org/drawingml/2006/main">
              <a:ext uri="{FF2B5EF4-FFF2-40B4-BE49-F238E27FC236}">
                <a16:creationId xmlns:a16="http://schemas.microsoft.com/office/drawing/2014/main" id="{B916EFEB-61CC-49F5-819E-34EC9460ED49}"/>
              </a:ext>
            </a:extLst>
          </p:cNvPr>
          <p:cNvSpPr>
            <a:spLocks xmlns:a="http://schemas.openxmlformats.org/drawingml/2006/main" noGrp="1"/>
          </p:cNvSpPr>
          <p:nvPr/>
        </p:nvSpPr>
        <p:spPr>
          <a:xfrm xmlns:a="http://schemas.openxmlformats.org/drawingml/2006/main">
            <a:off x="5522976" y="1783077"/>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47" name="Oval 18">
            <a:extLst xmlns:a="http://schemas.openxmlformats.org/drawingml/2006/main">
              <a:ext uri="{FF2B5EF4-FFF2-40B4-BE49-F238E27FC236}">
                <a16:creationId xmlns:a16="http://schemas.microsoft.com/office/drawing/2014/main" id="{40A4D850-2E3E-415B-8FBD-23A72E14C2B4}"/>
              </a:ext>
            </a:extLst>
          </p:cNvPr>
          <p:cNvSpPr>
            <a:spLocks xmlns:a="http://schemas.openxmlformats.org/drawingml/2006/main" noGrp="1"/>
          </p:cNvSpPr>
          <p:nvPr/>
        </p:nvSpPr>
        <p:spPr>
          <a:xfrm xmlns:a="http://schemas.openxmlformats.org/drawingml/2006/main">
            <a:off x="5907023" y="1783077"/>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48" name="Oval 19">
            <a:extLst xmlns:a="http://schemas.openxmlformats.org/drawingml/2006/main">
              <a:ext uri="{FF2B5EF4-FFF2-40B4-BE49-F238E27FC236}">
                <a16:creationId xmlns:a16="http://schemas.microsoft.com/office/drawing/2014/main" id="{8CE0F64A-1C67-4876-B976-FD83BEEBCA64}"/>
              </a:ext>
            </a:extLst>
          </p:cNvPr>
          <p:cNvSpPr>
            <a:spLocks xmlns:a="http://schemas.openxmlformats.org/drawingml/2006/main" noGrp="1"/>
          </p:cNvSpPr>
          <p:nvPr/>
        </p:nvSpPr>
        <p:spPr>
          <a:xfrm xmlns:a="http://schemas.openxmlformats.org/drawingml/2006/main">
            <a:off x="6291071" y="1783077"/>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49" name="Oval 20">
            <a:extLst xmlns:a="http://schemas.openxmlformats.org/drawingml/2006/main">
              <a:ext uri="{FF2B5EF4-FFF2-40B4-BE49-F238E27FC236}">
                <a16:creationId xmlns:a16="http://schemas.microsoft.com/office/drawing/2014/main" id="{F6974278-1511-43AB-A0E9-DBB25DC3AF21}"/>
              </a:ext>
            </a:extLst>
          </p:cNvPr>
          <p:cNvSpPr>
            <a:spLocks xmlns:a="http://schemas.openxmlformats.org/drawingml/2006/main" noGrp="1"/>
          </p:cNvSpPr>
          <p:nvPr/>
        </p:nvSpPr>
        <p:spPr>
          <a:xfrm xmlns:a="http://schemas.openxmlformats.org/drawingml/2006/main">
            <a:off x="6675118" y="1783077"/>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50" name="Oval 21">
            <a:extLst xmlns:a="http://schemas.openxmlformats.org/drawingml/2006/main">
              <a:ext uri="{FF2B5EF4-FFF2-40B4-BE49-F238E27FC236}">
                <a16:creationId xmlns:a16="http://schemas.microsoft.com/office/drawing/2014/main" id="{635C5982-32A2-4A34-B0FD-2A38A8852B5D}"/>
              </a:ext>
            </a:extLst>
          </p:cNvPr>
          <p:cNvSpPr>
            <a:spLocks xmlns:a="http://schemas.openxmlformats.org/drawingml/2006/main" noGrp="1"/>
          </p:cNvSpPr>
          <p:nvPr/>
        </p:nvSpPr>
        <p:spPr>
          <a:xfrm xmlns:a="http://schemas.openxmlformats.org/drawingml/2006/main">
            <a:off x="7059168" y="1783077"/>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51" name="Oval 22">
            <a:extLst xmlns:a="http://schemas.openxmlformats.org/drawingml/2006/main">
              <a:ext uri="{FF2B5EF4-FFF2-40B4-BE49-F238E27FC236}">
                <a16:creationId xmlns:a16="http://schemas.microsoft.com/office/drawing/2014/main" id="{4BE8AE8A-1615-4319-AB43-2BCE444F7633}"/>
              </a:ext>
            </a:extLst>
          </p:cNvPr>
          <p:cNvSpPr>
            <a:spLocks xmlns:a="http://schemas.openxmlformats.org/drawingml/2006/main" noGrp="1"/>
          </p:cNvSpPr>
          <p:nvPr/>
        </p:nvSpPr>
        <p:spPr>
          <a:xfrm xmlns:a="http://schemas.openxmlformats.org/drawingml/2006/main">
            <a:off x="7443216" y="1783077"/>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52" name="Oval 23">
            <a:extLst xmlns:a="http://schemas.openxmlformats.org/drawingml/2006/main">
              <a:ext uri="{FF2B5EF4-FFF2-40B4-BE49-F238E27FC236}">
                <a16:creationId xmlns:a16="http://schemas.microsoft.com/office/drawing/2014/main" id="{4415282B-25A4-46AA-BA61-64128443A1A0}"/>
              </a:ext>
            </a:extLst>
          </p:cNvPr>
          <p:cNvSpPr>
            <a:spLocks xmlns:a="http://schemas.openxmlformats.org/drawingml/2006/main" noGrp="1"/>
          </p:cNvSpPr>
          <p:nvPr/>
        </p:nvSpPr>
        <p:spPr>
          <a:xfrm xmlns:a="http://schemas.openxmlformats.org/drawingml/2006/main">
            <a:off x="7827264" y="1783077"/>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53" name="Oval 24">
            <a:extLst xmlns:a="http://schemas.openxmlformats.org/drawingml/2006/main">
              <a:ext uri="{FF2B5EF4-FFF2-40B4-BE49-F238E27FC236}">
                <a16:creationId xmlns:a16="http://schemas.microsoft.com/office/drawing/2014/main" id="{AA935580-DDA5-45E1-84FF-221C9FC84F54}"/>
              </a:ext>
            </a:extLst>
          </p:cNvPr>
          <p:cNvSpPr>
            <a:spLocks xmlns:a="http://schemas.openxmlformats.org/drawingml/2006/main" noGrp="1"/>
          </p:cNvSpPr>
          <p:nvPr/>
        </p:nvSpPr>
        <p:spPr>
          <a:xfrm xmlns:a="http://schemas.openxmlformats.org/drawingml/2006/main">
            <a:off x="8211311" y="1783077"/>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54" name="Oval 25">
            <a:extLst xmlns:a="http://schemas.openxmlformats.org/drawingml/2006/main">
              <a:ext uri="{FF2B5EF4-FFF2-40B4-BE49-F238E27FC236}">
                <a16:creationId xmlns:a16="http://schemas.microsoft.com/office/drawing/2014/main" id="{12BEF97C-A4AD-40BF-A7DC-483B587AD285}"/>
              </a:ext>
            </a:extLst>
          </p:cNvPr>
          <p:cNvSpPr>
            <a:spLocks xmlns:a="http://schemas.openxmlformats.org/drawingml/2006/main" noGrp="1"/>
          </p:cNvSpPr>
          <p:nvPr/>
        </p:nvSpPr>
        <p:spPr>
          <a:xfrm xmlns:a="http://schemas.openxmlformats.org/drawingml/2006/main">
            <a:off x="2962655" y="2176272"/>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55" name="Oval 26">
            <a:extLst xmlns:a="http://schemas.openxmlformats.org/drawingml/2006/main">
              <a:ext uri="{FF2B5EF4-FFF2-40B4-BE49-F238E27FC236}">
                <a16:creationId xmlns:a16="http://schemas.microsoft.com/office/drawing/2014/main" id="{1C9CB3BD-3300-4EA5-91CD-19D6E83DFE43}"/>
              </a:ext>
            </a:extLst>
          </p:cNvPr>
          <p:cNvSpPr>
            <a:spLocks xmlns:a="http://schemas.openxmlformats.org/drawingml/2006/main" noGrp="1"/>
          </p:cNvSpPr>
          <p:nvPr/>
        </p:nvSpPr>
        <p:spPr>
          <a:xfrm xmlns:a="http://schemas.openxmlformats.org/drawingml/2006/main">
            <a:off x="3346703" y="2176272"/>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56" name="Oval 27">
            <a:extLst xmlns:a="http://schemas.openxmlformats.org/drawingml/2006/main">
              <a:ext uri="{FF2B5EF4-FFF2-40B4-BE49-F238E27FC236}">
                <a16:creationId xmlns:a16="http://schemas.microsoft.com/office/drawing/2014/main" id="{BAF00A3C-2437-42EA-824F-51945F55B259}"/>
              </a:ext>
            </a:extLst>
          </p:cNvPr>
          <p:cNvSpPr>
            <a:spLocks xmlns:a="http://schemas.openxmlformats.org/drawingml/2006/main" noGrp="1"/>
          </p:cNvSpPr>
          <p:nvPr/>
        </p:nvSpPr>
        <p:spPr>
          <a:xfrm xmlns:a="http://schemas.openxmlformats.org/drawingml/2006/main">
            <a:off x="3730752" y="2176272"/>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57" name="Oval 28">
            <a:extLst xmlns:a="http://schemas.openxmlformats.org/drawingml/2006/main">
              <a:ext uri="{FF2B5EF4-FFF2-40B4-BE49-F238E27FC236}">
                <a16:creationId xmlns:a16="http://schemas.microsoft.com/office/drawing/2014/main" id="{2A43FE33-6D3A-4A44-A326-96D2777165BA}"/>
              </a:ext>
            </a:extLst>
          </p:cNvPr>
          <p:cNvSpPr>
            <a:spLocks xmlns:a="http://schemas.openxmlformats.org/drawingml/2006/main" noGrp="1"/>
          </p:cNvSpPr>
          <p:nvPr/>
        </p:nvSpPr>
        <p:spPr>
          <a:xfrm xmlns:a="http://schemas.openxmlformats.org/drawingml/2006/main">
            <a:off x="4114800" y="2176272"/>
            <a:ext cx="77724"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58" name="Oval 29">
            <a:extLst xmlns:a="http://schemas.openxmlformats.org/drawingml/2006/main">
              <a:ext uri="{FF2B5EF4-FFF2-40B4-BE49-F238E27FC236}">
                <a16:creationId xmlns:a16="http://schemas.microsoft.com/office/drawing/2014/main" id="{D8710E69-FD0F-4347-9336-E48CA654AFF3}"/>
              </a:ext>
            </a:extLst>
          </p:cNvPr>
          <p:cNvSpPr>
            <a:spLocks xmlns:a="http://schemas.openxmlformats.org/drawingml/2006/main" noGrp="1"/>
          </p:cNvSpPr>
          <p:nvPr/>
        </p:nvSpPr>
        <p:spPr>
          <a:xfrm xmlns:a="http://schemas.openxmlformats.org/drawingml/2006/main">
            <a:off x="4498847" y="2176272"/>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59" name="Oval 30">
            <a:extLst xmlns:a="http://schemas.openxmlformats.org/drawingml/2006/main">
              <a:ext uri="{FF2B5EF4-FFF2-40B4-BE49-F238E27FC236}">
                <a16:creationId xmlns:a16="http://schemas.microsoft.com/office/drawing/2014/main" id="{BC05E814-9B09-4218-83DD-56D9240D2110}"/>
              </a:ext>
            </a:extLst>
          </p:cNvPr>
          <p:cNvSpPr>
            <a:spLocks xmlns:a="http://schemas.openxmlformats.org/drawingml/2006/main" noGrp="1"/>
          </p:cNvSpPr>
          <p:nvPr/>
        </p:nvSpPr>
        <p:spPr>
          <a:xfrm xmlns:a="http://schemas.openxmlformats.org/drawingml/2006/main">
            <a:off x="4882896" y="2176272"/>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60" name="Oval 31">
            <a:extLst xmlns:a="http://schemas.openxmlformats.org/drawingml/2006/main">
              <a:ext uri="{FF2B5EF4-FFF2-40B4-BE49-F238E27FC236}">
                <a16:creationId xmlns:a16="http://schemas.microsoft.com/office/drawing/2014/main" id="{34873BFE-EBF9-4B87-AB33-0BF70BB5CF9F}"/>
              </a:ext>
            </a:extLst>
          </p:cNvPr>
          <p:cNvSpPr>
            <a:spLocks xmlns:a="http://schemas.openxmlformats.org/drawingml/2006/main" noGrp="1"/>
          </p:cNvSpPr>
          <p:nvPr/>
        </p:nvSpPr>
        <p:spPr>
          <a:xfrm xmlns:a="http://schemas.openxmlformats.org/drawingml/2006/main">
            <a:off x="5266944" y="2176272"/>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61" name="Oval 32">
            <a:extLst xmlns:a="http://schemas.openxmlformats.org/drawingml/2006/main">
              <a:ext uri="{FF2B5EF4-FFF2-40B4-BE49-F238E27FC236}">
                <a16:creationId xmlns:a16="http://schemas.microsoft.com/office/drawing/2014/main" id="{74FA8A8B-37FA-4869-8555-DEBCA7FA7EEA}"/>
              </a:ext>
            </a:extLst>
          </p:cNvPr>
          <p:cNvSpPr>
            <a:spLocks xmlns:a="http://schemas.openxmlformats.org/drawingml/2006/main" noGrp="1"/>
          </p:cNvSpPr>
          <p:nvPr/>
        </p:nvSpPr>
        <p:spPr>
          <a:xfrm xmlns:a="http://schemas.openxmlformats.org/drawingml/2006/main">
            <a:off x="5650991" y="2176272"/>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62" name="Oval 33">
            <a:extLst xmlns:a="http://schemas.openxmlformats.org/drawingml/2006/main">
              <a:ext uri="{FF2B5EF4-FFF2-40B4-BE49-F238E27FC236}">
                <a16:creationId xmlns:a16="http://schemas.microsoft.com/office/drawing/2014/main" id="{CB30567E-DD83-413C-9A77-62F527B88442}"/>
              </a:ext>
            </a:extLst>
          </p:cNvPr>
          <p:cNvSpPr>
            <a:spLocks xmlns:a="http://schemas.openxmlformats.org/drawingml/2006/main" noGrp="1"/>
          </p:cNvSpPr>
          <p:nvPr/>
        </p:nvSpPr>
        <p:spPr>
          <a:xfrm xmlns:a="http://schemas.openxmlformats.org/drawingml/2006/main">
            <a:off x="6035040" y="2176272"/>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63" name="Oval 34">
            <a:extLst xmlns:a="http://schemas.openxmlformats.org/drawingml/2006/main">
              <a:ext uri="{FF2B5EF4-FFF2-40B4-BE49-F238E27FC236}">
                <a16:creationId xmlns:a16="http://schemas.microsoft.com/office/drawing/2014/main" id="{AE92690D-CE19-4A8B-9F5E-04FAA979456F}"/>
              </a:ext>
            </a:extLst>
          </p:cNvPr>
          <p:cNvSpPr>
            <a:spLocks xmlns:a="http://schemas.openxmlformats.org/drawingml/2006/main" noGrp="1"/>
          </p:cNvSpPr>
          <p:nvPr/>
        </p:nvSpPr>
        <p:spPr>
          <a:xfrm xmlns:a="http://schemas.openxmlformats.org/drawingml/2006/main">
            <a:off x="6419088" y="2176272"/>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64" name="Oval 35">
            <a:extLst xmlns:a="http://schemas.openxmlformats.org/drawingml/2006/main">
              <a:ext uri="{FF2B5EF4-FFF2-40B4-BE49-F238E27FC236}">
                <a16:creationId xmlns:a16="http://schemas.microsoft.com/office/drawing/2014/main" id="{6B39AE7A-35B0-4352-A9DE-CF2A988F25CA}"/>
              </a:ext>
            </a:extLst>
          </p:cNvPr>
          <p:cNvSpPr>
            <a:spLocks xmlns:a="http://schemas.openxmlformats.org/drawingml/2006/main" noGrp="1"/>
          </p:cNvSpPr>
          <p:nvPr/>
        </p:nvSpPr>
        <p:spPr>
          <a:xfrm xmlns:a="http://schemas.openxmlformats.org/drawingml/2006/main">
            <a:off x="6803135" y="2176272"/>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65" name="Oval 36">
            <a:extLst xmlns:a="http://schemas.openxmlformats.org/drawingml/2006/main">
              <a:ext uri="{FF2B5EF4-FFF2-40B4-BE49-F238E27FC236}">
                <a16:creationId xmlns:a16="http://schemas.microsoft.com/office/drawing/2014/main" id="{3DE35EFB-2DA4-44AA-AD4E-1FE749851DBF}"/>
              </a:ext>
            </a:extLst>
          </p:cNvPr>
          <p:cNvSpPr>
            <a:spLocks xmlns:a="http://schemas.openxmlformats.org/drawingml/2006/main" noGrp="1"/>
          </p:cNvSpPr>
          <p:nvPr/>
        </p:nvSpPr>
        <p:spPr>
          <a:xfrm xmlns:a="http://schemas.openxmlformats.org/drawingml/2006/main">
            <a:off x="7187183" y="2176272"/>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66" name="Oval 37">
            <a:extLst xmlns:a="http://schemas.openxmlformats.org/drawingml/2006/main">
              <a:ext uri="{FF2B5EF4-FFF2-40B4-BE49-F238E27FC236}">
                <a16:creationId xmlns:a16="http://schemas.microsoft.com/office/drawing/2014/main" id="{035AFA9C-7A52-42E0-9F46-75C2CB7B384B}"/>
              </a:ext>
            </a:extLst>
          </p:cNvPr>
          <p:cNvSpPr>
            <a:spLocks xmlns:a="http://schemas.openxmlformats.org/drawingml/2006/main" noGrp="1"/>
          </p:cNvSpPr>
          <p:nvPr/>
        </p:nvSpPr>
        <p:spPr>
          <a:xfrm xmlns:a="http://schemas.openxmlformats.org/drawingml/2006/main">
            <a:off x="7571230" y="2176272"/>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67" name="Oval 38">
            <a:extLst xmlns:a="http://schemas.openxmlformats.org/drawingml/2006/main">
              <a:ext uri="{FF2B5EF4-FFF2-40B4-BE49-F238E27FC236}">
                <a16:creationId xmlns:a16="http://schemas.microsoft.com/office/drawing/2014/main" id="{AAFDD794-23A8-478A-A1B0-1A6A5FE8261A}"/>
              </a:ext>
            </a:extLst>
          </p:cNvPr>
          <p:cNvSpPr>
            <a:spLocks xmlns:a="http://schemas.openxmlformats.org/drawingml/2006/main" noGrp="1"/>
          </p:cNvSpPr>
          <p:nvPr/>
        </p:nvSpPr>
        <p:spPr>
          <a:xfrm xmlns:a="http://schemas.openxmlformats.org/drawingml/2006/main">
            <a:off x="7955280" y="2176272"/>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68" name="Oval 39">
            <a:extLst xmlns:a="http://schemas.openxmlformats.org/drawingml/2006/main">
              <a:ext uri="{FF2B5EF4-FFF2-40B4-BE49-F238E27FC236}">
                <a16:creationId xmlns:a16="http://schemas.microsoft.com/office/drawing/2014/main" id="{DF5FC8E6-0742-418F-8703-B3BAEFB1EABB}"/>
              </a:ext>
            </a:extLst>
          </p:cNvPr>
          <p:cNvSpPr>
            <a:spLocks xmlns:a="http://schemas.openxmlformats.org/drawingml/2006/main" noGrp="1"/>
          </p:cNvSpPr>
          <p:nvPr/>
        </p:nvSpPr>
        <p:spPr>
          <a:xfrm xmlns:a="http://schemas.openxmlformats.org/drawingml/2006/main">
            <a:off x="8339328" y="2176272"/>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69" name="Oval 40">
            <a:extLst xmlns:a="http://schemas.openxmlformats.org/drawingml/2006/main">
              <a:ext uri="{FF2B5EF4-FFF2-40B4-BE49-F238E27FC236}">
                <a16:creationId xmlns:a16="http://schemas.microsoft.com/office/drawing/2014/main" id="{D4CEAD3C-27F3-4ADC-BDEA-145F8CA177F7}"/>
              </a:ext>
            </a:extLst>
          </p:cNvPr>
          <p:cNvSpPr>
            <a:spLocks xmlns:a="http://schemas.openxmlformats.org/drawingml/2006/main" noGrp="1"/>
          </p:cNvSpPr>
          <p:nvPr/>
        </p:nvSpPr>
        <p:spPr>
          <a:xfrm xmlns:a="http://schemas.openxmlformats.org/drawingml/2006/main">
            <a:off x="2834638" y="2569464"/>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70" name="Oval 41">
            <a:extLst xmlns:a="http://schemas.openxmlformats.org/drawingml/2006/main">
              <a:ext uri="{FF2B5EF4-FFF2-40B4-BE49-F238E27FC236}">
                <a16:creationId xmlns:a16="http://schemas.microsoft.com/office/drawing/2014/main" id="{841391BB-17AA-4132-A89A-1FD2259EC14D}"/>
              </a:ext>
            </a:extLst>
          </p:cNvPr>
          <p:cNvSpPr>
            <a:spLocks xmlns:a="http://schemas.openxmlformats.org/drawingml/2006/main" noGrp="1"/>
          </p:cNvSpPr>
          <p:nvPr/>
        </p:nvSpPr>
        <p:spPr>
          <a:xfrm xmlns:a="http://schemas.openxmlformats.org/drawingml/2006/main">
            <a:off x="3218688" y="2569464"/>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71" name="Oval 42">
            <a:extLst xmlns:a="http://schemas.openxmlformats.org/drawingml/2006/main">
              <a:ext uri="{FF2B5EF4-FFF2-40B4-BE49-F238E27FC236}">
                <a16:creationId xmlns:a16="http://schemas.microsoft.com/office/drawing/2014/main" id="{3CE6CD0D-816B-4874-8368-1CA4B90FD1E0}"/>
              </a:ext>
            </a:extLst>
          </p:cNvPr>
          <p:cNvSpPr>
            <a:spLocks xmlns:a="http://schemas.openxmlformats.org/drawingml/2006/main" noGrp="1"/>
          </p:cNvSpPr>
          <p:nvPr/>
        </p:nvSpPr>
        <p:spPr>
          <a:xfrm xmlns:a="http://schemas.openxmlformats.org/drawingml/2006/main">
            <a:off x="3602735" y="2569464"/>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72" name="Oval 43">
            <a:extLst xmlns:a="http://schemas.openxmlformats.org/drawingml/2006/main">
              <a:ext uri="{FF2B5EF4-FFF2-40B4-BE49-F238E27FC236}">
                <a16:creationId xmlns:a16="http://schemas.microsoft.com/office/drawing/2014/main" id="{1F17E602-AC35-44BB-8BC7-38E3BAEA69B8}"/>
              </a:ext>
            </a:extLst>
          </p:cNvPr>
          <p:cNvSpPr>
            <a:spLocks xmlns:a="http://schemas.openxmlformats.org/drawingml/2006/main" noGrp="1"/>
          </p:cNvSpPr>
          <p:nvPr/>
        </p:nvSpPr>
        <p:spPr>
          <a:xfrm xmlns:a="http://schemas.openxmlformats.org/drawingml/2006/main">
            <a:off x="3986784" y="2569464"/>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73" name="Oval 44">
            <a:extLst xmlns:a="http://schemas.openxmlformats.org/drawingml/2006/main">
              <a:ext uri="{FF2B5EF4-FFF2-40B4-BE49-F238E27FC236}">
                <a16:creationId xmlns:a16="http://schemas.microsoft.com/office/drawing/2014/main" id="{AE5B2DC1-EB2D-476F-BD32-5532D8934FFF}"/>
              </a:ext>
            </a:extLst>
          </p:cNvPr>
          <p:cNvSpPr>
            <a:spLocks xmlns:a="http://schemas.openxmlformats.org/drawingml/2006/main" noGrp="1"/>
          </p:cNvSpPr>
          <p:nvPr/>
        </p:nvSpPr>
        <p:spPr>
          <a:xfrm xmlns:a="http://schemas.openxmlformats.org/drawingml/2006/main">
            <a:off x="4370832" y="2569464"/>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74" name="Oval 45">
            <a:extLst xmlns:a="http://schemas.openxmlformats.org/drawingml/2006/main">
              <a:ext uri="{FF2B5EF4-FFF2-40B4-BE49-F238E27FC236}">
                <a16:creationId xmlns:a16="http://schemas.microsoft.com/office/drawing/2014/main" id="{6679342F-D8A9-42E8-809D-C9099FDA1F15}"/>
              </a:ext>
            </a:extLst>
          </p:cNvPr>
          <p:cNvSpPr>
            <a:spLocks xmlns:a="http://schemas.openxmlformats.org/drawingml/2006/main" noGrp="1"/>
          </p:cNvSpPr>
          <p:nvPr/>
        </p:nvSpPr>
        <p:spPr>
          <a:xfrm xmlns:a="http://schemas.openxmlformats.org/drawingml/2006/main">
            <a:off x="4754879" y="2569464"/>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75" name="Oval 46">
            <a:extLst xmlns:a="http://schemas.openxmlformats.org/drawingml/2006/main">
              <a:ext uri="{FF2B5EF4-FFF2-40B4-BE49-F238E27FC236}">
                <a16:creationId xmlns:a16="http://schemas.microsoft.com/office/drawing/2014/main" id="{980BCFEF-7313-4AD0-9ACD-51FA993D15E5}"/>
              </a:ext>
            </a:extLst>
          </p:cNvPr>
          <p:cNvSpPr>
            <a:spLocks xmlns:a="http://schemas.openxmlformats.org/drawingml/2006/main" noGrp="1"/>
          </p:cNvSpPr>
          <p:nvPr/>
        </p:nvSpPr>
        <p:spPr>
          <a:xfrm xmlns:a="http://schemas.openxmlformats.org/drawingml/2006/main">
            <a:off x="5138928" y="2569464"/>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76" name="Oval 47">
            <a:extLst xmlns:a="http://schemas.openxmlformats.org/drawingml/2006/main">
              <a:ext uri="{FF2B5EF4-FFF2-40B4-BE49-F238E27FC236}">
                <a16:creationId xmlns:a16="http://schemas.microsoft.com/office/drawing/2014/main" id="{7E5ACAA6-1C9E-4764-B638-B475A45D2865}"/>
              </a:ext>
            </a:extLst>
          </p:cNvPr>
          <p:cNvSpPr>
            <a:spLocks xmlns:a="http://schemas.openxmlformats.org/drawingml/2006/main" noGrp="1"/>
          </p:cNvSpPr>
          <p:nvPr/>
        </p:nvSpPr>
        <p:spPr>
          <a:xfrm xmlns:a="http://schemas.openxmlformats.org/drawingml/2006/main">
            <a:off x="5522976" y="2569464"/>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77" name="Oval 48">
            <a:extLst xmlns:a="http://schemas.openxmlformats.org/drawingml/2006/main">
              <a:ext uri="{FF2B5EF4-FFF2-40B4-BE49-F238E27FC236}">
                <a16:creationId xmlns:a16="http://schemas.microsoft.com/office/drawing/2014/main" id="{6F6924EC-8198-44D5-BE54-A4FED4FA73E0}"/>
              </a:ext>
            </a:extLst>
          </p:cNvPr>
          <p:cNvSpPr>
            <a:spLocks xmlns:a="http://schemas.openxmlformats.org/drawingml/2006/main" noGrp="1"/>
          </p:cNvSpPr>
          <p:nvPr/>
        </p:nvSpPr>
        <p:spPr>
          <a:xfrm xmlns:a="http://schemas.openxmlformats.org/drawingml/2006/main">
            <a:off x="5907023" y="2569464"/>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78" name="Oval 49">
            <a:extLst xmlns:a="http://schemas.openxmlformats.org/drawingml/2006/main">
              <a:ext uri="{FF2B5EF4-FFF2-40B4-BE49-F238E27FC236}">
                <a16:creationId xmlns:a16="http://schemas.microsoft.com/office/drawing/2014/main" id="{D9F86E6D-EE1D-4C79-9153-65D1CABF8C57}"/>
              </a:ext>
            </a:extLst>
          </p:cNvPr>
          <p:cNvSpPr>
            <a:spLocks xmlns:a="http://schemas.openxmlformats.org/drawingml/2006/main" noGrp="1"/>
          </p:cNvSpPr>
          <p:nvPr/>
        </p:nvSpPr>
        <p:spPr>
          <a:xfrm xmlns:a="http://schemas.openxmlformats.org/drawingml/2006/main">
            <a:off x="6291071" y="2569464"/>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79" name="Oval 50">
            <a:extLst xmlns:a="http://schemas.openxmlformats.org/drawingml/2006/main">
              <a:ext uri="{FF2B5EF4-FFF2-40B4-BE49-F238E27FC236}">
                <a16:creationId xmlns:a16="http://schemas.microsoft.com/office/drawing/2014/main" id="{E5AA1AD8-0944-4B9F-ACC6-2E41289438BD}"/>
              </a:ext>
            </a:extLst>
          </p:cNvPr>
          <p:cNvSpPr>
            <a:spLocks xmlns:a="http://schemas.openxmlformats.org/drawingml/2006/main" noGrp="1"/>
          </p:cNvSpPr>
          <p:nvPr/>
        </p:nvSpPr>
        <p:spPr>
          <a:xfrm xmlns:a="http://schemas.openxmlformats.org/drawingml/2006/main">
            <a:off x="6675118" y="2569464"/>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80" name="Oval 51">
            <a:extLst xmlns:a="http://schemas.openxmlformats.org/drawingml/2006/main">
              <a:ext uri="{FF2B5EF4-FFF2-40B4-BE49-F238E27FC236}">
                <a16:creationId xmlns:a16="http://schemas.microsoft.com/office/drawing/2014/main" id="{91A44D6F-99C4-4EF7-8E99-6A0F9945F4F1}"/>
              </a:ext>
            </a:extLst>
          </p:cNvPr>
          <p:cNvSpPr>
            <a:spLocks xmlns:a="http://schemas.openxmlformats.org/drawingml/2006/main" noGrp="1"/>
          </p:cNvSpPr>
          <p:nvPr/>
        </p:nvSpPr>
        <p:spPr>
          <a:xfrm xmlns:a="http://schemas.openxmlformats.org/drawingml/2006/main">
            <a:off x="7059168" y="2569464"/>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81" name="Oval 52">
            <a:extLst xmlns:a="http://schemas.openxmlformats.org/drawingml/2006/main">
              <a:ext uri="{FF2B5EF4-FFF2-40B4-BE49-F238E27FC236}">
                <a16:creationId xmlns:a16="http://schemas.microsoft.com/office/drawing/2014/main" id="{AD379EED-A5D0-4760-AB6E-75E4B8E18C68}"/>
              </a:ext>
            </a:extLst>
          </p:cNvPr>
          <p:cNvSpPr>
            <a:spLocks xmlns:a="http://schemas.openxmlformats.org/drawingml/2006/main" noGrp="1"/>
          </p:cNvSpPr>
          <p:nvPr/>
        </p:nvSpPr>
        <p:spPr>
          <a:xfrm xmlns:a="http://schemas.openxmlformats.org/drawingml/2006/main">
            <a:off x="7443216" y="2569464"/>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82" name="Oval 53">
            <a:extLst xmlns:a="http://schemas.openxmlformats.org/drawingml/2006/main">
              <a:ext uri="{FF2B5EF4-FFF2-40B4-BE49-F238E27FC236}">
                <a16:creationId xmlns:a16="http://schemas.microsoft.com/office/drawing/2014/main" id="{AA371A70-94D5-4D7F-82BD-B4E9498F35B8}"/>
              </a:ext>
            </a:extLst>
          </p:cNvPr>
          <p:cNvSpPr>
            <a:spLocks xmlns:a="http://schemas.openxmlformats.org/drawingml/2006/main" noGrp="1"/>
          </p:cNvSpPr>
          <p:nvPr/>
        </p:nvSpPr>
        <p:spPr>
          <a:xfrm xmlns:a="http://schemas.openxmlformats.org/drawingml/2006/main">
            <a:off x="7827264" y="2569464"/>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83" name="Oval 54">
            <a:extLst xmlns:a="http://schemas.openxmlformats.org/drawingml/2006/main">
              <a:ext uri="{FF2B5EF4-FFF2-40B4-BE49-F238E27FC236}">
                <a16:creationId xmlns:a16="http://schemas.microsoft.com/office/drawing/2014/main" id="{C6813E35-1DBC-49E4-B15B-2D674092774D}"/>
              </a:ext>
            </a:extLst>
          </p:cNvPr>
          <p:cNvSpPr>
            <a:spLocks xmlns:a="http://schemas.openxmlformats.org/drawingml/2006/main" noGrp="1"/>
          </p:cNvSpPr>
          <p:nvPr/>
        </p:nvSpPr>
        <p:spPr>
          <a:xfrm xmlns:a="http://schemas.openxmlformats.org/drawingml/2006/main">
            <a:off x="8211311" y="2569464"/>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84" name="Oval 55">
            <a:extLst xmlns:a="http://schemas.openxmlformats.org/drawingml/2006/main">
              <a:ext uri="{FF2B5EF4-FFF2-40B4-BE49-F238E27FC236}">
                <a16:creationId xmlns:a16="http://schemas.microsoft.com/office/drawing/2014/main" id="{EB22619E-C87E-4077-B04D-0D3D4854B05F}"/>
              </a:ext>
            </a:extLst>
          </p:cNvPr>
          <p:cNvSpPr>
            <a:spLocks xmlns:a="http://schemas.openxmlformats.org/drawingml/2006/main" noGrp="1"/>
          </p:cNvSpPr>
          <p:nvPr/>
        </p:nvSpPr>
        <p:spPr>
          <a:xfrm xmlns:a="http://schemas.openxmlformats.org/drawingml/2006/main">
            <a:off x="2962655" y="2962655"/>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85" name="Oval 56">
            <a:extLst xmlns:a="http://schemas.openxmlformats.org/drawingml/2006/main">
              <a:ext uri="{FF2B5EF4-FFF2-40B4-BE49-F238E27FC236}">
                <a16:creationId xmlns:a16="http://schemas.microsoft.com/office/drawing/2014/main" id="{4D7804D9-7A35-4BDA-9F0B-A9BBAA2EAE74}"/>
              </a:ext>
            </a:extLst>
          </p:cNvPr>
          <p:cNvSpPr>
            <a:spLocks xmlns:a="http://schemas.openxmlformats.org/drawingml/2006/main" noGrp="1"/>
          </p:cNvSpPr>
          <p:nvPr/>
        </p:nvSpPr>
        <p:spPr>
          <a:xfrm xmlns:a="http://schemas.openxmlformats.org/drawingml/2006/main">
            <a:off x="3346703" y="2962655"/>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86" name="Oval 57">
            <a:extLst xmlns:a="http://schemas.openxmlformats.org/drawingml/2006/main">
              <a:ext uri="{FF2B5EF4-FFF2-40B4-BE49-F238E27FC236}">
                <a16:creationId xmlns:a16="http://schemas.microsoft.com/office/drawing/2014/main" id="{15DEC948-3FAA-4121-B17A-FC52A5AE0F13}"/>
              </a:ext>
            </a:extLst>
          </p:cNvPr>
          <p:cNvSpPr>
            <a:spLocks xmlns:a="http://schemas.openxmlformats.org/drawingml/2006/main" noGrp="1"/>
          </p:cNvSpPr>
          <p:nvPr/>
        </p:nvSpPr>
        <p:spPr>
          <a:xfrm xmlns:a="http://schemas.openxmlformats.org/drawingml/2006/main">
            <a:off x="3730752" y="2962655"/>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87" name="Oval 58">
            <a:extLst xmlns:a="http://schemas.openxmlformats.org/drawingml/2006/main">
              <a:ext uri="{FF2B5EF4-FFF2-40B4-BE49-F238E27FC236}">
                <a16:creationId xmlns:a16="http://schemas.microsoft.com/office/drawing/2014/main" id="{694E78C4-00A8-4392-A054-18AE6394639F}"/>
              </a:ext>
            </a:extLst>
          </p:cNvPr>
          <p:cNvSpPr>
            <a:spLocks xmlns:a="http://schemas.openxmlformats.org/drawingml/2006/main" noGrp="1"/>
          </p:cNvSpPr>
          <p:nvPr/>
        </p:nvSpPr>
        <p:spPr>
          <a:xfrm xmlns:a="http://schemas.openxmlformats.org/drawingml/2006/main">
            <a:off x="4114800" y="2962655"/>
            <a:ext cx="77724"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88" name="Oval 59">
            <a:extLst xmlns:a="http://schemas.openxmlformats.org/drawingml/2006/main">
              <a:ext uri="{FF2B5EF4-FFF2-40B4-BE49-F238E27FC236}">
                <a16:creationId xmlns:a16="http://schemas.microsoft.com/office/drawing/2014/main" id="{2C8C2121-47F1-411C-A06C-3049C864727F}"/>
              </a:ext>
            </a:extLst>
          </p:cNvPr>
          <p:cNvSpPr>
            <a:spLocks xmlns:a="http://schemas.openxmlformats.org/drawingml/2006/main" noGrp="1"/>
          </p:cNvSpPr>
          <p:nvPr/>
        </p:nvSpPr>
        <p:spPr>
          <a:xfrm xmlns:a="http://schemas.openxmlformats.org/drawingml/2006/main">
            <a:off x="4498847" y="2962655"/>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89" name="Oval 60">
            <a:extLst xmlns:a="http://schemas.openxmlformats.org/drawingml/2006/main">
              <a:ext uri="{FF2B5EF4-FFF2-40B4-BE49-F238E27FC236}">
                <a16:creationId xmlns:a16="http://schemas.microsoft.com/office/drawing/2014/main" id="{5B415CDE-515C-470B-96CF-159DA5FCE710}"/>
              </a:ext>
            </a:extLst>
          </p:cNvPr>
          <p:cNvSpPr>
            <a:spLocks xmlns:a="http://schemas.openxmlformats.org/drawingml/2006/main" noGrp="1"/>
          </p:cNvSpPr>
          <p:nvPr/>
        </p:nvSpPr>
        <p:spPr>
          <a:xfrm xmlns:a="http://schemas.openxmlformats.org/drawingml/2006/main">
            <a:off x="4882896" y="2962655"/>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90" name="Oval 61">
            <a:extLst xmlns:a="http://schemas.openxmlformats.org/drawingml/2006/main">
              <a:ext uri="{FF2B5EF4-FFF2-40B4-BE49-F238E27FC236}">
                <a16:creationId xmlns:a16="http://schemas.microsoft.com/office/drawing/2014/main" id="{E22EE2B9-4B35-438C-AD28-1D2C79157187}"/>
              </a:ext>
            </a:extLst>
          </p:cNvPr>
          <p:cNvSpPr>
            <a:spLocks xmlns:a="http://schemas.openxmlformats.org/drawingml/2006/main" noGrp="1"/>
          </p:cNvSpPr>
          <p:nvPr/>
        </p:nvSpPr>
        <p:spPr>
          <a:xfrm xmlns:a="http://schemas.openxmlformats.org/drawingml/2006/main">
            <a:off x="5266944" y="2962655"/>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91" name="Oval 62">
            <a:extLst xmlns:a="http://schemas.openxmlformats.org/drawingml/2006/main">
              <a:ext uri="{FF2B5EF4-FFF2-40B4-BE49-F238E27FC236}">
                <a16:creationId xmlns:a16="http://schemas.microsoft.com/office/drawing/2014/main" id="{643A591D-3238-465B-95F2-33E4DB17A3BD}"/>
              </a:ext>
            </a:extLst>
          </p:cNvPr>
          <p:cNvSpPr>
            <a:spLocks xmlns:a="http://schemas.openxmlformats.org/drawingml/2006/main" noGrp="1"/>
          </p:cNvSpPr>
          <p:nvPr/>
        </p:nvSpPr>
        <p:spPr>
          <a:xfrm xmlns:a="http://schemas.openxmlformats.org/drawingml/2006/main">
            <a:off x="5650991" y="2962655"/>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92" name="Oval 63">
            <a:extLst xmlns:a="http://schemas.openxmlformats.org/drawingml/2006/main">
              <a:ext uri="{FF2B5EF4-FFF2-40B4-BE49-F238E27FC236}">
                <a16:creationId xmlns:a16="http://schemas.microsoft.com/office/drawing/2014/main" id="{A3193433-E11B-453F-82F9-970AA2CD68C8}"/>
              </a:ext>
            </a:extLst>
          </p:cNvPr>
          <p:cNvSpPr>
            <a:spLocks xmlns:a="http://schemas.openxmlformats.org/drawingml/2006/main" noGrp="1"/>
          </p:cNvSpPr>
          <p:nvPr/>
        </p:nvSpPr>
        <p:spPr>
          <a:xfrm xmlns:a="http://schemas.openxmlformats.org/drawingml/2006/main">
            <a:off x="6035040" y="2962655"/>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93" name="Oval 64">
            <a:extLst xmlns:a="http://schemas.openxmlformats.org/drawingml/2006/main">
              <a:ext uri="{FF2B5EF4-FFF2-40B4-BE49-F238E27FC236}">
                <a16:creationId xmlns:a16="http://schemas.microsoft.com/office/drawing/2014/main" id="{1B07F242-F472-480A-9360-01F0E68B9F3D}"/>
              </a:ext>
            </a:extLst>
          </p:cNvPr>
          <p:cNvSpPr>
            <a:spLocks xmlns:a="http://schemas.openxmlformats.org/drawingml/2006/main" noGrp="1"/>
          </p:cNvSpPr>
          <p:nvPr/>
        </p:nvSpPr>
        <p:spPr>
          <a:xfrm xmlns:a="http://schemas.openxmlformats.org/drawingml/2006/main">
            <a:off x="6419088" y="2962655"/>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94" name="Oval 65">
            <a:extLst xmlns:a="http://schemas.openxmlformats.org/drawingml/2006/main">
              <a:ext uri="{FF2B5EF4-FFF2-40B4-BE49-F238E27FC236}">
                <a16:creationId xmlns:a16="http://schemas.microsoft.com/office/drawing/2014/main" id="{5BCF80A2-2A18-4CD6-B055-BD604126C131}"/>
              </a:ext>
            </a:extLst>
          </p:cNvPr>
          <p:cNvSpPr>
            <a:spLocks xmlns:a="http://schemas.openxmlformats.org/drawingml/2006/main" noGrp="1"/>
          </p:cNvSpPr>
          <p:nvPr/>
        </p:nvSpPr>
        <p:spPr>
          <a:xfrm xmlns:a="http://schemas.openxmlformats.org/drawingml/2006/main">
            <a:off x="6803135" y="2962655"/>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95" name="Oval 66">
            <a:extLst xmlns:a="http://schemas.openxmlformats.org/drawingml/2006/main">
              <a:ext uri="{FF2B5EF4-FFF2-40B4-BE49-F238E27FC236}">
                <a16:creationId xmlns:a16="http://schemas.microsoft.com/office/drawing/2014/main" id="{38E3F0FF-9D52-454F-BED2-C1BF6F9EC420}"/>
              </a:ext>
            </a:extLst>
          </p:cNvPr>
          <p:cNvSpPr>
            <a:spLocks xmlns:a="http://schemas.openxmlformats.org/drawingml/2006/main" noGrp="1"/>
          </p:cNvSpPr>
          <p:nvPr/>
        </p:nvSpPr>
        <p:spPr>
          <a:xfrm xmlns:a="http://schemas.openxmlformats.org/drawingml/2006/main">
            <a:off x="7187183" y="2962655"/>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96" name="Oval 67">
            <a:extLst xmlns:a="http://schemas.openxmlformats.org/drawingml/2006/main">
              <a:ext uri="{FF2B5EF4-FFF2-40B4-BE49-F238E27FC236}">
                <a16:creationId xmlns:a16="http://schemas.microsoft.com/office/drawing/2014/main" id="{721DD769-57DB-4B0C-9483-BC4FCA1BD49F}"/>
              </a:ext>
            </a:extLst>
          </p:cNvPr>
          <p:cNvSpPr>
            <a:spLocks xmlns:a="http://schemas.openxmlformats.org/drawingml/2006/main" noGrp="1"/>
          </p:cNvSpPr>
          <p:nvPr/>
        </p:nvSpPr>
        <p:spPr>
          <a:xfrm xmlns:a="http://schemas.openxmlformats.org/drawingml/2006/main">
            <a:off x="7571230" y="2962655"/>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97" name="Oval 68">
            <a:extLst xmlns:a="http://schemas.openxmlformats.org/drawingml/2006/main">
              <a:ext uri="{FF2B5EF4-FFF2-40B4-BE49-F238E27FC236}">
                <a16:creationId xmlns:a16="http://schemas.microsoft.com/office/drawing/2014/main" id="{D1B87720-0166-4BF7-804B-A3DF37747D6D}"/>
              </a:ext>
            </a:extLst>
          </p:cNvPr>
          <p:cNvSpPr>
            <a:spLocks xmlns:a="http://schemas.openxmlformats.org/drawingml/2006/main" noGrp="1"/>
          </p:cNvSpPr>
          <p:nvPr/>
        </p:nvSpPr>
        <p:spPr>
          <a:xfrm xmlns:a="http://schemas.openxmlformats.org/drawingml/2006/main">
            <a:off x="7955280" y="2962655"/>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98" name="Oval 69">
            <a:extLst xmlns:a="http://schemas.openxmlformats.org/drawingml/2006/main">
              <a:ext uri="{FF2B5EF4-FFF2-40B4-BE49-F238E27FC236}">
                <a16:creationId xmlns:a16="http://schemas.microsoft.com/office/drawing/2014/main" id="{66253F71-5C66-43C5-9F30-FDA29AF680D1}"/>
              </a:ext>
            </a:extLst>
          </p:cNvPr>
          <p:cNvSpPr>
            <a:spLocks xmlns:a="http://schemas.openxmlformats.org/drawingml/2006/main" noGrp="1"/>
          </p:cNvSpPr>
          <p:nvPr/>
        </p:nvSpPr>
        <p:spPr>
          <a:xfrm xmlns:a="http://schemas.openxmlformats.org/drawingml/2006/main">
            <a:off x="8339328" y="2962655"/>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99" name="Oval 70">
            <a:extLst xmlns:a="http://schemas.openxmlformats.org/drawingml/2006/main">
              <a:ext uri="{FF2B5EF4-FFF2-40B4-BE49-F238E27FC236}">
                <a16:creationId xmlns:a16="http://schemas.microsoft.com/office/drawing/2014/main" id="{CB18AB1F-A115-4971-A912-B18DAA357D29}"/>
              </a:ext>
            </a:extLst>
          </p:cNvPr>
          <p:cNvSpPr>
            <a:spLocks xmlns:a="http://schemas.openxmlformats.org/drawingml/2006/main" noGrp="1"/>
          </p:cNvSpPr>
          <p:nvPr/>
        </p:nvSpPr>
        <p:spPr>
          <a:xfrm xmlns:a="http://schemas.openxmlformats.org/drawingml/2006/main">
            <a:off x="2834638" y="3355847"/>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300" name="Oval 71">
            <a:extLst xmlns:a="http://schemas.openxmlformats.org/drawingml/2006/main">
              <a:ext uri="{FF2B5EF4-FFF2-40B4-BE49-F238E27FC236}">
                <a16:creationId xmlns:a16="http://schemas.microsoft.com/office/drawing/2014/main" id="{3A8E3F87-BC77-48A6-A3D5-8B54F1E3F586}"/>
              </a:ext>
            </a:extLst>
          </p:cNvPr>
          <p:cNvSpPr>
            <a:spLocks xmlns:a="http://schemas.openxmlformats.org/drawingml/2006/main" noGrp="1"/>
          </p:cNvSpPr>
          <p:nvPr/>
        </p:nvSpPr>
        <p:spPr>
          <a:xfrm xmlns:a="http://schemas.openxmlformats.org/drawingml/2006/main">
            <a:off x="3218688" y="3355847"/>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301" name="Oval 72">
            <a:extLst xmlns:a="http://schemas.openxmlformats.org/drawingml/2006/main">
              <a:ext uri="{FF2B5EF4-FFF2-40B4-BE49-F238E27FC236}">
                <a16:creationId xmlns:a16="http://schemas.microsoft.com/office/drawing/2014/main" id="{28FA9951-CE0C-430A-A5F4-11DE58125328}"/>
              </a:ext>
            </a:extLst>
          </p:cNvPr>
          <p:cNvSpPr>
            <a:spLocks xmlns:a="http://schemas.openxmlformats.org/drawingml/2006/main" noGrp="1"/>
          </p:cNvSpPr>
          <p:nvPr/>
        </p:nvSpPr>
        <p:spPr>
          <a:xfrm xmlns:a="http://schemas.openxmlformats.org/drawingml/2006/main">
            <a:off x="3602735" y="3355847"/>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302" name="Oval 73">
            <a:extLst xmlns:a="http://schemas.openxmlformats.org/drawingml/2006/main">
              <a:ext uri="{FF2B5EF4-FFF2-40B4-BE49-F238E27FC236}">
                <a16:creationId xmlns:a16="http://schemas.microsoft.com/office/drawing/2014/main" id="{10AE0E76-1D8C-4422-B2FA-A03ED7EAF0F3}"/>
              </a:ext>
            </a:extLst>
          </p:cNvPr>
          <p:cNvSpPr>
            <a:spLocks xmlns:a="http://schemas.openxmlformats.org/drawingml/2006/main" noGrp="1"/>
          </p:cNvSpPr>
          <p:nvPr/>
        </p:nvSpPr>
        <p:spPr>
          <a:xfrm xmlns:a="http://schemas.openxmlformats.org/drawingml/2006/main">
            <a:off x="3986784" y="3355847"/>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303" name="Oval 74">
            <a:extLst xmlns:a="http://schemas.openxmlformats.org/drawingml/2006/main">
              <a:ext uri="{FF2B5EF4-FFF2-40B4-BE49-F238E27FC236}">
                <a16:creationId xmlns:a16="http://schemas.microsoft.com/office/drawing/2014/main" id="{6FF98ED1-D165-4F9D-97AF-B00185DD3E0D}"/>
              </a:ext>
            </a:extLst>
          </p:cNvPr>
          <p:cNvSpPr>
            <a:spLocks xmlns:a="http://schemas.openxmlformats.org/drawingml/2006/main" noGrp="1"/>
          </p:cNvSpPr>
          <p:nvPr/>
        </p:nvSpPr>
        <p:spPr>
          <a:xfrm xmlns:a="http://schemas.openxmlformats.org/drawingml/2006/main">
            <a:off x="4370832" y="3355847"/>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304" name="Oval 75">
            <a:extLst xmlns:a="http://schemas.openxmlformats.org/drawingml/2006/main">
              <a:ext uri="{FF2B5EF4-FFF2-40B4-BE49-F238E27FC236}">
                <a16:creationId xmlns:a16="http://schemas.microsoft.com/office/drawing/2014/main" id="{EB9F3944-189E-4E1E-9BD8-1A4D16881FD4}"/>
              </a:ext>
            </a:extLst>
          </p:cNvPr>
          <p:cNvSpPr>
            <a:spLocks xmlns:a="http://schemas.openxmlformats.org/drawingml/2006/main" noGrp="1"/>
          </p:cNvSpPr>
          <p:nvPr/>
        </p:nvSpPr>
        <p:spPr>
          <a:xfrm xmlns:a="http://schemas.openxmlformats.org/drawingml/2006/main">
            <a:off x="4754879" y="3355847"/>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305" name="Oval 76">
            <a:extLst xmlns:a="http://schemas.openxmlformats.org/drawingml/2006/main">
              <a:ext uri="{FF2B5EF4-FFF2-40B4-BE49-F238E27FC236}">
                <a16:creationId xmlns:a16="http://schemas.microsoft.com/office/drawing/2014/main" id="{02F39687-953A-430C-9E3E-C966C4F789B0}"/>
              </a:ext>
            </a:extLst>
          </p:cNvPr>
          <p:cNvSpPr>
            <a:spLocks xmlns:a="http://schemas.openxmlformats.org/drawingml/2006/main" noGrp="1"/>
          </p:cNvSpPr>
          <p:nvPr/>
        </p:nvSpPr>
        <p:spPr>
          <a:xfrm xmlns:a="http://schemas.openxmlformats.org/drawingml/2006/main">
            <a:off x="5138928" y="3355847"/>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306" name="Oval 77">
            <a:extLst xmlns:a="http://schemas.openxmlformats.org/drawingml/2006/main">
              <a:ext uri="{FF2B5EF4-FFF2-40B4-BE49-F238E27FC236}">
                <a16:creationId xmlns:a16="http://schemas.microsoft.com/office/drawing/2014/main" id="{092890B2-FB3C-4332-9380-A8DEDAD254E5}"/>
              </a:ext>
            </a:extLst>
          </p:cNvPr>
          <p:cNvSpPr>
            <a:spLocks xmlns:a="http://schemas.openxmlformats.org/drawingml/2006/main" noGrp="1"/>
          </p:cNvSpPr>
          <p:nvPr/>
        </p:nvSpPr>
        <p:spPr>
          <a:xfrm xmlns:a="http://schemas.openxmlformats.org/drawingml/2006/main">
            <a:off x="5522976" y="3355847"/>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307" name="Oval 78">
            <a:extLst xmlns:a="http://schemas.openxmlformats.org/drawingml/2006/main">
              <a:ext uri="{FF2B5EF4-FFF2-40B4-BE49-F238E27FC236}">
                <a16:creationId xmlns:a16="http://schemas.microsoft.com/office/drawing/2014/main" id="{ED253877-E91E-42FC-851E-B5E219E15FE8}"/>
              </a:ext>
            </a:extLst>
          </p:cNvPr>
          <p:cNvSpPr>
            <a:spLocks xmlns:a="http://schemas.openxmlformats.org/drawingml/2006/main" noGrp="1"/>
          </p:cNvSpPr>
          <p:nvPr/>
        </p:nvSpPr>
        <p:spPr>
          <a:xfrm xmlns:a="http://schemas.openxmlformats.org/drawingml/2006/main">
            <a:off x="5907023" y="3355847"/>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308" name="Oval 79">
            <a:extLst xmlns:a="http://schemas.openxmlformats.org/drawingml/2006/main">
              <a:ext uri="{FF2B5EF4-FFF2-40B4-BE49-F238E27FC236}">
                <a16:creationId xmlns:a16="http://schemas.microsoft.com/office/drawing/2014/main" id="{3F18E9DC-19D7-4A5B-A1B3-496BF768248E}"/>
              </a:ext>
            </a:extLst>
          </p:cNvPr>
          <p:cNvSpPr>
            <a:spLocks xmlns:a="http://schemas.openxmlformats.org/drawingml/2006/main" noGrp="1"/>
          </p:cNvSpPr>
          <p:nvPr/>
        </p:nvSpPr>
        <p:spPr>
          <a:xfrm xmlns:a="http://schemas.openxmlformats.org/drawingml/2006/main">
            <a:off x="6291071" y="3355847"/>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309" name="Oval 80">
            <a:extLst xmlns:a="http://schemas.openxmlformats.org/drawingml/2006/main">
              <a:ext uri="{FF2B5EF4-FFF2-40B4-BE49-F238E27FC236}">
                <a16:creationId xmlns:a16="http://schemas.microsoft.com/office/drawing/2014/main" id="{AFE5CF2A-9AD8-43C3-9907-40BC0D215491}"/>
              </a:ext>
            </a:extLst>
          </p:cNvPr>
          <p:cNvSpPr>
            <a:spLocks xmlns:a="http://schemas.openxmlformats.org/drawingml/2006/main" noGrp="1"/>
          </p:cNvSpPr>
          <p:nvPr/>
        </p:nvSpPr>
        <p:spPr>
          <a:xfrm xmlns:a="http://schemas.openxmlformats.org/drawingml/2006/main">
            <a:off x="6675118" y="3355847"/>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310" name="Oval 81">
            <a:extLst xmlns:a="http://schemas.openxmlformats.org/drawingml/2006/main">
              <a:ext uri="{FF2B5EF4-FFF2-40B4-BE49-F238E27FC236}">
                <a16:creationId xmlns:a16="http://schemas.microsoft.com/office/drawing/2014/main" id="{7EBE3D4A-8EFD-402B-BA75-674C6A8531DE}"/>
              </a:ext>
            </a:extLst>
          </p:cNvPr>
          <p:cNvSpPr>
            <a:spLocks xmlns:a="http://schemas.openxmlformats.org/drawingml/2006/main" noGrp="1"/>
          </p:cNvSpPr>
          <p:nvPr/>
        </p:nvSpPr>
        <p:spPr>
          <a:xfrm xmlns:a="http://schemas.openxmlformats.org/drawingml/2006/main">
            <a:off x="7059168" y="3355847"/>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311" name="Oval 82">
            <a:extLst xmlns:a="http://schemas.openxmlformats.org/drawingml/2006/main">
              <a:ext uri="{FF2B5EF4-FFF2-40B4-BE49-F238E27FC236}">
                <a16:creationId xmlns:a16="http://schemas.microsoft.com/office/drawing/2014/main" id="{6BB4EC4E-D252-45DA-9578-D001F7B9527A}"/>
              </a:ext>
            </a:extLst>
          </p:cNvPr>
          <p:cNvSpPr>
            <a:spLocks xmlns:a="http://schemas.openxmlformats.org/drawingml/2006/main" noGrp="1"/>
          </p:cNvSpPr>
          <p:nvPr/>
        </p:nvSpPr>
        <p:spPr>
          <a:xfrm xmlns:a="http://schemas.openxmlformats.org/drawingml/2006/main">
            <a:off x="7443216" y="3355847"/>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312" name="Oval 83">
            <a:extLst xmlns:a="http://schemas.openxmlformats.org/drawingml/2006/main">
              <a:ext uri="{FF2B5EF4-FFF2-40B4-BE49-F238E27FC236}">
                <a16:creationId xmlns:a16="http://schemas.microsoft.com/office/drawing/2014/main" id="{F8267580-7706-473A-8053-805425282414}"/>
              </a:ext>
            </a:extLst>
          </p:cNvPr>
          <p:cNvSpPr>
            <a:spLocks xmlns:a="http://schemas.openxmlformats.org/drawingml/2006/main" noGrp="1"/>
          </p:cNvSpPr>
          <p:nvPr/>
        </p:nvSpPr>
        <p:spPr>
          <a:xfrm xmlns:a="http://schemas.openxmlformats.org/drawingml/2006/main">
            <a:off x="7827264" y="3355847"/>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313" name="Oval 84">
            <a:extLst xmlns:a="http://schemas.openxmlformats.org/drawingml/2006/main">
              <a:ext uri="{FF2B5EF4-FFF2-40B4-BE49-F238E27FC236}">
                <a16:creationId xmlns:a16="http://schemas.microsoft.com/office/drawing/2014/main" id="{8845A6B4-0796-4C05-A722-3DA8261F1237}"/>
              </a:ext>
            </a:extLst>
          </p:cNvPr>
          <p:cNvSpPr>
            <a:spLocks xmlns:a="http://schemas.openxmlformats.org/drawingml/2006/main" noGrp="1"/>
          </p:cNvSpPr>
          <p:nvPr/>
        </p:nvSpPr>
        <p:spPr>
          <a:xfrm xmlns:a="http://schemas.openxmlformats.org/drawingml/2006/main">
            <a:off x="8211311" y="3355847"/>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314" name="Oval 85">
            <a:extLst xmlns:a="http://schemas.openxmlformats.org/drawingml/2006/main">
              <a:ext uri="{FF2B5EF4-FFF2-40B4-BE49-F238E27FC236}">
                <a16:creationId xmlns:a16="http://schemas.microsoft.com/office/drawing/2014/main" id="{5E4D7E97-3B9F-480E-A830-B7DDFE42067A}"/>
              </a:ext>
            </a:extLst>
          </p:cNvPr>
          <p:cNvSpPr>
            <a:spLocks xmlns:a="http://schemas.openxmlformats.org/drawingml/2006/main" noGrp="1"/>
          </p:cNvSpPr>
          <p:nvPr/>
        </p:nvSpPr>
        <p:spPr>
          <a:xfrm xmlns:a="http://schemas.openxmlformats.org/drawingml/2006/main">
            <a:off x="2962655" y="3749037"/>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315" name="Oval 86">
            <a:extLst xmlns:a="http://schemas.openxmlformats.org/drawingml/2006/main">
              <a:ext uri="{FF2B5EF4-FFF2-40B4-BE49-F238E27FC236}">
                <a16:creationId xmlns:a16="http://schemas.microsoft.com/office/drawing/2014/main" id="{F97BB1A4-56B1-436A-8531-5CFA6DA4D2AC}"/>
              </a:ext>
            </a:extLst>
          </p:cNvPr>
          <p:cNvSpPr>
            <a:spLocks xmlns:a="http://schemas.openxmlformats.org/drawingml/2006/main" noGrp="1"/>
          </p:cNvSpPr>
          <p:nvPr/>
        </p:nvSpPr>
        <p:spPr>
          <a:xfrm xmlns:a="http://schemas.openxmlformats.org/drawingml/2006/main">
            <a:off x="3346703" y="3749037"/>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316" name="Oval 87">
            <a:extLst xmlns:a="http://schemas.openxmlformats.org/drawingml/2006/main">
              <a:ext uri="{FF2B5EF4-FFF2-40B4-BE49-F238E27FC236}">
                <a16:creationId xmlns:a16="http://schemas.microsoft.com/office/drawing/2014/main" id="{7E04D40F-5901-40F0-9361-03DC43EE5000}"/>
              </a:ext>
            </a:extLst>
          </p:cNvPr>
          <p:cNvSpPr>
            <a:spLocks xmlns:a="http://schemas.openxmlformats.org/drawingml/2006/main" noGrp="1"/>
          </p:cNvSpPr>
          <p:nvPr/>
        </p:nvSpPr>
        <p:spPr>
          <a:xfrm xmlns:a="http://schemas.openxmlformats.org/drawingml/2006/main">
            <a:off x="3730752" y="3749037"/>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317" name="Oval 88">
            <a:extLst xmlns:a="http://schemas.openxmlformats.org/drawingml/2006/main">
              <a:ext uri="{FF2B5EF4-FFF2-40B4-BE49-F238E27FC236}">
                <a16:creationId xmlns:a16="http://schemas.microsoft.com/office/drawing/2014/main" id="{8BAF155E-5FCC-49F9-A48B-4E0E242BB7CB}"/>
              </a:ext>
            </a:extLst>
          </p:cNvPr>
          <p:cNvSpPr>
            <a:spLocks xmlns:a="http://schemas.openxmlformats.org/drawingml/2006/main" noGrp="1"/>
          </p:cNvSpPr>
          <p:nvPr/>
        </p:nvSpPr>
        <p:spPr>
          <a:xfrm xmlns:a="http://schemas.openxmlformats.org/drawingml/2006/main">
            <a:off x="4114800" y="3749037"/>
            <a:ext cx="77724"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318" name="Oval 89">
            <a:extLst xmlns:a="http://schemas.openxmlformats.org/drawingml/2006/main">
              <a:ext uri="{FF2B5EF4-FFF2-40B4-BE49-F238E27FC236}">
                <a16:creationId xmlns:a16="http://schemas.microsoft.com/office/drawing/2014/main" id="{F9BDF320-C8EC-440D-9E25-AA226D0DF739}"/>
              </a:ext>
            </a:extLst>
          </p:cNvPr>
          <p:cNvSpPr>
            <a:spLocks xmlns:a="http://schemas.openxmlformats.org/drawingml/2006/main" noGrp="1"/>
          </p:cNvSpPr>
          <p:nvPr/>
        </p:nvSpPr>
        <p:spPr>
          <a:xfrm xmlns:a="http://schemas.openxmlformats.org/drawingml/2006/main">
            <a:off x="4498847" y="3749037"/>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319" name="Oval 90">
            <a:extLst xmlns:a="http://schemas.openxmlformats.org/drawingml/2006/main">
              <a:ext uri="{FF2B5EF4-FFF2-40B4-BE49-F238E27FC236}">
                <a16:creationId xmlns:a16="http://schemas.microsoft.com/office/drawing/2014/main" id="{46778FBC-3965-47BF-B6F9-2B7DBADC23A0}"/>
              </a:ext>
            </a:extLst>
          </p:cNvPr>
          <p:cNvSpPr>
            <a:spLocks xmlns:a="http://schemas.openxmlformats.org/drawingml/2006/main" noGrp="1"/>
          </p:cNvSpPr>
          <p:nvPr/>
        </p:nvSpPr>
        <p:spPr>
          <a:xfrm xmlns:a="http://schemas.openxmlformats.org/drawingml/2006/main">
            <a:off x="4882896" y="3749037"/>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320" name="Oval 91">
            <a:extLst xmlns:a="http://schemas.openxmlformats.org/drawingml/2006/main">
              <a:ext uri="{FF2B5EF4-FFF2-40B4-BE49-F238E27FC236}">
                <a16:creationId xmlns:a16="http://schemas.microsoft.com/office/drawing/2014/main" id="{6FC7F164-6441-4874-B595-B286CC6F1917}"/>
              </a:ext>
            </a:extLst>
          </p:cNvPr>
          <p:cNvSpPr>
            <a:spLocks xmlns:a="http://schemas.openxmlformats.org/drawingml/2006/main" noGrp="1"/>
          </p:cNvSpPr>
          <p:nvPr/>
        </p:nvSpPr>
        <p:spPr>
          <a:xfrm xmlns:a="http://schemas.openxmlformats.org/drawingml/2006/main">
            <a:off x="5266944" y="3749037"/>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321" name="Oval 92">
            <a:extLst xmlns:a="http://schemas.openxmlformats.org/drawingml/2006/main">
              <a:ext uri="{FF2B5EF4-FFF2-40B4-BE49-F238E27FC236}">
                <a16:creationId xmlns:a16="http://schemas.microsoft.com/office/drawing/2014/main" id="{EF3E3010-70E0-41AC-85CB-690458DC887E}"/>
              </a:ext>
            </a:extLst>
          </p:cNvPr>
          <p:cNvSpPr>
            <a:spLocks xmlns:a="http://schemas.openxmlformats.org/drawingml/2006/main" noGrp="1"/>
          </p:cNvSpPr>
          <p:nvPr/>
        </p:nvSpPr>
        <p:spPr>
          <a:xfrm xmlns:a="http://schemas.openxmlformats.org/drawingml/2006/main">
            <a:off x="5650991" y="3749037"/>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322" name="Oval 93">
            <a:extLst xmlns:a="http://schemas.openxmlformats.org/drawingml/2006/main">
              <a:ext uri="{FF2B5EF4-FFF2-40B4-BE49-F238E27FC236}">
                <a16:creationId xmlns:a16="http://schemas.microsoft.com/office/drawing/2014/main" id="{68B9DF66-7821-4F8B-9A54-C109AB66D352}"/>
              </a:ext>
            </a:extLst>
          </p:cNvPr>
          <p:cNvSpPr>
            <a:spLocks xmlns:a="http://schemas.openxmlformats.org/drawingml/2006/main" noGrp="1"/>
          </p:cNvSpPr>
          <p:nvPr/>
        </p:nvSpPr>
        <p:spPr>
          <a:xfrm xmlns:a="http://schemas.openxmlformats.org/drawingml/2006/main">
            <a:off x="6035040" y="3749037"/>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323" name="Oval 94">
            <a:extLst xmlns:a="http://schemas.openxmlformats.org/drawingml/2006/main">
              <a:ext uri="{FF2B5EF4-FFF2-40B4-BE49-F238E27FC236}">
                <a16:creationId xmlns:a16="http://schemas.microsoft.com/office/drawing/2014/main" id="{71FF216E-36A3-4A61-910D-5B1251E164DA}"/>
              </a:ext>
            </a:extLst>
          </p:cNvPr>
          <p:cNvSpPr>
            <a:spLocks xmlns:a="http://schemas.openxmlformats.org/drawingml/2006/main" noGrp="1"/>
          </p:cNvSpPr>
          <p:nvPr/>
        </p:nvSpPr>
        <p:spPr>
          <a:xfrm xmlns:a="http://schemas.openxmlformats.org/drawingml/2006/main">
            <a:off x="6419088" y="3749037"/>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324" name="Oval 95">
            <a:extLst xmlns:a="http://schemas.openxmlformats.org/drawingml/2006/main">
              <a:ext uri="{FF2B5EF4-FFF2-40B4-BE49-F238E27FC236}">
                <a16:creationId xmlns:a16="http://schemas.microsoft.com/office/drawing/2014/main" id="{E4640608-88AD-4BD8-B79F-38401F8257B4}"/>
              </a:ext>
            </a:extLst>
          </p:cNvPr>
          <p:cNvSpPr>
            <a:spLocks xmlns:a="http://schemas.openxmlformats.org/drawingml/2006/main" noGrp="1"/>
          </p:cNvSpPr>
          <p:nvPr/>
        </p:nvSpPr>
        <p:spPr>
          <a:xfrm xmlns:a="http://schemas.openxmlformats.org/drawingml/2006/main">
            <a:off x="6803135" y="3749037"/>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325" name="Oval 96">
            <a:extLst xmlns:a="http://schemas.openxmlformats.org/drawingml/2006/main">
              <a:ext uri="{FF2B5EF4-FFF2-40B4-BE49-F238E27FC236}">
                <a16:creationId xmlns:a16="http://schemas.microsoft.com/office/drawing/2014/main" id="{02F59507-C326-4107-9E56-69FC50E0B597}"/>
              </a:ext>
            </a:extLst>
          </p:cNvPr>
          <p:cNvSpPr>
            <a:spLocks xmlns:a="http://schemas.openxmlformats.org/drawingml/2006/main" noGrp="1"/>
          </p:cNvSpPr>
          <p:nvPr/>
        </p:nvSpPr>
        <p:spPr>
          <a:xfrm xmlns:a="http://schemas.openxmlformats.org/drawingml/2006/main">
            <a:off x="7187183" y="3749037"/>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326" name="Oval 97">
            <a:extLst xmlns:a="http://schemas.openxmlformats.org/drawingml/2006/main">
              <a:ext uri="{FF2B5EF4-FFF2-40B4-BE49-F238E27FC236}">
                <a16:creationId xmlns:a16="http://schemas.microsoft.com/office/drawing/2014/main" id="{B9E18F5C-A690-4C89-B390-03707969E88C}"/>
              </a:ext>
            </a:extLst>
          </p:cNvPr>
          <p:cNvSpPr>
            <a:spLocks xmlns:a="http://schemas.openxmlformats.org/drawingml/2006/main" noGrp="1"/>
          </p:cNvSpPr>
          <p:nvPr/>
        </p:nvSpPr>
        <p:spPr>
          <a:xfrm xmlns:a="http://schemas.openxmlformats.org/drawingml/2006/main">
            <a:off x="7571230" y="3749037"/>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327" name="Oval 98">
            <a:extLst xmlns:a="http://schemas.openxmlformats.org/drawingml/2006/main">
              <a:ext uri="{FF2B5EF4-FFF2-40B4-BE49-F238E27FC236}">
                <a16:creationId xmlns:a16="http://schemas.microsoft.com/office/drawing/2014/main" id="{15F64D6F-6F90-4B23-AAC1-49140F78E0E8}"/>
              </a:ext>
            </a:extLst>
          </p:cNvPr>
          <p:cNvSpPr>
            <a:spLocks xmlns:a="http://schemas.openxmlformats.org/drawingml/2006/main" noGrp="1"/>
          </p:cNvSpPr>
          <p:nvPr/>
        </p:nvSpPr>
        <p:spPr>
          <a:xfrm xmlns:a="http://schemas.openxmlformats.org/drawingml/2006/main">
            <a:off x="7955280" y="3749037"/>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328" name="Oval 99">
            <a:extLst xmlns:a="http://schemas.openxmlformats.org/drawingml/2006/main">
              <a:ext uri="{FF2B5EF4-FFF2-40B4-BE49-F238E27FC236}">
                <a16:creationId xmlns:a16="http://schemas.microsoft.com/office/drawing/2014/main" id="{2DC76C45-3BEE-40A9-83DC-1A1E2B620ECD}"/>
              </a:ext>
            </a:extLst>
          </p:cNvPr>
          <p:cNvSpPr>
            <a:spLocks xmlns:a="http://schemas.openxmlformats.org/drawingml/2006/main" noGrp="1"/>
          </p:cNvSpPr>
          <p:nvPr/>
        </p:nvSpPr>
        <p:spPr>
          <a:xfrm xmlns:a="http://schemas.openxmlformats.org/drawingml/2006/main">
            <a:off x="8339328" y="3749037"/>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329" name="Oval 100">
            <a:extLst xmlns:a="http://schemas.openxmlformats.org/drawingml/2006/main">
              <a:ext uri="{FF2B5EF4-FFF2-40B4-BE49-F238E27FC236}">
                <a16:creationId xmlns:a16="http://schemas.microsoft.com/office/drawing/2014/main" id="{D5F3F3AE-E79D-40FD-8A5A-7907CA1624E1}"/>
              </a:ext>
            </a:extLst>
          </p:cNvPr>
          <p:cNvSpPr>
            <a:spLocks xmlns:a="http://schemas.openxmlformats.org/drawingml/2006/main" noGrp="1"/>
          </p:cNvSpPr>
          <p:nvPr/>
        </p:nvSpPr>
        <p:spPr>
          <a:xfrm xmlns:a="http://schemas.openxmlformats.org/drawingml/2006/main">
            <a:off x="2834638" y="4142232"/>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330" name="Oval 101">
            <a:extLst xmlns:a="http://schemas.openxmlformats.org/drawingml/2006/main">
              <a:ext uri="{FF2B5EF4-FFF2-40B4-BE49-F238E27FC236}">
                <a16:creationId xmlns:a16="http://schemas.microsoft.com/office/drawing/2014/main" id="{D5E79D27-7379-40A6-9FCE-3630B7E882ED}"/>
              </a:ext>
            </a:extLst>
          </p:cNvPr>
          <p:cNvSpPr>
            <a:spLocks xmlns:a="http://schemas.openxmlformats.org/drawingml/2006/main" noGrp="1"/>
          </p:cNvSpPr>
          <p:nvPr/>
        </p:nvSpPr>
        <p:spPr>
          <a:xfrm xmlns:a="http://schemas.openxmlformats.org/drawingml/2006/main">
            <a:off x="3218688" y="4142232"/>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331" name="Oval 102">
            <a:extLst xmlns:a="http://schemas.openxmlformats.org/drawingml/2006/main">
              <a:ext uri="{FF2B5EF4-FFF2-40B4-BE49-F238E27FC236}">
                <a16:creationId xmlns:a16="http://schemas.microsoft.com/office/drawing/2014/main" id="{2DF9CABC-E0EC-4B22-9970-85C4BCBB445B}"/>
              </a:ext>
            </a:extLst>
          </p:cNvPr>
          <p:cNvSpPr>
            <a:spLocks xmlns:a="http://schemas.openxmlformats.org/drawingml/2006/main" noGrp="1"/>
          </p:cNvSpPr>
          <p:nvPr/>
        </p:nvSpPr>
        <p:spPr>
          <a:xfrm xmlns:a="http://schemas.openxmlformats.org/drawingml/2006/main">
            <a:off x="3602735" y="4142232"/>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332" name="Oval 103">
            <a:extLst xmlns:a="http://schemas.openxmlformats.org/drawingml/2006/main">
              <a:ext uri="{FF2B5EF4-FFF2-40B4-BE49-F238E27FC236}">
                <a16:creationId xmlns:a16="http://schemas.microsoft.com/office/drawing/2014/main" id="{C6756E76-6471-47F5-8800-17AEE1D0E68F}"/>
              </a:ext>
            </a:extLst>
          </p:cNvPr>
          <p:cNvSpPr>
            <a:spLocks xmlns:a="http://schemas.openxmlformats.org/drawingml/2006/main" noGrp="1"/>
          </p:cNvSpPr>
          <p:nvPr/>
        </p:nvSpPr>
        <p:spPr>
          <a:xfrm xmlns:a="http://schemas.openxmlformats.org/drawingml/2006/main">
            <a:off x="3986784" y="4142232"/>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333" name="Oval 104">
            <a:extLst xmlns:a="http://schemas.openxmlformats.org/drawingml/2006/main">
              <a:ext uri="{FF2B5EF4-FFF2-40B4-BE49-F238E27FC236}">
                <a16:creationId xmlns:a16="http://schemas.microsoft.com/office/drawing/2014/main" id="{824BBEF2-7D35-42D8-96E2-5DC9013430C1}"/>
              </a:ext>
            </a:extLst>
          </p:cNvPr>
          <p:cNvSpPr>
            <a:spLocks xmlns:a="http://schemas.openxmlformats.org/drawingml/2006/main" noGrp="1"/>
          </p:cNvSpPr>
          <p:nvPr/>
        </p:nvSpPr>
        <p:spPr>
          <a:xfrm xmlns:a="http://schemas.openxmlformats.org/drawingml/2006/main">
            <a:off x="4370832" y="4142232"/>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334" name="Oval 105">
            <a:extLst xmlns:a="http://schemas.openxmlformats.org/drawingml/2006/main">
              <a:ext uri="{FF2B5EF4-FFF2-40B4-BE49-F238E27FC236}">
                <a16:creationId xmlns:a16="http://schemas.microsoft.com/office/drawing/2014/main" id="{629AA357-9993-4AB0-9B20-A34EFC313A75}"/>
              </a:ext>
            </a:extLst>
          </p:cNvPr>
          <p:cNvSpPr>
            <a:spLocks xmlns:a="http://schemas.openxmlformats.org/drawingml/2006/main" noGrp="1"/>
          </p:cNvSpPr>
          <p:nvPr/>
        </p:nvSpPr>
        <p:spPr>
          <a:xfrm xmlns:a="http://schemas.openxmlformats.org/drawingml/2006/main">
            <a:off x="4754879" y="4142232"/>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335" name="Oval 106">
            <a:extLst xmlns:a="http://schemas.openxmlformats.org/drawingml/2006/main">
              <a:ext uri="{FF2B5EF4-FFF2-40B4-BE49-F238E27FC236}">
                <a16:creationId xmlns:a16="http://schemas.microsoft.com/office/drawing/2014/main" id="{33F52E32-E558-4F7E-A236-0981EFCBF4E9}"/>
              </a:ext>
            </a:extLst>
          </p:cNvPr>
          <p:cNvSpPr>
            <a:spLocks xmlns:a="http://schemas.openxmlformats.org/drawingml/2006/main" noGrp="1"/>
          </p:cNvSpPr>
          <p:nvPr/>
        </p:nvSpPr>
        <p:spPr>
          <a:xfrm xmlns:a="http://schemas.openxmlformats.org/drawingml/2006/main">
            <a:off x="5138928" y="4142232"/>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336" name="Oval 107">
            <a:extLst xmlns:a="http://schemas.openxmlformats.org/drawingml/2006/main">
              <a:ext uri="{FF2B5EF4-FFF2-40B4-BE49-F238E27FC236}">
                <a16:creationId xmlns:a16="http://schemas.microsoft.com/office/drawing/2014/main" id="{6089FEC1-AFB3-4B62-92D2-B2E98C9677D4}"/>
              </a:ext>
            </a:extLst>
          </p:cNvPr>
          <p:cNvSpPr>
            <a:spLocks xmlns:a="http://schemas.openxmlformats.org/drawingml/2006/main" noGrp="1"/>
          </p:cNvSpPr>
          <p:nvPr/>
        </p:nvSpPr>
        <p:spPr>
          <a:xfrm xmlns:a="http://schemas.openxmlformats.org/drawingml/2006/main">
            <a:off x="5522976" y="4142232"/>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337" name="Oval 108">
            <a:extLst xmlns:a="http://schemas.openxmlformats.org/drawingml/2006/main">
              <a:ext uri="{FF2B5EF4-FFF2-40B4-BE49-F238E27FC236}">
                <a16:creationId xmlns:a16="http://schemas.microsoft.com/office/drawing/2014/main" id="{B1B83670-779D-4DF3-9CD2-B178FF30C4A2}"/>
              </a:ext>
            </a:extLst>
          </p:cNvPr>
          <p:cNvSpPr>
            <a:spLocks xmlns:a="http://schemas.openxmlformats.org/drawingml/2006/main" noGrp="1"/>
          </p:cNvSpPr>
          <p:nvPr/>
        </p:nvSpPr>
        <p:spPr>
          <a:xfrm xmlns:a="http://schemas.openxmlformats.org/drawingml/2006/main">
            <a:off x="5907023" y="4142232"/>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338" name="Oval 109">
            <a:extLst xmlns:a="http://schemas.openxmlformats.org/drawingml/2006/main">
              <a:ext uri="{FF2B5EF4-FFF2-40B4-BE49-F238E27FC236}">
                <a16:creationId xmlns:a16="http://schemas.microsoft.com/office/drawing/2014/main" id="{EA46BA42-B377-4DA9-8021-C4F54544DCFE}"/>
              </a:ext>
            </a:extLst>
          </p:cNvPr>
          <p:cNvSpPr>
            <a:spLocks xmlns:a="http://schemas.openxmlformats.org/drawingml/2006/main" noGrp="1"/>
          </p:cNvSpPr>
          <p:nvPr/>
        </p:nvSpPr>
        <p:spPr>
          <a:xfrm xmlns:a="http://schemas.openxmlformats.org/drawingml/2006/main">
            <a:off x="6291071" y="4142232"/>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339" name="Oval 110">
            <a:extLst xmlns:a="http://schemas.openxmlformats.org/drawingml/2006/main">
              <a:ext uri="{FF2B5EF4-FFF2-40B4-BE49-F238E27FC236}">
                <a16:creationId xmlns:a16="http://schemas.microsoft.com/office/drawing/2014/main" id="{A9E418E4-BE1A-43B7-A8AB-14AF064D3E7D}"/>
              </a:ext>
            </a:extLst>
          </p:cNvPr>
          <p:cNvSpPr>
            <a:spLocks xmlns:a="http://schemas.openxmlformats.org/drawingml/2006/main" noGrp="1"/>
          </p:cNvSpPr>
          <p:nvPr/>
        </p:nvSpPr>
        <p:spPr>
          <a:xfrm xmlns:a="http://schemas.openxmlformats.org/drawingml/2006/main">
            <a:off x="6675118" y="4142232"/>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340" name="Oval 111">
            <a:extLst xmlns:a="http://schemas.openxmlformats.org/drawingml/2006/main">
              <a:ext uri="{FF2B5EF4-FFF2-40B4-BE49-F238E27FC236}">
                <a16:creationId xmlns:a16="http://schemas.microsoft.com/office/drawing/2014/main" id="{302FE235-297A-4FFE-9F34-FE6340AC7178}"/>
              </a:ext>
            </a:extLst>
          </p:cNvPr>
          <p:cNvSpPr>
            <a:spLocks xmlns:a="http://schemas.openxmlformats.org/drawingml/2006/main" noGrp="1"/>
          </p:cNvSpPr>
          <p:nvPr/>
        </p:nvSpPr>
        <p:spPr>
          <a:xfrm xmlns:a="http://schemas.openxmlformats.org/drawingml/2006/main">
            <a:off x="7059168" y="4142232"/>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341" name="Oval 112">
            <a:extLst xmlns:a="http://schemas.openxmlformats.org/drawingml/2006/main">
              <a:ext uri="{FF2B5EF4-FFF2-40B4-BE49-F238E27FC236}">
                <a16:creationId xmlns:a16="http://schemas.microsoft.com/office/drawing/2014/main" id="{18E9238F-F7F3-4327-A2F4-257AFED767A8}"/>
              </a:ext>
            </a:extLst>
          </p:cNvPr>
          <p:cNvSpPr>
            <a:spLocks xmlns:a="http://schemas.openxmlformats.org/drawingml/2006/main" noGrp="1"/>
          </p:cNvSpPr>
          <p:nvPr/>
        </p:nvSpPr>
        <p:spPr>
          <a:xfrm xmlns:a="http://schemas.openxmlformats.org/drawingml/2006/main">
            <a:off x="7443216" y="4142232"/>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342" name="Oval 113">
            <a:extLst xmlns:a="http://schemas.openxmlformats.org/drawingml/2006/main">
              <a:ext uri="{FF2B5EF4-FFF2-40B4-BE49-F238E27FC236}">
                <a16:creationId xmlns:a16="http://schemas.microsoft.com/office/drawing/2014/main" id="{96801D7A-CB87-4C37-B5C5-EBF04910FA64}"/>
              </a:ext>
            </a:extLst>
          </p:cNvPr>
          <p:cNvSpPr>
            <a:spLocks xmlns:a="http://schemas.openxmlformats.org/drawingml/2006/main" noGrp="1"/>
          </p:cNvSpPr>
          <p:nvPr/>
        </p:nvSpPr>
        <p:spPr>
          <a:xfrm xmlns:a="http://schemas.openxmlformats.org/drawingml/2006/main">
            <a:off x="7827264" y="4142232"/>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343" name="Oval 114">
            <a:extLst xmlns:a="http://schemas.openxmlformats.org/drawingml/2006/main">
              <a:ext uri="{FF2B5EF4-FFF2-40B4-BE49-F238E27FC236}">
                <a16:creationId xmlns:a16="http://schemas.microsoft.com/office/drawing/2014/main" id="{322E97E8-82A8-43CD-8D85-A4E7478AFB5F}"/>
              </a:ext>
            </a:extLst>
          </p:cNvPr>
          <p:cNvSpPr>
            <a:spLocks xmlns:a="http://schemas.openxmlformats.org/drawingml/2006/main" noGrp="1"/>
          </p:cNvSpPr>
          <p:nvPr/>
        </p:nvSpPr>
        <p:spPr>
          <a:xfrm xmlns:a="http://schemas.openxmlformats.org/drawingml/2006/main">
            <a:off x="8211311" y="4142232"/>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344" name="Oval 115">
            <a:extLst xmlns:a="http://schemas.openxmlformats.org/drawingml/2006/main">
              <a:ext uri="{FF2B5EF4-FFF2-40B4-BE49-F238E27FC236}">
                <a16:creationId xmlns:a16="http://schemas.microsoft.com/office/drawing/2014/main" id="{E7D6CD32-6AA9-4EB2-AE38-B5828B0053A3}"/>
              </a:ext>
            </a:extLst>
          </p:cNvPr>
          <p:cNvSpPr>
            <a:spLocks xmlns:a="http://schemas.openxmlformats.org/drawingml/2006/main" noGrp="1"/>
          </p:cNvSpPr>
          <p:nvPr/>
        </p:nvSpPr>
        <p:spPr>
          <a:xfrm xmlns:a="http://schemas.openxmlformats.org/drawingml/2006/main">
            <a:off x="2962655" y="4535423"/>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345" name="Oval 116">
            <a:extLst xmlns:a="http://schemas.openxmlformats.org/drawingml/2006/main">
              <a:ext uri="{FF2B5EF4-FFF2-40B4-BE49-F238E27FC236}">
                <a16:creationId xmlns:a16="http://schemas.microsoft.com/office/drawing/2014/main" id="{BAD980D6-4AD4-48C7-BC02-A01F2CC67B75}"/>
              </a:ext>
            </a:extLst>
          </p:cNvPr>
          <p:cNvSpPr>
            <a:spLocks xmlns:a="http://schemas.openxmlformats.org/drawingml/2006/main" noGrp="1"/>
          </p:cNvSpPr>
          <p:nvPr/>
        </p:nvSpPr>
        <p:spPr>
          <a:xfrm xmlns:a="http://schemas.openxmlformats.org/drawingml/2006/main">
            <a:off x="3346703" y="4535423"/>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346" name="Oval 117">
            <a:extLst xmlns:a="http://schemas.openxmlformats.org/drawingml/2006/main">
              <a:ext uri="{FF2B5EF4-FFF2-40B4-BE49-F238E27FC236}">
                <a16:creationId xmlns:a16="http://schemas.microsoft.com/office/drawing/2014/main" id="{5F03E836-7E59-43EE-A3A9-7671A2E92DAB}"/>
              </a:ext>
            </a:extLst>
          </p:cNvPr>
          <p:cNvSpPr>
            <a:spLocks xmlns:a="http://schemas.openxmlformats.org/drawingml/2006/main" noGrp="1"/>
          </p:cNvSpPr>
          <p:nvPr/>
        </p:nvSpPr>
        <p:spPr>
          <a:xfrm xmlns:a="http://schemas.openxmlformats.org/drawingml/2006/main">
            <a:off x="3730752" y="4535423"/>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347" name="Oval 118">
            <a:extLst xmlns:a="http://schemas.openxmlformats.org/drawingml/2006/main">
              <a:ext uri="{FF2B5EF4-FFF2-40B4-BE49-F238E27FC236}">
                <a16:creationId xmlns:a16="http://schemas.microsoft.com/office/drawing/2014/main" id="{BA06A097-5719-4009-B695-84761941D3A4}"/>
              </a:ext>
            </a:extLst>
          </p:cNvPr>
          <p:cNvSpPr>
            <a:spLocks xmlns:a="http://schemas.openxmlformats.org/drawingml/2006/main" noGrp="1"/>
          </p:cNvSpPr>
          <p:nvPr/>
        </p:nvSpPr>
        <p:spPr>
          <a:xfrm xmlns:a="http://schemas.openxmlformats.org/drawingml/2006/main">
            <a:off x="4114800" y="4535423"/>
            <a:ext cx="77724"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348" name="Oval 119">
            <a:extLst xmlns:a="http://schemas.openxmlformats.org/drawingml/2006/main">
              <a:ext uri="{FF2B5EF4-FFF2-40B4-BE49-F238E27FC236}">
                <a16:creationId xmlns:a16="http://schemas.microsoft.com/office/drawing/2014/main" id="{AE50A443-104C-4F59-9BB3-0331BF0A6BC4}"/>
              </a:ext>
            </a:extLst>
          </p:cNvPr>
          <p:cNvSpPr>
            <a:spLocks xmlns:a="http://schemas.openxmlformats.org/drawingml/2006/main" noGrp="1"/>
          </p:cNvSpPr>
          <p:nvPr/>
        </p:nvSpPr>
        <p:spPr>
          <a:xfrm xmlns:a="http://schemas.openxmlformats.org/drawingml/2006/main">
            <a:off x="4498847" y="4535423"/>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349" name="Oval 120">
            <a:extLst xmlns:a="http://schemas.openxmlformats.org/drawingml/2006/main">
              <a:ext uri="{FF2B5EF4-FFF2-40B4-BE49-F238E27FC236}">
                <a16:creationId xmlns:a16="http://schemas.microsoft.com/office/drawing/2014/main" id="{0C3E9DE2-6E87-4555-931D-DAEBCD231FA1}"/>
              </a:ext>
            </a:extLst>
          </p:cNvPr>
          <p:cNvSpPr>
            <a:spLocks xmlns:a="http://schemas.openxmlformats.org/drawingml/2006/main" noGrp="1"/>
          </p:cNvSpPr>
          <p:nvPr/>
        </p:nvSpPr>
        <p:spPr>
          <a:xfrm xmlns:a="http://schemas.openxmlformats.org/drawingml/2006/main">
            <a:off x="4882896" y="4535423"/>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350" name="Oval 121">
            <a:extLst xmlns:a="http://schemas.openxmlformats.org/drawingml/2006/main">
              <a:ext uri="{FF2B5EF4-FFF2-40B4-BE49-F238E27FC236}">
                <a16:creationId xmlns:a16="http://schemas.microsoft.com/office/drawing/2014/main" id="{74338FED-479D-499A-848C-CEA349B95F5F}"/>
              </a:ext>
            </a:extLst>
          </p:cNvPr>
          <p:cNvSpPr>
            <a:spLocks xmlns:a="http://schemas.openxmlformats.org/drawingml/2006/main" noGrp="1"/>
          </p:cNvSpPr>
          <p:nvPr/>
        </p:nvSpPr>
        <p:spPr>
          <a:xfrm xmlns:a="http://schemas.openxmlformats.org/drawingml/2006/main">
            <a:off x="5266944" y="4535423"/>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351" name="Oval 122">
            <a:extLst xmlns:a="http://schemas.openxmlformats.org/drawingml/2006/main">
              <a:ext uri="{FF2B5EF4-FFF2-40B4-BE49-F238E27FC236}">
                <a16:creationId xmlns:a16="http://schemas.microsoft.com/office/drawing/2014/main" id="{08339267-AFAF-46C8-9BFA-B682CD4A76CD}"/>
              </a:ext>
            </a:extLst>
          </p:cNvPr>
          <p:cNvSpPr>
            <a:spLocks xmlns:a="http://schemas.openxmlformats.org/drawingml/2006/main" noGrp="1"/>
          </p:cNvSpPr>
          <p:nvPr/>
        </p:nvSpPr>
        <p:spPr>
          <a:xfrm xmlns:a="http://schemas.openxmlformats.org/drawingml/2006/main">
            <a:off x="5650991" y="4535423"/>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352" name="Oval 123">
            <a:extLst xmlns:a="http://schemas.openxmlformats.org/drawingml/2006/main">
              <a:ext uri="{FF2B5EF4-FFF2-40B4-BE49-F238E27FC236}">
                <a16:creationId xmlns:a16="http://schemas.microsoft.com/office/drawing/2014/main" id="{C309F9CD-A8E1-4FD3-A38C-E797D9E5474E}"/>
              </a:ext>
            </a:extLst>
          </p:cNvPr>
          <p:cNvSpPr>
            <a:spLocks xmlns:a="http://schemas.openxmlformats.org/drawingml/2006/main" noGrp="1"/>
          </p:cNvSpPr>
          <p:nvPr/>
        </p:nvSpPr>
        <p:spPr>
          <a:xfrm xmlns:a="http://schemas.openxmlformats.org/drawingml/2006/main">
            <a:off x="6035040" y="4535423"/>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353" name="Oval 124">
            <a:extLst xmlns:a="http://schemas.openxmlformats.org/drawingml/2006/main">
              <a:ext uri="{FF2B5EF4-FFF2-40B4-BE49-F238E27FC236}">
                <a16:creationId xmlns:a16="http://schemas.microsoft.com/office/drawing/2014/main" id="{8B9B3CFB-6638-419D-8203-8855D9900C7B}"/>
              </a:ext>
            </a:extLst>
          </p:cNvPr>
          <p:cNvSpPr>
            <a:spLocks xmlns:a="http://schemas.openxmlformats.org/drawingml/2006/main" noGrp="1"/>
          </p:cNvSpPr>
          <p:nvPr/>
        </p:nvSpPr>
        <p:spPr>
          <a:xfrm xmlns:a="http://schemas.openxmlformats.org/drawingml/2006/main">
            <a:off x="6419088" y="4535423"/>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354" name="Oval 125">
            <a:extLst xmlns:a="http://schemas.openxmlformats.org/drawingml/2006/main">
              <a:ext uri="{FF2B5EF4-FFF2-40B4-BE49-F238E27FC236}">
                <a16:creationId xmlns:a16="http://schemas.microsoft.com/office/drawing/2014/main" id="{78471232-D8C5-4817-95A1-23AA7352A4F4}"/>
              </a:ext>
            </a:extLst>
          </p:cNvPr>
          <p:cNvSpPr>
            <a:spLocks xmlns:a="http://schemas.openxmlformats.org/drawingml/2006/main" noGrp="1"/>
          </p:cNvSpPr>
          <p:nvPr/>
        </p:nvSpPr>
        <p:spPr>
          <a:xfrm xmlns:a="http://schemas.openxmlformats.org/drawingml/2006/main">
            <a:off x="6803135" y="4535423"/>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355" name="Oval 126">
            <a:extLst xmlns:a="http://schemas.openxmlformats.org/drawingml/2006/main">
              <a:ext uri="{FF2B5EF4-FFF2-40B4-BE49-F238E27FC236}">
                <a16:creationId xmlns:a16="http://schemas.microsoft.com/office/drawing/2014/main" id="{3536D4D8-90FB-484E-A5B3-950280939775}"/>
              </a:ext>
            </a:extLst>
          </p:cNvPr>
          <p:cNvSpPr>
            <a:spLocks xmlns:a="http://schemas.openxmlformats.org/drawingml/2006/main" noGrp="1"/>
          </p:cNvSpPr>
          <p:nvPr/>
        </p:nvSpPr>
        <p:spPr>
          <a:xfrm xmlns:a="http://schemas.openxmlformats.org/drawingml/2006/main">
            <a:off x="7187183" y="4535423"/>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356" name="Oval 127">
            <a:extLst xmlns:a="http://schemas.openxmlformats.org/drawingml/2006/main">
              <a:ext uri="{FF2B5EF4-FFF2-40B4-BE49-F238E27FC236}">
                <a16:creationId xmlns:a16="http://schemas.microsoft.com/office/drawing/2014/main" id="{8839EB5E-458C-4A24-A609-548A515D381F}"/>
              </a:ext>
            </a:extLst>
          </p:cNvPr>
          <p:cNvSpPr>
            <a:spLocks xmlns:a="http://schemas.openxmlformats.org/drawingml/2006/main" noGrp="1"/>
          </p:cNvSpPr>
          <p:nvPr/>
        </p:nvSpPr>
        <p:spPr>
          <a:xfrm xmlns:a="http://schemas.openxmlformats.org/drawingml/2006/main">
            <a:off x="7571230" y="4535423"/>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357" name="Oval 128">
            <a:extLst xmlns:a="http://schemas.openxmlformats.org/drawingml/2006/main">
              <a:ext uri="{FF2B5EF4-FFF2-40B4-BE49-F238E27FC236}">
                <a16:creationId xmlns:a16="http://schemas.microsoft.com/office/drawing/2014/main" id="{939CCD62-D2D3-4267-BCDF-867D40E02996}"/>
              </a:ext>
            </a:extLst>
          </p:cNvPr>
          <p:cNvSpPr>
            <a:spLocks xmlns:a="http://schemas.openxmlformats.org/drawingml/2006/main" noGrp="1"/>
          </p:cNvSpPr>
          <p:nvPr/>
        </p:nvSpPr>
        <p:spPr>
          <a:xfrm xmlns:a="http://schemas.openxmlformats.org/drawingml/2006/main">
            <a:off x="7955280" y="4535423"/>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358" name="Oval 129">
            <a:extLst xmlns:a="http://schemas.openxmlformats.org/drawingml/2006/main">
              <a:ext uri="{FF2B5EF4-FFF2-40B4-BE49-F238E27FC236}">
                <a16:creationId xmlns:a16="http://schemas.microsoft.com/office/drawing/2014/main" id="{34B69AE4-D05F-4381-8886-253A09B5C112}"/>
              </a:ext>
            </a:extLst>
          </p:cNvPr>
          <p:cNvSpPr>
            <a:spLocks xmlns:a="http://schemas.openxmlformats.org/drawingml/2006/main" noGrp="1"/>
          </p:cNvSpPr>
          <p:nvPr/>
        </p:nvSpPr>
        <p:spPr>
          <a:xfrm xmlns:a="http://schemas.openxmlformats.org/drawingml/2006/main">
            <a:off x="8339328" y="4535423"/>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359" name="Oval 130">
            <a:extLst xmlns:a="http://schemas.openxmlformats.org/drawingml/2006/main">
              <a:ext uri="{FF2B5EF4-FFF2-40B4-BE49-F238E27FC236}">
                <a16:creationId xmlns:a16="http://schemas.microsoft.com/office/drawing/2014/main" id="{5C1F5C84-CB7D-4CB5-97C3-B4C8B792DE9C}"/>
              </a:ext>
            </a:extLst>
          </p:cNvPr>
          <p:cNvSpPr>
            <a:spLocks xmlns:a="http://schemas.openxmlformats.org/drawingml/2006/main" noGrp="1"/>
          </p:cNvSpPr>
          <p:nvPr/>
        </p:nvSpPr>
        <p:spPr>
          <a:xfrm xmlns:a="http://schemas.openxmlformats.org/drawingml/2006/main">
            <a:off x="2834638" y="4928615"/>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360" name="Oval 131">
            <a:extLst xmlns:a="http://schemas.openxmlformats.org/drawingml/2006/main">
              <a:ext uri="{FF2B5EF4-FFF2-40B4-BE49-F238E27FC236}">
                <a16:creationId xmlns:a16="http://schemas.microsoft.com/office/drawing/2014/main" id="{BACAEAA0-F38D-42EE-B24F-DED54C33ED04}"/>
              </a:ext>
            </a:extLst>
          </p:cNvPr>
          <p:cNvSpPr>
            <a:spLocks xmlns:a="http://schemas.openxmlformats.org/drawingml/2006/main" noGrp="1"/>
          </p:cNvSpPr>
          <p:nvPr/>
        </p:nvSpPr>
        <p:spPr>
          <a:xfrm xmlns:a="http://schemas.openxmlformats.org/drawingml/2006/main">
            <a:off x="3218688" y="4928615"/>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361" name="Oval 132">
            <a:extLst xmlns:a="http://schemas.openxmlformats.org/drawingml/2006/main">
              <a:ext uri="{FF2B5EF4-FFF2-40B4-BE49-F238E27FC236}">
                <a16:creationId xmlns:a16="http://schemas.microsoft.com/office/drawing/2014/main" id="{AA10CB3A-8B8F-41C0-886F-F7A0D2379AA0}"/>
              </a:ext>
            </a:extLst>
          </p:cNvPr>
          <p:cNvSpPr>
            <a:spLocks xmlns:a="http://schemas.openxmlformats.org/drawingml/2006/main" noGrp="1"/>
          </p:cNvSpPr>
          <p:nvPr/>
        </p:nvSpPr>
        <p:spPr>
          <a:xfrm xmlns:a="http://schemas.openxmlformats.org/drawingml/2006/main">
            <a:off x="3602735" y="4928615"/>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362" name="Oval 133">
            <a:extLst xmlns:a="http://schemas.openxmlformats.org/drawingml/2006/main">
              <a:ext uri="{FF2B5EF4-FFF2-40B4-BE49-F238E27FC236}">
                <a16:creationId xmlns:a16="http://schemas.microsoft.com/office/drawing/2014/main" id="{AFF53727-4EAC-43A9-A727-CA7A93EB5481}"/>
              </a:ext>
            </a:extLst>
          </p:cNvPr>
          <p:cNvSpPr>
            <a:spLocks xmlns:a="http://schemas.openxmlformats.org/drawingml/2006/main" noGrp="1"/>
          </p:cNvSpPr>
          <p:nvPr/>
        </p:nvSpPr>
        <p:spPr>
          <a:xfrm xmlns:a="http://schemas.openxmlformats.org/drawingml/2006/main">
            <a:off x="3986784" y="4928615"/>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363" name="Oval 134">
            <a:extLst xmlns:a="http://schemas.openxmlformats.org/drawingml/2006/main">
              <a:ext uri="{FF2B5EF4-FFF2-40B4-BE49-F238E27FC236}">
                <a16:creationId xmlns:a16="http://schemas.microsoft.com/office/drawing/2014/main" id="{1916A803-07C7-4AF3-834D-C1D34140732D}"/>
              </a:ext>
            </a:extLst>
          </p:cNvPr>
          <p:cNvSpPr>
            <a:spLocks xmlns:a="http://schemas.openxmlformats.org/drawingml/2006/main" noGrp="1"/>
          </p:cNvSpPr>
          <p:nvPr/>
        </p:nvSpPr>
        <p:spPr>
          <a:xfrm xmlns:a="http://schemas.openxmlformats.org/drawingml/2006/main">
            <a:off x="4370832" y="4928615"/>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364" name="Oval 135">
            <a:extLst xmlns:a="http://schemas.openxmlformats.org/drawingml/2006/main">
              <a:ext uri="{FF2B5EF4-FFF2-40B4-BE49-F238E27FC236}">
                <a16:creationId xmlns:a16="http://schemas.microsoft.com/office/drawing/2014/main" id="{7E06F4D5-A8A1-4287-B122-CD7F8B1571EA}"/>
              </a:ext>
            </a:extLst>
          </p:cNvPr>
          <p:cNvSpPr>
            <a:spLocks xmlns:a="http://schemas.openxmlformats.org/drawingml/2006/main" noGrp="1"/>
          </p:cNvSpPr>
          <p:nvPr/>
        </p:nvSpPr>
        <p:spPr>
          <a:xfrm xmlns:a="http://schemas.openxmlformats.org/drawingml/2006/main">
            <a:off x="4754879" y="4928615"/>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365" name="Oval 136">
            <a:extLst xmlns:a="http://schemas.openxmlformats.org/drawingml/2006/main">
              <a:ext uri="{FF2B5EF4-FFF2-40B4-BE49-F238E27FC236}">
                <a16:creationId xmlns:a16="http://schemas.microsoft.com/office/drawing/2014/main" id="{913A52F9-7011-4C41-9FF1-D7C482176103}"/>
              </a:ext>
            </a:extLst>
          </p:cNvPr>
          <p:cNvSpPr>
            <a:spLocks xmlns:a="http://schemas.openxmlformats.org/drawingml/2006/main" noGrp="1"/>
          </p:cNvSpPr>
          <p:nvPr/>
        </p:nvSpPr>
        <p:spPr>
          <a:xfrm xmlns:a="http://schemas.openxmlformats.org/drawingml/2006/main">
            <a:off x="5138928" y="4928615"/>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366" name="Oval 137">
            <a:extLst xmlns:a="http://schemas.openxmlformats.org/drawingml/2006/main">
              <a:ext uri="{FF2B5EF4-FFF2-40B4-BE49-F238E27FC236}">
                <a16:creationId xmlns:a16="http://schemas.microsoft.com/office/drawing/2014/main" id="{68F4852D-ED84-4FB9-B586-8DC90740B5DA}"/>
              </a:ext>
            </a:extLst>
          </p:cNvPr>
          <p:cNvSpPr>
            <a:spLocks xmlns:a="http://schemas.openxmlformats.org/drawingml/2006/main" noGrp="1"/>
          </p:cNvSpPr>
          <p:nvPr/>
        </p:nvSpPr>
        <p:spPr>
          <a:xfrm xmlns:a="http://schemas.openxmlformats.org/drawingml/2006/main">
            <a:off x="5522976" y="4928615"/>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367" name="Oval 138">
            <a:extLst xmlns:a="http://schemas.openxmlformats.org/drawingml/2006/main">
              <a:ext uri="{FF2B5EF4-FFF2-40B4-BE49-F238E27FC236}">
                <a16:creationId xmlns:a16="http://schemas.microsoft.com/office/drawing/2014/main" id="{13E3CC99-3D20-439D-B03E-9AA15901C193}"/>
              </a:ext>
            </a:extLst>
          </p:cNvPr>
          <p:cNvSpPr>
            <a:spLocks xmlns:a="http://schemas.openxmlformats.org/drawingml/2006/main" noGrp="1"/>
          </p:cNvSpPr>
          <p:nvPr/>
        </p:nvSpPr>
        <p:spPr>
          <a:xfrm xmlns:a="http://schemas.openxmlformats.org/drawingml/2006/main">
            <a:off x="5907023" y="4928615"/>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368" name="Oval 139">
            <a:extLst xmlns:a="http://schemas.openxmlformats.org/drawingml/2006/main">
              <a:ext uri="{FF2B5EF4-FFF2-40B4-BE49-F238E27FC236}">
                <a16:creationId xmlns:a16="http://schemas.microsoft.com/office/drawing/2014/main" id="{1B088F6F-3C65-4F06-8095-6486AAB01DCE}"/>
              </a:ext>
            </a:extLst>
          </p:cNvPr>
          <p:cNvSpPr>
            <a:spLocks xmlns:a="http://schemas.openxmlformats.org/drawingml/2006/main" noGrp="1"/>
          </p:cNvSpPr>
          <p:nvPr/>
        </p:nvSpPr>
        <p:spPr>
          <a:xfrm xmlns:a="http://schemas.openxmlformats.org/drawingml/2006/main">
            <a:off x="6291071" y="4928615"/>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369" name="Oval 140">
            <a:extLst xmlns:a="http://schemas.openxmlformats.org/drawingml/2006/main">
              <a:ext uri="{FF2B5EF4-FFF2-40B4-BE49-F238E27FC236}">
                <a16:creationId xmlns:a16="http://schemas.microsoft.com/office/drawing/2014/main" id="{8A9B5FF7-F50C-4AEA-BC73-6703DAB7A25E}"/>
              </a:ext>
            </a:extLst>
          </p:cNvPr>
          <p:cNvSpPr>
            <a:spLocks xmlns:a="http://schemas.openxmlformats.org/drawingml/2006/main" noGrp="1"/>
          </p:cNvSpPr>
          <p:nvPr/>
        </p:nvSpPr>
        <p:spPr>
          <a:xfrm xmlns:a="http://schemas.openxmlformats.org/drawingml/2006/main">
            <a:off x="6675118" y="4928615"/>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370" name="Oval 141">
            <a:extLst xmlns:a="http://schemas.openxmlformats.org/drawingml/2006/main">
              <a:ext uri="{FF2B5EF4-FFF2-40B4-BE49-F238E27FC236}">
                <a16:creationId xmlns:a16="http://schemas.microsoft.com/office/drawing/2014/main" id="{3F753ABE-6946-45F6-B6DC-23203F45A4F4}"/>
              </a:ext>
            </a:extLst>
          </p:cNvPr>
          <p:cNvSpPr>
            <a:spLocks xmlns:a="http://schemas.openxmlformats.org/drawingml/2006/main" noGrp="1"/>
          </p:cNvSpPr>
          <p:nvPr/>
        </p:nvSpPr>
        <p:spPr>
          <a:xfrm xmlns:a="http://schemas.openxmlformats.org/drawingml/2006/main">
            <a:off x="7059168" y="4928615"/>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371" name="Oval 142">
            <a:extLst xmlns:a="http://schemas.openxmlformats.org/drawingml/2006/main">
              <a:ext uri="{FF2B5EF4-FFF2-40B4-BE49-F238E27FC236}">
                <a16:creationId xmlns:a16="http://schemas.microsoft.com/office/drawing/2014/main" id="{592F2DD5-6141-4923-85B9-1E0E81405780}"/>
              </a:ext>
            </a:extLst>
          </p:cNvPr>
          <p:cNvSpPr>
            <a:spLocks xmlns:a="http://schemas.openxmlformats.org/drawingml/2006/main" noGrp="1"/>
          </p:cNvSpPr>
          <p:nvPr/>
        </p:nvSpPr>
        <p:spPr>
          <a:xfrm xmlns:a="http://schemas.openxmlformats.org/drawingml/2006/main">
            <a:off x="7443216" y="4928615"/>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372" name="Oval 143">
            <a:extLst xmlns:a="http://schemas.openxmlformats.org/drawingml/2006/main">
              <a:ext uri="{FF2B5EF4-FFF2-40B4-BE49-F238E27FC236}">
                <a16:creationId xmlns:a16="http://schemas.microsoft.com/office/drawing/2014/main" id="{862D928A-BD1F-4FC3-AEE1-2D2667574A1C}"/>
              </a:ext>
            </a:extLst>
          </p:cNvPr>
          <p:cNvSpPr>
            <a:spLocks xmlns:a="http://schemas.openxmlformats.org/drawingml/2006/main" noGrp="1"/>
          </p:cNvSpPr>
          <p:nvPr/>
        </p:nvSpPr>
        <p:spPr>
          <a:xfrm xmlns:a="http://schemas.openxmlformats.org/drawingml/2006/main">
            <a:off x="7827264" y="4928615"/>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373" name="Oval 144">
            <a:extLst xmlns:a="http://schemas.openxmlformats.org/drawingml/2006/main">
              <a:ext uri="{FF2B5EF4-FFF2-40B4-BE49-F238E27FC236}">
                <a16:creationId xmlns:a16="http://schemas.microsoft.com/office/drawing/2014/main" id="{289D16FD-1496-440B-999D-883F1D684798}"/>
              </a:ext>
            </a:extLst>
          </p:cNvPr>
          <p:cNvSpPr>
            <a:spLocks xmlns:a="http://schemas.openxmlformats.org/drawingml/2006/main" noGrp="1"/>
          </p:cNvSpPr>
          <p:nvPr/>
        </p:nvSpPr>
        <p:spPr>
          <a:xfrm xmlns:a="http://schemas.openxmlformats.org/drawingml/2006/main">
            <a:off x="8211311" y="4928615"/>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374" name="Rounded Rectangle 145">
            <a:extLst xmlns:a="http://schemas.openxmlformats.org/drawingml/2006/main">
              <a:ext uri="{FF2B5EF4-FFF2-40B4-BE49-F238E27FC236}">
                <a16:creationId xmlns:a16="http://schemas.microsoft.com/office/drawing/2014/main" id="{7F984D46-AB26-4E15-B796-E26542DB4060}"/>
              </a:ext>
            </a:extLst>
          </p:cNvPr>
          <p:cNvSpPr>
            <a:spLocks xmlns:a="http://schemas.openxmlformats.org/drawingml/2006/main" noGrp="1"/>
          </p:cNvSpPr>
          <p:nvPr/>
        </p:nvSpPr>
        <p:spPr>
          <a:xfrm xmlns:a="http://schemas.openxmlformats.org/drawingml/2006/main">
            <a:off x="9528047" y="2167127"/>
            <a:ext cx="1417328" cy="1847090"/>
          </a:xfrm>
          <a:prstGeom xmlns:a="http://schemas.openxmlformats.org/drawingml/2006/main" prst="roundRect">
            <a:avLst>
              <a:gd name="adj" fmla="val 16667"/>
            </a:avLst>
          </a:prstGeom>
          <a:ln xmlns:a="http://schemas.openxmlformats.org/drawingml/2006/main" w="1397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375" name="Connector 146">
            <a:extLst xmlns:a="http://schemas.openxmlformats.org/drawingml/2006/main">
              <a:ext uri="{FF2B5EF4-FFF2-40B4-BE49-F238E27FC236}">
                <a16:creationId xmlns:a16="http://schemas.microsoft.com/office/drawing/2014/main" id="{A70ED31C-76FB-49AA-8943-6518532B93AE}"/>
              </a:ext>
            </a:extLst>
          </p:cNvPr>
          <p:cNvSpPr>
            <a:spLocks xmlns:a="http://schemas.openxmlformats.org/drawingml/2006/main" noGrp="1"/>
          </p:cNvSpPr>
          <p:nvPr/>
        </p:nvSpPr>
        <p:spPr>
          <a:xfrm xmlns:a="http://schemas.openxmlformats.org/drawingml/2006/main">
            <a:off x="9802368" y="2670048"/>
            <a:ext cx="850393" cy="7"/>
          </a:xfrm>
          <a:prstGeom xmlns:a="http://schemas.openxmlformats.org/drawingml/2006/main" prst="line">
            <a:avLst/>
          </a:prstGeom>
          <a:ln xmlns:a="http://schemas.openxmlformats.org/drawingml/2006/main" w="16510">
            <a:solidFill>
              <a:srgbClr val="111318"/>
            </a:solidFill>
          </a:ln>
          <a:effectLst xmlns:a="http://schemas.openxmlformats.org/drawingml/2006/main">
            <a:outerShdw blurRad="38100" dist="20000" dir="5400000" sx="100000" sy="100000" kx="0" ky="0" algn="b" rotWithShape="0">
              <a:srgbClr val="000000">
                <a:alpha val="38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376" name="Connector 147">
            <a:extLst xmlns:a="http://schemas.openxmlformats.org/drawingml/2006/main">
              <a:ext uri="{FF2B5EF4-FFF2-40B4-BE49-F238E27FC236}">
                <a16:creationId xmlns:a16="http://schemas.microsoft.com/office/drawing/2014/main" id="{D7E085CC-F87D-4F38-BCC5-88873820E712}"/>
              </a:ext>
            </a:extLst>
          </p:cNvPr>
          <p:cNvSpPr>
            <a:spLocks xmlns:a="http://schemas.openxmlformats.org/drawingml/2006/main" noGrp="1"/>
          </p:cNvSpPr>
          <p:nvPr/>
        </p:nvSpPr>
        <p:spPr>
          <a:xfrm xmlns:a="http://schemas.openxmlformats.org/drawingml/2006/main">
            <a:off x="9802368" y="2990088"/>
            <a:ext cx="694952" cy="8"/>
          </a:xfrm>
          <a:prstGeom xmlns:a="http://schemas.openxmlformats.org/drawingml/2006/main" prst="line">
            <a:avLst/>
          </a:prstGeom>
          <a:ln xmlns:a="http://schemas.openxmlformats.org/drawingml/2006/main" w="16510">
            <a:solidFill>
              <a:srgbClr val="111318"/>
            </a:solidFill>
          </a:ln>
          <a:effectLst xmlns:a="http://schemas.openxmlformats.org/drawingml/2006/main">
            <a:outerShdw blurRad="38100" dist="20000" dir="5400000" sx="100000" sy="100000" kx="0" ky="0" algn="b" rotWithShape="0">
              <a:srgbClr val="000000">
                <a:alpha val="38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377" name="Connector 148">
            <a:extLst xmlns:a="http://schemas.openxmlformats.org/drawingml/2006/main">
              <a:ext uri="{FF2B5EF4-FFF2-40B4-BE49-F238E27FC236}">
                <a16:creationId xmlns:a16="http://schemas.microsoft.com/office/drawing/2014/main" id="{41E63516-DB83-48FB-A173-B96BE3DF9130}"/>
              </a:ext>
            </a:extLst>
          </p:cNvPr>
          <p:cNvSpPr>
            <a:spLocks xmlns:a="http://schemas.openxmlformats.org/drawingml/2006/main" noGrp="1"/>
          </p:cNvSpPr>
          <p:nvPr/>
        </p:nvSpPr>
        <p:spPr>
          <a:xfrm xmlns:a="http://schemas.openxmlformats.org/drawingml/2006/main">
            <a:off x="9802368" y="3310128"/>
            <a:ext cx="786392" cy="8"/>
          </a:xfrm>
          <a:prstGeom xmlns:a="http://schemas.openxmlformats.org/drawingml/2006/main" prst="line">
            <a:avLst/>
          </a:prstGeom>
          <a:ln xmlns:a="http://schemas.openxmlformats.org/drawingml/2006/main" w="19050">
            <a:solidFill>
              <a:srgbClr val="1FA873"/>
            </a:solidFill>
          </a:ln>
          <a:effectLst xmlns:a="http://schemas.openxmlformats.org/drawingml/2006/main">
            <a:outerShdw blurRad="38100" dist="20000" dir="5400000" sx="100000" sy="100000" kx="0" ky="0" algn="b" rotWithShape="0">
              <a:srgbClr val="000000">
                <a:alpha val="38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378" name="Connector 149">
            <a:extLst xmlns:a="http://schemas.openxmlformats.org/drawingml/2006/main">
              <a:ext uri="{FF2B5EF4-FFF2-40B4-BE49-F238E27FC236}">
                <a16:creationId xmlns:a16="http://schemas.microsoft.com/office/drawing/2014/main" id="{51C066F9-E385-4277-8837-63436C09DC88}"/>
              </a:ext>
            </a:extLst>
          </p:cNvPr>
          <p:cNvSpPr>
            <a:spLocks xmlns:a="http://schemas.openxmlformats.org/drawingml/2006/main" noGrp="1"/>
          </p:cNvSpPr>
          <p:nvPr/>
        </p:nvSpPr>
        <p:spPr>
          <a:xfrm xmlns:a="http://schemas.openxmlformats.org/drawingml/2006/main">
            <a:off x="7098030" y="1821936"/>
            <a:ext cx="2430026" cy="1268742"/>
          </a:xfrm>
          <a:prstGeom xmlns:a="http://schemas.openxmlformats.org/drawingml/2006/main" prst="line">
            <a:avLst/>
          </a:prstGeom>
          <a:ln xmlns:a="http://schemas.openxmlformats.org/drawingml/2006/main" w="8890">
            <a:solidFill>
              <a:srgbClr val="DADDE2"/>
            </a:solidFill>
          </a:ln>
          <a:effectLst xmlns:a="http://schemas.openxmlformats.org/drawingml/2006/main">
            <a:outerShdw blurRad="38100" dist="20000" dir="5400000" sx="100000" sy="100000" kx="0" ky="0" algn="b" rotWithShape="0">
              <a:srgbClr val="000000">
                <a:alpha val="38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379" name="Connector 150">
            <a:extLst xmlns:a="http://schemas.openxmlformats.org/drawingml/2006/main">
              <a:ext uri="{FF2B5EF4-FFF2-40B4-BE49-F238E27FC236}">
                <a16:creationId xmlns:a16="http://schemas.microsoft.com/office/drawing/2014/main" id="{15A7E7B8-E22A-4D33-B02A-691C733D9938}"/>
              </a:ext>
            </a:extLst>
          </p:cNvPr>
          <p:cNvSpPr>
            <a:spLocks xmlns:a="http://schemas.openxmlformats.org/drawingml/2006/main" noGrp="1"/>
          </p:cNvSpPr>
          <p:nvPr/>
        </p:nvSpPr>
        <p:spPr>
          <a:xfrm xmlns:a="http://schemas.openxmlformats.org/drawingml/2006/main">
            <a:off x="7994138" y="2215133"/>
            <a:ext cx="1533915" cy="875540"/>
          </a:xfrm>
          <a:prstGeom xmlns:a="http://schemas.openxmlformats.org/drawingml/2006/main" prst="line">
            <a:avLst/>
          </a:prstGeom>
          <a:ln xmlns:a="http://schemas.openxmlformats.org/drawingml/2006/main" w="8890">
            <a:solidFill>
              <a:srgbClr val="DADDE2"/>
            </a:solidFill>
          </a:ln>
          <a:effectLst xmlns:a="http://schemas.openxmlformats.org/drawingml/2006/main">
            <a:outerShdw blurRad="38100" dist="20000" dir="5400000" sx="100000" sy="100000" kx="0" ky="0" algn="b" rotWithShape="0">
              <a:srgbClr val="000000">
                <a:alpha val="38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380" name="Connector 151">
            <a:extLst xmlns:a="http://schemas.openxmlformats.org/drawingml/2006/main">
              <a:ext uri="{FF2B5EF4-FFF2-40B4-BE49-F238E27FC236}">
                <a16:creationId xmlns:a16="http://schemas.microsoft.com/office/drawing/2014/main" id="{6D6CCBEE-F320-4C2E-A672-75494980080B}"/>
              </a:ext>
            </a:extLst>
          </p:cNvPr>
          <p:cNvSpPr>
            <a:spLocks xmlns:a="http://schemas.openxmlformats.org/drawingml/2006/main" noGrp="1"/>
          </p:cNvSpPr>
          <p:nvPr/>
        </p:nvSpPr>
        <p:spPr>
          <a:xfrm xmlns:a="http://schemas.openxmlformats.org/drawingml/2006/main">
            <a:off x="3769612" y="3001516"/>
            <a:ext cx="5758443" cy="89160"/>
          </a:xfrm>
          <a:prstGeom xmlns:a="http://schemas.openxmlformats.org/drawingml/2006/main" prst="line">
            <a:avLst/>
          </a:prstGeom>
          <a:ln xmlns:a="http://schemas.openxmlformats.org/drawingml/2006/main" w="8890">
            <a:solidFill>
              <a:srgbClr val="DADDE2"/>
            </a:solidFill>
          </a:ln>
          <a:effectLst xmlns:a="http://schemas.openxmlformats.org/drawingml/2006/main">
            <a:outerShdw blurRad="38100" dist="20000" dir="5400000" sx="100000" sy="100000" kx="0" ky="0" algn="b" rotWithShape="0">
              <a:srgbClr val="000000">
                <a:alpha val="38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381" name="Connector 152">
            <a:extLst xmlns:a="http://schemas.openxmlformats.org/drawingml/2006/main">
              <a:ext uri="{FF2B5EF4-FFF2-40B4-BE49-F238E27FC236}">
                <a16:creationId xmlns:a16="http://schemas.microsoft.com/office/drawing/2014/main" id="{241304BF-4FEA-4E1C-992E-36EE05DD52DA}"/>
              </a:ext>
            </a:extLst>
          </p:cNvPr>
          <p:cNvSpPr>
            <a:spLocks xmlns:a="http://schemas.openxmlformats.org/drawingml/2006/main" noGrp="1"/>
          </p:cNvSpPr>
          <p:nvPr/>
        </p:nvSpPr>
        <p:spPr>
          <a:xfrm xmlns:a="http://schemas.openxmlformats.org/drawingml/2006/main" flipV="1">
            <a:off x="4793739" y="3090671"/>
            <a:ext cx="4734316" cy="304046"/>
          </a:xfrm>
          <a:prstGeom xmlns:a="http://schemas.openxmlformats.org/drawingml/2006/main" prst="line">
            <a:avLst/>
          </a:prstGeom>
          <a:ln xmlns:a="http://schemas.openxmlformats.org/drawingml/2006/main" w="8890">
            <a:solidFill>
              <a:srgbClr val="DADDE2"/>
            </a:solidFill>
          </a:ln>
          <a:effectLst xmlns:a="http://schemas.openxmlformats.org/drawingml/2006/main">
            <a:outerShdw blurRad="38100" dist="20000" dir="5400000" sx="100000" sy="100000" kx="0" ky="0" algn="b" rotWithShape="0">
              <a:srgbClr val="000000">
                <a:alpha val="38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382" name="Connector 153">
            <a:extLst xmlns:a="http://schemas.openxmlformats.org/drawingml/2006/main">
              <a:ext uri="{FF2B5EF4-FFF2-40B4-BE49-F238E27FC236}">
                <a16:creationId xmlns:a16="http://schemas.microsoft.com/office/drawing/2014/main" id="{CE105FE5-E2F8-4819-BA06-0DEEEDF3CF27}"/>
              </a:ext>
            </a:extLst>
          </p:cNvPr>
          <p:cNvSpPr>
            <a:spLocks xmlns:a="http://schemas.openxmlformats.org/drawingml/2006/main" noGrp="1"/>
          </p:cNvSpPr>
          <p:nvPr/>
        </p:nvSpPr>
        <p:spPr>
          <a:xfrm xmlns:a="http://schemas.openxmlformats.org/drawingml/2006/main" flipV="1">
            <a:off x="5689851" y="3090671"/>
            <a:ext cx="3838200" cy="697238"/>
          </a:xfrm>
          <a:prstGeom xmlns:a="http://schemas.openxmlformats.org/drawingml/2006/main" prst="line">
            <a:avLst/>
          </a:prstGeom>
          <a:ln xmlns:a="http://schemas.openxmlformats.org/drawingml/2006/main" w="8890">
            <a:solidFill>
              <a:srgbClr val="DADDE2"/>
            </a:solidFill>
          </a:ln>
          <a:effectLst xmlns:a="http://schemas.openxmlformats.org/drawingml/2006/main">
            <a:outerShdw blurRad="38100" dist="20000" dir="5400000" sx="100000" sy="100000" kx="0" ky="0" algn="b" rotWithShape="0">
              <a:srgbClr val="000000">
                <a:alpha val="38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383" name="Connector 154">
            <a:extLst xmlns:a="http://schemas.openxmlformats.org/drawingml/2006/main">
              <a:ext uri="{FF2B5EF4-FFF2-40B4-BE49-F238E27FC236}">
                <a16:creationId xmlns:a16="http://schemas.microsoft.com/office/drawing/2014/main" id="{65D4D7D1-4C58-48E3-8C1B-9F383E55DA68}"/>
              </a:ext>
            </a:extLst>
          </p:cNvPr>
          <p:cNvSpPr>
            <a:spLocks xmlns:a="http://schemas.openxmlformats.org/drawingml/2006/main" noGrp="1"/>
          </p:cNvSpPr>
          <p:nvPr/>
        </p:nvSpPr>
        <p:spPr>
          <a:xfrm xmlns:a="http://schemas.openxmlformats.org/drawingml/2006/main" flipV="1">
            <a:off x="7866126" y="3090670"/>
            <a:ext cx="1661924" cy="1090431"/>
          </a:xfrm>
          <a:prstGeom xmlns:a="http://schemas.openxmlformats.org/drawingml/2006/main" prst="line">
            <a:avLst/>
          </a:prstGeom>
          <a:ln xmlns:a="http://schemas.openxmlformats.org/drawingml/2006/main" w="8890">
            <a:solidFill>
              <a:srgbClr val="DADDE2"/>
            </a:solidFill>
          </a:ln>
          <a:effectLst xmlns:a="http://schemas.openxmlformats.org/drawingml/2006/main">
            <a:outerShdw blurRad="38100" dist="20000" dir="5400000" sx="100000" sy="100000" kx="0" ky="0" algn="b" rotWithShape="0">
              <a:srgbClr val="000000">
                <a:alpha val="38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384" name="Connector 155">
            <a:extLst xmlns:a="http://schemas.openxmlformats.org/drawingml/2006/main">
              <a:ext uri="{FF2B5EF4-FFF2-40B4-BE49-F238E27FC236}">
                <a16:creationId xmlns:a16="http://schemas.microsoft.com/office/drawing/2014/main" id="{D0812F3F-C718-4D21-B513-A0FAFFA198E9}"/>
              </a:ext>
            </a:extLst>
          </p:cNvPr>
          <p:cNvSpPr>
            <a:spLocks xmlns:a="http://schemas.openxmlformats.org/drawingml/2006/main" noGrp="1"/>
          </p:cNvSpPr>
          <p:nvPr/>
        </p:nvSpPr>
        <p:spPr>
          <a:xfrm xmlns:a="http://schemas.openxmlformats.org/drawingml/2006/main" flipV="1">
            <a:off x="3641596" y="3090671"/>
            <a:ext cx="5886456" cy="1876808"/>
          </a:xfrm>
          <a:prstGeom xmlns:a="http://schemas.openxmlformats.org/drawingml/2006/main" prst="line">
            <a:avLst/>
          </a:prstGeom>
          <a:ln xmlns:a="http://schemas.openxmlformats.org/drawingml/2006/main" w="8890">
            <a:solidFill>
              <a:srgbClr val="DADDE2"/>
            </a:solidFill>
          </a:ln>
          <a:effectLst xmlns:a="http://schemas.openxmlformats.org/drawingml/2006/main">
            <a:outerShdw blurRad="38100" dist="20000" dir="5400000" sx="100000" sy="100000" kx="0" ky="0" algn="b" rotWithShape="0">
              <a:srgbClr val="000000">
                <a:alpha val="38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385" name="TextBox 156">
            <a:extLst xmlns:a="http://schemas.openxmlformats.org/drawingml/2006/main">
              <a:ext uri="{FF2B5EF4-FFF2-40B4-BE49-F238E27FC236}">
                <a16:creationId xmlns:a16="http://schemas.microsoft.com/office/drawing/2014/main" id="{981A14A6-F552-4B2A-916E-421ECCAE27D2}"/>
              </a:ext>
            </a:extLst>
          </p:cNvPr>
          <p:cNvSpPr>
            <a:spLocks xmlns:a="http://schemas.openxmlformats.org/drawingml/2006/main" noGrp="1"/>
          </p:cNvSpPr>
          <p:nvPr/>
        </p:nvSpPr>
        <p:spPr>
          <a:xfrm xmlns:a="http://schemas.openxmlformats.org/drawingml/2006/main">
            <a:off x="822960" y="5614415"/>
            <a:ext cx="2286003" cy="235406"/>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600" b="1">
                <a:solidFill>
                  <a:srgbClr val="3977F6"/>
                </a:solidFill>
                <a:latin typeface="Helvetica Neue"/>
                <a:ea typeface="Helvetica Neue"/>
                <a:cs typeface="Helvetica Neue"/>
              </a:defRPr>
            </a:pPr>
            <a:r>
              <a:t>• </a:t>
            </a:r>
            <a:r>
              <a:rPr b="0">
                <a:solidFill>
                  <a:srgbClr val="111318"/>
                </a:solidFill>
              </a:rPr>
              <a:t>Same action</a:t>
            </a:r>
          </a:p>
        </p:txBody>
      </p:sp>
      <p:sp>
        <p:nvSpPr>
          <p:cNvPr id="386" name="TextBox 157">
            <a:extLst xmlns:a="http://schemas.openxmlformats.org/drawingml/2006/main">
              <a:ext uri="{FF2B5EF4-FFF2-40B4-BE49-F238E27FC236}">
                <a16:creationId xmlns:a16="http://schemas.microsoft.com/office/drawing/2014/main" id="{A631CB93-6976-415D-A07B-6CC24062B071}"/>
              </a:ext>
            </a:extLst>
          </p:cNvPr>
          <p:cNvSpPr>
            <a:spLocks xmlns:a="http://schemas.openxmlformats.org/drawingml/2006/main" noGrp="1"/>
          </p:cNvSpPr>
          <p:nvPr/>
        </p:nvSpPr>
        <p:spPr>
          <a:xfrm xmlns:a="http://schemas.openxmlformats.org/drawingml/2006/main">
            <a:off x="3840479" y="5614415"/>
            <a:ext cx="3108968" cy="235406"/>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600" b="1">
                <a:solidFill>
                  <a:srgbClr val="3977F6"/>
                </a:solidFill>
                <a:latin typeface="Helvetica Neue"/>
                <a:ea typeface="Helvetica Neue"/>
                <a:cs typeface="Helvetica Neue"/>
              </a:defRPr>
            </a:pPr>
            <a:r>
              <a:t>• </a:t>
            </a:r>
            <a:r>
              <a:rPr b="0">
                <a:solidFill>
                  <a:srgbClr val="111318"/>
                </a:solidFill>
              </a:rPr>
              <a:t>Thousands of raters</a:t>
            </a:r>
          </a:p>
        </p:txBody>
      </p:sp>
      <p:sp>
        <p:nvSpPr>
          <p:cNvPr id="387" name="TextBox 158">
            <a:extLst xmlns:a="http://schemas.openxmlformats.org/drawingml/2006/main">
              <a:ext uri="{FF2B5EF4-FFF2-40B4-BE49-F238E27FC236}">
                <a16:creationId xmlns:a16="http://schemas.microsoft.com/office/drawing/2014/main" id="{A47DA2FC-896A-4FF3-84B0-95EE3A02C38F}"/>
              </a:ext>
            </a:extLst>
          </p:cNvPr>
          <p:cNvSpPr>
            <a:spLocks xmlns:a="http://schemas.openxmlformats.org/drawingml/2006/main" noGrp="1"/>
          </p:cNvSpPr>
          <p:nvPr/>
        </p:nvSpPr>
        <p:spPr>
          <a:xfrm xmlns:a="http://schemas.openxmlformats.org/drawingml/2006/main">
            <a:off x="8000999" y="5614415"/>
            <a:ext cx="3474728" cy="235406"/>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600" b="1">
                <a:solidFill>
                  <a:srgbClr val="1FA873"/>
                </a:solidFill>
                <a:latin typeface="Helvetica Neue"/>
                <a:ea typeface="Helvetica Neue"/>
                <a:cs typeface="Helvetica Neue"/>
              </a:defRPr>
            </a:pPr>
            <a:r>
              <a:t>• </a:t>
            </a:r>
            <a:r>
              <a:rPr b="0">
                <a:solidFill>
                  <a:srgbClr val="111318"/>
                </a:solidFill>
              </a:rPr>
              <a:t>One visibility decision</a:t>
            </a:r>
          </a:p>
        </p:txBody>
      </p:sp>
      <p:sp>
        <p:nvSpPr>
          <p:cNvPr id="388" name="TextBox 159">
            <a:extLst xmlns:a="http://schemas.openxmlformats.org/drawingml/2006/main">
              <a:ext uri="{FF2B5EF4-FFF2-40B4-BE49-F238E27FC236}">
                <a16:creationId xmlns:a16="http://schemas.microsoft.com/office/drawing/2014/main" id="{53598F48-A069-4E10-9495-50143FE71859}"/>
              </a:ext>
            </a:extLst>
          </p:cNvPr>
          <p:cNvSpPr>
            <a:spLocks xmlns:a="http://schemas.openxmlformats.org/drawingml/2006/main" noGrp="1"/>
          </p:cNvSpPr>
          <p:nvPr/>
        </p:nvSpPr>
        <p:spPr>
          <a:xfrm xmlns:a="http://schemas.openxmlformats.org/drawingml/2006/main">
            <a:off x="621792" y="6455664"/>
            <a:ext cx="10881360"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800">
                <a:solidFill>
                  <a:srgbClr val="73777F"/>
                </a:solidFill>
                <a:latin typeface="Helvetica Neue"/>
                <a:ea typeface="Helvetica Neue"/>
                <a:cs typeface="Helvetica Neue"/>
              </a:defRPr>
            </a:lvl1pPr>
          </a:lstStyle>
          <a:p xmlns:a="http://schemas.openxmlformats.org/drawingml/2006/main">
            <a:pPr>
              <a:buNone/>
            </a:pPr>
            <a:r>
              <a:t>• X Community Notes (2026)</a:t>
            </a:r>
          </a:p>
        </p:txBody>
      </p:sp>
      <p:sp>
        <p:nvSpPr>
          <p:cNvPr id="389" name="VoteLine r1c3">
            <a:extLst xmlns:a="http://schemas.openxmlformats.org/drawingml/2006/main">
              <a:ext uri="{FF2B5EF4-FFF2-40B4-BE49-F238E27FC236}">
                <a16:creationId xmlns:a16="http://schemas.microsoft.com/office/drawing/2014/main" id="{A7D76647-8D8C-4BBB-A48A-288B5510D6FD}"/>
              </a:ext>
            </a:extLst>
          </p:cNvPr>
          <p:cNvSpPr>
            <a:spLocks xmlns:a="http://schemas.openxmlformats.org/drawingml/2006/main" noGrp="1"/>
          </p:cNvSpPr>
          <p:nvPr/>
        </p:nvSpPr>
        <p:spPr>
          <a:xfrm xmlns:a="http://schemas.openxmlformats.org/drawingml/2006/main">
            <a:off x="3641602" y="1821944"/>
            <a:ext cx="5886448" cy="1268730"/>
          </a:xfrm>
          <a:prstGeom xmlns:a="http://schemas.openxmlformats.org/drawingml/2006/main" prst="line">
            <a:avLst/>
          </a:prstGeom>
          <a:ln xmlns:a="http://schemas.openxmlformats.org/drawingml/2006/main" w="889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390" name="VoteLine r1c8">
            <a:extLst xmlns:a="http://schemas.openxmlformats.org/drawingml/2006/main">
              <a:ext uri="{FF2B5EF4-FFF2-40B4-BE49-F238E27FC236}">
                <a16:creationId xmlns:a16="http://schemas.microsoft.com/office/drawing/2014/main" id="{34BBBE9B-C4B4-4861-9D7C-5399C0413DD5}"/>
              </a:ext>
            </a:extLst>
          </p:cNvPr>
          <p:cNvSpPr>
            <a:spLocks xmlns:a="http://schemas.openxmlformats.org/drawingml/2006/main" noGrp="1"/>
          </p:cNvSpPr>
          <p:nvPr/>
        </p:nvSpPr>
        <p:spPr>
          <a:xfrm xmlns:a="http://schemas.openxmlformats.org/drawingml/2006/main">
            <a:off x="5561842" y="1821944"/>
            <a:ext cx="3966205" cy="1268729"/>
          </a:xfrm>
          <a:prstGeom xmlns:a="http://schemas.openxmlformats.org/drawingml/2006/main" prst="line">
            <a:avLst/>
          </a:prstGeom>
          <a:ln xmlns:a="http://schemas.openxmlformats.org/drawingml/2006/main" w="889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391" name="VoteLine r1c12">
            <a:extLst xmlns:a="http://schemas.openxmlformats.org/drawingml/2006/main">
              <a:ext uri="{FF2B5EF4-FFF2-40B4-BE49-F238E27FC236}">
                <a16:creationId xmlns:a16="http://schemas.microsoft.com/office/drawing/2014/main" id="{02CAEAE9-D766-486E-8BD6-FB34BFB4EDC8}"/>
              </a:ext>
            </a:extLst>
          </p:cNvPr>
          <p:cNvSpPr>
            <a:spLocks xmlns:a="http://schemas.openxmlformats.org/drawingml/2006/main" noGrp="1"/>
          </p:cNvSpPr>
          <p:nvPr/>
        </p:nvSpPr>
        <p:spPr>
          <a:xfrm xmlns:a="http://schemas.openxmlformats.org/drawingml/2006/main">
            <a:off x="7098034" y="1821943"/>
            <a:ext cx="2430014" cy="1268731"/>
          </a:xfrm>
          <a:prstGeom xmlns:a="http://schemas.openxmlformats.org/drawingml/2006/main" prst="line">
            <a:avLst/>
          </a:prstGeom>
          <a:ln xmlns:a="http://schemas.openxmlformats.org/drawingml/2006/main" w="889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392" name="VoteLine r2c5">
            <a:extLst xmlns:a="http://schemas.openxmlformats.org/drawingml/2006/main">
              <a:ext uri="{FF2B5EF4-FFF2-40B4-BE49-F238E27FC236}">
                <a16:creationId xmlns:a16="http://schemas.microsoft.com/office/drawing/2014/main" id="{8B9BBCCC-BC0D-4918-A75A-DB9A48623D17}"/>
              </a:ext>
            </a:extLst>
          </p:cNvPr>
          <p:cNvSpPr>
            <a:spLocks xmlns:a="http://schemas.openxmlformats.org/drawingml/2006/main" noGrp="1"/>
          </p:cNvSpPr>
          <p:nvPr/>
        </p:nvSpPr>
        <p:spPr>
          <a:xfrm xmlns:a="http://schemas.openxmlformats.org/drawingml/2006/main">
            <a:off x="4537714" y="2215139"/>
            <a:ext cx="4990336" cy="875533"/>
          </a:xfrm>
          <a:prstGeom xmlns:a="http://schemas.openxmlformats.org/drawingml/2006/main" prst="line">
            <a:avLst/>
          </a:prstGeom>
          <a:ln xmlns:a="http://schemas.openxmlformats.org/drawingml/2006/main" w="889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393" name="VoteLine r2c11">
            <a:extLst xmlns:a="http://schemas.openxmlformats.org/drawingml/2006/main">
              <a:ext uri="{FF2B5EF4-FFF2-40B4-BE49-F238E27FC236}">
                <a16:creationId xmlns:a16="http://schemas.microsoft.com/office/drawing/2014/main" id="{A8D86779-B380-420F-B072-6F9FC8F31113}"/>
              </a:ext>
            </a:extLst>
          </p:cNvPr>
          <p:cNvSpPr>
            <a:spLocks xmlns:a="http://schemas.openxmlformats.org/drawingml/2006/main" noGrp="1"/>
          </p:cNvSpPr>
          <p:nvPr/>
        </p:nvSpPr>
        <p:spPr>
          <a:xfrm xmlns:a="http://schemas.openxmlformats.org/drawingml/2006/main">
            <a:off x="6842001" y="2215139"/>
            <a:ext cx="2686048" cy="875533"/>
          </a:xfrm>
          <a:prstGeom xmlns:a="http://schemas.openxmlformats.org/drawingml/2006/main" prst="line">
            <a:avLst/>
          </a:prstGeom>
          <a:ln xmlns:a="http://schemas.openxmlformats.org/drawingml/2006/main" w="889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394" name="VoteLine r3c2">
            <a:extLst xmlns:a="http://schemas.openxmlformats.org/drawingml/2006/main">
              <a:ext uri="{FF2B5EF4-FFF2-40B4-BE49-F238E27FC236}">
                <a16:creationId xmlns:a16="http://schemas.microsoft.com/office/drawing/2014/main" id="{892EFEA7-4272-4D3B-9B2F-662AA3489DD1}"/>
              </a:ext>
            </a:extLst>
          </p:cNvPr>
          <p:cNvSpPr>
            <a:spLocks xmlns:a="http://schemas.openxmlformats.org/drawingml/2006/main" noGrp="1"/>
          </p:cNvSpPr>
          <p:nvPr/>
        </p:nvSpPr>
        <p:spPr>
          <a:xfrm xmlns:a="http://schemas.openxmlformats.org/drawingml/2006/main">
            <a:off x="3257553" y="2608329"/>
            <a:ext cx="6270496" cy="482344"/>
          </a:xfrm>
          <a:prstGeom xmlns:a="http://schemas.openxmlformats.org/drawingml/2006/main" prst="line">
            <a:avLst/>
          </a:prstGeom>
          <a:ln xmlns:a="http://schemas.openxmlformats.org/drawingml/2006/main" w="889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395" name="VoteLine r3c14">
            <a:extLst xmlns:a="http://schemas.openxmlformats.org/drawingml/2006/main">
              <a:ext uri="{FF2B5EF4-FFF2-40B4-BE49-F238E27FC236}">
                <a16:creationId xmlns:a16="http://schemas.microsoft.com/office/drawing/2014/main" id="{8B51EE48-5ABC-447B-9CC3-694060EF5E37}"/>
              </a:ext>
            </a:extLst>
          </p:cNvPr>
          <p:cNvSpPr>
            <a:spLocks xmlns:a="http://schemas.openxmlformats.org/drawingml/2006/main" noGrp="1"/>
          </p:cNvSpPr>
          <p:nvPr/>
        </p:nvSpPr>
        <p:spPr>
          <a:xfrm xmlns:a="http://schemas.openxmlformats.org/drawingml/2006/main">
            <a:off x="7866130" y="2608330"/>
            <a:ext cx="1661918" cy="482342"/>
          </a:xfrm>
          <a:prstGeom xmlns:a="http://schemas.openxmlformats.org/drawingml/2006/main" prst="line">
            <a:avLst/>
          </a:prstGeom>
          <a:ln xmlns:a="http://schemas.openxmlformats.org/drawingml/2006/main" w="889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396" name="VoteLine r4c4">
            <a:extLst xmlns:a="http://schemas.openxmlformats.org/drawingml/2006/main">
              <a:ext uri="{FF2B5EF4-FFF2-40B4-BE49-F238E27FC236}">
                <a16:creationId xmlns:a16="http://schemas.microsoft.com/office/drawing/2014/main" id="{1DE71923-4594-4342-A040-0D62B930ADF6}"/>
              </a:ext>
            </a:extLst>
          </p:cNvPr>
          <p:cNvSpPr>
            <a:spLocks xmlns:a="http://schemas.openxmlformats.org/drawingml/2006/main" noGrp="1"/>
          </p:cNvSpPr>
          <p:nvPr/>
        </p:nvSpPr>
        <p:spPr>
          <a:xfrm xmlns:a="http://schemas.openxmlformats.org/drawingml/2006/main">
            <a:off x="4153661" y="3001521"/>
            <a:ext cx="5374389" cy="89153"/>
          </a:xfrm>
          <a:prstGeom xmlns:a="http://schemas.openxmlformats.org/drawingml/2006/main" prst="line">
            <a:avLst/>
          </a:prstGeom>
          <a:ln xmlns:a="http://schemas.openxmlformats.org/drawingml/2006/main" w="889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397" name="VoteLine r4c9">
            <a:extLst xmlns:a="http://schemas.openxmlformats.org/drawingml/2006/main">
              <a:ext uri="{FF2B5EF4-FFF2-40B4-BE49-F238E27FC236}">
                <a16:creationId xmlns:a16="http://schemas.microsoft.com/office/drawing/2014/main" id="{480878E3-4DE5-4D2C-8E3D-C2972874BA4F}"/>
              </a:ext>
            </a:extLst>
          </p:cNvPr>
          <p:cNvSpPr>
            <a:spLocks xmlns:a="http://schemas.openxmlformats.org/drawingml/2006/main" noGrp="1"/>
          </p:cNvSpPr>
          <p:nvPr/>
        </p:nvSpPr>
        <p:spPr>
          <a:xfrm xmlns:a="http://schemas.openxmlformats.org/drawingml/2006/main">
            <a:off x="6073907" y="3001522"/>
            <a:ext cx="3454143" cy="89151"/>
          </a:xfrm>
          <a:prstGeom xmlns:a="http://schemas.openxmlformats.org/drawingml/2006/main" prst="line">
            <a:avLst/>
          </a:prstGeom>
          <a:ln xmlns:a="http://schemas.openxmlformats.org/drawingml/2006/main" w="889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398" name="VoteLine r5c1">
            <a:extLst xmlns:a="http://schemas.openxmlformats.org/drawingml/2006/main">
              <a:ext uri="{FF2B5EF4-FFF2-40B4-BE49-F238E27FC236}">
                <a16:creationId xmlns:a16="http://schemas.microsoft.com/office/drawing/2014/main" id="{35395292-A7F9-4798-8702-7976A44F020B}"/>
              </a:ext>
            </a:extLst>
          </p:cNvPr>
          <p:cNvSpPr>
            <a:spLocks xmlns:a="http://schemas.openxmlformats.org/drawingml/2006/main" noGrp="1"/>
          </p:cNvSpPr>
          <p:nvPr/>
        </p:nvSpPr>
        <p:spPr>
          <a:xfrm xmlns:a="http://schemas.openxmlformats.org/drawingml/2006/main" flipV="1">
            <a:off x="2873505" y="3090672"/>
            <a:ext cx="6654542" cy="304044"/>
          </a:xfrm>
          <a:prstGeom xmlns:a="http://schemas.openxmlformats.org/drawingml/2006/main" prst="line">
            <a:avLst/>
          </a:prstGeom>
          <a:ln xmlns:a="http://schemas.openxmlformats.org/drawingml/2006/main" w="889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399" name="VoteLine r5c11">
            <a:extLst xmlns:a="http://schemas.openxmlformats.org/drawingml/2006/main">
              <a:ext uri="{FF2B5EF4-FFF2-40B4-BE49-F238E27FC236}">
                <a16:creationId xmlns:a16="http://schemas.microsoft.com/office/drawing/2014/main" id="{CAA597E5-BAB3-4FC0-87F4-9DFB4BEC8B22}"/>
              </a:ext>
            </a:extLst>
          </p:cNvPr>
          <p:cNvSpPr>
            <a:spLocks xmlns:a="http://schemas.openxmlformats.org/drawingml/2006/main" noGrp="1"/>
          </p:cNvSpPr>
          <p:nvPr/>
        </p:nvSpPr>
        <p:spPr>
          <a:xfrm xmlns:a="http://schemas.openxmlformats.org/drawingml/2006/main" flipV="1">
            <a:off x="6713984" y="3090672"/>
            <a:ext cx="2814065" cy="304044"/>
          </a:xfrm>
          <a:prstGeom xmlns:a="http://schemas.openxmlformats.org/drawingml/2006/main" prst="line">
            <a:avLst/>
          </a:prstGeom>
          <a:ln xmlns:a="http://schemas.openxmlformats.org/drawingml/2006/main" w="889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400" name="VoteLine r6c6">
            <a:extLst xmlns:a="http://schemas.openxmlformats.org/drawingml/2006/main">
              <a:ext uri="{FF2B5EF4-FFF2-40B4-BE49-F238E27FC236}">
                <a16:creationId xmlns:a16="http://schemas.microsoft.com/office/drawing/2014/main" id="{996AD610-734E-49C6-949B-C42A2D335E95}"/>
              </a:ext>
            </a:extLst>
          </p:cNvPr>
          <p:cNvSpPr>
            <a:spLocks xmlns:a="http://schemas.openxmlformats.org/drawingml/2006/main" noGrp="1"/>
          </p:cNvSpPr>
          <p:nvPr/>
        </p:nvSpPr>
        <p:spPr>
          <a:xfrm xmlns:a="http://schemas.openxmlformats.org/drawingml/2006/main" flipV="1">
            <a:off x="4921763" y="3090672"/>
            <a:ext cx="4606287" cy="697234"/>
          </a:xfrm>
          <a:prstGeom xmlns:a="http://schemas.openxmlformats.org/drawingml/2006/main" prst="line">
            <a:avLst/>
          </a:prstGeom>
          <a:ln xmlns:a="http://schemas.openxmlformats.org/drawingml/2006/main" w="889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401" name="VoteLine r6c15">
            <a:extLst xmlns:a="http://schemas.openxmlformats.org/drawingml/2006/main">
              <a:ext uri="{FF2B5EF4-FFF2-40B4-BE49-F238E27FC236}">
                <a16:creationId xmlns:a16="http://schemas.microsoft.com/office/drawing/2014/main" id="{851B7F65-0945-40E6-9CDA-5CDC20A6B1B8}"/>
              </a:ext>
            </a:extLst>
          </p:cNvPr>
          <p:cNvSpPr>
            <a:spLocks xmlns:a="http://schemas.openxmlformats.org/drawingml/2006/main" noGrp="1"/>
          </p:cNvSpPr>
          <p:nvPr/>
        </p:nvSpPr>
        <p:spPr>
          <a:xfrm xmlns:a="http://schemas.openxmlformats.org/drawingml/2006/main" flipV="1">
            <a:off x="8378193" y="3090672"/>
            <a:ext cx="1149855" cy="697234"/>
          </a:xfrm>
          <a:prstGeom xmlns:a="http://schemas.openxmlformats.org/drawingml/2006/main" prst="line">
            <a:avLst/>
          </a:prstGeom>
          <a:ln xmlns:a="http://schemas.openxmlformats.org/drawingml/2006/main" w="889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402" name="VoteLine r7c3">
            <a:extLst xmlns:a="http://schemas.openxmlformats.org/drawingml/2006/main">
              <a:ext uri="{FF2B5EF4-FFF2-40B4-BE49-F238E27FC236}">
                <a16:creationId xmlns:a16="http://schemas.microsoft.com/office/drawing/2014/main" id="{A2BBDCDE-62FF-4B17-9A4C-8985827773D2}"/>
              </a:ext>
            </a:extLst>
          </p:cNvPr>
          <p:cNvSpPr>
            <a:spLocks xmlns:a="http://schemas.openxmlformats.org/drawingml/2006/main" noGrp="1"/>
          </p:cNvSpPr>
          <p:nvPr/>
        </p:nvSpPr>
        <p:spPr>
          <a:xfrm xmlns:a="http://schemas.openxmlformats.org/drawingml/2006/main" flipV="1">
            <a:off x="3641602" y="3090672"/>
            <a:ext cx="5886448" cy="1090429"/>
          </a:xfrm>
          <a:prstGeom xmlns:a="http://schemas.openxmlformats.org/drawingml/2006/main" prst="line">
            <a:avLst/>
          </a:prstGeom>
          <a:ln xmlns:a="http://schemas.openxmlformats.org/drawingml/2006/main" w="889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403" name="VoteLine r7c9">
            <a:extLst xmlns:a="http://schemas.openxmlformats.org/drawingml/2006/main">
              <a:ext uri="{FF2B5EF4-FFF2-40B4-BE49-F238E27FC236}">
                <a16:creationId xmlns:a16="http://schemas.microsoft.com/office/drawing/2014/main" id="{772F5C83-9406-45F6-8881-B10AF0290EE3}"/>
              </a:ext>
            </a:extLst>
          </p:cNvPr>
          <p:cNvSpPr>
            <a:spLocks xmlns:a="http://schemas.openxmlformats.org/drawingml/2006/main" noGrp="1"/>
          </p:cNvSpPr>
          <p:nvPr/>
        </p:nvSpPr>
        <p:spPr>
          <a:xfrm xmlns:a="http://schemas.openxmlformats.org/drawingml/2006/main" flipV="1">
            <a:off x="5945890" y="3090672"/>
            <a:ext cx="3582159" cy="1090429"/>
          </a:xfrm>
          <a:prstGeom xmlns:a="http://schemas.openxmlformats.org/drawingml/2006/main" prst="line">
            <a:avLst/>
          </a:prstGeom>
          <a:ln xmlns:a="http://schemas.openxmlformats.org/drawingml/2006/main" w="889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404" name="VoteLine r8c13">
            <a:extLst xmlns:a="http://schemas.openxmlformats.org/drawingml/2006/main">
              <a:ext uri="{FF2B5EF4-FFF2-40B4-BE49-F238E27FC236}">
                <a16:creationId xmlns:a16="http://schemas.microsoft.com/office/drawing/2014/main" id="{4ED57BA3-37E7-45F7-B3EF-1DE2EC48082B}"/>
              </a:ext>
            </a:extLst>
          </p:cNvPr>
          <p:cNvSpPr>
            <a:spLocks xmlns:a="http://schemas.openxmlformats.org/drawingml/2006/main" noGrp="1"/>
          </p:cNvSpPr>
          <p:nvPr/>
        </p:nvSpPr>
        <p:spPr>
          <a:xfrm xmlns:a="http://schemas.openxmlformats.org/drawingml/2006/main" flipV="1">
            <a:off x="7610095" y="3090671"/>
            <a:ext cx="1917952" cy="1483621"/>
          </a:xfrm>
          <a:prstGeom xmlns:a="http://schemas.openxmlformats.org/drawingml/2006/main" prst="line">
            <a:avLst/>
          </a:prstGeom>
          <a:ln xmlns:a="http://schemas.openxmlformats.org/drawingml/2006/main" w="889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405" name="VoteLine r9c5">
            <a:extLst xmlns:a="http://schemas.openxmlformats.org/drawingml/2006/main">
              <a:ext uri="{FF2B5EF4-FFF2-40B4-BE49-F238E27FC236}">
                <a16:creationId xmlns:a16="http://schemas.microsoft.com/office/drawing/2014/main" id="{B6C0FFFB-ACAB-43D4-8E5A-D547BB8B3BBD}"/>
              </a:ext>
            </a:extLst>
          </p:cNvPr>
          <p:cNvSpPr>
            <a:spLocks xmlns:a="http://schemas.openxmlformats.org/drawingml/2006/main" noGrp="1"/>
          </p:cNvSpPr>
          <p:nvPr/>
        </p:nvSpPr>
        <p:spPr>
          <a:xfrm xmlns:a="http://schemas.openxmlformats.org/drawingml/2006/main" flipV="1">
            <a:off x="4409699" y="3090672"/>
            <a:ext cx="5118349" cy="1876812"/>
          </a:xfrm>
          <a:prstGeom xmlns:a="http://schemas.openxmlformats.org/drawingml/2006/main" prst="line">
            <a:avLst/>
          </a:prstGeom>
          <a:ln xmlns:a="http://schemas.openxmlformats.org/drawingml/2006/main" w="889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142937373"/>
      </p:ext>
    </p:extLst>
  </p:cSld>
</p:sld>
</file>

<file path=ppt/slides/slide7.xml><?xml version="1.0" encoding="utf-8"?>
<p:sld xmlns:p="http://schemas.openxmlformats.org/presentationml/2006/main" showMasterSp="1">
  <p:cSld>
    <p:spTree>
      <p:nvGrpSpPr>
        <p:cNvPr id="1" name=""/>
        <p:cNvGrpSpPr/>
        <p:nvPr/>
      </p:nvGrpSpPr>
      <p:grpSpPr>
        <a:xfrm xmlns:a="http://schemas.openxmlformats.org/drawingml/2006/main"/>
      </p:grpSpPr>
      <p:sp>
        <p:nvSpPr>
          <p:cNvPr id="407" name="TextBox 1">
            <a:extLst xmlns:a="http://schemas.openxmlformats.org/drawingml/2006/main">
              <a:ext uri="{FF2B5EF4-FFF2-40B4-BE49-F238E27FC236}">
                <a16:creationId xmlns:a16="http://schemas.microsoft.com/office/drawing/2014/main" id="{86358F68-0B58-43CE-B743-39251D0D5B4E}"/>
              </a:ext>
            </a:extLst>
          </p:cNvPr>
          <p:cNvSpPr>
            <a:spLocks xmlns:a="http://schemas.openxmlformats.org/drawingml/2006/main" noGrp="1"/>
          </p:cNvSpPr>
          <p:nvPr/>
        </p:nvSpPr>
        <p:spPr>
          <a:xfrm xmlns:a="http://schemas.openxmlformats.org/drawingml/2006/main">
            <a:off x="603504" y="420623"/>
            <a:ext cx="4297680" cy="14871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000" b="1">
                <a:solidFill>
                  <a:srgbClr val="73777F"/>
                </a:solidFill>
                <a:latin typeface="Helvetica Neue"/>
                <a:ea typeface="Helvetica Neue"/>
                <a:cs typeface="Helvetica Neue"/>
              </a:defRPr>
            </a:lvl1pPr>
          </a:lstStyle>
          <a:p xmlns:a="http://schemas.openxmlformats.org/drawingml/2006/main">
            <a:pPr>
              <a:buNone/>
            </a:pPr>
            <a:r>
              <a:t>THE CROWD</a:t>
            </a:r>
          </a:p>
        </p:txBody>
      </p:sp>
      <p:sp>
        <p:nvSpPr>
          <p:cNvPr id="408" name="TextBox 2">
            <a:extLst xmlns:a="http://schemas.openxmlformats.org/drawingml/2006/main">
              <a:ext uri="{FF2B5EF4-FFF2-40B4-BE49-F238E27FC236}">
                <a16:creationId xmlns:a16="http://schemas.microsoft.com/office/drawing/2014/main" id="{2ECD45AC-F7FB-46D4-A5B9-3995E3700FA0}"/>
              </a:ext>
            </a:extLst>
          </p:cNvPr>
          <p:cNvSpPr>
            <a:spLocks xmlns:a="http://schemas.openxmlformats.org/drawingml/2006/main" noGrp="1"/>
          </p:cNvSpPr>
          <p:nvPr/>
        </p:nvSpPr>
        <p:spPr>
          <a:xfrm xmlns:a="http://schemas.openxmlformats.org/drawingml/2006/main">
            <a:off x="603504" y="786383"/>
            <a:ext cx="10424160" cy="458849"/>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3000" b="1">
                <a:solidFill>
                  <a:srgbClr val="111318"/>
                </a:solidFill>
                <a:latin typeface="Helvetica Neue"/>
                <a:ea typeface="Helvetica Neue"/>
                <a:cs typeface="Helvetica Neue"/>
              </a:defRPr>
            </a:lvl1pPr>
          </a:lstStyle>
          <a:p xmlns:a="http://schemas.openxmlformats.org/drawingml/2006/main">
            <a:pPr>
              <a:buNone/>
            </a:pPr>
            <a:r>
              <a:t>Now multiply that by thousands</a:t>
            </a:r>
          </a:p>
        </p:txBody>
      </p:sp>
      <p:sp>
        <p:nvSpPr>
          <p:cNvPr id="409" name="TextBox 3">
            <a:extLst xmlns:a="http://schemas.openxmlformats.org/drawingml/2006/main">
              <a:ext uri="{FF2B5EF4-FFF2-40B4-BE49-F238E27FC236}">
                <a16:creationId xmlns:a16="http://schemas.microsoft.com/office/drawing/2014/main" id="{1EDFF504-550B-40A0-A6E1-47BDAAB145B8}"/>
              </a:ext>
            </a:extLst>
          </p:cNvPr>
          <p:cNvSpPr>
            <a:spLocks xmlns:a="http://schemas.openxmlformats.org/drawingml/2006/main" noGrp="1"/>
          </p:cNvSpPr>
          <p:nvPr/>
        </p:nvSpPr>
        <p:spPr>
          <a:xfrm xmlns:a="http://schemas.openxmlformats.org/drawingml/2006/main">
            <a:off x="11082528" y="457198"/>
            <a:ext cx="438918" cy="136385"/>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r">
              <a:buNone/>
              <a:defRPr sz="900" b="1">
                <a:solidFill>
                  <a:srgbClr val="73777F"/>
                </a:solidFill>
                <a:latin typeface="Helvetica Neue"/>
                <a:ea typeface="Helvetica Neue"/>
                <a:cs typeface="Helvetica Neue"/>
              </a:defRPr>
            </a:lvl1pPr>
          </a:lstStyle>
          <a:p xmlns:a="http://schemas.openxmlformats.org/drawingml/2006/main">
            <a:pPr>
              <a:buNone/>
            </a:pPr>
            <a:r>
              <a:t>03</a:t>
            </a:r>
          </a:p>
        </p:txBody>
      </p:sp>
      <p:sp>
        <p:nvSpPr>
          <p:cNvPr id="410" name="Oval 4">
            <a:extLst xmlns:a="http://schemas.openxmlformats.org/drawingml/2006/main">
              <a:ext uri="{FF2B5EF4-FFF2-40B4-BE49-F238E27FC236}">
                <a16:creationId xmlns:a16="http://schemas.microsoft.com/office/drawing/2014/main" id="{E7280C99-AD58-4A24-951D-80CD44EA639E}"/>
              </a:ext>
            </a:extLst>
          </p:cNvPr>
          <p:cNvSpPr>
            <a:spLocks xmlns:a="http://schemas.openxmlformats.org/drawingml/2006/main" noGrp="1"/>
          </p:cNvSpPr>
          <p:nvPr/>
        </p:nvSpPr>
        <p:spPr>
          <a:xfrm xmlns:a="http://schemas.openxmlformats.org/drawingml/2006/main">
            <a:off x="868680" y="2578605"/>
            <a:ext cx="192039" cy="1920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411" name="Connector 5">
            <a:extLst xmlns:a="http://schemas.openxmlformats.org/drawingml/2006/main">
              <a:ext uri="{FF2B5EF4-FFF2-40B4-BE49-F238E27FC236}">
                <a16:creationId xmlns:a16="http://schemas.microsoft.com/office/drawing/2014/main" id="{7CB3BFF5-1FBE-4276-B909-888837ACEB1A}"/>
              </a:ext>
            </a:extLst>
          </p:cNvPr>
          <p:cNvSpPr>
            <a:spLocks xmlns:a="http://schemas.openxmlformats.org/drawingml/2006/main" noGrp="1"/>
          </p:cNvSpPr>
          <p:nvPr/>
        </p:nvSpPr>
        <p:spPr>
          <a:xfrm xmlns:a="http://schemas.openxmlformats.org/drawingml/2006/main">
            <a:off x="964691" y="2770632"/>
            <a:ext cx="7" cy="316847"/>
          </a:xfrm>
          <a:prstGeom xmlns:a="http://schemas.openxmlformats.org/drawingml/2006/main" prst="line">
            <a:avLst/>
          </a:prstGeom>
          <a:ln xmlns:a="http://schemas.openxmlformats.org/drawingml/2006/main" w="19050">
            <a:solidFill>
              <a:srgbClr val="111318"/>
            </a:solidFill>
          </a:ln>
          <a:effectLst xmlns:a="http://schemas.openxmlformats.org/drawingml/2006/main">
            <a:outerShdw blurRad="38100" dist="20000" dir="5400000" sx="100000" sy="100000" kx="0" ky="0" algn="b" rotWithShape="0">
              <a:srgbClr val="000000">
                <a:alpha val="38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412" name="Connector 6">
            <a:extLst xmlns:a="http://schemas.openxmlformats.org/drawingml/2006/main">
              <a:ext uri="{FF2B5EF4-FFF2-40B4-BE49-F238E27FC236}">
                <a16:creationId xmlns:a16="http://schemas.microsoft.com/office/drawing/2014/main" id="{BB768A1D-4247-496F-9572-1C7E27EEEB88}"/>
              </a:ext>
            </a:extLst>
          </p:cNvPr>
          <p:cNvSpPr>
            <a:spLocks xmlns:a="http://schemas.openxmlformats.org/drawingml/2006/main" noGrp="1"/>
          </p:cNvSpPr>
          <p:nvPr/>
        </p:nvSpPr>
        <p:spPr>
          <a:xfrm xmlns:a="http://schemas.openxmlformats.org/drawingml/2006/main">
            <a:off x="830274" y="2905048"/>
            <a:ext cx="268842" cy="8"/>
          </a:xfrm>
          <a:prstGeom xmlns:a="http://schemas.openxmlformats.org/drawingml/2006/main" prst="line">
            <a:avLst/>
          </a:prstGeom>
          <a:ln xmlns:a="http://schemas.openxmlformats.org/drawingml/2006/main" w="19050">
            <a:solidFill>
              <a:srgbClr val="111318"/>
            </a:solidFill>
          </a:ln>
          <a:effectLst xmlns:a="http://schemas.openxmlformats.org/drawingml/2006/main">
            <a:outerShdw blurRad="38100" dist="20000" dir="5400000" sx="100000" sy="100000" kx="0" ky="0" algn="b" rotWithShape="0">
              <a:srgbClr val="000000">
                <a:alpha val="38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413" name="Connector 7">
            <a:extLst xmlns:a="http://schemas.openxmlformats.org/drawingml/2006/main">
              <a:ext uri="{FF2B5EF4-FFF2-40B4-BE49-F238E27FC236}">
                <a16:creationId xmlns:a16="http://schemas.microsoft.com/office/drawing/2014/main" id="{F71F160F-8921-4F21-B4F5-313B940E39B1}"/>
              </a:ext>
            </a:extLst>
          </p:cNvPr>
          <p:cNvSpPr>
            <a:spLocks xmlns:a="http://schemas.openxmlformats.org/drawingml/2006/main" noGrp="1"/>
          </p:cNvSpPr>
          <p:nvPr/>
        </p:nvSpPr>
        <p:spPr>
          <a:xfrm xmlns:a="http://schemas.openxmlformats.org/drawingml/2006/main" flipH="1">
            <a:off x="839876" y="3087470"/>
            <a:ext cx="124822" cy="201633"/>
          </a:xfrm>
          <a:prstGeom xmlns:a="http://schemas.openxmlformats.org/drawingml/2006/main" prst="line">
            <a:avLst/>
          </a:prstGeom>
          <a:ln xmlns:a="http://schemas.openxmlformats.org/drawingml/2006/main" w="19050">
            <a:solidFill>
              <a:srgbClr val="111318"/>
            </a:solidFill>
          </a:ln>
          <a:effectLst xmlns:a="http://schemas.openxmlformats.org/drawingml/2006/main">
            <a:outerShdw blurRad="38100" dist="20000" dir="5400000" sx="100000" sy="100000" kx="0" ky="0" algn="b" rotWithShape="0">
              <a:srgbClr val="000000">
                <a:alpha val="38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414" name="Connector 8">
            <a:extLst xmlns:a="http://schemas.openxmlformats.org/drawingml/2006/main">
              <a:ext uri="{FF2B5EF4-FFF2-40B4-BE49-F238E27FC236}">
                <a16:creationId xmlns:a16="http://schemas.microsoft.com/office/drawing/2014/main" id="{4A0A3CFB-6AB5-4B1A-A3A5-FE9AFF005A1D}"/>
              </a:ext>
            </a:extLst>
          </p:cNvPr>
          <p:cNvSpPr>
            <a:spLocks xmlns:a="http://schemas.openxmlformats.org/drawingml/2006/main" noGrp="1"/>
          </p:cNvSpPr>
          <p:nvPr/>
        </p:nvSpPr>
        <p:spPr>
          <a:xfrm xmlns:a="http://schemas.openxmlformats.org/drawingml/2006/main">
            <a:off x="964690" y="3087470"/>
            <a:ext cx="124816" cy="201633"/>
          </a:xfrm>
          <a:prstGeom xmlns:a="http://schemas.openxmlformats.org/drawingml/2006/main" prst="line">
            <a:avLst/>
          </a:prstGeom>
          <a:ln xmlns:a="http://schemas.openxmlformats.org/drawingml/2006/main" w="19050">
            <a:solidFill>
              <a:srgbClr val="111318"/>
            </a:solidFill>
          </a:ln>
          <a:effectLst xmlns:a="http://schemas.openxmlformats.org/drawingml/2006/main">
            <a:outerShdw blurRad="38100" dist="20000" dir="5400000" sx="100000" sy="100000" kx="0" ky="0" algn="b" rotWithShape="0">
              <a:srgbClr val="000000">
                <a:alpha val="38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415" name="TextBox 9">
            <a:extLst xmlns:a="http://schemas.openxmlformats.org/drawingml/2006/main">
              <a:ext uri="{FF2B5EF4-FFF2-40B4-BE49-F238E27FC236}">
                <a16:creationId xmlns:a16="http://schemas.microsoft.com/office/drawing/2014/main" id="{3E0C0F3C-9092-472B-A748-C3B06EC10390}"/>
              </a:ext>
            </a:extLst>
          </p:cNvPr>
          <p:cNvSpPr>
            <a:spLocks xmlns:a="http://schemas.openxmlformats.org/drawingml/2006/main" noGrp="1"/>
          </p:cNvSpPr>
          <p:nvPr/>
        </p:nvSpPr>
        <p:spPr>
          <a:xfrm xmlns:a="http://schemas.openxmlformats.org/drawingml/2006/main">
            <a:off x="1965960" y="2761488"/>
            <a:ext cx="365768" cy="3048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2100" b="1">
                <a:solidFill>
                  <a:srgbClr val="73777F"/>
                </a:solidFill>
                <a:latin typeface="Helvetica Neue"/>
                <a:ea typeface="Helvetica Neue"/>
                <a:cs typeface="Helvetica Neue"/>
              </a:defRPr>
            </a:lvl1pPr>
          </a:lstStyle>
          <a:p xmlns:a="http://schemas.openxmlformats.org/drawingml/2006/main">
            <a:pPr>
              <a:buNone/>
            </a:pPr>
            <a:r>
              <a:t>→</a:t>
            </a:r>
          </a:p>
        </p:txBody>
      </p:sp>
      <p:sp>
        <p:nvSpPr>
          <p:cNvPr id="416" name="Oval 10">
            <a:extLst xmlns:a="http://schemas.openxmlformats.org/drawingml/2006/main">
              <a:ext uri="{FF2B5EF4-FFF2-40B4-BE49-F238E27FC236}">
                <a16:creationId xmlns:a16="http://schemas.microsoft.com/office/drawing/2014/main" id="{0E14F283-DE2D-446B-85AB-E39B5A299BCC}"/>
              </a:ext>
            </a:extLst>
          </p:cNvPr>
          <p:cNvSpPr>
            <a:spLocks xmlns:a="http://schemas.openxmlformats.org/drawingml/2006/main" noGrp="1"/>
          </p:cNvSpPr>
          <p:nvPr/>
        </p:nvSpPr>
        <p:spPr>
          <a:xfrm xmlns:a="http://schemas.openxmlformats.org/drawingml/2006/main">
            <a:off x="2834638" y="1783077"/>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417" name="Oval 11">
            <a:extLst xmlns:a="http://schemas.openxmlformats.org/drawingml/2006/main">
              <a:ext uri="{FF2B5EF4-FFF2-40B4-BE49-F238E27FC236}">
                <a16:creationId xmlns:a16="http://schemas.microsoft.com/office/drawing/2014/main" id="{5AD26A11-5E24-4BC5-80E4-073A61A34255}"/>
              </a:ext>
            </a:extLst>
          </p:cNvPr>
          <p:cNvSpPr>
            <a:spLocks xmlns:a="http://schemas.openxmlformats.org/drawingml/2006/main" noGrp="1"/>
          </p:cNvSpPr>
          <p:nvPr/>
        </p:nvSpPr>
        <p:spPr>
          <a:xfrm xmlns:a="http://schemas.openxmlformats.org/drawingml/2006/main">
            <a:off x="3218688" y="1783077"/>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418" name="Oval 12">
            <a:extLst xmlns:a="http://schemas.openxmlformats.org/drawingml/2006/main">
              <a:ext uri="{FF2B5EF4-FFF2-40B4-BE49-F238E27FC236}">
                <a16:creationId xmlns:a16="http://schemas.microsoft.com/office/drawing/2014/main" id="{BEA0F0CE-2C33-488D-AF89-07A2CAA29CF8}"/>
              </a:ext>
            </a:extLst>
          </p:cNvPr>
          <p:cNvSpPr>
            <a:spLocks xmlns:a="http://schemas.openxmlformats.org/drawingml/2006/main" noGrp="1"/>
          </p:cNvSpPr>
          <p:nvPr/>
        </p:nvSpPr>
        <p:spPr>
          <a:xfrm xmlns:a="http://schemas.openxmlformats.org/drawingml/2006/main">
            <a:off x="3602735" y="1783077"/>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419" name="Oval 13">
            <a:extLst xmlns:a="http://schemas.openxmlformats.org/drawingml/2006/main">
              <a:ext uri="{FF2B5EF4-FFF2-40B4-BE49-F238E27FC236}">
                <a16:creationId xmlns:a16="http://schemas.microsoft.com/office/drawing/2014/main" id="{AA3C3208-4AED-4166-AEFE-EF40B88D3E10}"/>
              </a:ext>
            </a:extLst>
          </p:cNvPr>
          <p:cNvSpPr>
            <a:spLocks xmlns:a="http://schemas.openxmlformats.org/drawingml/2006/main" noGrp="1"/>
          </p:cNvSpPr>
          <p:nvPr/>
        </p:nvSpPr>
        <p:spPr>
          <a:xfrm xmlns:a="http://schemas.openxmlformats.org/drawingml/2006/main">
            <a:off x="3986784" y="1783077"/>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420" name="Oval 14">
            <a:extLst xmlns:a="http://schemas.openxmlformats.org/drawingml/2006/main">
              <a:ext uri="{FF2B5EF4-FFF2-40B4-BE49-F238E27FC236}">
                <a16:creationId xmlns:a16="http://schemas.microsoft.com/office/drawing/2014/main" id="{89F857B6-3045-42E3-820A-0E97F07975C8}"/>
              </a:ext>
            </a:extLst>
          </p:cNvPr>
          <p:cNvSpPr>
            <a:spLocks xmlns:a="http://schemas.openxmlformats.org/drawingml/2006/main" noGrp="1"/>
          </p:cNvSpPr>
          <p:nvPr/>
        </p:nvSpPr>
        <p:spPr>
          <a:xfrm xmlns:a="http://schemas.openxmlformats.org/drawingml/2006/main">
            <a:off x="4370832" y="1783077"/>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421" name="Oval 15">
            <a:extLst xmlns:a="http://schemas.openxmlformats.org/drawingml/2006/main">
              <a:ext uri="{FF2B5EF4-FFF2-40B4-BE49-F238E27FC236}">
                <a16:creationId xmlns:a16="http://schemas.microsoft.com/office/drawing/2014/main" id="{0B1AEE73-C834-4C0F-8C36-42549D71E324}"/>
              </a:ext>
            </a:extLst>
          </p:cNvPr>
          <p:cNvSpPr>
            <a:spLocks xmlns:a="http://schemas.openxmlformats.org/drawingml/2006/main" noGrp="1"/>
          </p:cNvSpPr>
          <p:nvPr/>
        </p:nvSpPr>
        <p:spPr>
          <a:xfrm xmlns:a="http://schemas.openxmlformats.org/drawingml/2006/main">
            <a:off x="4754879" y="1783077"/>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422" name="Oval 16">
            <a:extLst xmlns:a="http://schemas.openxmlformats.org/drawingml/2006/main">
              <a:ext uri="{FF2B5EF4-FFF2-40B4-BE49-F238E27FC236}">
                <a16:creationId xmlns:a16="http://schemas.microsoft.com/office/drawing/2014/main" id="{FAA3D2DA-2365-45AD-91A6-2C6C9E77B4E9}"/>
              </a:ext>
            </a:extLst>
          </p:cNvPr>
          <p:cNvSpPr>
            <a:spLocks xmlns:a="http://schemas.openxmlformats.org/drawingml/2006/main" noGrp="1"/>
          </p:cNvSpPr>
          <p:nvPr/>
        </p:nvSpPr>
        <p:spPr>
          <a:xfrm xmlns:a="http://schemas.openxmlformats.org/drawingml/2006/main">
            <a:off x="5138928" y="1783077"/>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423" name="Oval 17">
            <a:extLst xmlns:a="http://schemas.openxmlformats.org/drawingml/2006/main">
              <a:ext uri="{FF2B5EF4-FFF2-40B4-BE49-F238E27FC236}">
                <a16:creationId xmlns:a16="http://schemas.microsoft.com/office/drawing/2014/main" id="{529990E2-9737-4D44-B609-DDF78B26D4B8}"/>
              </a:ext>
            </a:extLst>
          </p:cNvPr>
          <p:cNvSpPr>
            <a:spLocks xmlns:a="http://schemas.openxmlformats.org/drawingml/2006/main" noGrp="1"/>
          </p:cNvSpPr>
          <p:nvPr/>
        </p:nvSpPr>
        <p:spPr>
          <a:xfrm xmlns:a="http://schemas.openxmlformats.org/drawingml/2006/main">
            <a:off x="5522976" y="1783077"/>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424" name="Oval 18">
            <a:extLst xmlns:a="http://schemas.openxmlformats.org/drawingml/2006/main">
              <a:ext uri="{FF2B5EF4-FFF2-40B4-BE49-F238E27FC236}">
                <a16:creationId xmlns:a16="http://schemas.microsoft.com/office/drawing/2014/main" id="{36ED1FCC-F3AD-4A67-8027-ABC1E56C94B2}"/>
              </a:ext>
            </a:extLst>
          </p:cNvPr>
          <p:cNvSpPr>
            <a:spLocks xmlns:a="http://schemas.openxmlformats.org/drawingml/2006/main" noGrp="1"/>
          </p:cNvSpPr>
          <p:nvPr/>
        </p:nvSpPr>
        <p:spPr>
          <a:xfrm xmlns:a="http://schemas.openxmlformats.org/drawingml/2006/main">
            <a:off x="5907023" y="1783077"/>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425" name="Oval 19">
            <a:extLst xmlns:a="http://schemas.openxmlformats.org/drawingml/2006/main">
              <a:ext uri="{FF2B5EF4-FFF2-40B4-BE49-F238E27FC236}">
                <a16:creationId xmlns:a16="http://schemas.microsoft.com/office/drawing/2014/main" id="{3CC45839-7410-4C66-832B-173FD15DAA52}"/>
              </a:ext>
            </a:extLst>
          </p:cNvPr>
          <p:cNvSpPr>
            <a:spLocks xmlns:a="http://schemas.openxmlformats.org/drawingml/2006/main" noGrp="1"/>
          </p:cNvSpPr>
          <p:nvPr/>
        </p:nvSpPr>
        <p:spPr>
          <a:xfrm xmlns:a="http://schemas.openxmlformats.org/drawingml/2006/main">
            <a:off x="6291071" y="1783077"/>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426" name="Oval 20">
            <a:extLst xmlns:a="http://schemas.openxmlformats.org/drawingml/2006/main">
              <a:ext uri="{FF2B5EF4-FFF2-40B4-BE49-F238E27FC236}">
                <a16:creationId xmlns:a16="http://schemas.microsoft.com/office/drawing/2014/main" id="{F5BCB575-400E-4B15-B8A7-6F4FC9CD5D5F}"/>
              </a:ext>
            </a:extLst>
          </p:cNvPr>
          <p:cNvSpPr>
            <a:spLocks xmlns:a="http://schemas.openxmlformats.org/drawingml/2006/main" noGrp="1"/>
          </p:cNvSpPr>
          <p:nvPr/>
        </p:nvSpPr>
        <p:spPr>
          <a:xfrm xmlns:a="http://schemas.openxmlformats.org/drawingml/2006/main">
            <a:off x="6675118" y="1783077"/>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427" name="Oval 21">
            <a:extLst xmlns:a="http://schemas.openxmlformats.org/drawingml/2006/main">
              <a:ext uri="{FF2B5EF4-FFF2-40B4-BE49-F238E27FC236}">
                <a16:creationId xmlns:a16="http://schemas.microsoft.com/office/drawing/2014/main" id="{DF4AA216-B33D-4547-A08E-31990DF800BD}"/>
              </a:ext>
            </a:extLst>
          </p:cNvPr>
          <p:cNvSpPr>
            <a:spLocks xmlns:a="http://schemas.openxmlformats.org/drawingml/2006/main" noGrp="1"/>
          </p:cNvSpPr>
          <p:nvPr/>
        </p:nvSpPr>
        <p:spPr>
          <a:xfrm xmlns:a="http://schemas.openxmlformats.org/drawingml/2006/main">
            <a:off x="7059168" y="1783077"/>
            <a:ext cx="77739" cy="77739"/>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428" name="Oval 22">
            <a:extLst xmlns:a="http://schemas.openxmlformats.org/drawingml/2006/main">
              <a:ext uri="{FF2B5EF4-FFF2-40B4-BE49-F238E27FC236}">
                <a16:creationId xmlns:a16="http://schemas.microsoft.com/office/drawing/2014/main" id="{1A760215-F0CD-411C-BA51-69A42E1BCEBD}"/>
              </a:ext>
            </a:extLst>
          </p:cNvPr>
          <p:cNvSpPr>
            <a:spLocks xmlns:a="http://schemas.openxmlformats.org/drawingml/2006/main" noGrp="1"/>
          </p:cNvSpPr>
          <p:nvPr/>
        </p:nvSpPr>
        <p:spPr>
          <a:xfrm xmlns:a="http://schemas.openxmlformats.org/drawingml/2006/main">
            <a:off x="7443216" y="1783077"/>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429" name="Oval 23">
            <a:extLst xmlns:a="http://schemas.openxmlformats.org/drawingml/2006/main">
              <a:ext uri="{FF2B5EF4-FFF2-40B4-BE49-F238E27FC236}">
                <a16:creationId xmlns:a16="http://schemas.microsoft.com/office/drawing/2014/main" id="{B96AC2F8-3374-4372-A62E-AE6F3F41A38B}"/>
              </a:ext>
            </a:extLst>
          </p:cNvPr>
          <p:cNvSpPr>
            <a:spLocks xmlns:a="http://schemas.openxmlformats.org/drawingml/2006/main" noGrp="1"/>
          </p:cNvSpPr>
          <p:nvPr/>
        </p:nvSpPr>
        <p:spPr>
          <a:xfrm xmlns:a="http://schemas.openxmlformats.org/drawingml/2006/main">
            <a:off x="7827264" y="1783077"/>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430" name="Oval 24">
            <a:extLst xmlns:a="http://schemas.openxmlformats.org/drawingml/2006/main">
              <a:ext uri="{FF2B5EF4-FFF2-40B4-BE49-F238E27FC236}">
                <a16:creationId xmlns:a16="http://schemas.microsoft.com/office/drawing/2014/main" id="{F1701C1B-10B2-476A-8453-2335AEE01738}"/>
              </a:ext>
            </a:extLst>
          </p:cNvPr>
          <p:cNvSpPr>
            <a:spLocks xmlns:a="http://schemas.openxmlformats.org/drawingml/2006/main" noGrp="1"/>
          </p:cNvSpPr>
          <p:nvPr/>
        </p:nvSpPr>
        <p:spPr>
          <a:xfrm xmlns:a="http://schemas.openxmlformats.org/drawingml/2006/main">
            <a:off x="8211311" y="1783077"/>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431" name="Oval 25">
            <a:extLst xmlns:a="http://schemas.openxmlformats.org/drawingml/2006/main">
              <a:ext uri="{FF2B5EF4-FFF2-40B4-BE49-F238E27FC236}">
                <a16:creationId xmlns:a16="http://schemas.microsoft.com/office/drawing/2014/main" id="{21C4A0E6-7C01-40B9-91D0-733619E9360B}"/>
              </a:ext>
            </a:extLst>
          </p:cNvPr>
          <p:cNvSpPr>
            <a:spLocks xmlns:a="http://schemas.openxmlformats.org/drawingml/2006/main" noGrp="1"/>
          </p:cNvSpPr>
          <p:nvPr/>
        </p:nvSpPr>
        <p:spPr>
          <a:xfrm xmlns:a="http://schemas.openxmlformats.org/drawingml/2006/main">
            <a:off x="2962655" y="2176272"/>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432" name="Oval 26">
            <a:extLst xmlns:a="http://schemas.openxmlformats.org/drawingml/2006/main">
              <a:ext uri="{FF2B5EF4-FFF2-40B4-BE49-F238E27FC236}">
                <a16:creationId xmlns:a16="http://schemas.microsoft.com/office/drawing/2014/main" id="{55F246F3-837B-4CE8-A8FA-E47D1F4EDF7F}"/>
              </a:ext>
            </a:extLst>
          </p:cNvPr>
          <p:cNvSpPr>
            <a:spLocks xmlns:a="http://schemas.openxmlformats.org/drawingml/2006/main" noGrp="1"/>
          </p:cNvSpPr>
          <p:nvPr/>
        </p:nvSpPr>
        <p:spPr>
          <a:xfrm xmlns:a="http://schemas.openxmlformats.org/drawingml/2006/main">
            <a:off x="3346703" y="2176272"/>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433" name="Oval 27">
            <a:extLst xmlns:a="http://schemas.openxmlformats.org/drawingml/2006/main">
              <a:ext uri="{FF2B5EF4-FFF2-40B4-BE49-F238E27FC236}">
                <a16:creationId xmlns:a16="http://schemas.microsoft.com/office/drawing/2014/main" id="{12E37A57-9F53-468E-BF4B-E900576E8DB9}"/>
              </a:ext>
            </a:extLst>
          </p:cNvPr>
          <p:cNvSpPr>
            <a:spLocks xmlns:a="http://schemas.openxmlformats.org/drawingml/2006/main" noGrp="1"/>
          </p:cNvSpPr>
          <p:nvPr/>
        </p:nvSpPr>
        <p:spPr>
          <a:xfrm xmlns:a="http://schemas.openxmlformats.org/drawingml/2006/main">
            <a:off x="3730752" y="2176272"/>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434" name="Oval 28">
            <a:extLst xmlns:a="http://schemas.openxmlformats.org/drawingml/2006/main">
              <a:ext uri="{FF2B5EF4-FFF2-40B4-BE49-F238E27FC236}">
                <a16:creationId xmlns:a16="http://schemas.microsoft.com/office/drawing/2014/main" id="{4C25D499-ADC6-427C-91FE-606223B94D25}"/>
              </a:ext>
            </a:extLst>
          </p:cNvPr>
          <p:cNvSpPr>
            <a:spLocks xmlns:a="http://schemas.openxmlformats.org/drawingml/2006/main" noGrp="1"/>
          </p:cNvSpPr>
          <p:nvPr/>
        </p:nvSpPr>
        <p:spPr>
          <a:xfrm xmlns:a="http://schemas.openxmlformats.org/drawingml/2006/main">
            <a:off x="4114800" y="2176272"/>
            <a:ext cx="77724"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435" name="Oval 29">
            <a:extLst xmlns:a="http://schemas.openxmlformats.org/drawingml/2006/main">
              <a:ext uri="{FF2B5EF4-FFF2-40B4-BE49-F238E27FC236}">
                <a16:creationId xmlns:a16="http://schemas.microsoft.com/office/drawing/2014/main" id="{406A73CB-641A-4314-AAE1-10BA62C78871}"/>
              </a:ext>
            </a:extLst>
          </p:cNvPr>
          <p:cNvSpPr>
            <a:spLocks xmlns:a="http://schemas.openxmlformats.org/drawingml/2006/main" noGrp="1"/>
          </p:cNvSpPr>
          <p:nvPr/>
        </p:nvSpPr>
        <p:spPr>
          <a:xfrm xmlns:a="http://schemas.openxmlformats.org/drawingml/2006/main">
            <a:off x="4498847" y="2176272"/>
            <a:ext cx="77739" cy="77739"/>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436" name="Oval 30">
            <a:extLst xmlns:a="http://schemas.openxmlformats.org/drawingml/2006/main">
              <a:ext uri="{FF2B5EF4-FFF2-40B4-BE49-F238E27FC236}">
                <a16:creationId xmlns:a16="http://schemas.microsoft.com/office/drawing/2014/main" id="{7D49E006-AB10-4AE4-83C7-989DD2F6E963}"/>
              </a:ext>
            </a:extLst>
          </p:cNvPr>
          <p:cNvSpPr>
            <a:spLocks xmlns:a="http://schemas.openxmlformats.org/drawingml/2006/main" noGrp="1"/>
          </p:cNvSpPr>
          <p:nvPr/>
        </p:nvSpPr>
        <p:spPr>
          <a:xfrm xmlns:a="http://schemas.openxmlformats.org/drawingml/2006/main">
            <a:off x="4882896" y="2176272"/>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437" name="Oval 31">
            <a:extLst xmlns:a="http://schemas.openxmlformats.org/drawingml/2006/main">
              <a:ext uri="{FF2B5EF4-FFF2-40B4-BE49-F238E27FC236}">
                <a16:creationId xmlns:a16="http://schemas.microsoft.com/office/drawing/2014/main" id="{0D52C65A-8064-460D-9B04-B75537A93648}"/>
              </a:ext>
            </a:extLst>
          </p:cNvPr>
          <p:cNvSpPr>
            <a:spLocks xmlns:a="http://schemas.openxmlformats.org/drawingml/2006/main" noGrp="1"/>
          </p:cNvSpPr>
          <p:nvPr/>
        </p:nvSpPr>
        <p:spPr>
          <a:xfrm xmlns:a="http://schemas.openxmlformats.org/drawingml/2006/main">
            <a:off x="5266944" y="2176272"/>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438" name="Oval 32">
            <a:extLst xmlns:a="http://schemas.openxmlformats.org/drawingml/2006/main">
              <a:ext uri="{FF2B5EF4-FFF2-40B4-BE49-F238E27FC236}">
                <a16:creationId xmlns:a16="http://schemas.microsoft.com/office/drawing/2014/main" id="{9FF3C98A-72B8-406F-93A9-A5B4AD59170A}"/>
              </a:ext>
            </a:extLst>
          </p:cNvPr>
          <p:cNvSpPr>
            <a:spLocks xmlns:a="http://schemas.openxmlformats.org/drawingml/2006/main" noGrp="1"/>
          </p:cNvSpPr>
          <p:nvPr/>
        </p:nvSpPr>
        <p:spPr>
          <a:xfrm xmlns:a="http://schemas.openxmlformats.org/drawingml/2006/main">
            <a:off x="5650991" y="2176272"/>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439" name="Oval 33">
            <a:extLst xmlns:a="http://schemas.openxmlformats.org/drawingml/2006/main">
              <a:ext uri="{FF2B5EF4-FFF2-40B4-BE49-F238E27FC236}">
                <a16:creationId xmlns:a16="http://schemas.microsoft.com/office/drawing/2014/main" id="{922244D2-E808-42FF-B205-E96385E969EA}"/>
              </a:ext>
            </a:extLst>
          </p:cNvPr>
          <p:cNvSpPr>
            <a:spLocks xmlns:a="http://schemas.openxmlformats.org/drawingml/2006/main" noGrp="1"/>
          </p:cNvSpPr>
          <p:nvPr/>
        </p:nvSpPr>
        <p:spPr>
          <a:xfrm xmlns:a="http://schemas.openxmlformats.org/drawingml/2006/main">
            <a:off x="6035040" y="2176272"/>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440" name="Oval 34">
            <a:extLst xmlns:a="http://schemas.openxmlformats.org/drawingml/2006/main">
              <a:ext uri="{FF2B5EF4-FFF2-40B4-BE49-F238E27FC236}">
                <a16:creationId xmlns:a16="http://schemas.microsoft.com/office/drawing/2014/main" id="{94FE7CC3-5F73-4BBE-ABA4-F372B230D601}"/>
              </a:ext>
            </a:extLst>
          </p:cNvPr>
          <p:cNvSpPr>
            <a:spLocks xmlns:a="http://schemas.openxmlformats.org/drawingml/2006/main" noGrp="1"/>
          </p:cNvSpPr>
          <p:nvPr/>
        </p:nvSpPr>
        <p:spPr>
          <a:xfrm xmlns:a="http://schemas.openxmlformats.org/drawingml/2006/main">
            <a:off x="6419088" y="2176272"/>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441" name="Oval 35">
            <a:extLst xmlns:a="http://schemas.openxmlformats.org/drawingml/2006/main">
              <a:ext uri="{FF2B5EF4-FFF2-40B4-BE49-F238E27FC236}">
                <a16:creationId xmlns:a16="http://schemas.microsoft.com/office/drawing/2014/main" id="{046D2295-BEB7-4D9E-8FBA-BF754D0AFD86}"/>
              </a:ext>
            </a:extLst>
          </p:cNvPr>
          <p:cNvSpPr>
            <a:spLocks xmlns:a="http://schemas.openxmlformats.org/drawingml/2006/main" noGrp="1"/>
          </p:cNvSpPr>
          <p:nvPr/>
        </p:nvSpPr>
        <p:spPr>
          <a:xfrm xmlns:a="http://schemas.openxmlformats.org/drawingml/2006/main">
            <a:off x="6803135" y="2176272"/>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442" name="Oval 36">
            <a:extLst xmlns:a="http://schemas.openxmlformats.org/drawingml/2006/main">
              <a:ext uri="{FF2B5EF4-FFF2-40B4-BE49-F238E27FC236}">
                <a16:creationId xmlns:a16="http://schemas.microsoft.com/office/drawing/2014/main" id="{275F8F48-81F9-4DF4-8819-2202C38403FE}"/>
              </a:ext>
            </a:extLst>
          </p:cNvPr>
          <p:cNvSpPr>
            <a:spLocks xmlns:a="http://schemas.openxmlformats.org/drawingml/2006/main" noGrp="1"/>
          </p:cNvSpPr>
          <p:nvPr/>
        </p:nvSpPr>
        <p:spPr>
          <a:xfrm xmlns:a="http://schemas.openxmlformats.org/drawingml/2006/main">
            <a:off x="7187183" y="2176272"/>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443" name="Oval 37">
            <a:extLst xmlns:a="http://schemas.openxmlformats.org/drawingml/2006/main">
              <a:ext uri="{FF2B5EF4-FFF2-40B4-BE49-F238E27FC236}">
                <a16:creationId xmlns:a16="http://schemas.microsoft.com/office/drawing/2014/main" id="{5FD698D6-D077-43EA-B1D6-A749EC534033}"/>
              </a:ext>
            </a:extLst>
          </p:cNvPr>
          <p:cNvSpPr>
            <a:spLocks xmlns:a="http://schemas.openxmlformats.org/drawingml/2006/main" noGrp="1"/>
          </p:cNvSpPr>
          <p:nvPr/>
        </p:nvSpPr>
        <p:spPr>
          <a:xfrm xmlns:a="http://schemas.openxmlformats.org/drawingml/2006/main">
            <a:off x="7571230" y="2176272"/>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444" name="Oval 38">
            <a:extLst xmlns:a="http://schemas.openxmlformats.org/drawingml/2006/main">
              <a:ext uri="{FF2B5EF4-FFF2-40B4-BE49-F238E27FC236}">
                <a16:creationId xmlns:a16="http://schemas.microsoft.com/office/drawing/2014/main" id="{498510ED-E477-4E79-AFBD-83E203BA8DFB}"/>
              </a:ext>
            </a:extLst>
          </p:cNvPr>
          <p:cNvSpPr>
            <a:spLocks xmlns:a="http://schemas.openxmlformats.org/drawingml/2006/main" noGrp="1"/>
          </p:cNvSpPr>
          <p:nvPr/>
        </p:nvSpPr>
        <p:spPr>
          <a:xfrm xmlns:a="http://schemas.openxmlformats.org/drawingml/2006/main">
            <a:off x="7955280" y="2176272"/>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445" name="Oval 39">
            <a:extLst xmlns:a="http://schemas.openxmlformats.org/drawingml/2006/main">
              <a:ext uri="{FF2B5EF4-FFF2-40B4-BE49-F238E27FC236}">
                <a16:creationId xmlns:a16="http://schemas.microsoft.com/office/drawing/2014/main" id="{F3195591-2C12-49E6-A469-DF5ED8B0A2B6}"/>
              </a:ext>
            </a:extLst>
          </p:cNvPr>
          <p:cNvSpPr>
            <a:spLocks xmlns:a="http://schemas.openxmlformats.org/drawingml/2006/main" noGrp="1"/>
          </p:cNvSpPr>
          <p:nvPr/>
        </p:nvSpPr>
        <p:spPr>
          <a:xfrm xmlns:a="http://schemas.openxmlformats.org/drawingml/2006/main">
            <a:off x="8339328" y="2176272"/>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446" name="Oval 40">
            <a:extLst xmlns:a="http://schemas.openxmlformats.org/drawingml/2006/main">
              <a:ext uri="{FF2B5EF4-FFF2-40B4-BE49-F238E27FC236}">
                <a16:creationId xmlns:a16="http://schemas.microsoft.com/office/drawing/2014/main" id="{99328412-069D-481A-B8BB-72D22E179D81}"/>
              </a:ext>
            </a:extLst>
          </p:cNvPr>
          <p:cNvSpPr>
            <a:spLocks xmlns:a="http://schemas.openxmlformats.org/drawingml/2006/main" noGrp="1"/>
          </p:cNvSpPr>
          <p:nvPr/>
        </p:nvSpPr>
        <p:spPr>
          <a:xfrm xmlns:a="http://schemas.openxmlformats.org/drawingml/2006/main">
            <a:off x="2834638" y="2569464"/>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447" name="Oval 41">
            <a:extLst xmlns:a="http://schemas.openxmlformats.org/drawingml/2006/main">
              <a:ext uri="{FF2B5EF4-FFF2-40B4-BE49-F238E27FC236}">
                <a16:creationId xmlns:a16="http://schemas.microsoft.com/office/drawing/2014/main" id="{A41D5B73-8026-48A3-B62D-9A5FF9B67338}"/>
              </a:ext>
            </a:extLst>
          </p:cNvPr>
          <p:cNvSpPr>
            <a:spLocks xmlns:a="http://schemas.openxmlformats.org/drawingml/2006/main" noGrp="1"/>
          </p:cNvSpPr>
          <p:nvPr/>
        </p:nvSpPr>
        <p:spPr>
          <a:xfrm xmlns:a="http://schemas.openxmlformats.org/drawingml/2006/main">
            <a:off x="3218688" y="2569464"/>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448" name="Oval 42">
            <a:extLst xmlns:a="http://schemas.openxmlformats.org/drawingml/2006/main">
              <a:ext uri="{FF2B5EF4-FFF2-40B4-BE49-F238E27FC236}">
                <a16:creationId xmlns:a16="http://schemas.microsoft.com/office/drawing/2014/main" id="{85291D76-0923-4B27-AC4C-17664CDD08F7}"/>
              </a:ext>
            </a:extLst>
          </p:cNvPr>
          <p:cNvSpPr>
            <a:spLocks xmlns:a="http://schemas.openxmlformats.org/drawingml/2006/main" noGrp="1"/>
          </p:cNvSpPr>
          <p:nvPr/>
        </p:nvSpPr>
        <p:spPr>
          <a:xfrm xmlns:a="http://schemas.openxmlformats.org/drawingml/2006/main">
            <a:off x="3602735" y="2569464"/>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449" name="Oval 43">
            <a:extLst xmlns:a="http://schemas.openxmlformats.org/drawingml/2006/main">
              <a:ext uri="{FF2B5EF4-FFF2-40B4-BE49-F238E27FC236}">
                <a16:creationId xmlns:a16="http://schemas.microsoft.com/office/drawing/2014/main" id="{BEB885EB-866D-4E3A-A3F3-315CD795B04B}"/>
              </a:ext>
            </a:extLst>
          </p:cNvPr>
          <p:cNvSpPr>
            <a:spLocks xmlns:a="http://schemas.openxmlformats.org/drawingml/2006/main" noGrp="1"/>
          </p:cNvSpPr>
          <p:nvPr/>
        </p:nvSpPr>
        <p:spPr>
          <a:xfrm xmlns:a="http://schemas.openxmlformats.org/drawingml/2006/main">
            <a:off x="3986784" y="2569464"/>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450" name="Oval 44">
            <a:extLst xmlns:a="http://schemas.openxmlformats.org/drawingml/2006/main">
              <a:ext uri="{FF2B5EF4-FFF2-40B4-BE49-F238E27FC236}">
                <a16:creationId xmlns:a16="http://schemas.microsoft.com/office/drawing/2014/main" id="{82860DF8-C724-4832-9B38-986FA1BCDF8C}"/>
              </a:ext>
            </a:extLst>
          </p:cNvPr>
          <p:cNvSpPr>
            <a:spLocks xmlns:a="http://schemas.openxmlformats.org/drawingml/2006/main" noGrp="1"/>
          </p:cNvSpPr>
          <p:nvPr/>
        </p:nvSpPr>
        <p:spPr>
          <a:xfrm xmlns:a="http://schemas.openxmlformats.org/drawingml/2006/main">
            <a:off x="4370832" y="2569464"/>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451" name="Oval 45">
            <a:extLst xmlns:a="http://schemas.openxmlformats.org/drawingml/2006/main">
              <a:ext uri="{FF2B5EF4-FFF2-40B4-BE49-F238E27FC236}">
                <a16:creationId xmlns:a16="http://schemas.microsoft.com/office/drawing/2014/main" id="{BDF8D350-62C2-40F0-9B83-62D87C39A9B5}"/>
              </a:ext>
            </a:extLst>
          </p:cNvPr>
          <p:cNvSpPr>
            <a:spLocks xmlns:a="http://schemas.openxmlformats.org/drawingml/2006/main" noGrp="1"/>
          </p:cNvSpPr>
          <p:nvPr/>
        </p:nvSpPr>
        <p:spPr>
          <a:xfrm xmlns:a="http://schemas.openxmlformats.org/drawingml/2006/main">
            <a:off x="4754879" y="2569464"/>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452" name="Oval 46">
            <a:extLst xmlns:a="http://schemas.openxmlformats.org/drawingml/2006/main">
              <a:ext uri="{FF2B5EF4-FFF2-40B4-BE49-F238E27FC236}">
                <a16:creationId xmlns:a16="http://schemas.microsoft.com/office/drawing/2014/main" id="{F3D96296-F865-4969-A6EB-E22ABF7533FD}"/>
              </a:ext>
            </a:extLst>
          </p:cNvPr>
          <p:cNvSpPr>
            <a:spLocks xmlns:a="http://schemas.openxmlformats.org/drawingml/2006/main" noGrp="1"/>
          </p:cNvSpPr>
          <p:nvPr/>
        </p:nvSpPr>
        <p:spPr>
          <a:xfrm xmlns:a="http://schemas.openxmlformats.org/drawingml/2006/main">
            <a:off x="5138928" y="2569464"/>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453" name="Oval 47">
            <a:extLst xmlns:a="http://schemas.openxmlformats.org/drawingml/2006/main">
              <a:ext uri="{FF2B5EF4-FFF2-40B4-BE49-F238E27FC236}">
                <a16:creationId xmlns:a16="http://schemas.microsoft.com/office/drawing/2014/main" id="{84765797-7102-4A43-834A-C054A3F2DE10}"/>
              </a:ext>
            </a:extLst>
          </p:cNvPr>
          <p:cNvSpPr>
            <a:spLocks xmlns:a="http://schemas.openxmlformats.org/drawingml/2006/main" noGrp="1"/>
          </p:cNvSpPr>
          <p:nvPr/>
        </p:nvSpPr>
        <p:spPr>
          <a:xfrm xmlns:a="http://schemas.openxmlformats.org/drawingml/2006/main">
            <a:off x="5522976" y="2569464"/>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454" name="Oval 48">
            <a:extLst xmlns:a="http://schemas.openxmlformats.org/drawingml/2006/main">
              <a:ext uri="{FF2B5EF4-FFF2-40B4-BE49-F238E27FC236}">
                <a16:creationId xmlns:a16="http://schemas.microsoft.com/office/drawing/2014/main" id="{C4605C2D-43C0-424A-B8FF-AD51A4ED4745}"/>
              </a:ext>
            </a:extLst>
          </p:cNvPr>
          <p:cNvSpPr>
            <a:spLocks xmlns:a="http://schemas.openxmlformats.org/drawingml/2006/main" noGrp="1"/>
          </p:cNvSpPr>
          <p:nvPr/>
        </p:nvSpPr>
        <p:spPr>
          <a:xfrm xmlns:a="http://schemas.openxmlformats.org/drawingml/2006/main">
            <a:off x="5907023" y="2569464"/>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455" name="Oval 49">
            <a:extLst xmlns:a="http://schemas.openxmlformats.org/drawingml/2006/main">
              <a:ext uri="{FF2B5EF4-FFF2-40B4-BE49-F238E27FC236}">
                <a16:creationId xmlns:a16="http://schemas.microsoft.com/office/drawing/2014/main" id="{7C9FA248-0BC8-4825-A58C-5FB9E50192EE}"/>
              </a:ext>
            </a:extLst>
          </p:cNvPr>
          <p:cNvSpPr>
            <a:spLocks xmlns:a="http://schemas.openxmlformats.org/drawingml/2006/main" noGrp="1"/>
          </p:cNvSpPr>
          <p:nvPr/>
        </p:nvSpPr>
        <p:spPr>
          <a:xfrm xmlns:a="http://schemas.openxmlformats.org/drawingml/2006/main">
            <a:off x="6291071" y="2569464"/>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456" name="Oval 50">
            <a:extLst xmlns:a="http://schemas.openxmlformats.org/drawingml/2006/main">
              <a:ext uri="{FF2B5EF4-FFF2-40B4-BE49-F238E27FC236}">
                <a16:creationId xmlns:a16="http://schemas.microsoft.com/office/drawing/2014/main" id="{328A100D-7F69-443F-BC37-8D6DB742BEE7}"/>
              </a:ext>
            </a:extLst>
          </p:cNvPr>
          <p:cNvSpPr>
            <a:spLocks xmlns:a="http://schemas.openxmlformats.org/drawingml/2006/main" noGrp="1"/>
          </p:cNvSpPr>
          <p:nvPr/>
        </p:nvSpPr>
        <p:spPr>
          <a:xfrm xmlns:a="http://schemas.openxmlformats.org/drawingml/2006/main">
            <a:off x="6675118" y="2569464"/>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457" name="Oval 51">
            <a:extLst xmlns:a="http://schemas.openxmlformats.org/drawingml/2006/main">
              <a:ext uri="{FF2B5EF4-FFF2-40B4-BE49-F238E27FC236}">
                <a16:creationId xmlns:a16="http://schemas.microsoft.com/office/drawing/2014/main" id="{192BEEDF-0806-45AE-8CF2-0D1A3001D5CE}"/>
              </a:ext>
            </a:extLst>
          </p:cNvPr>
          <p:cNvSpPr>
            <a:spLocks xmlns:a="http://schemas.openxmlformats.org/drawingml/2006/main" noGrp="1"/>
          </p:cNvSpPr>
          <p:nvPr/>
        </p:nvSpPr>
        <p:spPr>
          <a:xfrm xmlns:a="http://schemas.openxmlformats.org/drawingml/2006/main">
            <a:off x="7059168" y="2569464"/>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458" name="Oval 52">
            <a:extLst xmlns:a="http://schemas.openxmlformats.org/drawingml/2006/main">
              <a:ext uri="{FF2B5EF4-FFF2-40B4-BE49-F238E27FC236}">
                <a16:creationId xmlns:a16="http://schemas.microsoft.com/office/drawing/2014/main" id="{A5F97CBC-4E45-4425-93A3-8F2CF6AC3C21}"/>
              </a:ext>
            </a:extLst>
          </p:cNvPr>
          <p:cNvSpPr>
            <a:spLocks xmlns:a="http://schemas.openxmlformats.org/drawingml/2006/main" noGrp="1"/>
          </p:cNvSpPr>
          <p:nvPr/>
        </p:nvSpPr>
        <p:spPr>
          <a:xfrm xmlns:a="http://schemas.openxmlformats.org/drawingml/2006/main">
            <a:off x="7443216" y="2569464"/>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459" name="Oval 53">
            <a:extLst xmlns:a="http://schemas.openxmlformats.org/drawingml/2006/main">
              <a:ext uri="{FF2B5EF4-FFF2-40B4-BE49-F238E27FC236}">
                <a16:creationId xmlns:a16="http://schemas.microsoft.com/office/drawing/2014/main" id="{0AEB2441-B0DE-4AAF-A50C-B6FD40160950}"/>
              </a:ext>
            </a:extLst>
          </p:cNvPr>
          <p:cNvSpPr>
            <a:spLocks xmlns:a="http://schemas.openxmlformats.org/drawingml/2006/main" noGrp="1"/>
          </p:cNvSpPr>
          <p:nvPr/>
        </p:nvSpPr>
        <p:spPr>
          <a:xfrm xmlns:a="http://schemas.openxmlformats.org/drawingml/2006/main">
            <a:off x="7827264" y="2569464"/>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460" name="Oval 54">
            <a:extLst xmlns:a="http://schemas.openxmlformats.org/drawingml/2006/main">
              <a:ext uri="{FF2B5EF4-FFF2-40B4-BE49-F238E27FC236}">
                <a16:creationId xmlns:a16="http://schemas.microsoft.com/office/drawing/2014/main" id="{4C1A276A-7D2F-4FCB-B36F-E2255D0BA2DC}"/>
              </a:ext>
            </a:extLst>
          </p:cNvPr>
          <p:cNvSpPr>
            <a:spLocks xmlns:a="http://schemas.openxmlformats.org/drawingml/2006/main" noGrp="1"/>
          </p:cNvSpPr>
          <p:nvPr/>
        </p:nvSpPr>
        <p:spPr>
          <a:xfrm xmlns:a="http://schemas.openxmlformats.org/drawingml/2006/main">
            <a:off x="8211311" y="2569464"/>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461" name="Oval 55">
            <a:extLst xmlns:a="http://schemas.openxmlformats.org/drawingml/2006/main">
              <a:ext uri="{FF2B5EF4-FFF2-40B4-BE49-F238E27FC236}">
                <a16:creationId xmlns:a16="http://schemas.microsoft.com/office/drawing/2014/main" id="{4E691B58-4339-4FC5-9EC8-5BDC02B94CE1}"/>
              </a:ext>
            </a:extLst>
          </p:cNvPr>
          <p:cNvSpPr>
            <a:spLocks xmlns:a="http://schemas.openxmlformats.org/drawingml/2006/main" noGrp="1"/>
          </p:cNvSpPr>
          <p:nvPr/>
        </p:nvSpPr>
        <p:spPr>
          <a:xfrm xmlns:a="http://schemas.openxmlformats.org/drawingml/2006/main">
            <a:off x="2962655" y="2962655"/>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462" name="Oval 56">
            <a:extLst xmlns:a="http://schemas.openxmlformats.org/drawingml/2006/main">
              <a:ext uri="{FF2B5EF4-FFF2-40B4-BE49-F238E27FC236}">
                <a16:creationId xmlns:a16="http://schemas.microsoft.com/office/drawing/2014/main" id="{F127D900-B893-4144-8675-83466D0BAAE4}"/>
              </a:ext>
            </a:extLst>
          </p:cNvPr>
          <p:cNvSpPr>
            <a:spLocks xmlns:a="http://schemas.openxmlformats.org/drawingml/2006/main" noGrp="1"/>
          </p:cNvSpPr>
          <p:nvPr/>
        </p:nvSpPr>
        <p:spPr>
          <a:xfrm xmlns:a="http://schemas.openxmlformats.org/drawingml/2006/main">
            <a:off x="3346703" y="2962655"/>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463" name="Oval 57">
            <a:extLst xmlns:a="http://schemas.openxmlformats.org/drawingml/2006/main">
              <a:ext uri="{FF2B5EF4-FFF2-40B4-BE49-F238E27FC236}">
                <a16:creationId xmlns:a16="http://schemas.microsoft.com/office/drawing/2014/main" id="{EE5DCB3C-AA00-4C88-84E4-9978F4689C2F}"/>
              </a:ext>
            </a:extLst>
          </p:cNvPr>
          <p:cNvSpPr>
            <a:spLocks xmlns:a="http://schemas.openxmlformats.org/drawingml/2006/main" noGrp="1"/>
          </p:cNvSpPr>
          <p:nvPr/>
        </p:nvSpPr>
        <p:spPr>
          <a:xfrm xmlns:a="http://schemas.openxmlformats.org/drawingml/2006/main">
            <a:off x="3730752" y="2962655"/>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464" name="Oval 58">
            <a:extLst xmlns:a="http://schemas.openxmlformats.org/drawingml/2006/main">
              <a:ext uri="{FF2B5EF4-FFF2-40B4-BE49-F238E27FC236}">
                <a16:creationId xmlns:a16="http://schemas.microsoft.com/office/drawing/2014/main" id="{898EEFEE-6D22-4009-8833-CB4D1E7FEB92}"/>
              </a:ext>
            </a:extLst>
          </p:cNvPr>
          <p:cNvSpPr>
            <a:spLocks xmlns:a="http://schemas.openxmlformats.org/drawingml/2006/main" noGrp="1"/>
          </p:cNvSpPr>
          <p:nvPr/>
        </p:nvSpPr>
        <p:spPr>
          <a:xfrm xmlns:a="http://schemas.openxmlformats.org/drawingml/2006/main">
            <a:off x="4114800" y="2962655"/>
            <a:ext cx="77724" cy="77739"/>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465" name="Oval 59">
            <a:extLst xmlns:a="http://schemas.openxmlformats.org/drawingml/2006/main">
              <a:ext uri="{FF2B5EF4-FFF2-40B4-BE49-F238E27FC236}">
                <a16:creationId xmlns:a16="http://schemas.microsoft.com/office/drawing/2014/main" id="{E6BC9870-F5D8-4F6B-B0DD-721D6D03EEC5}"/>
              </a:ext>
            </a:extLst>
          </p:cNvPr>
          <p:cNvSpPr>
            <a:spLocks xmlns:a="http://schemas.openxmlformats.org/drawingml/2006/main" noGrp="1"/>
          </p:cNvSpPr>
          <p:nvPr/>
        </p:nvSpPr>
        <p:spPr>
          <a:xfrm xmlns:a="http://schemas.openxmlformats.org/drawingml/2006/main">
            <a:off x="4498847" y="2962655"/>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466" name="Oval 60">
            <a:extLst xmlns:a="http://schemas.openxmlformats.org/drawingml/2006/main">
              <a:ext uri="{FF2B5EF4-FFF2-40B4-BE49-F238E27FC236}">
                <a16:creationId xmlns:a16="http://schemas.microsoft.com/office/drawing/2014/main" id="{D8B98C24-4381-4606-9DFA-338EA40D85F7}"/>
              </a:ext>
            </a:extLst>
          </p:cNvPr>
          <p:cNvSpPr>
            <a:spLocks xmlns:a="http://schemas.openxmlformats.org/drawingml/2006/main" noGrp="1"/>
          </p:cNvSpPr>
          <p:nvPr/>
        </p:nvSpPr>
        <p:spPr>
          <a:xfrm xmlns:a="http://schemas.openxmlformats.org/drawingml/2006/main">
            <a:off x="4882896" y="2962655"/>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467" name="Oval 61">
            <a:extLst xmlns:a="http://schemas.openxmlformats.org/drawingml/2006/main">
              <a:ext uri="{FF2B5EF4-FFF2-40B4-BE49-F238E27FC236}">
                <a16:creationId xmlns:a16="http://schemas.microsoft.com/office/drawing/2014/main" id="{A4AE6A68-EA78-45C8-9857-D10E0DEFC6EF}"/>
              </a:ext>
            </a:extLst>
          </p:cNvPr>
          <p:cNvSpPr>
            <a:spLocks xmlns:a="http://schemas.openxmlformats.org/drawingml/2006/main" noGrp="1"/>
          </p:cNvSpPr>
          <p:nvPr/>
        </p:nvSpPr>
        <p:spPr>
          <a:xfrm xmlns:a="http://schemas.openxmlformats.org/drawingml/2006/main">
            <a:off x="5266944" y="2962655"/>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468" name="Oval 62">
            <a:extLst xmlns:a="http://schemas.openxmlformats.org/drawingml/2006/main">
              <a:ext uri="{FF2B5EF4-FFF2-40B4-BE49-F238E27FC236}">
                <a16:creationId xmlns:a16="http://schemas.microsoft.com/office/drawing/2014/main" id="{EBA9CCA1-3E2F-4421-A4E4-65128F6F82DA}"/>
              </a:ext>
            </a:extLst>
          </p:cNvPr>
          <p:cNvSpPr>
            <a:spLocks xmlns:a="http://schemas.openxmlformats.org/drawingml/2006/main" noGrp="1"/>
          </p:cNvSpPr>
          <p:nvPr/>
        </p:nvSpPr>
        <p:spPr>
          <a:xfrm xmlns:a="http://schemas.openxmlformats.org/drawingml/2006/main">
            <a:off x="5650991" y="2962655"/>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469" name="Oval 63">
            <a:extLst xmlns:a="http://schemas.openxmlformats.org/drawingml/2006/main">
              <a:ext uri="{FF2B5EF4-FFF2-40B4-BE49-F238E27FC236}">
                <a16:creationId xmlns:a16="http://schemas.microsoft.com/office/drawing/2014/main" id="{85C5525D-B7F0-490B-A509-5ED17EE62E04}"/>
              </a:ext>
            </a:extLst>
          </p:cNvPr>
          <p:cNvSpPr>
            <a:spLocks xmlns:a="http://schemas.openxmlformats.org/drawingml/2006/main" noGrp="1"/>
          </p:cNvSpPr>
          <p:nvPr/>
        </p:nvSpPr>
        <p:spPr>
          <a:xfrm xmlns:a="http://schemas.openxmlformats.org/drawingml/2006/main">
            <a:off x="6035040" y="2962655"/>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470" name="Oval 64">
            <a:extLst xmlns:a="http://schemas.openxmlformats.org/drawingml/2006/main">
              <a:ext uri="{FF2B5EF4-FFF2-40B4-BE49-F238E27FC236}">
                <a16:creationId xmlns:a16="http://schemas.microsoft.com/office/drawing/2014/main" id="{3F4BD4FB-5F13-431E-AE1E-7D39A6A9B34D}"/>
              </a:ext>
            </a:extLst>
          </p:cNvPr>
          <p:cNvSpPr>
            <a:spLocks xmlns:a="http://schemas.openxmlformats.org/drawingml/2006/main" noGrp="1"/>
          </p:cNvSpPr>
          <p:nvPr/>
        </p:nvSpPr>
        <p:spPr>
          <a:xfrm xmlns:a="http://schemas.openxmlformats.org/drawingml/2006/main">
            <a:off x="6419088" y="2962655"/>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471" name="Oval 65">
            <a:extLst xmlns:a="http://schemas.openxmlformats.org/drawingml/2006/main">
              <a:ext uri="{FF2B5EF4-FFF2-40B4-BE49-F238E27FC236}">
                <a16:creationId xmlns:a16="http://schemas.microsoft.com/office/drawing/2014/main" id="{3DF2AC91-FE89-4842-9C16-EC28D40237C2}"/>
              </a:ext>
            </a:extLst>
          </p:cNvPr>
          <p:cNvSpPr>
            <a:spLocks xmlns:a="http://schemas.openxmlformats.org/drawingml/2006/main" noGrp="1"/>
          </p:cNvSpPr>
          <p:nvPr/>
        </p:nvSpPr>
        <p:spPr>
          <a:xfrm xmlns:a="http://schemas.openxmlformats.org/drawingml/2006/main">
            <a:off x="6803135" y="2962655"/>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472" name="Oval 66">
            <a:extLst xmlns:a="http://schemas.openxmlformats.org/drawingml/2006/main">
              <a:ext uri="{FF2B5EF4-FFF2-40B4-BE49-F238E27FC236}">
                <a16:creationId xmlns:a16="http://schemas.microsoft.com/office/drawing/2014/main" id="{5AD48D55-04C4-4DE7-8C3D-2B5BC3356154}"/>
              </a:ext>
            </a:extLst>
          </p:cNvPr>
          <p:cNvSpPr>
            <a:spLocks xmlns:a="http://schemas.openxmlformats.org/drawingml/2006/main" noGrp="1"/>
          </p:cNvSpPr>
          <p:nvPr/>
        </p:nvSpPr>
        <p:spPr>
          <a:xfrm xmlns:a="http://schemas.openxmlformats.org/drawingml/2006/main">
            <a:off x="7187183" y="2962655"/>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473" name="Oval 67">
            <a:extLst xmlns:a="http://schemas.openxmlformats.org/drawingml/2006/main">
              <a:ext uri="{FF2B5EF4-FFF2-40B4-BE49-F238E27FC236}">
                <a16:creationId xmlns:a16="http://schemas.microsoft.com/office/drawing/2014/main" id="{BA5DA6F7-0F67-4D5C-9F49-23B123DFD5DA}"/>
              </a:ext>
            </a:extLst>
          </p:cNvPr>
          <p:cNvSpPr>
            <a:spLocks xmlns:a="http://schemas.openxmlformats.org/drawingml/2006/main" noGrp="1"/>
          </p:cNvSpPr>
          <p:nvPr/>
        </p:nvSpPr>
        <p:spPr>
          <a:xfrm xmlns:a="http://schemas.openxmlformats.org/drawingml/2006/main">
            <a:off x="7571230" y="2962655"/>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474" name="Oval 68">
            <a:extLst xmlns:a="http://schemas.openxmlformats.org/drawingml/2006/main">
              <a:ext uri="{FF2B5EF4-FFF2-40B4-BE49-F238E27FC236}">
                <a16:creationId xmlns:a16="http://schemas.microsoft.com/office/drawing/2014/main" id="{A946E7F1-C4D0-4900-BBCF-5AC53E9F5A52}"/>
              </a:ext>
            </a:extLst>
          </p:cNvPr>
          <p:cNvSpPr>
            <a:spLocks xmlns:a="http://schemas.openxmlformats.org/drawingml/2006/main" noGrp="1"/>
          </p:cNvSpPr>
          <p:nvPr/>
        </p:nvSpPr>
        <p:spPr>
          <a:xfrm xmlns:a="http://schemas.openxmlformats.org/drawingml/2006/main">
            <a:off x="7955280" y="2962655"/>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475" name="Oval 69">
            <a:extLst xmlns:a="http://schemas.openxmlformats.org/drawingml/2006/main">
              <a:ext uri="{FF2B5EF4-FFF2-40B4-BE49-F238E27FC236}">
                <a16:creationId xmlns:a16="http://schemas.microsoft.com/office/drawing/2014/main" id="{0D614FD6-D39C-49B4-85CA-4956BDFE7883}"/>
              </a:ext>
            </a:extLst>
          </p:cNvPr>
          <p:cNvSpPr>
            <a:spLocks xmlns:a="http://schemas.openxmlformats.org/drawingml/2006/main" noGrp="1"/>
          </p:cNvSpPr>
          <p:nvPr/>
        </p:nvSpPr>
        <p:spPr>
          <a:xfrm xmlns:a="http://schemas.openxmlformats.org/drawingml/2006/main">
            <a:off x="8339328" y="2962655"/>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476" name="Oval 70">
            <a:extLst xmlns:a="http://schemas.openxmlformats.org/drawingml/2006/main">
              <a:ext uri="{FF2B5EF4-FFF2-40B4-BE49-F238E27FC236}">
                <a16:creationId xmlns:a16="http://schemas.microsoft.com/office/drawing/2014/main" id="{D4E2B20E-DA81-4702-9CB7-C66044AA446A}"/>
              </a:ext>
            </a:extLst>
          </p:cNvPr>
          <p:cNvSpPr>
            <a:spLocks xmlns:a="http://schemas.openxmlformats.org/drawingml/2006/main" noGrp="1"/>
          </p:cNvSpPr>
          <p:nvPr/>
        </p:nvSpPr>
        <p:spPr>
          <a:xfrm xmlns:a="http://schemas.openxmlformats.org/drawingml/2006/main">
            <a:off x="2834638" y="3355847"/>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477" name="Oval 71">
            <a:extLst xmlns:a="http://schemas.openxmlformats.org/drawingml/2006/main">
              <a:ext uri="{FF2B5EF4-FFF2-40B4-BE49-F238E27FC236}">
                <a16:creationId xmlns:a16="http://schemas.microsoft.com/office/drawing/2014/main" id="{3C67D726-98F2-4556-B37D-8F6072AB0CA0}"/>
              </a:ext>
            </a:extLst>
          </p:cNvPr>
          <p:cNvSpPr>
            <a:spLocks xmlns:a="http://schemas.openxmlformats.org/drawingml/2006/main" noGrp="1"/>
          </p:cNvSpPr>
          <p:nvPr/>
        </p:nvSpPr>
        <p:spPr>
          <a:xfrm xmlns:a="http://schemas.openxmlformats.org/drawingml/2006/main">
            <a:off x="3218688" y="3355847"/>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478" name="Oval 72">
            <a:extLst xmlns:a="http://schemas.openxmlformats.org/drawingml/2006/main">
              <a:ext uri="{FF2B5EF4-FFF2-40B4-BE49-F238E27FC236}">
                <a16:creationId xmlns:a16="http://schemas.microsoft.com/office/drawing/2014/main" id="{7024565E-D10B-4F48-9B98-8C4102810468}"/>
              </a:ext>
            </a:extLst>
          </p:cNvPr>
          <p:cNvSpPr>
            <a:spLocks xmlns:a="http://schemas.openxmlformats.org/drawingml/2006/main" noGrp="1"/>
          </p:cNvSpPr>
          <p:nvPr/>
        </p:nvSpPr>
        <p:spPr>
          <a:xfrm xmlns:a="http://schemas.openxmlformats.org/drawingml/2006/main">
            <a:off x="3602735" y="3355847"/>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479" name="Oval 73">
            <a:extLst xmlns:a="http://schemas.openxmlformats.org/drawingml/2006/main">
              <a:ext uri="{FF2B5EF4-FFF2-40B4-BE49-F238E27FC236}">
                <a16:creationId xmlns:a16="http://schemas.microsoft.com/office/drawing/2014/main" id="{D23DFDAB-3239-4C4E-864B-51B72A0CDA62}"/>
              </a:ext>
            </a:extLst>
          </p:cNvPr>
          <p:cNvSpPr>
            <a:spLocks xmlns:a="http://schemas.openxmlformats.org/drawingml/2006/main" noGrp="1"/>
          </p:cNvSpPr>
          <p:nvPr/>
        </p:nvSpPr>
        <p:spPr>
          <a:xfrm xmlns:a="http://schemas.openxmlformats.org/drawingml/2006/main">
            <a:off x="3986784" y="3355847"/>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480" name="Oval 74">
            <a:extLst xmlns:a="http://schemas.openxmlformats.org/drawingml/2006/main">
              <a:ext uri="{FF2B5EF4-FFF2-40B4-BE49-F238E27FC236}">
                <a16:creationId xmlns:a16="http://schemas.microsoft.com/office/drawing/2014/main" id="{D7C1C585-BB7C-4D3F-BBA2-FD7CE7F914A5}"/>
              </a:ext>
            </a:extLst>
          </p:cNvPr>
          <p:cNvSpPr>
            <a:spLocks xmlns:a="http://schemas.openxmlformats.org/drawingml/2006/main" noGrp="1"/>
          </p:cNvSpPr>
          <p:nvPr/>
        </p:nvSpPr>
        <p:spPr>
          <a:xfrm xmlns:a="http://schemas.openxmlformats.org/drawingml/2006/main">
            <a:off x="4370832" y="3355847"/>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481" name="Oval 75">
            <a:extLst xmlns:a="http://schemas.openxmlformats.org/drawingml/2006/main">
              <a:ext uri="{FF2B5EF4-FFF2-40B4-BE49-F238E27FC236}">
                <a16:creationId xmlns:a16="http://schemas.microsoft.com/office/drawing/2014/main" id="{7989F158-880E-4469-B8A1-E25CD1823C54}"/>
              </a:ext>
            </a:extLst>
          </p:cNvPr>
          <p:cNvSpPr>
            <a:spLocks xmlns:a="http://schemas.openxmlformats.org/drawingml/2006/main" noGrp="1"/>
          </p:cNvSpPr>
          <p:nvPr/>
        </p:nvSpPr>
        <p:spPr>
          <a:xfrm xmlns:a="http://schemas.openxmlformats.org/drawingml/2006/main">
            <a:off x="4754879" y="3355847"/>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482" name="Oval 76">
            <a:extLst xmlns:a="http://schemas.openxmlformats.org/drawingml/2006/main">
              <a:ext uri="{FF2B5EF4-FFF2-40B4-BE49-F238E27FC236}">
                <a16:creationId xmlns:a16="http://schemas.microsoft.com/office/drawing/2014/main" id="{47D12A0F-9731-4AF0-AE5E-BB5D01412ACF}"/>
              </a:ext>
            </a:extLst>
          </p:cNvPr>
          <p:cNvSpPr>
            <a:spLocks xmlns:a="http://schemas.openxmlformats.org/drawingml/2006/main" noGrp="1"/>
          </p:cNvSpPr>
          <p:nvPr/>
        </p:nvSpPr>
        <p:spPr>
          <a:xfrm xmlns:a="http://schemas.openxmlformats.org/drawingml/2006/main">
            <a:off x="5138928" y="3355847"/>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483" name="Oval 77">
            <a:extLst xmlns:a="http://schemas.openxmlformats.org/drawingml/2006/main">
              <a:ext uri="{FF2B5EF4-FFF2-40B4-BE49-F238E27FC236}">
                <a16:creationId xmlns:a16="http://schemas.microsoft.com/office/drawing/2014/main" id="{29605226-18F1-4354-BD1B-BCFC2AFE06AD}"/>
              </a:ext>
            </a:extLst>
          </p:cNvPr>
          <p:cNvSpPr>
            <a:spLocks xmlns:a="http://schemas.openxmlformats.org/drawingml/2006/main" noGrp="1"/>
          </p:cNvSpPr>
          <p:nvPr/>
        </p:nvSpPr>
        <p:spPr>
          <a:xfrm xmlns:a="http://schemas.openxmlformats.org/drawingml/2006/main">
            <a:off x="5522976" y="3355847"/>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484" name="Oval 78">
            <a:extLst xmlns:a="http://schemas.openxmlformats.org/drawingml/2006/main">
              <a:ext uri="{FF2B5EF4-FFF2-40B4-BE49-F238E27FC236}">
                <a16:creationId xmlns:a16="http://schemas.microsoft.com/office/drawing/2014/main" id="{817B230D-EFAF-4C66-B798-13DA95B23E17}"/>
              </a:ext>
            </a:extLst>
          </p:cNvPr>
          <p:cNvSpPr>
            <a:spLocks xmlns:a="http://schemas.openxmlformats.org/drawingml/2006/main" noGrp="1"/>
          </p:cNvSpPr>
          <p:nvPr/>
        </p:nvSpPr>
        <p:spPr>
          <a:xfrm xmlns:a="http://schemas.openxmlformats.org/drawingml/2006/main">
            <a:off x="5907023" y="3355847"/>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485" name="Oval 79">
            <a:extLst xmlns:a="http://schemas.openxmlformats.org/drawingml/2006/main">
              <a:ext uri="{FF2B5EF4-FFF2-40B4-BE49-F238E27FC236}">
                <a16:creationId xmlns:a16="http://schemas.microsoft.com/office/drawing/2014/main" id="{2B83BD0B-6AA5-4A07-80B2-5F3F624DF1FF}"/>
              </a:ext>
            </a:extLst>
          </p:cNvPr>
          <p:cNvSpPr>
            <a:spLocks xmlns:a="http://schemas.openxmlformats.org/drawingml/2006/main" noGrp="1"/>
          </p:cNvSpPr>
          <p:nvPr/>
        </p:nvSpPr>
        <p:spPr>
          <a:xfrm xmlns:a="http://schemas.openxmlformats.org/drawingml/2006/main">
            <a:off x="6291071" y="3355847"/>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486" name="Oval 80">
            <a:extLst xmlns:a="http://schemas.openxmlformats.org/drawingml/2006/main">
              <a:ext uri="{FF2B5EF4-FFF2-40B4-BE49-F238E27FC236}">
                <a16:creationId xmlns:a16="http://schemas.microsoft.com/office/drawing/2014/main" id="{C7D1D999-011D-4BEC-BA3C-EFEE7B935643}"/>
              </a:ext>
            </a:extLst>
          </p:cNvPr>
          <p:cNvSpPr>
            <a:spLocks xmlns:a="http://schemas.openxmlformats.org/drawingml/2006/main" noGrp="1"/>
          </p:cNvSpPr>
          <p:nvPr/>
        </p:nvSpPr>
        <p:spPr>
          <a:xfrm xmlns:a="http://schemas.openxmlformats.org/drawingml/2006/main">
            <a:off x="6675118" y="3355847"/>
            <a:ext cx="77739" cy="77739"/>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487" name="Oval 81">
            <a:extLst xmlns:a="http://schemas.openxmlformats.org/drawingml/2006/main">
              <a:ext uri="{FF2B5EF4-FFF2-40B4-BE49-F238E27FC236}">
                <a16:creationId xmlns:a16="http://schemas.microsoft.com/office/drawing/2014/main" id="{E9D5C7BF-12B0-4072-AC2B-9BA95BA5529B}"/>
              </a:ext>
            </a:extLst>
          </p:cNvPr>
          <p:cNvSpPr>
            <a:spLocks xmlns:a="http://schemas.openxmlformats.org/drawingml/2006/main" noGrp="1"/>
          </p:cNvSpPr>
          <p:nvPr/>
        </p:nvSpPr>
        <p:spPr>
          <a:xfrm xmlns:a="http://schemas.openxmlformats.org/drawingml/2006/main">
            <a:off x="7059168" y="3355847"/>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488" name="Oval 82">
            <a:extLst xmlns:a="http://schemas.openxmlformats.org/drawingml/2006/main">
              <a:ext uri="{FF2B5EF4-FFF2-40B4-BE49-F238E27FC236}">
                <a16:creationId xmlns:a16="http://schemas.microsoft.com/office/drawing/2014/main" id="{2E17232A-AA35-400F-9972-3AADCEEF09A7}"/>
              </a:ext>
            </a:extLst>
          </p:cNvPr>
          <p:cNvSpPr>
            <a:spLocks xmlns:a="http://schemas.openxmlformats.org/drawingml/2006/main" noGrp="1"/>
          </p:cNvSpPr>
          <p:nvPr/>
        </p:nvSpPr>
        <p:spPr>
          <a:xfrm xmlns:a="http://schemas.openxmlformats.org/drawingml/2006/main">
            <a:off x="7443216" y="3355847"/>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489" name="Oval 83">
            <a:extLst xmlns:a="http://schemas.openxmlformats.org/drawingml/2006/main">
              <a:ext uri="{FF2B5EF4-FFF2-40B4-BE49-F238E27FC236}">
                <a16:creationId xmlns:a16="http://schemas.microsoft.com/office/drawing/2014/main" id="{4DA764F8-84F2-4E10-A8F3-64ACCB3B686D}"/>
              </a:ext>
            </a:extLst>
          </p:cNvPr>
          <p:cNvSpPr>
            <a:spLocks xmlns:a="http://schemas.openxmlformats.org/drawingml/2006/main" noGrp="1"/>
          </p:cNvSpPr>
          <p:nvPr/>
        </p:nvSpPr>
        <p:spPr>
          <a:xfrm xmlns:a="http://schemas.openxmlformats.org/drawingml/2006/main">
            <a:off x="7827264" y="3355847"/>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490" name="Oval 84">
            <a:extLst xmlns:a="http://schemas.openxmlformats.org/drawingml/2006/main">
              <a:ext uri="{FF2B5EF4-FFF2-40B4-BE49-F238E27FC236}">
                <a16:creationId xmlns:a16="http://schemas.microsoft.com/office/drawing/2014/main" id="{514772F0-2571-4F73-A792-56A431246DED}"/>
              </a:ext>
            </a:extLst>
          </p:cNvPr>
          <p:cNvSpPr>
            <a:spLocks xmlns:a="http://schemas.openxmlformats.org/drawingml/2006/main" noGrp="1"/>
          </p:cNvSpPr>
          <p:nvPr/>
        </p:nvSpPr>
        <p:spPr>
          <a:xfrm xmlns:a="http://schemas.openxmlformats.org/drawingml/2006/main">
            <a:off x="8211311" y="3355847"/>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491" name="Oval 85">
            <a:extLst xmlns:a="http://schemas.openxmlformats.org/drawingml/2006/main">
              <a:ext uri="{FF2B5EF4-FFF2-40B4-BE49-F238E27FC236}">
                <a16:creationId xmlns:a16="http://schemas.microsoft.com/office/drawing/2014/main" id="{4019CC59-471A-4C3D-828E-FF7719651F09}"/>
              </a:ext>
            </a:extLst>
          </p:cNvPr>
          <p:cNvSpPr>
            <a:spLocks xmlns:a="http://schemas.openxmlformats.org/drawingml/2006/main" noGrp="1"/>
          </p:cNvSpPr>
          <p:nvPr/>
        </p:nvSpPr>
        <p:spPr>
          <a:xfrm xmlns:a="http://schemas.openxmlformats.org/drawingml/2006/main">
            <a:off x="2962655" y="3749037"/>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492" name="Oval 86">
            <a:extLst xmlns:a="http://schemas.openxmlformats.org/drawingml/2006/main">
              <a:ext uri="{FF2B5EF4-FFF2-40B4-BE49-F238E27FC236}">
                <a16:creationId xmlns:a16="http://schemas.microsoft.com/office/drawing/2014/main" id="{71A7B251-1990-464D-99C8-FD2CC5B4C386}"/>
              </a:ext>
            </a:extLst>
          </p:cNvPr>
          <p:cNvSpPr>
            <a:spLocks xmlns:a="http://schemas.openxmlformats.org/drawingml/2006/main" noGrp="1"/>
          </p:cNvSpPr>
          <p:nvPr/>
        </p:nvSpPr>
        <p:spPr>
          <a:xfrm xmlns:a="http://schemas.openxmlformats.org/drawingml/2006/main">
            <a:off x="3346703" y="3749037"/>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493" name="Oval 87">
            <a:extLst xmlns:a="http://schemas.openxmlformats.org/drawingml/2006/main">
              <a:ext uri="{FF2B5EF4-FFF2-40B4-BE49-F238E27FC236}">
                <a16:creationId xmlns:a16="http://schemas.microsoft.com/office/drawing/2014/main" id="{BD9B7F13-E8F8-4AC0-A664-B0927B15ABED}"/>
              </a:ext>
            </a:extLst>
          </p:cNvPr>
          <p:cNvSpPr>
            <a:spLocks xmlns:a="http://schemas.openxmlformats.org/drawingml/2006/main" noGrp="1"/>
          </p:cNvSpPr>
          <p:nvPr/>
        </p:nvSpPr>
        <p:spPr>
          <a:xfrm xmlns:a="http://schemas.openxmlformats.org/drawingml/2006/main">
            <a:off x="3730752" y="3749037"/>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494" name="Oval 88">
            <a:extLst xmlns:a="http://schemas.openxmlformats.org/drawingml/2006/main">
              <a:ext uri="{FF2B5EF4-FFF2-40B4-BE49-F238E27FC236}">
                <a16:creationId xmlns:a16="http://schemas.microsoft.com/office/drawing/2014/main" id="{E2054F79-7B95-4281-B969-2402F9517BA8}"/>
              </a:ext>
            </a:extLst>
          </p:cNvPr>
          <p:cNvSpPr>
            <a:spLocks xmlns:a="http://schemas.openxmlformats.org/drawingml/2006/main" noGrp="1"/>
          </p:cNvSpPr>
          <p:nvPr/>
        </p:nvSpPr>
        <p:spPr>
          <a:xfrm xmlns:a="http://schemas.openxmlformats.org/drawingml/2006/main">
            <a:off x="4114800" y="3749037"/>
            <a:ext cx="77724"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495" name="Oval 89">
            <a:extLst xmlns:a="http://schemas.openxmlformats.org/drawingml/2006/main">
              <a:ext uri="{FF2B5EF4-FFF2-40B4-BE49-F238E27FC236}">
                <a16:creationId xmlns:a16="http://schemas.microsoft.com/office/drawing/2014/main" id="{CC011C2F-4595-45BD-B6B9-0734E0A0E5BB}"/>
              </a:ext>
            </a:extLst>
          </p:cNvPr>
          <p:cNvSpPr>
            <a:spLocks xmlns:a="http://schemas.openxmlformats.org/drawingml/2006/main" noGrp="1"/>
          </p:cNvSpPr>
          <p:nvPr/>
        </p:nvSpPr>
        <p:spPr>
          <a:xfrm xmlns:a="http://schemas.openxmlformats.org/drawingml/2006/main">
            <a:off x="4498847" y="3749037"/>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496" name="Oval 90">
            <a:extLst xmlns:a="http://schemas.openxmlformats.org/drawingml/2006/main">
              <a:ext uri="{FF2B5EF4-FFF2-40B4-BE49-F238E27FC236}">
                <a16:creationId xmlns:a16="http://schemas.microsoft.com/office/drawing/2014/main" id="{5AEEDF81-2241-408F-A292-09C636589A3D}"/>
              </a:ext>
            </a:extLst>
          </p:cNvPr>
          <p:cNvSpPr>
            <a:spLocks xmlns:a="http://schemas.openxmlformats.org/drawingml/2006/main" noGrp="1"/>
          </p:cNvSpPr>
          <p:nvPr/>
        </p:nvSpPr>
        <p:spPr>
          <a:xfrm xmlns:a="http://schemas.openxmlformats.org/drawingml/2006/main">
            <a:off x="4882896" y="3749037"/>
            <a:ext cx="77739" cy="77739"/>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497" name="Oval 91">
            <a:extLst xmlns:a="http://schemas.openxmlformats.org/drawingml/2006/main">
              <a:ext uri="{FF2B5EF4-FFF2-40B4-BE49-F238E27FC236}">
                <a16:creationId xmlns:a16="http://schemas.microsoft.com/office/drawing/2014/main" id="{CB3FDC30-D80E-432E-8145-83E68C5187B7}"/>
              </a:ext>
            </a:extLst>
          </p:cNvPr>
          <p:cNvSpPr>
            <a:spLocks xmlns:a="http://schemas.openxmlformats.org/drawingml/2006/main" noGrp="1"/>
          </p:cNvSpPr>
          <p:nvPr/>
        </p:nvSpPr>
        <p:spPr>
          <a:xfrm xmlns:a="http://schemas.openxmlformats.org/drawingml/2006/main">
            <a:off x="5266944" y="3749037"/>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498" name="Oval 92">
            <a:extLst xmlns:a="http://schemas.openxmlformats.org/drawingml/2006/main">
              <a:ext uri="{FF2B5EF4-FFF2-40B4-BE49-F238E27FC236}">
                <a16:creationId xmlns:a16="http://schemas.microsoft.com/office/drawing/2014/main" id="{794BBD49-691F-4F91-8360-1D0033E3C272}"/>
              </a:ext>
            </a:extLst>
          </p:cNvPr>
          <p:cNvSpPr>
            <a:spLocks xmlns:a="http://schemas.openxmlformats.org/drawingml/2006/main" noGrp="1"/>
          </p:cNvSpPr>
          <p:nvPr/>
        </p:nvSpPr>
        <p:spPr>
          <a:xfrm xmlns:a="http://schemas.openxmlformats.org/drawingml/2006/main">
            <a:off x="5650991" y="3749037"/>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499" name="Oval 93">
            <a:extLst xmlns:a="http://schemas.openxmlformats.org/drawingml/2006/main">
              <a:ext uri="{FF2B5EF4-FFF2-40B4-BE49-F238E27FC236}">
                <a16:creationId xmlns:a16="http://schemas.microsoft.com/office/drawing/2014/main" id="{E6792F71-3007-4AC6-8E03-43563FF88F38}"/>
              </a:ext>
            </a:extLst>
          </p:cNvPr>
          <p:cNvSpPr>
            <a:spLocks xmlns:a="http://schemas.openxmlformats.org/drawingml/2006/main" noGrp="1"/>
          </p:cNvSpPr>
          <p:nvPr/>
        </p:nvSpPr>
        <p:spPr>
          <a:xfrm xmlns:a="http://schemas.openxmlformats.org/drawingml/2006/main">
            <a:off x="6035040" y="3749037"/>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500" name="Oval 94">
            <a:extLst xmlns:a="http://schemas.openxmlformats.org/drawingml/2006/main">
              <a:ext uri="{FF2B5EF4-FFF2-40B4-BE49-F238E27FC236}">
                <a16:creationId xmlns:a16="http://schemas.microsoft.com/office/drawing/2014/main" id="{96196010-4391-49E8-B5D2-0676DD6431CA}"/>
              </a:ext>
            </a:extLst>
          </p:cNvPr>
          <p:cNvSpPr>
            <a:spLocks xmlns:a="http://schemas.openxmlformats.org/drawingml/2006/main" noGrp="1"/>
          </p:cNvSpPr>
          <p:nvPr/>
        </p:nvSpPr>
        <p:spPr>
          <a:xfrm xmlns:a="http://schemas.openxmlformats.org/drawingml/2006/main">
            <a:off x="6419088" y="3749037"/>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501" name="Oval 95">
            <a:extLst xmlns:a="http://schemas.openxmlformats.org/drawingml/2006/main">
              <a:ext uri="{FF2B5EF4-FFF2-40B4-BE49-F238E27FC236}">
                <a16:creationId xmlns:a16="http://schemas.microsoft.com/office/drawing/2014/main" id="{ECBFD750-8EE2-4972-92CB-3B3E7F7FA914}"/>
              </a:ext>
            </a:extLst>
          </p:cNvPr>
          <p:cNvSpPr>
            <a:spLocks xmlns:a="http://schemas.openxmlformats.org/drawingml/2006/main" noGrp="1"/>
          </p:cNvSpPr>
          <p:nvPr/>
        </p:nvSpPr>
        <p:spPr>
          <a:xfrm xmlns:a="http://schemas.openxmlformats.org/drawingml/2006/main">
            <a:off x="6803135" y="3749037"/>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502" name="Oval 96">
            <a:extLst xmlns:a="http://schemas.openxmlformats.org/drawingml/2006/main">
              <a:ext uri="{FF2B5EF4-FFF2-40B4-BE49-F238E27FC236}">
                <a16:creationId xmlns:a16="http://schemas.microsoft.com/office/drawing/2014/main" id="{12E74636-FD30-426F-AB4B-DCB49202A134}"/>
              </a:ext>
            </a:extLst>
          </p:cNvPr>
          <p:cNvSpPr>
            <a:spLocks xmlns:a="http://schemas.openxmlformats.org/drawingml/2006/main" noGrp="1"/>
          </p:cNvSpPr>
          <p:nvPr/>
        </p:nvSpPr>
        <p:spPr>
          <a:xfrm xmlns:a="http://schemas.openxmlformats.org/drawingml/2006/main">
            <a:off x="7187183" y="3749037"/>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503" name="Oval 97">
            <a:extLst xmlns:a="http://schemas.openxmlformats.org/drawingml/2006/main">
              <a:ext uri="{FF2B5EF4-FFF2-40B4-BE49-F238E27FC236}">
                <a16:creationId xmlns:a16="http://schemas.microsoft.com/office/drawing/2014/main" id="{6A166140-0DC3-43DC-B55A-BDC54AADA5F4}"/>
              </a:ext>
            </a:extLst>
          </p:cNvPr>
          <p:cNvSpPr>
            <a:spLocks xmlns:a="http://schemas.openxmlformats.org/drawingml/2006/main" noGrp="1"/>
          </p:cNvSpPr>
          <p:nvPr/>
        </p:nvSpPr>
        <p:spPr>
          <a:xfrm xmlns:a="http://schemas.openxmlformats.org/drawingml/2006/main">
            <a:off x="7571230" y="3749037"/>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504" name="Oval 98">
            <a:extLst xmlns:a="http://schemas.openxmlformats.org/drawingml/2006/main">
              <a:ext uri="{FF2B5EF4-FFF2-40B4-BE49-F238E27FC236}">
                <a16:creationId xmlns:a16="http://schemas.microsoft.com/office/drawing/2014/main" id="{8CC3E378-73BE-4FCA-B142-7ACD8A608743}"/>
              </a:ext>
            </a:extLst>
          </p:cNvPr>
          <p:cNvSpPr>
            <a:spLocks xmlns:a="http://schemas.openxmlformats.org/drawingml/2006/main" noGrp="1"/>
          </p:cNvSpPr>
          <p:nvPr/>
        </p:nvSpPr>
        <p:spPr>
          <a:xfrm xmlns:a="http://schemas.openxmlformats.org/drawingml/2006/main">
            <a:off x="7955280" y="3749037"/>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505" name="Oval 99">
            <a:extLst xmlns:a="http://schemas.openxmlformats.org/drawingml/2006/main">
              <a:ext uri="{FF2B5EF4-FFF2-40B4-BE49-F238E27FC236}">
                <a16:creationId xmlns:a16="http://schemas.microsoft.com/office/drawing/2014/main" id="{27E5B8FA-CF8A-45B4-9045-409EC5A28D38}"/>
              </a:ext>
            </a:extLst>
          </p:cNvPr>
          <p:cNvSpPr>
            <a:spLocks xmlns:a="http://schemas.openxmlformats.org/drawingml/2006/main" noGrp="1"/>
          </p:cNvSpPr>
          <p:nvPr/>
        </p:nvSpPr>
        <p:spPr>
          <a:xfrm xmlns:a="http://schemas.openxmlformats.org/drawingml/2006/main">
            <a:off x="8339328" y="3749037"/>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506" name="Oval 100">
            <a:extLst xmlns:a="http://schemas.openxmlformats.org/drawingml/2006/main">
              <a:ext uri="{FF2B5EF4-FFF2-40B4-BE49-F238E27FC236}">
                <a16:creationId xmlns:a16="http://schemas.microsoft.com/office/drawing/2014/main" id="{00C0C715-72EF-4A86-8EFD-B8FC65C8E7DB}"/>
              </a:ext>
            </a:extLst>
          </p:cNvPr>
          <p:cNvSpPr>
            <a:spLocks xmlns:a="http://schemas.openxmlformats.org/drawingml/2006/main" noGrp="1"/>
          </p:cNvSpPr>
          <p:nvPr/>
        </p:nvSpPr>
        <p:spPr>
          <a:xfrm xmlns:a="http://schemas.openxmlformats.org/drawingml/2006/main">
            <a:off x="2834638" y="4142232"/>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507" name="Oval 101">
            <a:extLst xmlns:a="http://schemas.openxmlformats.org/drawingml/2006/main">
              <a:ext uri="{FF2B5EF4-FFF2-40B4-BE49-F238E27FC236}">
                <a16:creationId xmlns:a16="http://schemas.microsoft.com/office/drawing/2014/main" id="{F104A5EB-5935-419A-970A-CE792E42B252}"/>
              </a:ext>
            </a:extLst>
          </p:cNvPr>
          <p:cNvSpPr>
            <a:spLocks xmlns:a="http://schemas.openxmlformats.org/drawingml/2006/main" noGrp="1"/>
          </p:cNvSpPr>
          <p:nvPr/>
        </p:nvSpPr>
        <p:spPr>
          <a:xfrm xmlns:a="http://schemas.openxmlformats.org/drawingml/2006/main">
            <a:off x="3218688" y="4142232"/>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508" name="Oval 102">
            <a:extLst xmlns:a="http://schemas.openxmlformats.org/drawingml/2006/main">
              <a:ext uri="{FF2B5EF4-FFF2-40B4-BE49-F238E27FC236}">
                <a16:creationId xmlns:a16="http://schemas.microsoft.com/office/drawing/2014/main" id="{C1F16D4B-269C-4327-8B55-029F21E357FC}"/>
              </a:ext>
            </a:extLst>
          </p:cNvPr>
          <p:cNvSpPr>
            <a:spLocks xmlns:a="http://schemas.openxmlformats.org/drawingml/2006/main" noGrp="1"/>
          </p:cNvSpPr>
          <p:nvPr/>
        </p:nvSpPr>
        <p:spPr>
          <a:xfrm xmlns:a="http://schemas.openxmlformats.org/drawingml/2006/main">
            <a:off x="3602735" y="4142232"/>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509" name="Oval 103">
            <a:extLst xmlns:a="http://schemas.openxmlformats.org/drawingml/2006/main">
              <a:ext uri="{FF2B5EF4-FFF2-40B4-BE49-F238E27FC236}">
                <a16:creationId xmlns:a16="http://schemas.microsoft.com/office/drawing/2014/main" id="{807235F7-82E6-4C4E-BC29-59572F233ED4}"/>
              </a:ext>
            </a:extLst>
          </p:cNvPr>
          <p:cNvSpPr>
            <a:spLocks xmlns:a="http://schemas.openxmlformats.org/drawingml/2006/main" noGrp="1"/>
          </p:cNvSpPr>
          <p:nvPr/>
        </p:nvSpPr>
        <p:spPr>
          <a:xfrm xmlns:a="http://schemas.openxmlformats.org/drawingml/2006/main">
            <a:off x="3986784" y="4142232"/>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510" name="Oval 104">
            <a:extLst xmlns:a="http://schemas.openxmlformats.org/drawingml/2006/main">
              <a:ext uri="{FF2B5EF4-FFF2-40B4-BE49-F238E27FC236}">
                <a16:creationId xmlns:a16="http://schemas.microsoft.com/office/drawing/2014/main" id="{101F3C0C-0374-47B5-B61E-A56797D76137}"/>
              </a:ext>
            </a:extLst>
          </p:cNvPr>
          <p:cNvSpPr>
            <a:spLocks xmlns:a="http://schemas.openxmlformats.org/drawingml/2006/main" noGrp="1"/>
          </p:cNvSpPr>
          <p:nvPr/>
        </p:nvSpPr>
        <p:spPr>
          <a:xfrm xmlns:a="http://schemas.openxmlformats.org/drawingml/2006/main">
            <a:off x="4370832" y="4142232"/>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511" name="Oval 105">
            <a:extLst xmlns:a="http://schemas.openxmlformats.org/drawingml/2006/main">
              <a:ext uri="{FF2B5EF4-FFF2-40B4-BE49-F238E27FC236}">
                <a16:creationId xmlns:a16="http://schemas.microsoft.com/office/drawing/2014/main" id="{1859632E-84A7-413C-9DB9-EE831D7FCD37}"/>
              </a:ext>
            </a:extLst>
          </p:cNvPr>
          <p:cNvSpPr>
            <a:spLocks xmlns:a="http://schemas.openxmlformats.org/drawingml/2006/main" noGrp="1"/>
          </p:cNvSpPr>
          <p:nvPr/>
        </p:nvSpPr>
        <p:spPr>
          <a:xfrm xmlns:a="http://schemas.openxmlformats.org/drawingml/2006/main">
            <a:off x="4754879" y="4142232"/>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512" name="Oval 106">
            <a:extLst xmlns:a="http://schemas.openxmlformats.org/drawingml/2006/main">
              <a:ext uri="{FF2B5EF4-FFF2-40B4-BE49-F238E27FC236}">
                <a16:creationId xmlns:a16="http://schemas.microsoft.com/office/drawing/2014/main" id="{113A2D04-2A3D-4880-95D0-FDD3DDFCB717}"/>
              </a:ext>
            </a:extLst>
          </p:cNvPr>
          <p:cNvSpPr>
            <a:spLocks xmlns:a="http://schemas.openxmlformats.org/drawingml/2006/main" noGrp="1"/>
          </p:cNvSpPr>
          <p:nvPr/>
        </p:nvSpPr>
        <p:spPr>
          <a:xfrm xmlns:a="http://schemas.openxmlformats.org/drawingml/2006/main">
            <a:off x="5138928" y="4142232"/>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513" name="Oval 107">
            <a:extLst xmlns:a="http://schemas.openxmlformats.org/drawingml/2006/main">
              <a:ext uri="{FF2B5EF4-FFF2-40B4-BE49-F238E27FC236}">
                <a16:creationId xmlns:a16="http://schemas.microsoft.com/office/drawing/2014/main" id="{A4B801F7-1A8F-421F-AA2B-CC555584A23A}"/>
              </a:ext>
            </a:extLst>
          </p:cNvPr>
          <p:cNvSpPr>
            <a:spLocks xmlns:a="http://schemas.openxmlformats.org/drawingml/2006/main" noGrp="1"/>
          </p:cNvSpPr>
          <p:nvPr/>
        </p:nvSpPr>
        <p:spPr>
          <a:xfrm xmlns:a="http://schemas.openxmlformats.org/drawingml/2006/main">
            <a:off x="5522976" y="4142232"/>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514" name="Oval 108">
            <a:extLst xmlns:a="http://schemas.openxmlformats.org/drawingml/2006/main">
              <a:ext uri="{FF2B5EF4-FFF2-40B4-BE49-F238E27FC236}">
                <a16:creationId xmlns:a16="http://schemas.microsoft.com/office/drawing/2014/main" id="{2D269032-C788-4A7B-90D4-C604CDBF2D9C}"/>
              </a:ext>
            </a:extLst>
          </p:cNvPr>
          <p:cNvSpPr>
            <a:spLocks xmlns:a="http://schemas.openxmlformats.org/drawingml/2006/main" noGrp="1"/>
          </p:cNvSpPr>
          <p:nvPr/>
        </p:nvSpPr>
        <p:spPr>
          <a:xfrm xmlns:a="http://schemas.openxmlformats.org/drawingml/2006/main">
            <a:off x="5907023" y="4142232"/>
            <a:ext cx="77739" cy="77739"/>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515" name="Oval 109">
            <a:extLst xmlns:a="http://schemas.openxmlformats.org/drawingml/2006/main">
              <a:ext uri="{FF2B5EF4-FFF2-40B4-BE49-F238E27FC236}">
                <a16:creationId xmlns:a16="http://schemas.microsoft.com/office/drawing/2014/main" id="{CEE12AD1-9823-40A0-BD91-F185EEACF595}"/>
              </a:ext>
            </a:extLst>
          </p:cNvPr>
          <p:cNvSpPr>
            <a:spLocks xmlns:a="http://schemas.openxmlformats.org/drawingml/2006/main" noGrp="1"/>
          </p:cNvSpPr>
          <p:nvPr/>
        </p:nvSpPr>
        <p:spPr>
          <a:xfrm xmlns:a="http://schemas.openxmlformats.org/drawingml/2006/main">
            <a:off x="6291071" y="4142232"/>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516" name="Oval 110">
            <a:extLst xmlns:a="http://schemas.openxmlformats.org/drawingml/2006/main">
              <a:ext uri="{FF2B5EF4-FFF2-40B4-BE49-F238E27FC236}">
                <a16:creationId xmlns:a16="http://schemas.microsoft.com/office/drawing/2014/main" id="{D82F91D0-B51F-4E48-A654-3E6CA5164789}"/>
              </a:ext>
            </a:extLst>
          </p:cNvPr>
          <p:cNvSpPr>
            <a:spLocks xmlns:a="http://schemas.openxmlformats.org/drawingml/2006/main" noGrp="1"/>
          </p:cNvSpPr>
          <p:nvPr/>
        </p:nvSpPr>
        <p:spPr>
          <a:xfrm xmlns:a="http://schemas.openxmlformats.org/drawingml/2006/main">
            <a:off x="6675118" y="4142232"/>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517" name="Oval 111">
            <a:extLst xmlns:a="http://schemas.openxmlformats.org/drawingml/2006/main">
              <a:ext uri="{FF2B5EF4-FFF2-40B4-BE49-F238E27FC236}">
                <a16:creationId xmlns:a16="http://schemas.microsoft.com/office/drawing/2014/main" id="{69015A53-9772-48D4-82CE-E8234F7D8A85}"/>
              </a:ext>
            </a:extLst>
          </p:cNvPr>
          <p:cNvSpPr>
            <a:spLocks xmlns:a="http://schemas.openxmlformats.org/drawingml/2006/main" noGrp="1"/>
          </p:cNvSpPr>
          <p:nvPr/>
        </p:nvSpPr>
        <p:spPr>
          <a:xfrm xmlns:a="http://schemas.openxmlformats.org/drawingml/2006/main">
            <a:off x="7059168" y="4142232"/>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518" name="Oval 112">
            <a:extLst xmlns:a="http://schemas.openxmlformats.org/drawingml/2006/main">
              <a:ext uri="{FF2B5EF4-FFF2-40B4-BE49-F238E27FC236}">
                <a16:creationId xmlns:a16="http://schemas.microsoft.com/office/drawing/2014/main" id="{B51F072E-5332-4091-8A96-29110E69A7A4}"/>
              </a:ext>
            </a:extLst>
          </p:cNvPr>
          <p:cNvSpPr>
            <a:spLocks xmlns:a="http://schemas.openxmlformats.org/drawingml/2006/main" noGrp="1"/>
          </p:cNvSpPr>
          <p:nvPr/>
        </p:nvSpPr>
        <p:spPr>
          <a:xfrm xmlns:a="http://schemas.openxmlformats.org/drawingml/2006/main">
            <a:off x="7443216" y="4142232"/>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519" name="Oval 113">
            <a:extLst xmlns:a="http://schemas.openxmlformats.org/drawingml/2006/main">
              <a:ext uri="{FF2B5EF4-FFF2-40B4-BE49-F238E27FC236}">
                <a16:creationId xmlns:a16="http://schemas.microsoft.com/office/drawing/2014/main" id="{712FF562-2996-4AF9-BE28-7E941416F168}"/>
              </a:ext>
            </a:extLst>
          </p:cNvPr>
          <p:cNvSpPr>
            <a:spLocks xmlns:a="http://schemas.openxmlformats.org/drawingml/2006/main" noGrp="1"/>
          </p:cNvSpPr>
          <p:nvPr/>
        </p:nvSpPr>
        <p:spPr>
          <a:xfrm xmlns:a="http://schemas.openxmlformats.org/drawingml/2006/main">
            <a:off x="7827264" y="4142232"/>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520" name="Oval 114">
            <a:extLst xmlns:a="http://schemas.openxmlformats.org/drawingml/2006/main">
              <a:ext uri="{FF2B5EF4-FFF2-40B4-BE49-F238E27FC236}">
                <a16:creationId xmlns:a16="http://schemas.microsoft.com/office/drawing/2014/main" id="{FFBB4E1F-59B4-4161-869D-F8C802B35FC7}"/>
              </a:ext>
            </a:extLst>
          </p:cNvPr>
          <p:cNvSpPr>
            <a:spLocks xmlns:a="http://schemas.openxmlformats.org/drawingml/2006/main" noGrp="1"/>
          </p:cNvSpPr>
          <p:nvPr/>
        </p:nvSpPr>
        <p:spPr>
          <a:xfrm xmlns:a="http://schemas.openxmlformats.org/drawingml/2006/main">
            <a:off x="8211311" y="4142232"/>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521" name="Oval 115">
            <a:extLst xmlns:a="http://schemas.openxmlformats.org/drawingml/2006/main">
              <a:ext uri="{FF2B5EF4-FFF2-40B4-BE49-F238E27FC236}">
                <a16:creationId xmlns:a16="http://schemas.microsoft.com/office/drawing/2014/main" id="{48CA5AC0-71D5-4A0A-81D4-698D1BE8D6F8}"/>
              </a:ext>
            </a:extLst>
          </p:cNvPr>
          <p:cNvSpPr>
            <a:spLocks xmlns:a="http://schemas.openxmlformats.org/drawingml/2006/main" noGrp="1"/>
          </p:cNvSpPr>
          <p:nvPr/>
        </p:nvSpPr>
        <p:spPr>
          <a:xfrm xmlns:a="http://schemas.openxmlformats.org/drawingml/2006/main">
            <a:off x="2962655" y="4535423"/>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522" name="Oval 116">
            <a:extLst xmlns:a="http://schemas.openxmlformats.org/drawingml/2006/main">
              <a:ext uri="{FF2B5EF4-FFF2-40B4-BE49-F238E27FC236}">
                <a16:creationId xmlns:a16="http://schemas.microsoft.com/office/drawing/2014/main" id="{4B80AA75-90C4-46AB-87AC-2AD01BA32236}"/>
              </a:ext>
            </a:extLst>
          </p:cNvPr>
          <p:cNvSpPr>
            <a:spLocks xmlns:a="http://schemas.openxmlformats.org/drawingml/2006/main" noGrp="1"/>
          </p:cNvSpPr>
          <p:nvPr/>
        </p:nvSpPr>
        <p:spPr>
          <a:xfrm xmlns:a="http://schemas.openxmlformats.org/drawingml/2006/main">
            <a:off x="3346703" y="4535423"/>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523" name="Oval 117">
            <a:extLst xmlns:a="http://schemas.openxmlformats.org/drawingml/2006/main">
              <a:ext uri="{FF2B5EF4-FFF2-40B4-BE49-F238E27FC236}">
                <a16:creationId xmlns:a16="http://schemas.microsoft.com/office/drawing/2014/main" id="{24752B63-5911-4A09-A0F8-7E3BEC73B7B3}"/>
              </a:ext>
            </a:extLst>
          </p:cNvPr>
          <p:cNvSpPr>
            <a:spLocks xmlns:a="http://schemas.openxmlformats.org/drawingml/2006/main" noGrp="1"/>
          </p:cNvSpPr>
          <p:nvPr/>
        </p:nvSpPr>
        <p:spPr>
          <a:xfrm xmlns:a="http://schemas.openxmlformats.org/drawingml/2006/main">
            <a:off x="3730752" y="4535423"/>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524" name="Oval 118">
            <a:extLst xmlns:a="http://schemas.openxmlformats.org/drawingml/2006/main">
              <a:ext uri="{FF2B5EF4-FFF2-40B4-BE49-F238E27FC236}">
                <a16:creationId xmlns:a16="http://schemas.microsoft.com/office/drawing/2014/main" id="{EE388697-6452-44A1-8D3D-871D58243C62}"/>
              </a:ext>
            </a:extLst>
          </p:cNvPr>
          <p:cNvSpPr>
            <a:spLocks xmlns:a="http://schemas.openxmlformats.org/drawingml/2006/main" noGrp="1"/>
          </p:cNvSpPr>
          <p:nvPr/>
        </p:nvSpPr>
        <p:spPr>
          <a:xfrm xmlns:a="http://schemas.openxmlformats.org/drawingml/2006/main">
            <a:off x="4114800" y="4535423"/>
            <a:ext cx="77724"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525" name="Oval 119">
            <a:extLst xmlns:a="http://schemas.openxmlformats.org/drawingml/2006/main">
              <a:ext uri="{FF2B5EF4-FFF2-40B4-BE49-F238E27FC236}">
                <a16:creationId xmlns:a16="http://schemas.microsoft.com/office/drawing/2014/main" id="{FBC19C9A-2A62-40A6-B6F8-C0F11FC9A012}"/>
              </a:ext>
            </a:extLst>
          </p:cNvPr>
          <p:cNvSpPr>
            <a:spLocks xmlns:a="http://schemas.openxmlformats.org/drawingml/2006/main" noGrp="1"/>
          </p:cNvSpPr>
          <p:nvPr/>
        </p:nvSpPr>
        <p:spPr>
          <a:xfrm xmlns:a="http://schemas.openxmlformats.org/drawingml/2006/main">
            <a:off x="4498847" y="4535423"/>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526" name="Oval 120">
            <a:extLst xmlns:a="http://schemas.openxmlformats.org/drawingml/2006/main">
              <a:ext uri="{FF2B5EF4-FFF2-40B4-BE49-F238E27FC236}">
                <a16:creationId xmlns:a16="http://schemas.microsoft.com/office/drawing/2014/main" id="{5398CF5C-8036-471D-845F-E5B66456A576}"/>
              </a:ext>
            </a:extLst>
          </p:cNvPr>
          <p:cNvSpPr>
            <a:spLocks xmlns:a="http://schemas.openxmlformats.org/drawingml/2006/main" noGrp="1"/>
          </p:cNvSpPr>
          <p:nvPr/>
        </p:nvSpPr>
        <p:spPr>
          <a:xfrm xmlns:a="http://schemas.openxmlformats.org/drawingml/2006/main">
            <a:off x="4882896" y="4535423"/>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527" name="Oval 121">
            <a:extLst xmlns:a="http://schemas.openxmlformats.org/drawingml/2006/main">
              <a:ext uri="{FF2B5EF4-FFF2-40B4-BE49-F238E27FC236}">
                <a16:creationId xmlns:a16="http://schemas.microsoft.com/office/drawing/2014/main" id="{49CAB344-9C59-4031-82BF-9E569055BDF0}"/>
              </a:ext>
            </a:extLst>
          </p:cNvPr>
          <p:cNvSpPr>
            <a:spLocks xmlns:a="http://schemas.openxmlformats.org/drawingml/2006/main" noGrp="1"/>
          </p:cNvSpPr>
          <p:nvPr/>
        </p:nvSpPr>
        <p:spPr>
          <a:xfrm xmlns:a="http://schemas.openxmlformats.org/drawingml/2006/main">
            <a:off x="5266944" y="4535423"/>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528" name="Oval 122">
            <a:extLst xmlns:a="http://schemas.openxmlformats.org/drawingml/2006/main">
              <a:ext uri="{FF2B5EF4-FFF2-40B4-BE49-F238E27FC236}">
                <a16:creationId xmlns:a16="http://schemas.microsoft.com/office/drawing/2014/main" id="{046D433E-F16E-4124-9FC4-2CA124CEC90A}"/>
              </a:ext>
            </a:extLst>
          </p:cNvPr>
          <p:cNvSpPr>
            <a:spLocks xmlns:a="http://schemas.openxmlformats.org/drawingml/2006/main" noGrp="1"/>
          </p:cNvSpPr>
          <p:nvPr/>
        </p:nvSpPr>
        <p:spPr>
          <a:xfrm xmlns:a="http://schemas.openxmlformats.org/drawingml/2006/main">
            <a:off x="5650991" y="4535423"/>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529" name="Oval 123">
            <a:extLst xmlns:a="http://schemas.openxmlformats.org/drawingml/2006/main">
              <a:ext uri="{FF2B5EF4-FFF2-40B4-BE49-F238E27FC236}">
                <a16:creationId xmlns:a16="http://schemas.microsoft.com/office/drawing/2014/main" id="{409DB94B-F1B5-4550-80AC-8889E38191F5}"/>
              </a:ext>
            </a:extLst>
          </p:cNvPr>
          <p:cNvSpPr>
            <a:spLocks xmlns:a="http://schemas.openxmlformats.org/drawingml/2006/main" noGrp="1"/>
          </p:cNvSpPr>
          <p:nvPr/>
        </p:nvSpPr>
        <p:spPr>
          <a:xfrm xmlns:a="http://schemas.openxmlformats.org/drawingml/2006/main">
            <a:off x="6035040" y="4535423"/>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530" name="Oval 124">
            <a:extLst xmlns:a="http://schemas.openxmlformats.org/drawingml/2006/main">
              <a:ext uri="{FF2B5EF4-FFF2-40B4-BE49-F238E27FC236}">
                <a16:creationId xmlns:a16="http://schemas.microsoft.com/office/drawing/2014/main" id="{57ECF391-29A1-4D49-83AD-9EF92ADFD365}"/>
              </a:ext>
            </a:extLst>
          </p:cNvPr>
          <p:cNvSpPr>
            <a:spLocks xmlns:a="http://schemas.openxmlformats.org/drawingml/2006/main" noGrp="1"/>
          </p:cNvSpPr>
          <p:nvPr/>
        </p:nvSpPr>
        <p:spPr>
          <a:xfrm xmlns:a="http://schemas.openxmlformats.org/drawingml/2006/main">
            <a:off x="6419088" y="4535423"/>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531" name="Oval 125">
            <a:extLst xmlns:a="http://schemas.openxmlformats.org/drawingml/2006/main">
              <a:ext uri="{FF2B5EF4-FFF2-40B4-BE49-F238E27FC236}">
                <a16:creationId xmlns:a16="http://schemas.microsoft.com/office/drawing/2014/main" id="{D486C9A2-2E5A-49E7-B43C-987F7CF759FE}"/>
              </a:ext>
            </a:extLst>
          </p:cNvPr>
          <p:cNvSpPr>
            <a:spLocks xmlns:a="http://schemas.openxmlformats.org/drawingml/2006/main" noGrp="1"/>
          </p:cNvSpPr>
          <p:nvPr/>
        </p:nvSpPr>
        <p:spPr>
          <a:xfrm xmlns:a="http://schemas.openxmlformats.org/drawingml/2006/main">
            <a:off x="6803135" y="4535423"/>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532" name="Oval 126">
            <a:extLst xmlns:a="http://schemas.openxmlformats.org/drawingml/2006/main">
              <a:ext uri="{FF2B5EF4-FFF2-40B4-BE49-F238E27FC236}">
                <a16:creationId xmlns:a16="http://schemas.microsoft.com/office/drawing/2014/main" id="{49FD7EBF-57EB-46C6-B82E-81FE30E63B1F}"/>
              </a:ext>
            </a:extLst>
          </p:cNvPr>
          <p:cNvSpPr>
            <a:spLocks xmlns:a="http://schemas.openxmlformats.org/drawingml/2006/main" noGrp="1"/>
          </p:cNvSpPr>
          <p:nvPr/>
        </p:nvSpPr>
        <p:spPr>
          <a:xfrm xmlns:a="http://schemas.openxmlformats.org/drawingml/2006/main">
            <a:off x="7187183" y="4535423"/>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533" name="Oval 127">
            <a:extLst xmlns:a="http://schemas.openxmlformats.org/drawingml/2006/main">
              <a:ext uri="{FF2B5EF4-FFF2-40B4-BE49-F238E27FC236}">
                <a16:creationId xmlns:a16="http://schemas.microsoft.com/office/drawing/2014/main" id="{77972B68-D65B-4313-AAA0-F3B639AFA3B6}"/>
              </a:ext>
            </a:extLst>
          </p:cNvPr>
          <p:cNvSpPr>
            <a:spLocks xmlns:a="http://schemas.openxmlformats.org/drawingml/2006/main" noGrp="1"/>
          </p:cNvSpPr>
          <p:nvPr/>
        </p:nvSpPr>
        <p:spPr>
          <a:xfrm xmlns:a="http://schemas.openxmlformats.org/drawingml/2006/main">
            <a:off x="7571230" y="4535423"/>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534" name="Oval 128">
            <a:extLst xmlns:a="http://schemas.openxmlformats.org/drawingml/2006/main">
              <a:ext uri="{FF2B5EF4-FFF2-40B4-BE49-F238E27FC236}">
                <a16:creationId xmlns:a16="http://schemas.microsoft.com/office/drawing/2014/main" id="{E8C430F9-7B35-4A5E-8436-5EC083AEAE95}"/>
              </a:ext>
            </a:extLst>
          </p:cNvPr>
          <p:cNvSpPr>
            <a:spLocks xmlns:a="http://schemas.openxmlformats.org/drawingml/2006/main" noGrp="1"/>
          </p:cNvSpPr>
          <p:nvPr/>
        </p:nvSpPr>
        <p:spPr>
          <a:xfrm xmlns:a="http://schemas.openxmlformats.org/drawingml/2006/main">
            <a:off x="7955280" y="4535423"/>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535" name="Oval 129">
            <a:extLst xmlns:a="http://schemas.openxmlformats.org/drawingml/2006/main">
              <a:ext uri="{FF2B5EF4-FFF2-40B4-BE49-F238E27FC236}">
                <a16:creationId xmlns:a16="http://schemas.microsoft.com/office/drawing/2014/main" id="{338FC629-CBBE-4555-955F-9D841E89EA6B}"/>
              </a:ext>
            </a:extLst>
          </p:cNvPr>
          <p:cNvSpPr>
            <a:spLocks xmlns:a="http://schemas.openxmlformats.org/drawingml/2006/main" noGrp="1"/>
          </p:cNvSpPr>
          <p:nvPr/>
        </p:nvSpPr>
        <p:spPr>
          <a:xfrm xmlns:a="http://schemas.openxmlformats.org/drawingml/2006/main">
            <a:off x="8339328" y="4535423"/>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536" name="Oval 130">
            <a:extLst xmlns:a="http://schemas.openxmlformats.org/drawingml/2006/main">
              <a:ext uri="{FF2B5EF4-FFF2-40B4-BE49-F238E27FC236}">
                <a16:creationId xmlns:a16="http://schemas.microsoft.com/office/drawing/2014/main" id="{A4797EEC-380B-42B1-9E49-A1054BD7958D}"/>
              </a:ext>
            </a:extLst>
          </p:cNvPr>
          <p:cNvSpPr>
            <a:spLocks xmlns:a="http://schemas.openxmlformats.org/drawingml/2006/main" noGrp="1"/>
          </p:cNvSpPr>
          <p:nvPr/>
        </p:nvSpPr>
        <p:spPr>
          <a:xfrm xmlns:a="http://schemas.openxmlformats.org/drawingml/2006/main">
            <a:off x="2834638" y="4928615"/>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537" name="Oval 131">
            <a:extLst xmlns:a="http://schemas.openxmlformats.org/drawingml/2006/main">
              <a:ext uri="{FF2B5EF4-FFF2-40B4-BE49-F238E27FC236}">
                <a16:creationId xmlns:a16="http://schemas.microsoft.com/office/drawing/2014/main" id="{25338372-A8F6-4715-B5D1-1EA01DDD2EE5}"/>
              </a:ext>
            </a:extLst>
          </p:cNvPr>
          <p:cNvSpPr>
            <a:spLocks xmlns:a="http://schemas.openxmlformats.org/drawingml/2006/main" noGrp="1"/>
          </p:cNvSpPr>
          <p:nvPr/>
        </p:nvSpPr>
        <p:spPr>
          <a:xfrm xmlns:a="http://schemas.openxmlformats.org/drawingml/2006/main">
            <a:off x="3218688" y="4928615"/>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538" name="Oval 132">
            <a:extLst xmlns:a="http://schemas.openxmlformats.org/drawingml/2006/main">
              <a:ext uri="{FF2B5EF4-FFF2-40B4-BE49-F238E27FC236}">
                <a16:creationId xmlns:a16="http://schemas.microsoft.com/office/drawing/2014/main" id="{ACD6DC35-2470-48B6-A11C-BEE35A1EB1F7}"/>
              </a:ext>
            </a:extLst>
          </p:cNvPr>
          <p:cNvSpPr>
            <a:spLocks xmlns:a="http://schemas.openxmlformats.org/drawingml/2006/main" noGrp="1"/>
          </p:cNvSpPr>
          <p:nvPr/>
        </p:nvSpPr>
        <p:spPr>
          <a:xfrm xmlns:a="http://schemas.openxmlformats.org/drawingml/2006/main">
            <a:off x="3602735" y="4928615"/>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539" name="Oval 133">
            <a:extLst xmlns:a="http://schemas.openxmlformats.org/drawingml/2006/main">
              <a:ext uri="{FF2B5EF4-FFF2-40B4-BE49-F238E27FC236}">
                <a16:creationId xmlns:a16="http://schemas.microsoft.com/office/drawing/2014/main" id="{3456B7C3-C5FE-46B3-B81C-C7CCCFCD5717}"/>
              </a:ext>
            </a:extLst>
          </p:cNvPr>
          <p:cNvSpPr>
            <a:spLocks xmlns:a="http://schemas.openxmlformats.org/drawingml/2006/main" noGrp="1"/>
          </p:cNvSpPr>
          <p:nvPr/>
        </p:nvSpPr>
        <p:spPr>
          <a:xfrm xmlns:a="http://schemas.openxmlformats.org/drawingml/2006/main">
            <a:off x="3986784" y="4928615"/>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540" name="Oval 134">
            <a:extLst xmlns:a="http://schemas.openxmlformats.org/drawingml/2006/main">
              <a:ext uri="{FF2B5EF4-FFF2-40B4-BE49-F238E27FC236}">
                <a16:creationId xmlns:a16="http://schemas.microsoft.com/office/drawing/2014/main" id="{495913BF-1AB6-4816-8B71-3F1D414BC75E}"/>
              </a:ext>
            </a:extLst>
          </p:cNvPr>
          <p:cNvSpPr>
            <a:spLocks xmlns:a="http://schemas.openxmlformats.org/drawingml/2006/main" noGrp="1"/>
          </p:cNvSpPr>
          <p:nvPr/>
        </p:nvSpPr>
        <p:spPr>
          <a:xfrm xmlns:a="http://schemas.openxmlformats.org/drawingml/2006/main">
            <a:off x="4370832" y="4928615"/>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541" name="Oval 135">
            <a:extLst xmlns:a="http://schemas.openxmlformats.org/drawingml/2006/main">
              <a:ext uri="{FF2B5EF4-FFF2-40B4-BE49-F238E27FC236}">
                <a16:creationId xmlns:a16="http://schemas.microsoft.com/office/drawing/2014/main" id="{6AC125BA-704E-46B3-B69D-F55E9616B167}"/>
              </a:ext>
            </a:extLst>
          </p:cNvPr>
          <p:cNvSpPr>
            <a:spLocks xmlns:a="http://schemas.openxmlformats.org/drawingml/2006/main" noGrp="1"/>
          </p:cNvSpPr>
          <p:nvPr/>
        </p:nvSpPr>
        <p:spPr>
          <a:xfrm xmlns:a="http://schemas.openxmlformats.org/drawingml/2006/main">
            <a:off x="4754879" y="4928615"/>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542" name="Oval 136">
            <a:extLst xmlns:a="http://schemas.openxmlformats.org/drawingml/2006/main">
              <a:ext uri="{FF2B5EF4-FFF2-40B4-BE49-F238E27FC236}">
                <a16:creationId xmlns:a16="http://schemas.microsoft.com/office/drawing/2014/main" id="{6F0733CE-650A-4B4D-945D-ECCC039BD504}"/>
              </a:ext>
            </a:extLst>
          </p:cNvPr>
          <p:cNvSpPr>
            <a:spLocks xmlns:a="http://schemas.openxmlformats.org/drawingml/2006/main" noGrp="1"/>
          </p:cNvSpPr>
          <p:nvPr/>
        </p:nvSpPr>
        <p:spPr>
          <a:xfrm xmlns:a="http://schemas.openxmlformats.org/drawingml/2006/main">
            <a:off x="5138928" y="4928615"/>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543" name="Oval 137">
            <a:extLst xmlns:a="http://schemas.openxmlformats.org/drawingml/2006/main">
              <a:ext uri="{FF2B5EF4-FFF2-40B4-BE49-F238E27FC236}">
                <a16:creationId xmlns:a16="http://schemas.microsoft.com/office/drawing/2014/main" id="{3F037237-77B5-4BF4-915C-9BB8A8391831}"/>
              </a:ext>
            </a:extLst>
          </p:cNvPr>
          <p:cNvSpPr>
            <a:spLocks xmlns:a="http://schemas.openxmlformats.org/drawingml/2006/main" noGrp="1"/>
          </p:cNvSpPr>
          <p:nvPr/>
        </p:nvSpPr>
        <p:spPr>
          <a:xfrm xmlns:a="http://schemas.openxmlformats.org/drawingml/2006/main">
            <a:off x="5522976" y="4928615"/>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544" name="Oval 138">
            <a:extLst xmlns:a="http://schemas.openxmlformats.org/drawingml/2006/main">
              <a:ext uri="{FF2B5EF4-FFF2-40B4-BE49-F238E27FC236}">
                <a16:creationId xmlns:a16="http://schemas.microsoft.com/office/drawing/2014/main" id="{B7BE9A19-D4EC-49A1-8565-B0DC29F74B54}"/>
              </a:ext>
            </a:extLst>
          </p:cNvPr>
          <p:cNvSpPr>
            <a:spLocks xmlns:a="http://schemas.openxmlformats.org/drawingml/2006/main" noGrp="1"/>
          </p:cNvSpPr>
          <p:nvPr/>
        </p:nvSpPr>
        <p:spPr>
          <a:xfrm xmlns:a="http://schemas.openxmlformats.org/drawingml/2006/main">
            <a:off x="5907023" y="4928615"/>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545" name="Oval 139">
            <a:extLst xmlns:a="http://schemas.openxmlformats.org/drawingml/2006/main">
              <a:ext uri="{FF2B5EF4-FFF2-40B4-BE49-F238E27FC236}">
                <a16:creationId xmlns:a16="http://schemas.microsoft.com/office/drawing/2014/main" id="{337CBAF3-0F77-4D04-87F1-2F31BB5C648C}"/>
              </a:ext>
            </a:extLst>
          </p:cNvPr>
          <p:cNvSpPr>
            <a:spLocks xmlns:a="http://schemas.openxmlformats.org/drawingml/2006/main" noGrp="1"/>
          </p:cNvSpPr>
          <p:nvPr/>
        </p:nvSpPr>
        <p:spPr>
          <a:xfrm xmlns:a="http://schemas.openxmlformats.org/drawingml/2006/main">
            <a:off x="6291071" y="4928615"/>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546" name="Oval 140">
            <a:extLst xmlns:a="http://schemas.openxmlformats.org/drawingml/2006/main">
              <a:ext uri="{FF2B5EF4-FFF2-40B4-BE49-F238E27FC236}">
                <a16:creationId xmlns:a16="http://schemas.microsoft.com/office/drawing/2014/main" id="{6245C095-2BDF-4AA2-BD16-B0A060D9C2AA}"/>
              </a:ext>
            </a:extLst>
          </p:cNvPr>
          <p:cNvSpPr>
            <a:spLocks xmlns:a="http://schemas.openxmlformats.org/drawingml/2006/main" noGrp="1"/>
          </p:cNvSpPr>
          <p:nvPr/>
        </p:nvSpPr>
        <p:spPr>
          <a:xfrm xmlns:a="http://schemas.openxmlformats.org/drawingml/2006/main">
            <a:off x="6675118" y="4928615"/>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547" name="Oval 141">
            <a:extLst xmlns:a="http://schemas.openxmlformats.org/drawingml/2006/main">
              <a:ext uri="{FF2B5EF4-FFF2-40B4-BE49-F238E27FC236}">
                <a16:creationId xmlns:a16="http://schemas.microsoft.com/office/drawing/2014/main" id="{B53A717C-B620-4253-92E1-FFE649AAC988}"/>
              </a:ext>
            </a:extLst>
          </p:cNvPr>
          <p:cNvSpPr>
            <a:spLocks xmlns:a="http://schemas.openxmlformats.org/drawingml/2006/main" noGrp="1"/>
          </p:cNvSpPr>
          <p:nvPr/>
        </p:nvSpPr>
        <p:spPr>
          <a:xfrm xmlns:a="http://schemas.openxmlformats.org/drawingml/2006/main">
            <a:off x="7059168" y="4928615"/>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548" name="Oval 142">
            <a:extLst xmlns:a="http://schemas.openxmlformats.org/drawingml/2006/main">
              <a:ext uri="{FF2B5EF4-FFF2-40B4-BE49-F238E27FC236}">
                <a16:creationId xmlns:a16="http://schemas.microsoft.com/office/drawing/2014/main" id="{E149F45C-757B-4C2C-ACF2-5C329DBAC1EF}"/>
              </a:ext>
            </a:extLst>
          </p:cNvPr>
          <p:cNvSpPr>
            <a:spLocks xmlns:a="http://schemas.openxmlformats.org/drawingml/2006/main" noGrp="1"/>
          </p:cNvSpPr>
          <p:nvPr/>
        </p:nvSpPr>
        <p:spPr>
          <a:xfrm xmlns:a="http://schemas.openxmlformats.org/drawingml/2006/main">
            <a:off x="7443216" y="4928615"/>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549" name="Oval 143">
            <a:extLst xmlns:a="http://schemas.openxmlformats.org/drawingml/2006/main">
              <a:ext uri="{FF2B5EF4-FFF2-40B4-BE49-F238E27FC236}">
                <a16:creationId xmlns:a16="http://schemas.microsoft.com/office/drawing/2014/main" id="{10989F65-497F-473C-A5DF-4742408D679B}"/>
              </a:ext>
            </a:extLst>
          </p:cNvPr>
          <p:cNvSpPr>
            <a:spLocks xmlns:a="http://schemas.openxmlformats.org/drawingml/2006/main" noGrp="1"/>
          </p:cNvSpPr>
          <p:nvPr/>
        </p:nvSpPr>
        <p:spPr>
          <a:xfrm xmlns:a="http://schemas.openxmlformats.org/drawingml/2006/main">
            <a:off x="7827264" y="4928615"/>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550" name="Oval 144">
            <a:extLst xmlns:a="http://schemas.openxmlformats.org/drawingml/2006/main">
              <a:ext uri="{FF2B5EF4-FFF2-40B4-BE49-F238E27FC236}">
                <a16:creationId xmlns:a16="http://schemas.microsoft.com/office/drawing/2014/main" id="{7C3B873A-A672-4E58-883E-EE03CE88AE7F}"/>
              </a:ext>
            </a:extLst>
          </p:cNvPr>
          <p:cNvSpPr>
            <a:spLocks xmlns:a="http://schemas.openxmlformats.org/drawingml/2006/main" noGrp="1"/>
          </p:cNvSpPr>
          <p:nvPr/>
        </p:nvSpPr>
        <p:spPr>
          <a:xfrm xmlns:a="http://schemas.openxmlformats.org/drawingml/2006/main">
            <a:off x="8211311" y="4928615"/>
            <a:ext cx="77739" cy="77739"/>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551" name="Rounded Rectangle 145">
            <a:extLst xmlns:a="http://schemas.openxmlformats.org/drawingml/2006/main">
              <a:ext uri="{FF2B5EF4-FFF2-40B4-BE49-F238E27FC236}">
                <a16:creationId xmlns:a16="http://schemas.microsoft.com/office/drawing/2014/main" id="{0BEA09A3-7152-40F6-8C31-AD735469DA52}"/>
              </a:ext>
            </a:extLst>
          </p:cNvPr>
          <p:cNvSpPr>
            <a:spLocks xmlns:a="http://schemas.openxmlformats.org/drawingml/2006/main" noGrp="1"/>
          </p:cNvSpPr>
          <p:nvPr/>
        </p:nvSpPr>
        <p:spPr>
          <a:xfrm xmlns:a="http://schemas.openxmlformats.org/drawingml/2006/main">
            <a:off x="9528047" y="2167127"/>
            <a:ext cx="1417328" cy="1847090"/>
          </a:xfrm>
          <a:prstGeom xmlns:a="http://schemas.openxmlformats.org/drawingml/2006/main" prst="roundRect">
            <a:avLst>
              <a:gd name="adj" fmla="val 16667"/>
            </a:avLst>
          </a:prstGeom>
          <a:ln xmlns:a="http://schemas.openxmlformats.org/drawingml/2006/main" w="1397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552" name="Connector 146">
            <a:extLst xmlns:a="http://schemas.openxmlformats.org/drawingml/2006/main">
              <a:ext uri="{FF2B5EF4-FFF2-40B4-BE49-F238E27FC236}">
                <a16:creationId xmlns:a16="http://schemas.microsoft.com/office/drawing/2014/main" id="{D8DAE9FA-6B61-45E0-857D-237CED87015B}"/>
              </a:ext>
            </a:extLst>
          </p:cNvPr>
          <p:cNvSpPr>
            <a:spLocks xmlns:a="http://schemas.openxmlformats.org/drawingml/2006/main" noGrp="1"/>
          </p:cNvSpPr>
          <p:nvPr/>
        </p:nvSpPr>
        <p:spPr>
          <a:xfrm xmlns:a="http://schemas.openxmlformats.org/drawingml/2006/main">
            <a:off x="9802368" y="2670048"/>
            <a:ext cx="850393" cy="7"/>
          </a:xfrm>
          <a:prstGeom xmlns:a="http://schemas.openxmlformats.org/drawingml/2006/main" prst="line">
            <a:avLst/>
          </a:prstGeom>
          <a:ln xmlns:a="http://schemas.openxmlformats.org/drawingml/2006/main" w="16510">
            <a:solidFill>
              <a:srgbClr val="111318"/>
            </a:solidFill>
          </a:ln>
          <a:effectLst xmlns:a="http://schemas.openxmlformats.org/drawingml/2006/main">
            <a:outerShdw blurRad="38100" dist="20000" dir="5400000" sx="100000" sy="100000" kx="0" ky="0" algn="b" rotWithShape="0">
              <a:srgbClr val="000000">
                <a:alpha val="38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553" name="Connector 147">
            <a:extLst xmlns:a="http://schemas.openxmlformats.org/drawingml/2006/main">
              <a:ext uri="{FF2B5EF4-FFF2-40B4-BE49-F238E27FC236}">
                <a16:creationId xmlns:a16="http://schemas.microsoft.com/office/drawing/2014/main" id="{D567A786-D7AD-420A-8D6F-2F046F484FE2}"/>
              </a:ext>
            </a:extLst>
          </p:cNvPr>
          <p:cNvSpPr>
            <a:spLocks xmlns:a="http://schemas.openxmlformats.org/drawingml/2006/main" noGrp="1"/>
          </p:cNvSpPr>
          <p:nvPr/>
        </p:nvSpPr>
        <p:spPr>
          <a:xfrm xmlns:a="http://schemas.openxmlformats.org/drawingml/2006/main">
            <a:off x="9802368" y="2990088"/>
            <a:ext cx="694952" cy="8"/>
          </a:xfrm>
          <a:prstGeom xmlns:a="http://schemas.openxmlformats.org/drawingml/2006/main" prst="line">
            <a:avLst/>
          </a:prstGeom>
          <a:ln xmlns:a="http://schemas.openxmlformats.org/drawingml/2006/main" w="16510">
            <a:solidFill>
              <a:srgbClr val="111318"/>
            </a:solidFill>
          </a:ln>
          <a:effectLst xmlns:a="http://schemas.openxmlformats.org/drawingml/2006/main">
            <a:outerShdw blurRad="38100" dist="20000" dir="5400000" sx="100000" sy="100000" kx="0" ky="0" algn="b" rotWithShape="0">
              <a:srgbClr val="000000">
                <a:alpha val="38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554" name="Connector 148">
            <a:extLst xmlns:a="http://schemas.openxmlformats.org/drawingml/2006/main">
              <a:ext uri="{FF2B5EF4-FFF2-40B4-BE49-F238E27FC236}">
                <a16:creationId xmlns:a16="http://schemas.microsoft.com/office/drawing/2014/main" id="{E7F9E10F-722A-4E43-B5AC-C07CDA86D55A}"/>
              </a:ext>
            </a:extLst>
          </p:cNvPr>
          <p:cNvSpPr>
            <a:spLocks xmlns:a="http://schemas.openxmlformats.org/drawingml/2006/main" noGrp="1"/>
          </p:cNvSpPr>
          <p:nvPr/>
        </p:nvSpPr>
        <p:spPr>
          <a:xfrm xmlns:a="http://schemas.openxmlformats.org/drawingml/2006/main">
            <a:off x="9802368" y="3310128"/>
            <a:ext cx="786392" cy="8"/>
          </a:xfrm>
          <a:prstGeom xmlns:a="http://schemas.openxmlformats.org/drawingml/2006/main" prst="line">
            <a:avLst/>
          </a:prstGeom>
          <a:ln xmlns:a="http://schemas.openxmlformats.org/drawingml/2006/main" w="19050">
            <a:solidFill>
              <a:srgbClr val="1FA873"/>
            </a:solidFill>
          </a:ln>
          <a:effectLst xmlns:a="http://schemas.openxmlformats.org/drawingml/2006/main">
            <a:outerShdw blurRad="38100" dist="20000" dir="5400000" sx="100000" sy="100000" kx="0" ky="0" algn="b" rotWithShape="0">
              <a:srgbClr val="000000">
                <a:alpha val="38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555" name="Connector 149">
            <a:extLst xmlns:a="http://schemas.openxmlformats.org/drawingml/2006/main">
              <a:ext uri="{FF2B5EF4-FFF2-40B4-BE49-F238E27FC236}">
                <a16:creationId xmlns:a16="http://schemas.microsoft.com/office/drawing/2014/main" id="{C5B5E4A3-6822-4F12-AF4B-5F8A99FD39DB}"/>
              </a:ext>
            </a:extLst>
          </p:cNvPr>
          <p:cNvSpPr>
            <a:spLocks xmlns:a="http://schemas.openxmlformats.org/drawingml/2006/main" noGrp="1"/>
          </p:cNvSpPr>
          <p:nvPr/>
        </p:nvSpPr>
        <p:spPr>
          <a:xfrm xmlns:a="http://schemas.openxmlformats.org/drawingml/2006/main">
            <a:off x="7098030" y="1821936"/>
            <a:ext cx="2430026" cy="1268742"/>
          </a:xfrm>
          <a:prstGeom xmlns:a="http://schemas.openxmlformats.org/drawingml/2006/main" prst="line">
            <a:avLst/>
          </a:prstGeom>
          <a:ln xmlns:a="http://schemas.openxmlformats.org/drawingml/2006/main" w="8890">
            <a:solidFill>
              <a:srgbClr val="DADDE2"/>
            </a:solidFill>
          </a:ln>
          <a:effectLst xmlns:a="http://schemas.openxmlformats.org/drawingml/2006/main">
            <a:outerShdw blurRad="38100" dist="20000" dir="5400000" sx="100000" sy="100000" kx="0" ky="0" algn="b" rotWithShape="0">
              <a:srgbClr val="000000">
                <a:alpha val="38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556" name="Connector 150">
            <a:extLst xmlns:a="http://schemas.openxmlformats.org/drawingml/2006/main">
              <a:ext uri="{FF2B5EF4-FFF2-40B4-BE49-F238E27FC236}">
                <a16:creationId xmlns:a16="http://schemas.microsoft.com/office/drawing/2014/main" id="{8AD362A8-99F1-4447-ADA5-D10FBA1AD7CD}"/>
              </a:ext>
            </a:extLst>
          </p:cNvPr>
          <p:cNvSpPr>
            <a:spLocks xmlns:a="http://schemas.openxmlformats.org/drawingml/2006/main" noGrp="1"/>
          </p:cNvSpPr>
          <p:nvPr/>
        </p:nvSpPr>
        <p:spPr>
          <a:xfrm xmlns:a="http://schemas.openxmlformats.org/drawingml/2006/main">
            <a:off x="7994138" y="2215133"/>
            <a:ext cx="1533915" cy="875540"/>
          </a:xfrm>
          <a:prstGeom xmlns:a="http://schemas.openxmlformats.org/drawingml/2006/main" prst="line">
            <a:avLst/>
          </a:prstGeom>
          <a:ln xmlns:a="http://schemas.openxmlformats.org/drawingml/2006/main" w="8890">
            <a:solidFill>
              <a:srgbClr val="DADDE2"/>
            </a:solidFill>
          </a:ln>
          <a:effectLst xmlns:a="http://schemas.openxmlformats.org/drawingml/2006/main">
            <a:outerShdw blurRad="38100" dist="20000" dir="5400000" sx="100000" sy="100000" kx="0" ky="0" algn="b" rotWithShape="0">
              <a:srgbClr val="000000">
                <a:alpha val="38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557" name="Connector 151">
            <a:extLst xmlns:a="http://schemas.openxmlformats.org/drawingml/2006/main">
              <a:ext uri="{FF2B5EF4-FFF2-40B4-BE49-F238E27FC236}">
                <a16:creationId xmlns:a16="http://schemas.microsoft.com/office/drawing/2014/main" id="{2F5271C4-09D7-4815-9EC7-A36B7D8CB1B7}"/>
              </a:ext>
            </a:extLst>
          </p:cNvPr>
          <p:cNvSpPr>
            <a:spLocks xmlns:a="http://schemas.openxmlformats.org/drawingml/2006/main" noGrp="1"/>
          </p:cNvSpPr>
          <p:nvPr/>
        </p:nvSpPr>
        <p:spPr>
          <a:xfrm xmlns:a="http://schemas.openxmlformats.org/drawingml/2006/main">
            <a:off x="3769612" y="3001516"/>
            <a:ext cx="5758443" cy="89160"/>
          </a:xfrm>
          <a:prstGeom xmlns:a="http://schemas.openxmlformats.org/drawingml/2006/main" prst="line">
            <a:avLst/>
          </a:prstGeom>
          <a:ln xmlns:a="http://schemas.openxmlformats.org/drawingml/2006/main" w="8890">
            <a:solidFill>
              <a:srgbClr val="DADDE2"/>
            </a:solidFill>
          </a:ln>
          <a:effectLst xmlns:a="http://schemas.openxmlformats.org/drawingml/2006/main">
            <a:outerShdw blurRad="38100" dist="20000" dir="5400000" sx="100000" sy="100000" kx="0" ky="0" algn="b" rotWithShape="0">
              <a:srgbClr val="000000">
                <a:alpha val="38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558" name="Connector 152">
            <a:extLst xmlns:a="http://schemas.openxmlformats.org/drawingml/2006/main">
              <a:ext uri="{FF2B5EF4-FFF2-40B4-BE49-F238E27FC236}">
                <a16:creationId xmlns:a16="http://schemas.microsoft.com/office/drawing/2014/main" id="{11F89D61-AEA3-451F-ACB1-652DECCBF8CA}"/>
              </a:ext>
            </a:extLst>
          </p:cNvPr>
          <p:cNvSpPr>
            <a:spLocks xmlns:a="http://schemas.openxmlformats.org/drawingml/2006/main" noGrp="1"/>
          </p:cNvSpPr>
          <p:nvPr/>
        </p:nvSpPr>
        <p:spPr>
          <a:xfrm xmlns:a="http://schemas.openxmlformats.org/drawingml/2006/main" flipV="1">
            <a:off x="4793739" y="3090671"/>
            <a:ext cx="4734316" cy="304046"/>
          </a:xfrm>
          <a:prstGeom xmlns:a="http://schemas.openxmlformats.org/drawingml/2006/main" prst="line">
            <a:avLst/>
          </a:prstGeom>
          <a:ln xmlns:a="http://schemas.openxmlformats.org/drawingml/2006/main" w="8890">
            <a:solidFill>
              <a:srgbClr val="DADDE2"/>
            </a:solidFill>
          </a:ln>
          <a:effectLst xmlns:a="http://schemas.openxmlformats.org/drawingml/2006/main">
            <a:outerShdw blurRad="38100" dist="20000" dir="5400000" sx="100000" sy="100000" kx="0" ky="0" algn="b" rotWithShape="0">
              <a:srgbClr val="000000">
                <a:alpha val="38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559" name="Connector 153">
            <a:extLst xmlns:a="http://schemas.openxmlformats.org/drawingml/2006/main">
              <a:ext uri="{FF2B5EF4-FFF2-40B4-BE49-F238E27FC236}">
                <a16:creationId xmlns:a16="http://schemas.microsoft.com/office/drawing/2014/main" id="{3ED21CD8-D1FA-4D67-B050-A2D558F96233}"/>
              </a:ext>
            </a:extLst>
          </p:cNvPr>
          <p:cNvSpPr>
            <a:spLocks xmlns:a="http://schemas.openxmlformats.org/drawingml/2006/main" noGrp="1"/>
          </p:cNvSpPr>
          <p:nvPr/>
        </p:nvSpPr>
        <p:spPr>
          <a:xfrm xmlns:a="http://schemas.openxmlformats.org/drawingml/2006/main" flipV="1">
            <a:off x="5689851" y="3090671"/>
            <a:ext cx="3838200" cy="697238"/>
          </a:xfrm>
          <a:prstGeom xmlns:a="http://schemas.openxmlformats.org/drawingml/2006/main" prst="line">
            <a:avLst/>
          </a:prstGeom>
          <a:ln xmlns:a="http://schemas.openxmlformats.org/drawingml/2006/main" w="8890">
            <a:solidFill>
              <a:srgbClr val="DADDE2"/>
            </a:solidFill>
          </a:ln>
          <a:effectLst xmlns:a="http://schemas.openxmlformats.org/drawingml/2006/main">
            <a:outerShdw blurRad="38100" dist="20000" dir="5400000" sx="100000" sy="100000" kx="0" ky="0" algn="b" rotWithShape="0">
              <a:srgbClr val="000000">
                <a:alpha val="38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560" name="Connector 154">
            <a:extLst xmlns:a="http://schemas.openxmlformats.org/drawingml/2006/main">
              <a:ext uri="{FF2B5EF4-FFF2-40B4-BE49-F238E27FC236}">
                <a16:creationId xmlns:a16="http://schemas.microsoft.com/office/drawing/2014/main" id="{DD56966B-E5BC-4EC3-8F4C-35FD1DB4A43A}"/>
              </a:ext>
            </a:extLst>
          </p:cNvPr>
          <p:cNvSpPr>
            <a:spLocks xmlns:a="http://schemas.openxmlformats.org/drawingml/2006/main" noGrp="1"/>
          </p:cNvSpPr>
          <p:nvPr/>
        </p:nvSpPr>
        <p:spPr>
          <a:xfrm xmlns:a="http://schemas.openxmlformats.org/drawingml/2006/main" flipV="1">
            <a:off x="7866126" y="3090670"/>
            <a:ext cx="1661924" cy="1090431"/>
          </a:xfrm>
          <a:prstGeom xmlns:a="http://schemas.openxmlformats.org/drawingml/2006/main" prst="line">
            <a:avLst/>
          </a:prstGeom>
          <a:ln xmlns:a="http://schemas.openxmlformats.org/drawingml/2006/main" w="8890">
            <a:solidFill>
              <a:srgbClr val="DADDE2"/>
            </a:solidFill>
          </a:ln>
          <a:effectLst xmlns:a="http://schemas.openxmlformats.org/drawingml/2006/main">
            <a:outerShdw blurRad="38100" dist="20000" dir="5400000" sx="100000" sy="100000" kx="0" ky="0" algn="b" rotWithShape="0">
              <a:srgbClr val="000000">
                <a:alpha val="38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561" name="Connector 155">
            <a:extLst xmlns:a="http://schemas.openxmlformats.org/drawingml/2006/main">
              <a:ext uri="{FF2B5EF4-FFF2-40B4-BE49-F238E27FC236}">
                <a16:creationId xmlns:a16="http://schemas.microsoft.com/office/drawing/2014/main" id="{C9B77AF2-87D6-4565-AF7D-40AEE5A57574}"/>
              </a:ext>
            </a:extLst>
          </p:cNvPr>
          <p:cNvSpPr>
            <a:spLocks xmlns:a="http://schemas.openxmlformats.org/drawingml/2006/main" noGrp="1"/>
          </p:cNvSpPr>
          <p:nvPr/>
        </p:nvSpPr>
        <p:spPr>
          <a:xfrm xmlns:a="http://schemas.openxmlformats.org/drawingml/2006/main" flipV="1">
            <a:off x="3641596" y="3090671"/>
            <a:ext cx="5886456" cy="1876808"/>
          </a:xfrm>
          <a:prstGeom xmlns:a="http://schemas.openxmlformats.org/drawingml/2006/main" prst="line">
            <a:avLst/>
          </a:prstGeom>
          <a:ln xmlns:a="http://schemas.openxmlformats.org/drawingml/2006/main" w="8890">
            <a:solidFill>
              <a:srgbClr val="DADDE2"/>
            </a:solidFill>
          </a:ln>
          <a:effectLst xmlns:a="http://schemas.openxmlformats.org/drawingml/2006/main">
            <a:outerShdw blurRad="38100" dist="20000" dir="5400000" sx="100000" sy="100000" kx="0" ky="0" algn="b" rotWithShape="0">
              <a:srgbClr val="000000">
                <a:alpha val="38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562" name="TextBox 156">
            <a:extLst xmlns:a="http://schemas.openxmlformats.org/drawingml/2006/main">
              <a:ext uri="{FF2B5EF4-FFF2-40B4-BE49-F238E27FC236}">
                <a16:creationId xmlns:a16="http://schemas.microsoft.com/office/drawing/2014/main" id="{A3DED56A-3483-42B2-A501-71EAA9284D2B}"/>
              </a:ext>
            </a:extLst>
          </p:cNvPr>
          <p:cNvSpPr>
            <a:spLocks xmlns:a="http://schemas.openxmlformats.org/drawingml/2006/main" noGrp="1"/>
          </p:cNvSpPr>
          <p:nvPr/>
        </p:nvSpPr>
        <p:spPr>
          <a:xfrm xmlns:a="http://schemas.openxmlformats.org/drawingml/2006/main">
            <a:off x="822960" y="5614415"/>
            <a:ext cx="2286003" cy="235406"/>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600" b="1">
                <a:solidFill>
                  <a:srgbClr val="3977F6"/>
                </a:solidFill>
                <a:latin typeface="Helvetica Neue"/>
                <a:ea typeface="Helvetica Neue"/>
                <a:cs typeface="Helvetica Neue"/>
              </a:defRPr>
            </a:pPr>
            <a:r>
              <a:t>• </a:t>
            </a:r>
            <a:r>
              <a:rPr b="0">
                <a:solidFill>
                  <a:srgbClr val="111318"/>
                </a:solidFill>
              </a:rPr>
              <a:t>Same action</a:t>
            </a:r>
          </a:p>
        </p:txBody>
      </p:sp>
      <p:sp>
        <p:nvSpPr>
          <p:cNvPr id="563" name="TextBox 157">
            <a:extLst xmlns:a="http://schemas.openxmlformats.org/drawingml/2006/main">
              <a:ext uri="{FF2B5EF4-FFF2-40B4-BE49-F238E27FC236}">
                <a16:creationId xmlns:a16="http://schemas.microsoft.com/office/drawing/2014/main" id="{AFDB7C85-49AA-439A-A9C4-A6FF2DF9C64A}"/>
              </a:ext>
            </a:extLst>
          </p:cNvPr>
          <p:cNvSpPr>
            <a:spLocks xmlns:a="http://schemas.openxmlformats.org/drawingml/2006/main" noGrp="1"/>
          </p:cNvSpPr>
          <p:nvPr/>
        </p:nvSpPr>
        <p:spPr>
          <a:xfrm xmlns:a="http://schemas.openxmlformats.org/drawingml/2006/main">
            <a:off x="3840479" y="5614415"/>
            <a:ext cx="3108968" cy="235406"/>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600" b="1">
                <a:solidFill>
                  <a:srgbClr val="3977F6"/>
                </a:solidFill>
                <a:latin typeface="Helvetica Neue"/>
                <a:ea typeface="Helvetica Neue"/>
                <a:cs typeface="Helvetica Neue"/>
              </a:defRPr>
            </a:pPr>
            <a:r>
              <a:t>• </a:t>
            </a:r>
            <a:r>
              <a:rPr b="0">
                <a:solidFill>
                  <a:srgbClr val="111318"/>
                </a:solidFill>
              </a:rPr>
              <a:t>Thousands of raters</a:t>
            </a:r>
          </a:p>
        </p:txBody>
      </p:sp>
      <p:sp>
        <p:nvSpPr>
          <p:cNvPr id="564" name="TextBox 158">
            <a:extLst xmlns:a="http://schemas.openxmlformats.org/drawingml/2006/main">
              <a:ext uri="{FF2B5EF4-FFF2-40B4-BE49-F238E27FC236}">
                <a16:creationId xmlns:a16="http://schemas.microsoft.com/office/drawing/2014/main" id="{844929A5-5620-44F0-A936-2F6F95948E39}"/>
              </a:ext>
            </a:extLst>
          </p:cNvPr>
          <p:cNvSpPr>
            <a:spLocks xmlns:a="http://schemas.openxmlformats.org/drawingml/2006/main" noGrp="1"/>
          </p:cNvSpPr>
          <p:nvPr/>
        </p:nvSpPr>
        <p:spPr>
          <a:xfrm xmlns:a="http://schemas.openxmlformats.org/drawingml/2006/main">
            <a:off x="8000999" y="5614415"/>
            <a:ext cx="3474728" cy="235406"/>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600" b="1">
                <a:solidFill>
                  <a:srgbClr val="1FA873"/>
                </a:solidFill>
                <a:latin typeface="Helvetica Neue"/>
                <a:ea typeface="Helvetica Neue"/>
                <a:cs typeface="Helvetica Neue"/>
              </a:defRPr>
            </a:pPr>
            <a:r>
              <a:t>• </a:t>
            </a:r>
            <a:r>
              <a:rPr b="0">
                <a:solidFill>
                  <a:srgbClr val="111318"/>
                </a:solidFill>
              </a:rPr>
              <a:t>One visibility decision</a:t>
            </a:r>
          </a:p>
        </p:txBody>
      </p:sp>
      <p:sp>
        <p:nvSpPr>
          <p:cNvPr id="565" name="TextBox 159">
            <a:extLst xmlns:a="http://schemas.openxmlformats.org/drawingml/2006/main">
              <a:ext uri="{FF2B5EF4-FFF2-40B4-BE49-F238E27FC236}">
                <a16:creationId xmlns:a16="http://schemas.microsoft.com/office/drawing/2014/main" id="{ED379681-091B-4E2A-A67A-29DBAFF3F89B}"/>
              </a:ext>
            </a:extLst>
          </p:cNvPr>
          <p:cNvSpPr>
            <a:spLocks xmlns:a="http://schemas.openxmlformats.org/drawingml/2006/main" noGrp="1"/>
          </p:cNvSpPr>
          <p:nvPr/>
        </p:nvSpPr>
        <p:spPr>
          <a:xfrm xmlns:a="http://schemas.openxmlformats.org/drawingml/2006/main">
            <a:off x="621792" y="6455664"/>
            <a:ext cx="10881360"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800">
                <a:solidFill>
                  <a:srgbClr val="73777F"/>
                </a:solidFill>
                <a:latin typeface="Helvetica Neue"/>
                <a:ea typeface="Helvetica Neue"/>
                <a:cs typeface="Helvetica Neue"/>
              </a:defRPr>
            </a:lvl1pPr>
          </a:lstStyle>
          <a:p xmlns:a="http://schemas.openxmlformats.org/drawingml/2006/main">
            <a:pPr>
              <a:buNone/>
            </a:pPr>
            <a:r>
              <a:t>• X Community Notes (2026)</a:t>
            </a:r>
          </a:p>
        </p:txBody>
      </p:sp>
      <p:sp>
        <p:nvSpPr>
          <p:cNvPr id="566" name="VoteLine r1c3">
            <a:extLst xmlns:a="http://schemas.openxmlformats.org/drawingml/2006/main">
              <a:ext uri="{FF2B5EF4-FFF2-40B4-BE49-F238E27FC236}">
                <a16:creationId xmlns:a16="http://schemas.microsoft.com/office/drawing/2014/main" id="{887466FF-A83E-4B7D-B6AC-D1C94F6F133B}"/>
              </a:ext>
            </a:extLst>
          </p:cNvPr>
          <p:cNvSpPr>
            <a:spLocks xmlns:a="http://schemas.openxmlformats.org/drawingml/2006/main" noGrp="1"/>
          </p:cNvSpPr>
          <p:nvPr/>
        </p:nvSpPr>
        <p:spPr>
          <a:xfrm xmlns:a="http://schemas.openxmlformats.org/drawingml/2006/main">
            <a:off x="3641602" y="1821944"/>
            <a:ext cx="5886448" cy="1268730"/>
          </a:xfrm>
          <a:prstGeom xmlns:a="http://schemas.openxmlformats.org/drawingml/2006/main" prst="line">
            <a:avLst/>
          </a:prstGeom>
          <a:ln xmlns:a="http://schemas.openxmlformats.org/drawingml/2006/main" w="889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567" name="VoteLine r1c8">
            <a:extLst xmlns:a="http://schemas.openxmlformats.org/drawingml/2006/main">
              <a:ext uri="{FF2B5EF4-FFF2-40B4-BE49-F238E27FC236}">
                <a16:creationId xmlns:a16="http://schemas.microsoft.com/office/drawing/2014/main" id="{8FD34FA1-077F-4C8C-BAE5-6188AE060E37}"/>
              </a:ext>
            </a:extLst>
          </p:cNvPr>
          <p:cNvSpPr>
            <a:spLocks xmlns:a="http://schemas.openxmlformats.org/drawingml/2006/main" noGrp="1"/>
          </p:cNvSpPr>
          <p:nvPr/>
        </p:nvSpPr>
        <p:spPr>
          <a:xfrm xmlns:a="http://schemas.openxmlformats.org/drawingml/2006/main">
            <a:off x="5561842" y="1821944"/>
            <a:ext cx="3966205" cy="1268729"/>
          </a:xfrm>
          <a:prstGeom xmlns:a="http://schemas.openxmlformats.org/drawingml/2006/main" prst="line">
            <a:avLst/>
          </a:prstGeom>
          <a:ln xmlns:a="http://schemas.openxmlformats.org/drawingml/2006/main" w="889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568" name="VoteLine r1c12">
            <a:extLst xmlns:a="http://schemas.openxmlformats.org/drawingml/2006/main">
              <a:ext uri="{FF2B5EF4-FFF2-40B4-BE49-F238E27FC236}">
                <a16:creationId xmlns:a16="http://schemas.microsoft.com/office/drawing/2014/main" id="{9E42B016-CFFF-44BE-9063-B932F29EADFE}"/>
              </a:ext>
            </a:extLst>
          </p:cNvPr>
          <p:cNvSpPr>
            <a:spLocks xmlns:a="http://schemas.openxmlformats.org/drawingml/2006/main" noGrp="1"/>
          </p:cNvSpPr>
          <p:nvPr/>
        </p:nvSpPr>
        <p:spPr>
          <a:xfrm xmlns:a="http://schemas.openxmlformats.org/drawingml/2006/main">
            <a:off x="7098034" y="1821943"/>
            <a:ext cx="2430014" cy="1268731"/>
          </a:xfrm>
          <a:prstGeom xmlns:a="http://schemas.openxmlformats.org/drawingml/2006/main" prst="line">
            <a:avLst/>
          </a:prstGeom>
          <a:ln xmlns:a="http://schemas.openxmlformats.org/drawingml/2006/main" w="2794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569" name="VoteLine r2c5">
            <a:extLst xmlns:a="http://schemas.openxmlformats.org/drawingml/2006/main">
              <a:ext uri="{FF2B5EF4-FFF2-40B4-BE49-F238E27FC236}">
                <a16:creationId xmlns:a16="http://schemas.microsoft.com/office/drawing/2014/main" id="{9DA736A2-CD00-4E72-A554-3C2E71C3740A}"/>
              </a:ext>
            </a:extLst>
          </p:cNvPr>
          <p:cNvSpPr>
            <a:spLocks xmlns:a="http://schemas.openxmlformats.org/drawingml/2006/main" noGrp="1"/>
          </p:cNvSpPr>
          <p:nvPr/>
        </p:nvSpPr>
        <p:spPr>
          <a:xfrm xmlns:a="http://schemas.openxmlformats.org/drawingml/2006/main">
            <a:off x="4537714" y="2215139"/>
            <a:ext cx="4990336" cy="875533"/>
          </a:xfrm>
          <a:prstGeom xmlns:a="http://schemas.openxmlformats.org/drawingml/2006/main" prst="line">
            <a:avLst/>
          </a:prstGeom>
          <a:ln xmlns:a="http://schemas.openxmlformats.org/drawingml/2006/main" w="2794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570" name="VoteLine r2c11">
            <a:extLst xmlns:a="http://schemas.openxmlformats.org/drawingml/2006/main">
              <a:ext uri="{FF2B5EF4-FFF2-40B4-BE49-F238E27FC236}">
                <a16:creationId xmlns:a16="http://schemas.microsoft.com/office/drawing/2014/main" id="{C2EE5B54-9863-4143-8D0C-A4C0D0CBEE66}"/>
              </a:ext>
            </a:extLst>
          </p:cNvPr>
          <p:cNvSpPr>
            <a:spLocks xmlns:a="http://schemas.openxmlformats.org/drawingml/2006/main" noGrp="1"/>
          </p:cNvSpPr>
          <p:nvPr/>
        </p:nvSpPr>
        <p:spPr>
          <a:xfrm xmlns:a="http://schemas.openxmlformats.org/drawingml/2006/main">
            <a:off x="6842001" y="2215139"/>
            <a:ext cx="2686048" cy="875533"/>
          </a:xfrm>
          <a:prstGeom xmlns:a="http://schemas.openxmlformats.org/drawingml/2006/main" prst="line">
            <a:avLst/>
          </a:prstGeom>
          <a:ln xmlns:a="http://schemas.openxmlformats.org/drawingml/2006/main" w="889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571" name="VoteLine r3c2">
            <a:extLst xmlns:a="http://schemas.openxmlformats.org/drawingml/2006/main">
              <a:ext uri="{FF2B5EF4-FFF2-40B4-BE49-F238E27FC236}">
                <a16:creationId xmlns:a16="http://schemas.microsoft.com/office/drawing/2014/main" id="{791251AB-65B7-4EE7-8717-67DFA620ED22}"/>
              </a:ext>
            </a:extLst>
          </p:cNvPr>
          <p:cNvSpPr>
            <a:spLocks xmlns:a="http://schemas.openxmlformats.org/drawingml/2006/main" noGrp="1"/>
          </p:cNvSpPr>
          <p:nvPr/>
        </p:nvSpPr>
        <p:spPr>
          <a:xfrm xmlns:a="http://schemas.openxmlformats.org/drawingml/2006/main">
            <a:off x="3257553" y="2608329"/>
            <a:ext cx="6270496" cy="482344"/>
          </a:xfrm>
          <a:prstGeom xmlns:a="http://schemas.openxmlformats.org/drawingml/2006/main" prst="line">
            <a:avLst/>
          </a:prstGeom>
          <a:ln xmlns:a="http://schemas.openxmlformats.org/drawingml/2006/main" w="889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572" name="VoteLine r3c14">
            <a:extLst xmlns:a="http://schemas.openxmlformats.org/drawingml/2006/main">
              <a:ext uri="{FF2B5EF4-FFF2-40B4-BE49-F238E27FC236}">
                <a16:creationId xmlns:a16="http://schemas.microsoft.com/office/drawing/2014/main" id="{2B644292-4FF9-4236-94C1-F7C9C5659847}"/>
              </a:ext>
            </a:extLst>
          </p:cNvPr>
          <p:cNvSpPr>
            <a:spLocks xmlns:a="http://schemas.openxmlformats.org/drawingml/2006/main" noGrp="1"/>
          </p:cNvSpPr>
          <p:nvPr/>
        </p:nvSpPr>
        <p:spPr>
          <a:xfrm xmlns:a="http://schemas.openxmlformats.org/drawingml/2006/main">
            <a:off x="7866130" y="2608330"/>
            <a:ext cx="1661918" cy="482342"/>
          </a:xfrm>
          <a:prstGeom xmlns:a="http://schemas.openxmlformats.org/drawingml/2006/main" prst="line">
            <a:avLst/>
          </a:prstGeom>
          <a:ln xmlns:a="http://schemas.openxmlformats.org/drawingml/2006/main" w="889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573" name="VoteLine r4c4">
            <a:extLst xmlns:a="http://schemas.openxmlformats.org/drawingml/2006/main">
              <a:ext uri="{FF2B5EF4-FFF2-40B4-BE49-F238E27FC236}">
                <a16:creationId xmlns:a16="http://schemas.microsoft.com/office/drawing/2014/main" id="{4F8A7E07-1DCC-4B79-BF10-558B1EFF4641}"/>
              </a:ext>
            </a:extLst>
          </p:cNvPr>
          <p:cNvSpPr>
            <a:spLocks xmlns:a="http://schemas.openxmlformats.org/drawingml/2006/main" noGrp="1"/>
          </p:cNvSpPr>
          <p:nvPr/>
        </p:nvSpPr>
        <p:spPr>
          <a:xfrm xmlns:a="http://schemas.openxmlformats.org/drawingml/2006/main">
            <a:off x="4153661" y="3001521"/>
            <a:ext cx="5374389" cy="89153"/>
          </a:xfrm>
          <a:prstGeom xmlns:a="http://schemas.openxmlformats.org/drawingml/2006/main" prst="line">
            <a:avLst/>
          </a:prstGeom>
          <a:ln xmlns:a="http://schemas.openxmlformats.org/drawingml/2006/main" w="2794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574" name="VoteLine r4c9">
            <a:extLst xmlns:a="http://schemas.openxmlformats.org/drawingml/2006/main">
              <a:ext uri="{FF2B5EF4-FFF2-40B4-BE49-F238E27FC236}">
                <a16:creationId xmlns:a16="http://schemas.microsoft.com/office/drawing/2014/main" id="{0026AE9F-E049-4E2A-A357-BAD3D14EE746}"/>
              </a:ext>
            </a:extLst>
          </p:cNvPr>
          <p:cNvSpPr>
            <a:spLocks xmlns:a="http://schemas.openxmlformats.org/drawingml/2006/main" noGrp="1"/>
          </p:cNvSpPr>
          <p:nvPr/>
        </p:nvSpPr>
        <p:spPr>
          <a:xfrm xmlns:a="http://schemas.openxmlformats.org/drawingml/2006/main">
            <a:off x="6073907" y="3001522"/>
            <a:ext cx="3454143" cy="89151"/>
          </a:xfrm>
          <a:prstGeom xmlns:a="http://schemas.openxmlformats.org/drawingml/2006/main" prst="line">
            <a:avLst/>
          </a:prstGeom>
          <a:ln xmlns:a="http://schemas.openxmlformats.org/drawingml/2006/main" w="889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575" name="VoteLine r5c1">
            <a:extLst xmlns:a="http://schemas.openxmlformats.org/drawingml/2006/main">
              <a:ext uri="{FF2B5EF4-FFF2-40B4-BE49-F238E27FC236}">
                <a16:creationId xmlns:a16="http://schemas.microsoft.com/office/drawing/2014/main" id="{AB3A15C8-A6BC-4953-AC96-3482166F12A3}"/>
              </a:ext>
            </a:extLst>
          </p:cNvPr>
          <p:cNvSpPr>
            <a:spLocks xmlns:a="http://schemas.openxmlformats.org/drawingml/2006/main" noGrp="1"/>
          </p:cNvSpPr>
          <p:nvPr/>
        </p:nvSpPr>
        <p:spPr>
          <a:xfrm xmlns:a="http://schemas.openxmlformats.org/drawingml/2006/main" flipV="1">
            <a:off x="2873505" y="3090672"/>
            <a:ext cx="6654542" cy="304044"/>
          </a:xfrm>
          <a:prstGeom xmlns:a="http://schemas.openxmlformats.org/drawingml/2006/main" prst="line">
            <a:avLst/>
          </a:prstGeom>
          <a:ln xmlns:a="http://schemas.openxmlformats.org/drawingml/2006/main" w="889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576" name="VoteLine r5c11">
            <a:extLst xmlns:a="http://schemas.openxmlformats.org/drawingml/2006/main">
              <a:ext uri="{FF2B5EF4-FFF2-40B4-BE49-F238E27FC236}">
                <a16:creationId xmlns:a16="http://schemas.microsoft.com/office/drawing/2014/main" id="{3DAA9B9B-8A2B-43C1-8C10-639D7A90D9D3}"/>
              </a:ext>
            </a:extLst>
          </p:cNvPr>
          <p:cNvSpPr>
            <a:spLocks xmlns:a="http://schemas.openxmlformats.org/drawingml/2006/main" noGrp="1"/>
          </p:cNvSpPr>
          <p:nvPr/>
        </p:nvSpPr>
        <p:spPr>
          <a:xfrm xmlns:a="http://schemas.openxmlformats.org/drawingml/2006/main" flipV="1">
            <a:off x="6713984" y="3090672"/>
            <a:ext cx="2814065" cy="304044"/>
          </a:xfrm>
          <a:prstGeom xmlns:a="http://schemas.openxmlformats.org/drawingml/2006/main" prst="line">
            <a:avLst/>
          </a:prstGeom>
          <a:ln xmlns:a="http://schemas.openxmlformats.org/drawingml/2006/main" w="2794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577" name="VoteLine r6c6">
            <a:extLst xmlns:a="http://schemas.openxmlformats.org/drawingml/2006/main">
              <a:ext uri="{FF2B5EF4-FFF2-40B4-BE49-F238E27FC236}">
                <a16:creationId xmlns:a16="http://schemas.microsoft.com/office/drawing/2014/main" id="{7C2F367A-99A3-4E50-9CAC-2B7A15C308EE}"/>
              </a:ext>
            </a:extLst>
          </p:cNvPr>
          <p:cNvSpPr>
            <a:spLocks xmlns:a="http://schemas.openxmlformats.org/drawingml/2006/main" noGrp="1"/>
          </p:cNvSpPr>
          <p:nvPr/>
        </p:nvSpPr>
        <p:spPr>
          <a:xfrm xmlns:a="http://schemas.openxmlformats.org/drawingml/2006/main" flipV="1">
            <a:off x="4921763" y="3090672"/>
            <a:ext cx="4606287" cy="697234"/>
          </a:xfrm>
          <a:prstGeom xmlns:a="http://schemas.openxmlformats.org/drawingml/2006/main" prst="line">
            <a:avLst/>
          </a:prstGeom>
          <a:ln xmlns:a="http://schemas.openxmlformats.org/drawingml/2006/main" w="2794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578" name="VoteLine r6c15">
            <a:extLst xmlns:a="http://schemas.openxmlformats.org/drawingml/2006/main">
              <a:ext uri="{FF2B5EF4-FFF2-40B4-BE49-F238E27FC236}">
                <a16:creationId xmlns:a16="http://schemas.microsoft.com/office/drawing/2014/main" id="{600A45C3-EF53-4139-8A9C-3E868E659EBB}"/>
              </a:ext>
            </a:extLst>
          </p:cNvPr>
          <p:cNvSpPr>
            <a:spLocks xmlns:a="http://schemas.openxmlformats.org/drawingml/2006/main" noGrp="1"/>
          </p:cNvSpPr>
          <p:nvPr/>
        </p:nvSpPr>
        <p:spPr>
          <a:xfrm xmlns:a="http://schemas.openxmlformats.org/drawingml/2006/main" flipV="1">
            <a:off x="8378193" y="3090672"/>
            <a:ext cx="1149855" cy="697234"/>
          </a:xfrm>
          <a:prstGeom xmlns:a="http://schemas.openxmlformats.org/drawingml/2006/main" prst="line">
            <a:avLst/>
          </a:prstGeom>
          <a:ln xmlns:a="http://schemas.openxmlformats.org/drawingml/2006/main" w="889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579" name="VoteLine r7c3">
            <a:extLst xmlns:a="http://schemas.openxmlformats.org/drawingml/2006/main">
              <a:ext uri="{FF2B5EF4-FFF2-40B4-BE49-F238E27FC236}">
                <a16:creationId xmlns:a16="http://schemas.microsoft.com/office/drawing/2014/main" id="{497B4087-CB0C-4D3F-8C0F-880E729D5DF0}"/>
              </a:ext>
            </a:extLst>
          </p:cNvPr>
          <p:cNvSpPr>
            <a:spLocks xmlns:a="http://schemas.openxmlformats.org/drawingml/2006/main" noGrp="1"/>
          </p:cNvSpPr>
          <p:nvPr/>
        </p:nvSpPr>
        <p:spPr>
          <a:xfrm xmlns:a="http://schemas.openxmlformats.org/drawingml/2006/main" flipV="1">
            <a:off x="3641602" y="3090672"/>
            <a:ext cx="5886448" cy="1090429"/>
          </a:xfrm>
          <a:prstGeom xmlns:a="http://schemas.openxmlformats.org/drawingml/2006/main" prst="line">
            <a:avLst/>
          </a:prstGeom>
          <a:ln xmlns:a="http://schemas.openxmlformats.org/drawingml/2006/main" w="889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580" name="VoteLine r7c9">
            <a:extLst xmlns:a="http://schemas.openxmlformats.org/drawingml/2006/main">
              <a:ext uri="{FF2B5EF4-FFF2-40B4-BE49-F238E27FC236}">
                <a16:creationId xmlns:a16="http://schemas.microsoft.com/office/drawing/2014/main" id="{B836C61F-882F-4DDB-92D5-3E0DAFF28271}"/>
              </a:ext>
            </a:extLst>
          </p:cNvPr>
          <p:cNvSpPr>
            <a:spLocks xmlns:a="http://schemas.openxmlformats.org/drawingml/2006/main" noGrp="1"/>
          </p:cNvSpPr>
          <p:nvPr/>
        </p:nvSpPr>
        <p:spPr>
          <a:xfrm xmlns:a="http://schemas.openxmlformats.org/drawingml/2006/main" flipV="1">
            <a:off x="5945890" y="3090672"/>
            <a:ext cx="3582159" cy="1090429"/>
          </a:xfrm>
          <a:prstGeom xmlns:a="http://schemas.openxmlformats.org/drawingml/2006/main" prst="line">
            <a:avLst/>
          </a:prstGeom>
          <a:ln xmlns:a="http://schemas.openxmlformats.org/drawingml/2006/main" w="2794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581" name="VoteLine r8c13">
            <a:extLst xmlns:a="http://schemas.openxmlformats.org/drawingml/2006/main">
              <a:ext uri="{FF2B5EF4-FFF2-40B4-BE49-F238E27FC236}">
                <a16:creationId xmlns:a16="http://schemas.microsoft.com/office/drawing/2014/main" id="{DC0E7663-0B21-4101-9F6E-407A56CBF945}"/>
              </a:ext>
            </a:extLst>
          </p:cNvPr>
          <p:cNvSpPr>
            <a:spLocks xmlns:a="http://schemas.openxmlformats.org/drawingml/2006/main" noGrp="1"/>
          </p:cNvSpPr>
          <p:nvPr/>
        </p:nvSpPr>
        <p:spPr>
          <a:xfrm xmlns:a="http://schemas.openxmlformats.org/drawingml/2006/main" flipV="1">
            <a:off x="7610095" y="3090671"/>
            <a:ext cx="1917952" cy="1483621"/>
          </a:xfrm>
          <a:prstGeom xmlns:a="http://schemas.openxmlformats.org/drawingml/2006/main" prst="line">
            <a:avLst/>
          </a:prstGeom>
          <a:ln xmlns:a="http://schemas.openxmlformats.org/drawingml/2006/main" w="889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582" name="VoteLine r9c5">
            <a:extLst xmlns:a="http://schemas.openxmlformats.org/drawingml/2006/main">
              <a:ext uri="{FF2B5EF4-FFF2-40B4-BE49-F238E27FC236}">
                <a16:creationId xmlns:a16="http://schemas.microsoft.com/office/drawing/2014/main" id="{8AEC7899-BB4F-4251-B85D-6B4175C4784F}"/>
              </a:ext>
            </a:extLst>
          </p:cNvPr>
          <p:cNvSpPr>
            <a:spLocks xmlns:a="http://schemas.openxmlformats.org/drawingml/2006/main" noGrp="1"/>
          </p:cNvSpPr>
          <p:nvPr/>
        </p:nvSpPr>
        <p:spPr>
          <a:xfrm xmlns:a="http://schemas.openxmlformats.org/drawingml/2006/main" flipV="1">
            <a:off x="4409699" y="3090672"/>
            <a:ext cx="5118349" cy="1876812"/>
          </a:xfrm>
          <a:prstGeom xmlns:a="http://schemas.openxmlformats.org/drawingml/2006/main" prst="line">
            <a:avLst/>
          </a:prstGeom>
          <a:ln xmlns:a="http://schemas.openxmlformats.org/drawingml/2006/main" w="889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2104912928"/>
      </p:ext>
    </p:extLst>
  </p:cSld>
</p:sld>
</file>

<file path=ppt/slides/slide8.xml><?xml version="1.0" encoding="utf-8"?>
<p:sld xmlns:p="http://schemas.openxmlformats.org/presentationml/2006/main" showMasterSp="1">
  <p:cSld>
    <p:spTree>
      <p:nvGrpSpPr>
        <p:cNvPr id="1" name=""/>
        <p:cNvGrpSpPr/>
        <p:nvPr/>
      </p:nvGrpSpPr>
      <p:grpSpPr>
        <a:xfrm xmlns:a="http://schemas.openxmlformats.org/drawingml/2006/main"/>
      </p:grpSpPr>
      <p:sp>
        <p:nvSpPr>
          <p:cNvPr id="584" name="TextBox 2">
            <a:extLst xmlns:a="http://schemas.openxmlformats.org/drawingml/2006/main">
              <a:ext uri="{FF2B5EF4-FFF2-40B4-BE49-F238E27FC236}">
                <a16:creationId xmlns:a16="http://schemas.microsoft.com/office/drawing/2014/main" id="{C5449C89-16E0-4FCB-BA15-F2F97CA8B2E9}"/>
              </a:ext>
            </a:extLst>
          </p:cNvPr>
          <p:cNvSpPr>
            <a:spLocks xmlns:a="http://schemas.openxmlformats.org/drawingml/2006/main" noGrp="1"/>
          </p:cNvSpPr>
          <p:nvPr/>
        </p:nvSpPr>
        <p:spPr>
          <a:xfrm xmlns:a="http://schemas.openxmlformats.org/drawingml/2006/main">
            <a:off x="603504" y="786383"/>
            <a:ext cx="10515601" cy="458849"/>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3000" b="1">
                <a:solidFill>
                  <a:srgbClr val="111318"/>
                </a:solidFill>
                <a:latin typeface="Helvetica Neue"/>
                <a:ea typeface="Helvetica Neue"/>
                <a:cs typeface="Helvetica Neue"/>
              </a:defRPr>
            </a:lvl1pPr>
          </a:lstStyle>
          <a:p xmlns:a="http://schemas.openxmlformats.org/drawingml/2006/main">
            <a:pPr>
              <a:buNone/>
            </a:pPr>
            <a:r>
              <a:t>It reads the rater</a:t>
            </a:r>
          </a:p>
        </p:txBody>
      </p:sp>
      <p:sp>
        <p:nvSpPr>
          <p:cNvPr id="585" name="TextBox 3">
            <a:extLst xmlns:a="http://schemas.openxmlformats.org/drawingml/2006/main">
              <a:ext uri="{FF2B5EF4-FFF2-40B4-BE49-F238E27FC236}">
                <a16:creationId xmlns:a16="http://schemas.microsoft.com/office/drawing/2014/main" id="{68DC289E-7246-45F5-843B-20C2A78FE231}"/>
              </a:ext>
            </a:extLst>
          </p:cNvPr>
          <p:cNvSpPr>
            <a:spLocks xmlns:a="http://schemas.openxmlformats.org/drawingml/2006/main" noGrp="1"/>
          </p:cNvSpPr>
          <p:nvPr/>
        </p:nvSpPr>
        <p:spPr>
          <a:xfrm xmlns:a="http://schemas.openxmlformats.org/drawingml/2006/main">
            <a:off x="11082528" y="457198"/>
            <a:ext cx="438918" cy="136385"/>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r">
              <a:buNone/>
              <a:defRPr sz="900" b="1">
                <a:solidFill>
                  <a:srgbClr val="73777F"/>
                </a:solidFill>
                <a:latin typeface="Helvetica Neue"/>
                <a:ea typeface="Helvetica Neue"/>
                <a:cs typeface="Helvetica Neue"/>
              </a:defRPr>
            </a:lvl1pPr>
          </a:lstStyle>
          <a:p xmlns:a="http://schemas.openxmlformats.org/drawingml/2006/main">
            <a:pPr>
              <a:buNone/>
            </a:pPr>
            <a:r>
              <a:t>04</a:t>
            </a:r>
          </a:p>
        </p:txBody>
      </p:sp>
      <p:sp>
        <p:nvSpPr>
          <p:cNvPr id="586" name="Connector 4">
            <a:extLst xmlns:a="http://schemas.openxmlformats.org/drawingml/2006/main">
              <a:ext uri="{FF2B5EF4-FFF2-40B4-BE49-F238E27FC236}">
                <a16:creationId xmlns:a16="http://schemas.microsoft.com/office/drawing/2014/main" id="{A74D5145-8B25-4E57-9661-9A20FF458258}"/>
              </a:ext>
            </a:extLst>
          </p:cNvPr>
          <p:cNvSpPr>
            <a:spLocks xmlns:a="http://schemas.openxmlformats.org/drawingml/2006/main" noGrp="1"/>
          </p:cNvSpPr>
          <p:nvPr/>
        </p:nvSpPr>
        <p:spPr>
          <a:xfrm xmlns:a="http://schemas.openxmlformats.org/drawingml/2006/main" flipH="1">
            <a:off x="6099047" y="1627632"/>
            <a:ext cx="7" cy="3511296"/>
          </a:xfrm>
          <a:prstGeom xmlns:a="http://schemas.openxmlformats.org/drawingml/2006/main" prst="line">
            <a:avLst/>
          </a:prstGeom>
          <a:ln xmlns:a="http://schemas.openxmlformats.org/drawingml/2006/main" w="1270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587" name="TextBox 5">
            <a:extLst xmlns:a="http://schemas.openxmlformats.org/drawingml/2006/main">
              <a:ext uri="{FF2B5EF4-FFF2-40B4-BE49-F238E27FC236}">
                <a16:creationId xmlns:a16="http://schemas.microsoft.com/office/drawing/2014/main" id="{6E8CDB58-F929-4224-9B3E-02C191C6B555}"/>
              </a:ext>
            </a:extLst>
          </p:cNvPr>
          <p:cNvSpPr>
            <a:spLocks xmlns:a="http://schemas.openxmlformats.org/drawingml/2006/main" noGrp="1"/>
          </p:cNvSpPr>
          <p:nvPr/>
        </p:nvSpPr>
        <p:spPr>
          <a:xfrm xmlns:a="http://schemas.openxmlformats.org/drawingml/2006/main">
            <a:off x="822958" y="1572766"/>
            <a:ext cx="1645923" cy="14871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000" b="1">
                <a:solidFill>
                  <a:srgbClr val="FF705B"/>
                </a:solidFill>
                <a:latin typeface="Helvetica Neue"/>
                <a:ea typeface="Helvetica Neue"/>
                <a:cs typeface="Helvetica Neue"/>
              </a:defRPr>
            </a:lvl1pPr>
          </a:lstStyle>
          <a:p xmlns:a="http://schemas.openxmlformats.org/drawingml/2006/main">
            <a:pPr>
              <a:buNone/>
            </a:pPr>
            <a:r>
              <a:t>AMIGO</a:t>
            </a:r>
          </a:p>
        </p:txBody>
      </p:sp>
      <p:sp>
        <p:nvSpPr>
          <p:cNvPr id="588" name="Oval 6">
            <a:extLst xmlns:a="http://schemas.openxmlformats.org/drawingml/2006/main">
              <a:ext uri="{FF2B5EF4-FFF2-40B4-BE49-F238E27FC236}">
                <a16:creationId xmlns:a16="http://schemas.microsoft.com/office/drawing/2014/main" id="{966D1928-4589-40AE-A937-89F98CA2CF8E}"/>
              </a:ext>
            </a:extLst>
          </p:cNvPr>
          <p:cNvSpPr>
            <a:spLocks xmlns:a="http://schemas.openxmlformats.org/drawingml/2006/main" noGrp="1"/>
          </p:cNvSpPr>
          <p:nvPr/>
        </p:nvSpPr>
        <p:spPr>
          <a:xfrm xmlns:a="http://schemas.openxmlformats.org/drawingml/2006/main">
            <a:off x="1234438" y="2221992"/>
            <a:ext cx="228605" cy="228605"/>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589" name="Connector 7">
            <a:extLst xmlns:a="http://schemas.openxmlformats.org/drawingml/2006/main">
              <a:ext uri="{FF2B5EF4-FFF2-40B4-BE49-F238E27FC236}">
                <a16:creationId xmlns:a16="http://schemas.microsoft.com/office/drawing/2014/main" id="{B2F6862E-8E6A-4F5B-BCD6-50610307A1DC}"/>
              </a:ext>
            </a:extLst>
          </p:cNvPr>
          <p:cNvSpPr>
            <a:spLocks xmlns:a="http://schemas.openxmlformats.org/drawingml/2006/main" noGrp="1"/>
          </p:cNvSpPr>
          <p:nvPr/>
        </p:nvSpPr>
        <p:spPr>
          <a:xfrm xmlns:a="http://schemas.openxmlformats.org/drawingml/2006/main">
            <a:off x="1348738" y="2450592"/>
            <a:ext cx="7" cy="377197"/>
          </a:xfrm>
          <a:prstGeom xmlns:a="http://schemas.openxmlformats.org/drawingml/2006/main" prst="line">
            <a:avLst/>
          </a:prstGeom>
          <a:ln xmlns:a="http://schemas.openxmlformats.org/drawingml/2006/main" w="1905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590" name="Connector 8">
            <a:extLst xmlns:a="http://schemas.openxmlformats.org/drawingml/2006/main">
              <a:ext uri="{FF2B5EF4-FFF2-40B4-BE49-F238E27FC236}">
                <a16:creationId xmlns:a16="http://schemas.microsoft.com/office/drawing/2014/main" id="{73F14563-F470-49F3-BB76-ECDF0CD6963D}"/>
              </a:ext>
            </a:extLst>
          </p:cNvPr>
          <p:cNvSpPr>
            <a:spLocks xmlns:a="http://schemas.openxmlformats.org/drawingml/2006/main" noGrp="1"/>
          </p:cNvSpPr>
          <p:nvPr/>
        </p:nvSpPr>
        <p:spPr>
          <a:xfrm xmlns:a="http://schemas.openxmlformats.org/drawingml/2006/main">
            <a:off x="1188719" y="2610610"/>
            <a:ext cx="320047" cy="7"/>
          </a:xfrm>
          <a:prstGeom xmlns:a="http://schemas.openxmlformats.org/drawingml/2006/main" prst="line">
            <a:avLst/>
          </a:prstGeom>
          <a:ln xmlns:a="http://schemas.openxmlformats.org/drawingml/2006/main" w="1905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591" name="Connector 9">
            <a:extLst xmlns:a="http://schemas.openxmlformats.org/drawingml/2006/main">
              <a:ext uri="{FF2B5EF4-FFF2-40B4-BE49-F238E27FC236}">
                <a16:creationId xmlns:a16="http://schemas.microsoft.com/office/drawing/2014/main" id="{57CF379F-61B8-49CA-A17F-498F08580E16}"/>
              </a:ext>
            </a:extLst>
          </p:cNvPr>
          <p:cNvSpPr>
            <a:spLocks xmlns:a="http://schemas.openxmlformats.org/drawingml/2006/main" noGrp="1"/>
          </p:cNvSpPr>
          <p:nvPr/>
        </p:nvSpPr>
        <p:spPr>
          <a:xfrm xmlns:a="http://schemas.openxmlformats.org/drawingml/2006/main" flipH="1">
            <a:off x="1200149" y="2827782"/>
            <a:ext cx="148597" cy="240031"/>
          </a:xfrm>
          <a:prstGeom xmlns:a="http://schemas.openxmlformats.org/drawingml/2006/main" prst="line">
            <a:avLst/>
          </a:prstGeom>
          <a:ln xmlns:a="http://schemas.openxmlformats.org/drawingml/2006/main" w="1905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592" name="Connector 10">
            <a:extLst xmlns:a="http://schemas.openxmlformats.org/drawingml/2006/main">
              <a:ext uri="{FF2B5EF4-FFF2-40B4-BE49-F238E27FC236}">
                <a16:creationId xmlns:a16="http://schemas.microsoft.com/office/drawing/2014/main" id="{DD415303-088B-4902-8AB1-8C8373F6E750}"/>
              </a:ext>
            </a:extLst>
          </p:cNvPr>
          <p:cNvSpPr>
            <a:spLocks xmlns:a="http://schemas.openxmlformats.org/drawingml/2006/main" noGrp="1"/>
          </p:cNvSpPr>
          <p:nvPr/>
        </p:nvSpPr>
        <p:spPr>
          <a:xfrm xmlns:a="http://schemas.openxmlformats.org/drawingml/2006/main">
            <a:off x="1348737" y="2827782"/>
            <a:ext cx="148598" cy="240030"/>
          </a:xfrm>
          <a:prstGeom xmlns:a="http://schemas.openxmlformats.org/drawingml/2006/main" prst="line">
            <a:avLst/>
          </a:prstGeom>
          <a:ln xmlns:a="http://schemas.openxmlformats.org/drawingml/2006/main" w="1905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593" name="Rounded Rectangle 11">
            <a:extLst xmlns:a="http://schemas.openxmlformats.org/drawingml/2006/main">
              <a:ext uri="{FF2B5EF4-FFF2-40B4-BE49-F238E27FC236}">
                <a16:creationId xmlns:a16="http://schemas.microsoft.com/office/drawing/2014/main" id="{CF2CEB62-984A-4769-8916-1410FD58AE30}"/>
              </a:ext>
            </a:extLst>
          </p:cNvPr>
          <p:cNvSpPr>
            <a:spLocks xmlns:a="http://schemas.openxmlformats.org/drawingml/2006/main" noGrp="1"/>
          </p:cNvSpPr>
          <p:nvPr/>
        </p:nvSpPr>
        <p:spPr>
          <a:xfrm xmlns:a="http://schemas.openxmlformats.org/drawingml/2006/main">
            <a:off x="3310128" y="2011677"/>
            <a:ext cx="1353319" cy="1719075"/>
          </a:xfrm>
          <a:prstGeom xmlns:a="http://schemas.openxmlformats.org/drawingml/2006/main" prst="roundRect">
            <a:avLst>
              <a:gd name="adj" fmla="val 16667"/>
            </a:avLst>
          </a:prstGeom>
          <a:ln xmlns:a="http://schemas.openxmlformats.org/drawingml/2006/main" w="1397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594" name="Connector 12">
            <a:extLst xmlns:a="http://schemas.openxmlformats.org/drawingml/2006/main">
              <a:ext uri="{FF2B5EF4-FFF2-40B4-BE49-F238E27FC236}">
                <a16:creationId xmlns:a16="http://schemas.microsoft.com/office/drawing/2014/main" id="{E158E9FB-969A-4D89-884D-CF4FBED65CED}"/>
              </a:ext>
            </a:extLst>
          </p:cNvPr>
          <p:cNvSpPr>
            <a:spLocks xmlns:a="http://schemas.openxmlformats.org/drawingml/2006/main" noGrp="1"/>
          </p:cNvSpPr>
          <p:nvPr/>
        </p:nvSpPr>
        <p:spPr>
          <a:xfrm xmlns:a="http://schemas.openxmlformats.org/drawingml/2006/main">
            <a:off x="3529584" y="2450592"/>
            <a:ext cx="914406" cy="6"/>
          </a:xfrm>
          <a:prstGeom xmlns:a="http://schemas.openxmlformats.org/drawingml/2006/main" prst="line">
            <a:avLst/>
          </a:prstGeom>
          <a:ln xmlns:a="http://schemas.openxmlformats.org/drawingml/2006/main" w="1524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595" name="Connector 13">
            <a:extLst xmlns:a="http://schemas.openxmlformats.org/drawingml/2006/main">
              <a:ext uri="{FF2B5EF4-FFF2-40B4-BE49-F238E27FC236}">
                <a16:creationId xmlns:a16="http://schemas.microsoft.com/office/drawing/2014/main" id="{79F9A0BF-30ED-4BAE-A8A8-E25C31C3E7FA}"/>
              </a:ext>
            </a:extLst>
          </p:cNvPr>
          <p:cNvSpPr>
            <a:spLocks xmlns:a="http://schemas.openxmlformats.org/drawingml/2006/main" noGrp="1"/>
          </p:cNvSpPr>
          <p:nvPr/>
        </p:nvSpPr>
        <p:spPr>
          <a:xfrm xmlns:a="http://schemas.openxmlformats.org/drawingml/2006/main">
            <a:off x="3529584" y="2761488"/>
            <a:ext cx="786391" cy="6"/>
          </a:xfrm>
          <a:prstGeom xmlns:a="http://schemas.openxmlformats.org/drawingml/2006/main" prst="line">
            <a:avLst/>
          </a:prstGeom>
          <a:ln xmlns:a="http://schemas.openxmlformats.org/drawingml/2006/main" w="1524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596" name="Connector 14">
            <a:extLst xmlns:a="http://schemas.openxmlformats.org/drawingml/2006/main">
              <a:ext uri="{FF2B5EF4-FFF2-40B4-BE49-F238E27FC236}">
                <a16:creationId xmlns:a16="http://schemas.microsoft.com/office/drawing/2014/main" id="{791C17A8-D97A-47FF-9B59-A3E6A767722F}"/>
              </a:ext>
            </a:extLst>
          </p:cNvPr>
          <p:cNvSpPr>
            <a:spLocks xmlns:a="http://schemas.openxmlformats.org/drawingml/2006/main" noGrp="1"/>
          </p:cNvSpPr>
          <p:nvPr/>
        </p:nvSpPr>
        <p:spPr>
          <a:xfrm xmlns:a="http://schemas.openxmlformats.org/drawingml/2006/main">
            <a:off x="3529584" y="3072382"/>
            <a:ext cx="877830" cy="7"/>
          </a:xfrm>
          <a:prstGeom xmlns:a="http://schemas.openxmlformats.org/drawingml/2006/main" prst="line">
            <a:avLst/>
          </a:prstGeom>
          <a:ln xmlns:a="http://schemas.openxmlformats.org/drawingml/2006/main" w="1524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597" name="Oval 15">
            <a:extLst xmlns:a="http://schemas.openxmlformats.org/drawingml/2006/main">
              <a:ext uri="{FF2B5EF4-FFF2-40B4-BE49-F238E27FC236}">
                <a16:creationId xmlns:a16="http://schemas.microsoft.com/office/drawing/2014/main" id="{08634AAB-3A29-4585-997B-C5895395843C}"/>
              </a:ext>
            </a:extLst>
          </p:cNvPr>
          <p:cNvSpPr>
            <a:spLocks xmlns:a="http://schemas.openxmlformats.org/drawingml/2006/main" noGrp="1"/>
          </p:cNvSpPr>
          <p:nvPr/>
        </p:nvSpPr>
        <p:spPr>
          <a:xfrm xmlns:a="http://schemas.openxmlformats.org/drawingml/2006/main">
            <a:off x="2331720" y="2587749"/>
            <a:ext cx="201181" cy="201181"/>
          </a:xfrm>
          <a:prstGeom xmlns:a="http://schemas.openxmlformats.org/drawingml/2006/main" prst="ellipse">
            <a:avLst/>
          </a:prstGeom>
          <a:solidFill xmlns:a="http://schemas.openxmlformats.org/drawingml/2006/main">
            <a:srgbClr val="1FA873"/>
          </a:solidFill>
          <a:ln xmlns:a="http://schemas.openxmlformats.org/drawingml/2006/main" w="10160">
            <a:solidFill>
              <a:srgbClr val="1FA873"/>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598" name="Connector 16">
            <a:extLst xmlns:a="http://schemas.openxmlformats.org/drawingml/2006/main">
              <a:ext uri="{FF2B5EF4-FFF2-40B4-BE49-F238E27FC236}">
                <a16:creationId xmlns:a16="http://schemas.microsoft.com/office/drawing/2014/main" id="{8C9DE4D0-EF56-4C3E-A08C-5A2F884BC956}"/>
              </a:ext>
            </a:extLst>
          </p:cNvPr>
          <p:cNvSpPr>
            <a:spLocks xmlns:a="http://schemas.openxmlformats.org/drawingml/2006/main" noGrp="1"/>
          </p:cNvSpPr>
          <p:nvPr/>
        </p:nvSpPr>
        <p:spPr>
          <a:xfrm xmlns:a="http://schemas.openxmlformats.org/drawingml/2006/main">
            <a:off x="2372866" y="2697476"/>
            <a:ext cx="45727" cy="45727"/>
          </a:xfrm>
          <a:prstGeom xmlns:a="http://schemas.openxmlformats.org/drawingml/2006/main" prst="line">
            <a:avLst/>
          </a:prstGeom>
          <a:ln xmlns:a="http://schemas.openxmlformats.org/drawingml/2006/main" w="16510">
            <a:solidFill>
              <a:srgbClr val="FFFFF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599" name="Connector 17">
            <a:extLst xmlns:a="http://schemas.openxmlformats.org/drawingml/2006/main">
              <a:ext uri="{FF2B5EF4-FFF2-40B4-BE49-F238E27FC236}">
                <a16:creationId xmlns:a16="http://schemas.microsoft.com/office/drawing/2014/main" id="{F3F22983-F965-4F47-8BDA-4F8EF7967161}"/>
              </a:ext>
            </a:extLst>
          </p:cNvPr>
          <p:cNvSpPr>
            <a:spLocks xmlns:a="http://schemas.openxmlformats.org/drawingml/2006/main" noGrp="1"/>
          </p:cNvSpPr>
          <p:nvPr/>
        </p:nvSpPr>
        <p:spPr>
          <a:xfrm xmlns:a="http://schemas.openxmlformats.org/drawingml/2006/main" flipV="1">
            <a:off x="2418587" y="2642616"/>
            <a:ext cx="82303" cy="100591"/>
          </a:xfrm>
          <a:prstGeom xmlns:a="http://schemas.openxmlformats.org/drawingml/2006/main" prst="line">
            <a:avLst/>
          </a:prstGeom>
          <a:ln xmlns:a="http://schemas.openxmlformats.org/drawingml/2006/main" w="16510">
            <a:solidFill>
              <a:srgbClr val="FFFFF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600" name="TextBox 18">
            <a:extLst xmlns:a="http://schemas.openxmlformats.org/drawingml/2006/main">
              <a:ext uri="{FF2B5EF4-FFF2-40B4-BE49-F238E27FC236}">
                <a16:creationId xmlns:a16="http://schemas.microsoft.com/office/drawing/2014/main" id="{DA3F135B-E9CA-45B8-AA8D-17A7B92D1446}"/>
              </a:ext>
            </a:extLst>
          </p:cNvPr>
          <p:cNvSpPr>
            <a:spLocks xmlns:a="http://schemas.openxmlformats.org/drawingml/2006/main" noGrp="1"/>
          </p:cNvSpPr>
          <p:nvPr/>
        </p:nvSpPr>
        <p:spPr>
          <a:xfrm xmlns:a="http://schemas.openxmlformats.org/drawingml/2006/main">
            <a:off x="2103120" y="2907792"/>
            <a:ext cx="713239" cy="136385"/>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900" b="1">
                <a:solidFill>
                  <a:srgbClr val="1FA873"/>
                </a:solidFill>
                <a:latin typeface="Helvetica Neue"/>
                <a:ea typeface="Helvetica Neue"/>
                <a:cs typeface="Helvetica Neue"/>
              </a:defRPr>
            </a:lvl1pPr>
          </a:lstStyle>
          <a:p xmlns:a="http://schemas.openxmlformats.org/drawingml/2006/main">
            <a:pPr>
              <a:buNone/>
            </a:pPr>
            <a:r>
              <a:t>HELPFUL</a:t>
            </a:r>
          </a:p>
        </p:txBody>
      </p:sp>
      <p:sp>
        <p:nvSpPr>
          <p:cNvPr id="601" name="Connector 19">
            <a:extLst xmlns:a="http://schemas.openxmlformats.org/drawingml/2006/main">
              <a:ext uri="{FF2B5EF4-FFF2-40B4-BE49-F238E27FC236}">
                <a16:creationId xmlns:a16="http://schemas.microsoft.com/office/drawing/2014/main" id="{7BC9EF6A-D825-4CDD-93C5-EA1AA5883D34}"/>
              </a:ext>
            </a:extLst>
          </p:cNvPr>
          <p:cNvSpPr>
            <a:spLocks xmlns:a="http://schemas.openxmlformats.org/drawingml/2006/main" noGrp="1"/>
          </p:cNvSpPr>
          <p:nvPr/>
        </p:nvSpPr>
        <p:spPr>
          <a:xfrm xmlns:a="http://schemas.openxmlformats.org/drawingml/2006/main">
            <a:off x="1837943" y="2688332"/>
            <a:ext cx="411486" cy="7"/>
          </a:xfrm>
          <a:prstGeom xmlns:a="http://schemas.openxmlformats.org/drawingml/2006/main" prst="line">
            <a:avLst/>
          </a:prstGeom>
          <a:ln xmlns:a="http://schemas.openxmlformats.org/drawingml/2006/main" w="1778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602" name="Connector 20">
            <a:extLst xmlns:a="http://schemas.openxmlformats.org/drawingml/2006/main">
              <a:ext uri="{FF2B5EF4-FFF2-40B4-BE49-F238E27FC236}">
                <a16:creationId xmlns:a16="http://schemas.microsoft.com/office/drawing/2014/main" id="{53DBF6B4-CE63-4350-80DF-368E65751541}"/>
              </a:ext>
            </a:extLst>
          </p:cNvPr>
          <p:cNvSpPr>
            <a:spLocks xmlns:a="http://schemas.openxmlformats.org/drawingml/2006/main" noGrp="1"/>
          </p:cNvSpPr>
          <p:nvPr/>
        </p:nvSpPr>
        <p:spPr>
          <a:xfrm xmlns:a="http://schemas.openxmlformats.org/drawingml/2006/main">
            <a:off x="2578604" y="2688332"/>
            <a:ext cx="694952" cy="7"/>
          </a:xfrm>
          <a:prstGeom xmlns:a="http://schemas.openxmlformats.org/drawingml/2006/main" prst="line">
            <a:avLst/>
          </a:prstGeom>
          <a:ln xmlns:a="http://schemas.openxmlformats.org/drawingml/2006/main" w="1778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603" name="TextBox 22">
            <a:extLst xmlns:a="http://schemas.openxmlformats.org/drawingml/2006/main">
              <a:ext uri="{FF2B5EF4-FFF2-40B4-BE49-F238E27FC236}">
                <a16:creationId xmlns:a16="http://schemas.microsoft.com/office/drawing/2014/main" id="{F02FED77-429F-4E5D-AE0C-610DD1820B6D}"/>
              </a:ext>
            </a:extLst>
          </p:cNvPr>
          <p:cNvSpPr>
            <a:spLocks xmlns:a="http://schemas.openxmlformats.org/drawingml/2006/main" noGrp="1"/>
          </p:cNvSpPr>
          <p:nvPr/>
        </p:nvSpPr>
        <p:spPr>
          <a:xfrm xmlns:a="http://schemas.openxmlformats.org/drawingml/2006/main">
            <a:off x="2487166" y="3931920"/>
            <a:ext cx="1188724" cy="35676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lgn="ctr">
              <a:buNone/>
              <a:defRPr sz="2300" b="1">
                <a:solidFill>
                  <a:srgbClr val="FF705B"/>
                </a:solidFill>
                <a:latin typeface="Helvetica Neue"/>
                <a:ea typeface="Helvetica Neue"/>
                <a:cs typeface="Helvetica Neue"/>
              </a:defRPr>
            </a:pPr>
            <a:r>
              <a:t>f</a:t>
            </a:r>
            <a:r>
              <a:rPr>
                <a:latin typeface="+mn-lt"/>
                <a:ea typeface="+mn-lt"/>
                <a:cs typeface="+mn-lt"/>
              </a:rPr>
              <a:t>ᵤ </a:t>
            </a:r>
            <a:r>
              <a:t>· fₙ</a:t>
            </a:r>
          </a:p>
        </p:txBody>
      </p:sp>
      <p:sp>
        <p:nvSpPr>
          <p:cNvPr id="604" name="TextBox 23">
            <a:extLst xmlns:a="http://schemas.openxmlformats.org/drawingml/2006/main">
              <a:ext uri="{FF2B5EF4-FFF2-40B4-BE49-F238E27FC236}">
                <a16:creationId xmlns:a16="http://schemas.microsoft.com/office/drawing/2014/main" id="{11A547B7-8900-4FF0-836C-F408C0F14F33}"/>
              </a:ext>
            </a:extLst>
          </p:cNvPr>
          <p:cNvSpPr>
            <a:spLocks xmlns:a="http://schemas.openxmlformats.org/drawingml/2006/main" noGrp="1"/>
          </p:cNvSpPr>
          <p:nvPr/>
        </p:nvSpPr>
        <p:spPr>
          <a:xfrm xmlns:a="http://schemas.openxmlformats.org/drawingml/2006/main">
            <a:off x="3977638" y="3950208"/>
            <a:ext cx="1115569" cy="322464"/>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2100" b="1">
                <a:solidFill>
                  <a:srgbClr val="73777F"/>
                </a:solidFill>
                <a:latin typeface="Helvetica Neue"/>
                <a:ea typeface="Helvetica Neue"/>
                <a:cs typeface="Helvetica Neue"/>
              </a:defRPr>
            </a:lvl1pPr>
          </a:lstStyle>
          <a:p xmlns:a="http://schemas.openxmlformats.org/drawingml/2006/main">
            <a:pPr>
              <a:buNone/>
            </a:pPr>
            <a:r>
              <a:t>iₙ  —</a:t>
            </a:r>
          </a:p>
        </p:txBody>
      </p:sp>
      <p:sp>
        <p:nvSpPr>
          <p:cNvPr id="605" name="Connector 24">
            <a:extLst xmlns:a="http://schemas.openxmlformats.org/drawingml/2006/main">
              <a:ext uri="{FF2B5EF4-FFF2-40B4-BE49-F238E27FC236}">
                <a16:creationId xmlns:a16="http://schemas.microsoft.com/office/drawing/2014/main" id="{71ABBFC9-F0C7-42DE-87E0-8A685E2F1C8D}"/>
              </a:ext>
            </a:extLst>
          </p:cNvPr>
          <p:cNvSpPr>
            <a:spLocks xmlns:a="http://schemas.openxmlformats.org/drawingml/2006/main" noGrp="1"/>
          </p:cNvSpPr>
          <p:nvPr/>
        </p:nvSpPr>
        <p:spPr>
          <a:xfrm xmlns:a="http://schemas.openxmlformats.org/drawingml/2006/main">
            <a:off x="2240277" y="4160520"/>
            <a:ext cx="228605" cy="7"/>
          </a:xfrm>
          <a:prstGeom xmlns:a="http://schemas.openxmlformats.org/drawingml/2006/main" prst="line">
            <a:avLst/>
          </a:prstGeom>
          <a:ln xmlns:a="http://schemas.openxmlformats.org/drawingml/2006/main" w="1651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606" name="Connector 25">
            <a:extLst xmlns:a="http://schemas.openxmlformats.org/drawingml/2006/main">
              <a:ext uri="{FF2B5EF4-FFF2-40B4-BE49-F238E27FC236}">
                <a16:creationId xmlns:a16="http://schemas.microsoft.com/office/drawing/2014/main" id="{E6207AF6-FA94-4CAB-80A9-59A1B572670C}"/>
              </a:ext>
            </a:extLst>
          </p:cNvPr>
          <p:cNvSpPr>
            <a:spLocks xmlns:a="http://schemas.openxmlformats.org/drawingml/2006/main" noGrp="1"/>
          </p:cNvSpPr>
          <p:nvPr/>
        </p:nvSpPr>
        <p:spPr>
          <a:xfrm xmlns:a="http://schemas.openxmlformats.org/drawingml/2006/main">
            <a:off x="3657598" y="4160520"/>
            <a:ext cx="274328" cy="7"/>
          </a:xfrm>
          <a:prstGeom xmlns:a="http://schemas.openxmlformats.org/drawingml/2006/main" prst="line">
            <a:avLst/>
          </a:prstGeom>
          <a:ln xmlns:a="http://schemas.openxmlformats.org/drawingml/2006/main" w="1651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607" name="TextBox 27">
            <a:extLst xmlns:a="http://schemas.openxmlformats.org/drawingml/2006/main">
              <a:ext uri="{FF2B5EF4-FFF2-40B4-BE49-F238E27FC236}">
                <a16:creationId xmlns:a16="http://schemas.microsoft.com/office/drawing/2014/main" id="{5B83BFF8-98E6-4522-97B4-CFF1A2D98D92}"/>
              </a:ext>
            </a:extLst>
          </p:cNvPr>
          <p:cNvSpPr>
            <a:spLocks xmlns:a="http://schemas.openxmlformats.org/drawingml/2006/main" noGrp="1"/>
          </p:cNvSpPr>
          <p:nvPr/>
        </p:nvSpPr>
        <p:spPr>
          <a:xfrm xmlns:a="http://schemas.openxmlformats.org/drawingml/2006/main">
            <a:off x="6419086" y="1572766"/>
            <a:ext cx="2468888" cy="14871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000" b="1">
                <a:solidFill>
                  <a:srgbClr val="1FA873"/>
                </a:solidFill>
                <a:latin typeface="Helvetica Neue"/>
                <a:ea typeface="Helvetica Neue"/>
                <a:cs typeface="Helvetica Neue"/>
              </a:defRPr>
            </a:lvl1pPr>
          </a:lstStyle>
          <a:p xmlns:a="http://schemas.openxmlformats.org/drawingml/2006/main">
            <a:pPr>
              <a:buNone/>
            </a:pPr>
            <a:r>
              <a:t>ENEMIES SHAKE HANDS</a:t>
            </a:r>
          </a:p>
        </p:txBody>
      </p:sp>
      <p:sp>
        <p:nvSpPr>
          <p:cNvPr id="608" name="Oval 28">
            <a:extLst xmlns:a="http://schemas.openxmlformats.org/drawingml/2006/main">
              <a:ext uri="{FF2B5EF4-FFF2-40B4-BE49-F238E27FC236}">
                <a16:creationId xmlns:a16="http://schemas.microsoft.com/office/drawing/2014/main" id="{3D7557C2-FDCC-499B-976B-240696F80505}"/>
              </a:ext>
            </a:extLst>
          </p:cNvPr>
          <p:cNvSpPr>
            <a:spLocks xmlns:a="http://schemas.openxmlformats.org/drawingml/2006/main" noGrp="1"/>
          </p:cNvSpPr>
          <p:nvPr/>
        </p:nvSpPr>
        <p:spPr>
          <a:xfrm xmlns:a="http://schemas.openxmlformats.org/drawingml/2006/main">
            <a:off x="6903718" y="2221992"/>
            <a:ext cx="215799" cy="215799"/>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609" name="Connector 29">
            <a:extLst xmlns:a="http://schemas.openxmlformats.org/drawingml/2006/main">
              <a:ext uri="{FF2B5EF4-FFF2-40B4-BE49-F238E27FC236}">
                <a16:creationId xmlns:a16="http://schemas.microsoft.com/office/drawing/2014/main" id="{4BBC984C-F502-4734-9DB6-B9D5CABCF004}"/>
              </a:ext>
            </a:extLst>
          </p:cNvPr>
          <p:cNvSpPr>
            <a:spLocks xmlns:a="http://schemas.openxmlformats.org/drawingml/2006/main" noGrp="1"/>
          </p:cNvSpPr>
          <p:nvPr/>
        </p:nvSpPr>
        <p:spPr>
          <a:xfrm xmlns:a="http://schemas.openxmlformats.org/drawingml/2006/main">
            <a:off x="7011619" y="2437787"/>
            <a:ext cx="7" cy="356074"/>
          </a:xfrm>
          <a:prstGeom xmlns:a="http://schemas.openxmlformats.org/drawingml/2006/main" prst="line">
            <a:avLst/>
          </a:prstGeom>
          <a:ln xmlns:a="http://schemas.openxmlformats.org/drawingml/2006/main" w="1905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610" name="Connector 30">
            <a:extLst xmlns:a="http://schemas.openxmlformats.org/drawingml/2006/main">
              <a:ext uri="{FF2B5EF4-FFF2-40B4-BE49-F238E27FC236}">
                <a16:creationId xmlns:a16="http://schemas.microsoft.com/office/drawing/2014/main" id="{FB7759D4-3307-45E7-9E64-FA0F86F4E148}"/>
              </a:ext>
            </a:extLst>
          </p:cNvPr>
          <p:cNvSpPr>
            <a:spLocks xmlns:a="http://schemas.openxmlformats.org/drawingml/2006/main" noGrp="1"/>
          </p:cNvSpPr>
          <p:nvPr/>
        </p:nvSpPr>
        <p:spPr>
          <a:xfrm xmlns:a="http://schemas.openxmlformats.org/drawingml/2006/main">
            <a:off x="6860560" y="2588846"/>
            <a:ext cx="302125" cy="7"/>
          </a:xfrm>
          <a:prstGeom xmlns:a="http://schemas.openxmlformats.org/drawingml/2006/main" prst="line">
            <a:avLst/>
          </a:prstGeom>
          <a:ln xmlns:a="http://schemas.openxmlformats.org/drawingml/2006/main" w="1905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611" name="Connector 31">
            <a:extLst xmlns:a="http://schemas.openxmlformats.org/drawingml/2006/main">
              <a:ext uri="{FF2B5EF4-FFF2-40B4-BE49-F238E27FC236}">
                <a16:creationId xmlns:a16="http://schemas.microsoft.com/office/drawing/2014/main" id="{B0FEEB2A-7CD0-49DF-B23C-294D06D057AF}"/>
              </a:ext>
            </a:extLst>
          </p:cNvPr>
          <p:cNvSpPr>
            <a:spLocks xmlns:a="http://schemas.openxmlformats.org/drawingml/2006/main" noGrp="1"/>
          </p:cNvSpPr>
          <p:nvPr/>
        </p:nvSpPr>
        <p:spPr>
          <a:xfrm xmlns:a="http://schemas.openxmlformats.org/drawingml/2006/main" flipH="1">
            <a:off x="6871350" y="2793856"/>
            <a:ext cx="140276" cy="226591"/>
          </a:xfrm>
          <a:prstGeom xmlns:a="http://schemas.openxmlformats.org/drawingml/2006/main" prst="line">
            <a:avLst/>
          </a:prstGeom>
          <a:ln xmlns:a="http://schemas.openxmlformats.org/drawingml/2006/main" w="1905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612" name="Connector 32">
            <a:extLst xmlns:a="http://schemas.openxmlformats.org/drawingml/2006/main">
              <a:ext uri="{FF2B5EF4-FFF2-40B4-BE49-F238E27FC236}">
                <a16:creationId xmlns:a16="http://schemas.microsoft.com/office/drawing/2014/main" id="{A2AE6D4A-AA43-41ED-B207-E308011D6141}"/>
              </a:ext>
            </a:extLst>
          </p:cNvPr>
          <p:cNvSpPr>
            <a:spLocks xmlns:a="http://schemas.openxmlformats.org/drawingml/2006/main" noGrp="1"/>
          </p:cNvSpPr>
          <p:nvPr/>
        </p:nvSpPr>
        <p:spPr>
          <a:xfrm xmlns:a="http://schemas.openxmlformats.org/drawingml/2006/main">
            <a:off x="7011619" y="2793856"/>
            <a:ext cx="140276" cy="226591"/>
          </a:xfrm>
          <a:prstGeom xmlns:a="http://schemas.openxmlformats.org/drawingml/2006/main" prst="line">
            <a:avLst/>
          </a:prstGeom>
          <a:ln xmlns:a="http://schemas.openxmlformats.org/drawingml/2006/main" w="1905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613" name="Rounded Rectangle 33">
            <a:extLst xmlns:a="http://schemas.openxmlformats.org/drawingml/2006/main">
              <a:ext uri="{FF2B5EF4-FFF2-40B4-BE49-F238E27FC236}">
                <a16:creationId xmlns:a16="http://schemas.microsoft.com/office/drawing/2014/main" id="{6944DEA1-2266-4A47-9F8B-FC46A39FBA60}"/>
              </a:ext>
            </a:extLst>
          </p:cNvPr>
          <p:cNvSpPr>
            <a:spLocks xmlns:a="http://schemas.openxmlformats.org/drawingml/2006/main" noGrp="1"/>
          </p:cNvSpPr>
          <p:nvPr/>
        </p:nvSpPr>
        <p:spPr>
          <a:xfrm xmlns:a="http://schemas.openxmlformats.org/drawingml/2006/main">
            <a:off x="8320327" y="2009138"/>
            <a:ext cx="1353315" cy="1719074"/>
          </a:xfrm>
          <a:prstGeom xmlns:a="http://schemas.openxmlformats.org/drawingml/2006/main" prst="roundRect">
            <a:avLst>
              <a:gd name="adj" fmla="val 16667"/>
            </a:avLst>
          </a:prstGeom>
          <a:ln xmlns:a="http://schemas.openxmlformats.org/drawingml/2006/main" w="1397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614" name="Connector 34">
            <a:extLst xmlns:a="http://schemas.openxmlformats.org/drawingml/2006/main">
              <a:ext uri="{FF2B5EF4-FFF2-40B4-BE49-F238E27FC236}">
                <a16:creationId xmlns:a16="http://schemas.microsoft.com/office/drawing/2014/main" id="{12EC01AF-F7A8-4FD8-9C17-1B7ED08F1040}"/>
              </a:ext>
            </a:extLst>
          </p:cNvPr>
          <p:cNvSpPr>
            <a:spLocks xmlns:a="http://schemas.openxmlformats.org/drawingml/2006/main" noGrp="1"/>
          </p:cNvSpPr>
          <p:nvPr/>
        </p:nvSpPr>
        <p:spPr>
          <a:xfrm xmlns:a="http://schemas.openxmlformats.org/drawingml/2006/main">
            <a:off x="8539781" y="2448049"/>
            <a:ext cx="914407" cy="6"/>
          </a:xfrm>
          <a:prstGeom xmlns:a="http://schemas.openxmlformats.org/drawingml/2006/main" prst="line">
            <a:avLst/>
          </a:prstGeom>
          <a:ln xmlns:a="http://schemas.openxmlformats.org/drawingml/2006/main" w="1524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615" name="Connector 35">
            <a:extLst xmlns:a="http://schemas.openxmlformats.org/drawingml/2006/main">
              <a:ext uri="{FF2B5EF4-FFF2-40B4-BE49-F238E27FC236}">
                <a16:creationId xmlns:a16="http://schemas.microsoft.com/office/drawing/2014/main" id="{E1DC3604-4AD5-45BB-AB38-9A720326EAFA}"/>
              </a:ext>
            </a:extLst>
          </p:cNvPr>
          <p:cNvSpPr>
            <a:spLocks xmlns:a="http://schemas.openxmlformats.org/drawingml/2006/main" noGrp="1"/>
          </p:cNvSpPr>
          <p:nvPr/>
        </p:nvSpPr>
        <p:spPr>
          <a:xfrm xmlns:a="http://schemas.openxmlformats.org/drawingml/2006/main">
            <a:off x="8539781" y="2758948"/>
            <a:ext cx="786391" cy="6"/>
          </a:xfrm>
          <a:prstGeom xmlns:a="http://schemas.openxmlformats.org/drawingml/2006/main" prst="line">
            <a:avLst/>
          </a:prstGeom>
          <a:ln xmlns:a="http://schemas.openxmlformats.org/drawingml/2006/main" w="1524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616" name="Connector 36">
            <a:extLst xmlns:a="http://schemas.openxmlformats.org/drawingml/2006/main">
              <a:ext uri="{FF2B5EF4-FFF2-40B4-BE49-F238E27FC236}">
                <a16:creationId xmlns:a16="http://schemas.microsoft.com/office/drawing/2014/main" id="{DFCBF4AF-9104-496E-91CA-BD0D5E9AFBEC}"/>
              </a:ext>
            </a:extLst>
          </p:cNvPr>
          <p:cNvSpPr>
            <a:spLocks xmlns:a="http://schemas.openxmlformats.org/drawingml/2006/main" noGrp="1"/>
          </p:cNvSpPr>
          <p:nvPr/>
        </p:nvSpPr>
        <p:spPr>
          <a:xfrm xmlns:a="http://schemas.openxmlformats.org/drawingml/2006/main">
            <a:off x="8539781" y="3069842"/>
            <a:ext cx="877831" cy="7"/>
          </a:xfrm>
          <a:prstGeom xmlns:a="http://schemas.openxmlformats.org/drawingml/2006/main" prst="line">
            <a:avLst/>
          </a:prstGeom>
          <a:ln xmlns:a="http://schemas.openxmlformats.org/drawingml/2006/main" w="1524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617" name="Oval 37">
            <a:extLst xmlns:a="http://schemas.openxmlformats.org/drawingml/2006/main">
              <a:ext uri="{FF2B5EF4-FFF2-40B4-BE49-F238E27FC236}">
                <a16:creationId xmlns:a16="http://schemas.microsoft.com/office/drawing/2014/main" id="{1304DE92-D687-4E55-8A4F-236072A2D10E}"/>
              </a:ext>
            </a:extLst>
          </p:cNvPr>
          <p:cNvSpPr>
            <a:spLocks xmlns:a="http://schemas.openxmlformats.org/drawingml/2006/main" noGrp="1"/>
          </p:cNvSpPr>
          <p:nvPr/>
        </p:nvSpPr>
        <p:spPr>
          <a:xfrm xmlns:a="http://schemas.openxmlformats.org/drawingml/2006/main">
            <a:off x="10602500" y="2226117"/>
            <a:ext cx="215799" cy="215799"/>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618" name="Connector 38">
            <a:extLst xmlns:a="http://schemas.openxmlformats.org/drawingml/2006/main">
              <a:ext uri="{FF2B5EF4-FFF2-40B4-BE49-F238E27FC236}">
                <a16:creationId xmlns:a16="http://schemas.microsoft.com/office/drawing/2014/main" id="{84543ED8-95CA-4B80-903B-35ED298E600E}"/>
              </a:ext>
            </a:extLst>
          </p:cNvPr>
          <p:cNvSpPr>
            <a:spLocks xmlns:a="http://schemas.openxmlformats.org/drawingml/2006/main" noGrp="1"/>
          </p:cNvSpPr>
          <p:nvPr/>
        </p:nvSpPr>
        <p:spPr>
          <a:xfrm xmlns:a="http://schemas.openxmlformats.org/drawingml/2006/main">
            <a:off x="10710401" y="2441915"/>
            <a:ext cx="7" cy="356074"/>
          </a:xfrm>
          <a:prstGeom xmlns:a="http://schemas.openxmlformats.org/drawingml/2006/main" prst="line">
            <a:avLst/>
          </a:prstGeom>
          <a:ln xmlns:a="http://schemas.openxmlformats.org/drawingml/2006/main" w="1905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619" name="Connector 39">
            <a:extLst xmlns:a="http://schemas.openxmlformats.org/drawingml/2006/main">
              <a:ext uri="{FF2B5EF4-FFF2-40B4-BE49-F238E27FC236}">
                <a16:creationId xmlns:a16="http://schemas.microsoft.com/office/drawing/2014/main" id="{0E4376F6-5467-4A0A-825E-112808FB58AD}"/>
              </a:ext>
            </a:extLst>
          </p:cNvPr>
          <p:cNvSpPr>
            <a:spLocks xmlns:a="http://schemas.openxmlformats.org/drawingml/2006/main" noGrp="1"/>
          </p:cNvSpPr>
          <p:nvPr/>
        </p:nvSpPr>
        <p:spPr>
          <a:xfrm xmlns:a="http://schemas.openxmlformats.org/drawingml/2006/main">
            <a:off x="10559342" y="2592974"/>
            <a:ext cx="302125" cy="6"/>
          </a:xfrm>
          <a:prstGeom xmlns:a="http://schemas.openxmlformats.org/drawingml/2006/main" prst="line">
            <a:avLst/>
          </a:prstGeom>
          <a:ln xmlns:a="http://schemas.openxmlformats.org/drawingml/2006/main" w="1905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620" name="Connector 40">
            <a:extLst xmlns:a="http://schemas.openxmlformats.org/drawingml/2006/main">
              <a:ext uri="{FF2B5EF4-FFF2-40B4-BE49-F238E27FC236}">
                <a16:creationId xmlns:a16="http://schemas.microsoft.com/office/drawing/2014/main" id="{49BA2906-D7A8-44C3-919E-28F63868AB23}"/>
              </a:ext>
            </a:extLst>
          </p:cNvPr>
          <p:cNvSpPr>
            <a:spLocks xmlns:a="http://schemas.openxmlformats.org/drawingml/2006/main" noGrp="1"/>
          </p:cNvSpPr>
          <p:nvPr/>
        </p:nvSpPr>
        <p:spPr>
          <a:xfrm xmlns:a="http://schemas.openxmlformats.org/drawingml/2006/main" flipH="1">
            <a:off x="10570132" y="2797979"/>
            <a:ext cx="140276" cy="226591"/>
          </a:xfrm>
          <a:prstGeom xmlns:a="http://schemas.openxmlformats.org/drawingml/2006/main" prst="line">
            <a:avLst/>
          </a:prstGeom>
          <a:ln xmlns:a="http://schemas.openxmlformats.org/drawingml/2006/main" w="1905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621" name="Connector 41">
            <a:extLst xmlns:a="http://schemas.openxmlformats.org/drawingml/2006/main">
              <a:ext uri="{FF2B5EF4-FFF2-40B4-BE49-F238E27FC236}">
                <a16:creationId xmlns:a16="http://schemas.microsoft.com/office/drawing/2014/main" id="{680C2818-BCDC-4AB5-B20E-890E68F8C166}"/>
              </a:ext>
            </a:extLst>
          </p:cNvPr>
          <p:cNvSpPr>
            <a:spLocks xmlns:a="http://schemas.openxmlformats.org/drawingml/2006/main" noGrp="1"/>
          </p:cNvSpPr>
          <p:nvPr/>
        </p:nvSpPr>
        <p:spPr>
          <a:xfrm xmlns:a="http://schemas.openxmlformats.org/drawingml/2006/main">
            <a:off x="10710401" y="2797979"/>
            <a:ext cx="140276" cy="226591"/>
          </a:xfrm>
          <a:prstGeom xmlns:a="http://schemas.openxmlformats.org/drawingml/2006/main" prst="line">
            <a:avLst/>
          </a:prstGeom>
          <a:ln xmlns:a="http://schemas.openxmlformats.org/drawingml/2006/main" w="1905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622" name="Oval 42">
            <a:extLst xmlns:a="http://schemas.openxmlformats.org/drawingml/2006/main">
              <a:ext uri="{FF2B5EF4-FFF2-40B4-BE49-F238E27FC236}">
                <a16:creationId xmlns:a16="http://schemas.microsoft.com/office/drawing/2014/main" id="{DED17AC7-B63D-4759-BC9C-CCDC62C9C163}"/>
              </a:ext>
            </a:extLst>
          </p:cNvPr>
          <p:cNvSpPr>
            <a:spLocks xmlns:a="http://schemas.openxmlformats.org/drawingml/2006/main" noGrp="1"/>
          </p:cNvSpPr>
          <p:nvPr/>
        </p:nvSpPr>
        <p:spPr>
          <a:xfrm xmlns:a="http://schemas.openxmlformats.org/drawingml/2006/main">
            <a:off x="7973568" y="2587749"/>
            <a:ext cx="201181" cy="201181"/>
          </a:xfrm>
          <a:prstGeom xmlns:a="http://schemas.openxmlformats.org/drawingml/2006/main" prst="ellipse">
            <a:avLst/>
          </a:prstGeom>
          <a:solidFill xmlns:a="http://schemas.openxmlformats.org/drawingml/2006/main">
            <a:srgbClr val="1FA873"/>
          </a:solidFill>
          <a:ln xmlns:a="http://schemas.openxmlformats.org/drawingml/2006/main" w="10160">
            <a:solidFill>
              <a:srgbClr val="1FA873"/>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623" name="Connector 43">
            <a:extLst xmlns:a="http://schemas.openxmlformats.org/drawingml/2006/main">
              <a:ext uri="{FF2B5EF4-FFF2-40B4-BE49-F238E27FC236}">
                <a16:creationId xmlns:a16="http://schemas.microsoft.com/office/drawing/2014/main" id="{7AD11F16-40CE-49ED-A446-3B93D3F1A6A3}"/>
              </a:ext>
            </a:extLst>
          </p:cNvPr>
          <p:cNvSpPr>
            <a:spLocks xmlns:a="http://schemas.openxmlformats.org/drawingml/2006/main" noGrp="1"/>
          </p:cNvSpPr>
          <p:nvPr/>
        </p:nvSpPr>
        <p:spPr>
          <a:xfrm xmlns:a="http://schemas.openxmlformats.org/drawingml/2006/main">
            <a:off x="8014716" y="2697476"/>
            <a:ext cx="45727" cy="45727"/>
          </a:xfrm>
          <a:prstGeom xmlns:a="http://schemas.openxmlformats.org/drawingml/2006/main" prst="line">
            <a:avLst/>
          </a:prstGeom>
          <a:ln xmlns:a="http://schemas.openxmlformats.org/drawingml/2006/main" w="16510">
            <a:solidFill>
              <a:srgbClr val="FFFFF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624" name="Connector 44">
            <a:extLst xmlns:a="http://schemas.openxmlformats.org/drawingml/2006/main">
              <a:ext uri="{FF2B5EF4-FFF2-40B4-BE49-F238E27FC236}">
                <a16:creationId xmlns:a16="http://schemas.microsoft.com/office/drawing/2014/main" id="{E0A9F82B-70D0-47F6-B2B7-77856082F775}"/>
              </a:ext>
            </a:extLst>
          </p:cNvPr>
          <p:cNvSpPr>
            <a:spLocks xmlns:a="http://schemas.openxmlformats.org/drawingml/2006/main" noGrp="1"/>
          </p:cNvSpPr>
          <p:nvPr/>
        </p:nvSpPr>
        <p:spPr>
          <a:xfrm xmlns:a="http://schemas.openxmlformats.org/drawingml/2006/main" flipV="1">
            <a:off x="8060435" y="2642616"/>
            <a:ext cx="82303" cy="100591"/>
          </a:xfrm>
          <a:prstGeom xmlns:a="http://schemas.openxmlformats.org/drawingml/2006/main" prst="line">
            <a:avLst/>
          </a:prstGeom>
          <a:ln xmlns:a="http://schemas.openxmlformats.org/drawingml/2006/main" w="16510">
            <a:solidFill>
              <a:srgbClr val="FFFFF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625" name="Oval 45">
            <a:extLst xmlns:a="http://schemas.openxmlformats.org/drawingml/2006/main">
              <a:ext uri="{FF2B5EF4-FFF2-40B4-BE49-F238E27FC236}">
                <a16:creationId xmlns:a16="http://schemas.microsoft.com/office/drawing/2014/main" id="{94BCFC65-53C9-4A00-A8F8-D9ADD5CA13E2}"/>
              </a:ext>
            </a:extLst>
          </p:cNvPr>
          <p:cNvSpPr>
            <a:spLocks xmlns:a="http://schemas.openxmlformats.org/drawingml/2006/main" noGrp="1"/>
          </p:cNvSpPr>
          <p:nvPr/>
        </p:nvSpPr>
        <p:spPr>
          <a:xfrm xmlns:a="http://schemas.openxmlformats.org/drawingml/2006/main">
            <a:off x="9737645" y="2585210"/>
            <a:ext cx="201181" cy="201181"/>
          </a:xfrm>
          <a:prstGeom xmlns:a="http://schemas.openxmlformats.org/drawingml/2006/main" prst="ellipse">
            <a:avLst/>
          </a:prstGeom>
          <a:solidFill xmlns:a="http://schemas.openxmlformats.org/drawingml/2006/main">
            <a:srgbClr val="1FA873"/>
          </a:solidFill>
          <a:ln xmlns:a="http://schemas.openxmlformats.org/drawingml/2006/main" w="10160">
            <a:solidFill>
              <a:srgbClr val="1FA873"/>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626" name="Connector 46">
            <a:extLst xmlns:a="http://schemas.openxmlformats.org/drawingml/2006/main">
              <a:ext uri="{FF2B5EF4-FFF2-40B4-BE49-F238E27FC236}">
                <a16:creationId xmlns:a16="http://schemas.microsoft.com/office/drawing/2014/main" id="{38EAAC34-CBCC-405E-B236-E031AD669F8B}"/>
              </a:ext>
            </a:extLst>
          </p:cNvPr>
          <p:cNvSpPr>
            <a:spLocks xmlns:a="http://schemas.openxmlformats.org/drawingml/2006/main" noGrp="1"/>
          </p:cNvSpPr>
          <p:nvPr/>
        </p:nvSpPr>
        <p:spPr>
          <a:xfrm xmlns:a="http://schemas.openxmlformats.org/drawingml/2006/main">
            <a:off x="9778793" y="2694937"/>
            <a:ext cx="45727" cy="45727"/>
          </a:xfrm>
          <a:prstGeom xmlns:a="http://schemas.openxmlformats.org/drawingml/2006/main" prst="line">
            <a:avLst/>
          </a:prstGeom>
          <a:ln xmlns:a="http://schemas.openxmlformats.org/drawingml/2006/main" w="16510">
            <a:solidFill>
              <a:srgbClr val="FFFFF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627" name="Connector 47">
            <a:extLst xmlns:a="http://schemas.openxmlformats.org/drawingml/2006/main">
              <a:ext uri="{FF2B5EF4-FFF2-40B4-BE49-F238E27FC236}">
                <a16:creationId xmlns:a16="http://schemas.microsoft.com/office/drawing/2014/main" id="{DCFA972C-4FF3-4ECB-8D24-AADDE0B52844}"/>
              </a:ext>
            </a:extLst>
          </p:cNvPr>
          <p:cNvSpPr>
            <a:spLocks xmlns:a="http://schemas.openxmlformats.org/drawingml/2006/main" noGrp="1"/>
          </p:cNvSpPr>
          <p:nvPr/>
        </p:nvSpPr>
        <p:spPr>
          <a:xfrm xmlns:a="http://schemas.openxmlformats.org/drawingml/2006/main" flipV="1">
            <a:off x="9824515" y="2640076"/>
            <a:ext cx="82303" cy="100591"/>
          </a:xfrm>
          <a:prstGeom xmlns:a="http://schemas.openxmlformats.org/drawingml/2006/main" prst="line">
            <a:avLst/>
          </a:prstGeom>
          <a:ln xmlns:a="http://schemas.openxmlformats.org/drawingml/2006/main" w="16510">
            <a:solidFill>
              <a:srgbClr val="FFFFF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628" name="Connector 48">
            <a:extLst xmlns:a="http://schemas.openxmlformats.org/drawingml/2006/main">
              <a:ext uri="{FF2B5EF4-FFF2-40B4-BE49-F238E27FC236}">
                <a16:creationId xmlns:a16="http://schemas.microsoft.com/office/drawing/2014/main" id="{248FA812-6BC8-4AF5-B5B8-03F253D61C98}"/>
              </a:ext>
            </a:extLst>
          </p:cNvPr>
          <p:cNvSpPr>
            <a:spLocks xmlns:a="http://schemas.openxmlformats.org/drawingml/2006/main" noGrp="1"/>
          </p:cNvSpPr>
          <p:nvPr/>
        </p:nvSpPr>
        <p:spPr>
          <a:xfrm xmlns:a="http://schemas.openxmlformats.org/drawingml/2006/main">
            <a:off x="7452359" y="2688332"/>
            <a:ext cx="429774" cy="7"/>
          </a:xfrm>
          <a:prstGeom xmlns:a="http://schemas.openxmlformats.org/drawingml/2006/main" prst="line">
            <a:avLst/>
          </a:prstGeom>
          <a:ln xmlns:a="http://schemas.openxmlformats.org/drawingml/2006/main" w="1778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629" name="Connector 50">
            <a:extLst xmlns:a="http://schemas.openxmlformats.org/drawingml/2006/main">
              <a:ext uri="{FF2B5EF4-FFF2-40B4-BE49-F238E27FC236}">
                <a16:creationId xmlns:a16="http://schemas.microsoft.com/office/drawing/2014/main" id="{BECC2F27-27AF-4168-B6BA-046A64B8DDED}"/>
              </a:ext>
            </a:extLst>
          </p:cNvPr>
          <p:cNvSpPr>
            <a:spLocks xmlns:a="http://schemas.openxmlformats.org/drawingml/2006/main" noGrp="1"/>
          </p:cNvSpPr>
          <p:nvPr/>
        </p:nvSpPr>
        <p:spPr>
          <a:xfrm xmlns:a="http://schemas.openxmlformats.org/drawingml/2006/main">
            <a:off x="10042906" y="2679443"/>
            <a:ext cx="448063" cy="7"/>
          </a:xfrm>
          <a:prstGeom xmlns:a="http://schemas.openxmlformats.org/drawingml/2006/main" prst="line">
            <a:avLst/>
          </a:prstGeom>
          <a:ln xmlns:a="http://schemas.openxmlformats.org/drawingml/2006/main" w="1778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630" name="TextBox 51">
            <a:extLst xmlns:a="http://schemas.openxmlformats.org/drawingml/2006/main">
              <a:ext uri="{FF2B5EF4-FFF2-40B4-BE49-F238E27FC236}">
                <a16:creationId xmlns:a16="http://schemas.microsoft.com/office/drawing/2014/main" id="{9ADA298A-CDDE-4B5B-A1FD-8C95E79AEA01}"/>
              </a:ext>
            </a:extLst>
          </p:cNvPr>
          <p:cNvSpPr>
            <a:spLocks xmlns:a="http://schemas.openxmlformats.org/drawingml/2006/main" noGrp="1"/>
          </p:cNvSpPr>
          <p:nvPr/>
        </p:nvSpPr>
        <p:spPr>
          <a:xfrm xmlns:a="http://schemas.openxmlformats.org/drawingml/2006/main">
            <a:off x="6748271" y="4087367"/>
            <a:ext cx="1627635" cy="16104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100" b="1">
                <a:solidFill>
                  <a:srgbClr val="1FA873"/>
                </a:solidFill>
                <a:latin typeface="Helvetica Neue"/>
                <a:ea typeface="Helvetica Neue"/>
                <a:cs typeface="Helvetica Neue"/>
              </a:defRPr>
            </a:lvl1pPr>
          </a:lstStyle>
          <a:p xmlns:a="http://schemas.openxmlformats.org/drawingml/2006/main">
            <a:pPr>
              <a:buNone/>
            </a:pPr>
            <a:r>
              <a:t>UNEXPECTED</a:t>
            </a:r>
          </a:p>
        </p:txBody>
      </p:sp>
      <p:sp>
        <p:nvSpPr>
          <p:cNvPr id="631" name="TextBox 52">
            <a:extLst xmlns:a="http://schemas.openxmlformats.org/drawingml/2006/main">
              <a:ext uri="{FF2B5EF4-FFF2-40B4-BE49-F238E27FC236}">
                <a16:creationId xmlns:a16="http://schemas.microsoft.com/office/drawing/2014/main" id="{46912493-9A66-4384-9CB5-038BB3D8AE7B}"/>
              </a:ext>
            </a:extLst>
          </p:cNvPr>
          <p:cNvSpPr>
            <a:spLocks xmlns:a="http://schemas.openxmlformats.org/drawingml/2006/main" noGrp="1"/>
          </p:cNvSpPr>
          <p:nvPr/>
        </p:nvSpPr>
        <p:spPr>
          <a:xfrm xmlns:a="http://schemas.openxmlformats.org/drawingml/2006/main">
            <a:off x="8357616" y="3931920"/>
            <a:ext cx="1691641" cy="33126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lgn="ctr">
              <a:buNone/>
              <a:defRPr sz="2100" b="1">
                <a:solidFill>
                  <a:srgbClr val="73777F"/>
                </a:solidFill>
                <a:latin typeface="Helvetica Neue"/>
                <a:ea typeface="Helvetica Neue"/>
                <a:cs typeface="Helvetica Neue"/>
              </a:defRPr>
            </a:pPr>
            <a:r>
              <a:t>f</a:t>
            </a:r>
            <a:r>
              <a:rPr>
                <a:latin typeface="+mn-lt"/>
                <a:ea typeface="+mn-lt"/>
                <a:cs typeface="+mn-lt"/>
              </a:rPr>
              <a:t>ᵤ </a:t>
            </a:r>
            <a:r>
              <a:t>· fₙ ≈ 0</a:t>
            </a:r>
          </a:p>
        </p:txBody>
      </p:sp>
      <p:sp>
        <p:nvSpPr>
          <p:cNvPr id="632" name="TextBox 53">
            <a:extLst xmlns:a="http://schemas.openxmlformats.org/drawingml/2006/main">
              <a:ext uri="{FF2B5EF4-FFF2-40B4-BE49-F238E27FC236}">
                <a16:creationId xmlns:a16="http://schemas.microsoft.com/office/drawing/2014/main" id="{DE2BD21E-3D35-412C-B506-505558DFABA7}"/>
              </a:ext>
            </a:extLst>
          </p:cNvPr>
          <p:cNvSpPr>
            <a:spLocks xmlns:a="http://schemas.openxmlformats.org/drawingml/2006/main" noGrp="1"/>
          </p:cNvSpPr>
          <p:nvPr/>
        </p:nvSpPr>
        <p:spPr>
          <a:xfrm xmlns:a="http://schemas.openxmlformats.org/drawingml/2006/main">
            <a:off x="10241280" y="3904486"/>
            <a:ext cx="914407" cy="359459"/>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2400" b="1">
                <a:solidFill>
                  <a:srgbClr val="1FA873"/>
                </a:solidFill>
                <a:latin typeface="Helvetica Neue"/>
                <a:ea typeface="Helvetica Neue"/>
                <a:cs typeface="Helvetica Neue"/>
              </a:defRPr>
            </a:lvl1pPr>
          </a:lstStyle>
          <a:p xmlns:a="http://schemas.openxmlformats.org/drawingml/2006/main">
            <a:pPr>
              <a:buNone/>
            </a:pPr>
            <a:r>
              <a:t>iₙ  ↑</a:t>
            </a:r>
          </a:p>
        </p:txBody>
      </p:sp>
      <p:sp>
        <p:nvSpPr>
          <p:cNvPr id="633" name="Connector 54">
            <a:extLst xmlns:a="http://schemas.openxmlformats.org/drawingml/2006/main">
              <a:ext uri="{FF2B5EF4-FFF2-40B4-BE49-F238E27FC236}">
                <a16:creationId xmlns:a16="http://schemas.microsoft.com/office/drawing/2014/main" id="{03D270D7-B05B-44C4-B14A-B4B999C15EFF}"/>
              </a:ext>
            </a:extLst>
          </p:cNvPr>
          <p:cNvSpPr>
            <a:spLocks xmlns:a="http://schemas.openxmlformats.org/drawingml/2006/main" noGrp="1"/>
          </p:cNvSpPr>
          <p:nvPr/>
        </p:nvSpPr>
        <p:spPr>
          <a:xfrm xmlns:a="http://schemas.openxmlformats.org/drawingml/2006/main">
            <a:off x="8119871" y="4160520"/>
            <a:ext cx="219455" cy="7"/>
          </a:xfrm>
          <a:prstGeom xmlns:a="http://schemas.openxmlformats.org/drawingml/2006/main" prst="line">
            <a:avLst/>
          </a:prstGeom>
          <a:ln xmlns:a="http://schemas.openxmlformats.org/drawingml/2006/main" w="1651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634" name="Connector 55">
            <a:extLst xmlns:a="http://schemas.openxmlformats.org/drawingml/2006/main">
              <a:ext uri="{FF2B5EF4-FFF2-40B4-BE49-F238E27FC236}">
                <a16:creationId xmlns:a16="http://schemas.microsoft.com/office/drawing/2014/main" id="{F44DD220-E72B-467F-B327-7705D3862E70}"/>
              </a:ext>
            </a:extLst>
          </p:cNvPr>
          <p:cNvSpPr>
            <a:spLocks xmlns:a="http://schemas.openxmlformats.org/drawingml/2006/main" noGrp="1"/>
          </p:cNvSpPr>
          <p:nvPr/>
        </p:nvSpPr>
        <p:spPr>
          <a:xfrm xmlns:a="http://schemas.openxmlformats.org/drawingml/2006/main">
            <a:off x="10058399" y="4160520"/>
            <a:ext cx="164600" cy="7"/>
          </a:xfrm>
          <a:prstGeom xmlns:a="http://schemas.openxmlformats.org/drawingml/2006/main" prst="line">
            <a:avLst/>
          </a:prstGeom>
          <a:ln xmlns:a="http://schemas.openxmlformats.org/drawingml/2006/main" w="1651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635" name="TextBox 56">
            <a:extLst xmlns:a="http://schemas.openxmlformats.org/drawingml/2006/main">
              <a:ext uri="{FF2B5EF4-FFF2-40B4-BE49-F238E27FC236}">
                <a16:creationId xmlns:a16="http://schemas.microsoft.com/office/drawing/2014/main" id="{C0C19919-D3A6-404F-8D5D-F12282C0A950}"/>
              </a:ext>
            </a:extLst>
          </p:cNvPr>
          <p:cNvSpPr>
            <a:spLocks xmlns:a="http://schemas.openxmlformats.org/drawingml/2006/main" noGrp="1"/>
          </p:cNvSpPr>
          <p:nvPr/>
        </p:nvSpPr>
        <p:spPr>
          <a:xfrm xmlns:a="http://schemas.openxmlformats.org/drawingml/2006/main">
            <a:off x="6784847" y="4773167"/>
            <a:ext cx="3108967" cy="210743"/>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400" b="1">
                <a:solidFill>
                  <a:srgbClr val="1FA873"/>
                </a:solidFill>
                <a:latin typeface="Helvetica Neue"/>
                <a:ea typeface="Helvetica Neue"/>
                <a:cs typeface="Helvetica Neue"/>
              </a:defRPr>
            </a:pPr>
            <a:r>
              <a:t>• </a:t>
            </a:r>
            <a:r>
              <a:rPr b="0">
                <a:solidFill>
                  <a:srgbClr val="73777F"/>
                </a:solidFill>
              </a:rPr>
              <a:t>Cross-viewpoint surprise</a:t>
            </a:r>
          </a:p>
        </p:txBody>
      </p:sp>
      <p:sp>
        <p:nvSpPr>
          <p:cNvPr id="636" name="TextBox 59">
            <a:extLst xmlns:a="http://schemas.openxmlformats.org/drawingml/2006/main">
              <a:ext uri="{FF2B5EF4-FFF2-40B4-BE49-F238E27FC236}">
                <a16:creationId xmlns:a16="http://schemas.microsoft.com/office/drawing/2014/main" id="{0B715636-8737-4641-BCAE-05B4286E457C}"/>
              </a:ext>
            </a:extLst>
          </p:cNvPr>
          <p:cNvSpPr>
            <a:spLocks xmlns:a="http://schemas.openxmlformats.org/drawingml/2006/main" noGrp="1"/>
          </p:cNvSpPr>
          <p:nvPr/>
        </p:nvSpPr>
        <p:spPr>
          <a:xfrm xmlns:a="http://schemas.openxmlformats.org/drawingml/2006/main">
            <a:off x="6784847" y="5669279"/>
            <a:ext cx="3749043" cy="235406"/>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600" b="1">
                <a:solidFill>
                  <a:srgbClr val="FF705B"/>
                </a:solidFill>
                <a:latin typeface="Helvetica Neue"/>
                <a:ea typeface="Helvetica Neue"/>
                <a:cs typeface="Helvetica Neue"/>
              </a:defRPr>
            </a:pPr>
            <a:r>
              <a:t>• </a:t>
            </a:r>
            <a:r>
              <a:rPr>
                <a:solidFill>
                  <a:srgbClr val="111318"/>
                </a:solidFill>
              </a:rPr>
              <a:t>The model asks who voted</a:t>
            </a:r>
          </a:p>
        </p:txBody>
      </p:sp>
      <p:sp>
        <p:nvSpPr>
          <p:cNvPr id="637" name="TextBox 60">
            <a:extLst xmlns:a="http://schemas.openxmlformats.org/drawingml/2006/main">
              <a:ext uri="{FF2B5EF4-FFF2-40B4-BE49-F238E27FC236}">
                <a16:creationId xmlns:a16="http://schemas.microsoft.com/office/drawing/2014/main" id="{EEB34BE9-50E5-4B3B-AC40-B6A650E5D488}"/>
              </a:ext>
            </a:extLst>
          </p:cNvPr>
          <p:cNvSpPr>
            <a:spLocks xmlns:a="http://schemas.openxmlformats.org/drawingml/2006/main" noGrp="1"/>
          </p:cNvSpPr>
          <p:nvPr/>
        </p:nvSpPr>
        <p:spPr>
          <a:xfrm xmlns:a="http://schemas.openxmlformats.org/drawingml/2006/main">
            <a:off x="621792" y="6437376"/>
            <a:ext cx="10881360"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800">
                <a:solidFill>
                  <a:srgbClr val="73777F"/>
                </a:solidFill>
                <a:latin typeface="Helvetica Neue"/>
                <a:ea typeface="Helvetica Neue"/>
                <a:cs typeface="Helvetica Neue"/>
              </a:defRPr>
            </a:lvl1pPr>
          </a:lstStyle>
          <a:p xmlns:a="http://schemas.openxmlformats.org/drawingml/2006/main">
            <a:pPr>
              <a:buNone/>
            </a:pPr>
            <a:r>
              <a:t>• Wojcik et al. (2022); Buterin (2023); X Community Notes (2026)</a:t>
            </a:r>
          </a:p>
        </p:txBody>
      </p:sp>
      <p:sp>
        <p:nvSpPr>
          <p:cNvPr id="638" name="Rectangle">
            <a:extLst xmlns:a="http://schemas.openxmlformats.org/drawingml/2006/main">
              <a:ext uri="{FF2B5EF4-FFF2-40B4-BE49-F238E27FC236}">
                <a16:creationId xmlns:a16="http://schemas.microsoft.com/office/drawing/2014/main" id="{A61DC5AD-CE43-414F-9485-5C81D6D7CDD0}"/>
              </a:ext>
            </a:extLst>
          </p:cNvPr>
          <p:cNvSpPr>
            <a:spLocks xmlns:a="http://schemas.openxmlformats.org/drawingml/2006/main" noGrp="1"/>
          </p:cNvSpPr>
          <p:nvPr/>
        </p:nvSpPr>
        <p:spPr>
          <a:xfrm xmlns:a="http://schemas.openxmlformats.org/drawingml/2006/main">
            <a:off x="1630322" y="1436428"/>
            <a:ext cx="9768877" cy="4669921"/>
          </a:xfrm>
          <a:prstGeom xmlns:a="http://schemas.openxmlformats.org/drawingml/2006/main" prst="rect">
            <a:avLst/>
          </a:prstGeom>
          <a:solidFill xmlns:a="http://schemas.openxmlformats.org/drawingml/2006/main">
            <a:srgbClr val="FFFFFF"/>
          </a:solidFill>
          <a:ln xmlns:a="http://schemas.openxmlformats.org/drawingml/2006/main" w="12700"/>
        </p:spPr>
        <p:txBody>
          <a:bodyPr xmlns:a="http://schemas.openxmlformats.org/drawingml/2006/main" lIns="45718" tIns="45718" rIns="45718" bIns="45718" anchor="ctr"/>
          <a:lstStyle xmlns:a="http://schemas.openxmlformats.org/drawingml/2006/main"/>
          <a:p xmlns:a="http://schemas.openxmlformats.org/drawingml/2006/main">
            <a:pPr>
              <a:buNone/>
              <a:defRPr>
                <a:latin typeface="+mn-lt"/>
                <a:ea typeface="+mn-lt"/>
                <a:cs typeface="+mn-lt"/>
              </a:defRPr>
            </a:pPr>
          </a:p>
        </p:txBody>
      </p:sp>
      <p:sp>
        <p:nvSpPr>
          <p:cNvPr id="639" name="TextBox 1">
            <a:extLst xmlns:a="http://schemas.openxmlformats.org/drawingml/2006/main">
              <a:ext uri="{FF2B5EF4-FFF2-40B4-BE49-F238E27FC236}">
                <a16:creationId xmlns:a16="http://schemas.microsoft.com/office/drawing/2014/main" id="{B8B74400-4872-4EED-9B69-AEA6E63EA8A7}"/>
              </a:ext>
            </a:extLst>
          </p:cNvPr>
          <p:cNvSpPr>
            <a:spLocks xmlns:a="http://schemas.openxmlformats.org/drawingml/2006/main" noGrp="1"/>
          </p:cNvSpPr>
          <p:nvPr/>
        </p:nvSpPr>
        <p:spPr>
          <a:xfrm xmlns:a="http://schemas.openxmlformats.org/drawingml/2006/main">
            <a:off x="603498" y="420623"/>
            <a:ext cx="4389132" cy="14871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000" b="1">
                <a:solidFill>
                  <a:srgbClr val="73777F"/>
                </a:solidFill>
                <a:latin typeface="Helvetica Neue"/>
                <a:ea typeface="Helvetica Neue"/>
                <a:cs typeface="Helvetica Neue"/>
              </a:defRPr>
            </a:lvl1pPr>
          </a:lstStyle>
          <a:p xmlns:a="http://schemas.openxmlformats.org/drawingml/2006/main">
            <a:pPr>
              <a:buNone/>
            </a:pPr>
            <a:r>
              <a:t>HOW SYSTEM WORKS 1 - 2</a:t>
            </a:r>
          </a:p>
        </p:txBody>
      </p:sp>
    </p:spTree>
    <p:extLst>
      <p:ext uri="{BB962C8B-B14F-4D97-AF65-F5344CB8AC3E}">
        <p14:creationId xmlns:p14="http://schemas.microsoft.com/office/powerpoint/2010/main" val="1533341954"/>
      </p:ext>
    </p:extLst>
  </p:cSld>
</p:sld>
</file>

<file path=ppt/slides/slide9.xml><?xml version="1.0" encoding="utf-8"?>
<p:sld xmlns:p="http://schemas.openxmlformats.org/presentationml/2006/main" showMasterSp="1">
  <p:cSld>
    <p:spTree>
      <p:nvGrpSpPr>
        <p:cNvPr id="1" name=""/>
        <p:cNvGrpSpPr/>
        <p:nvPr/>
      </p:nvGrpSpPr>
      <p:grpSpPr>
        <a:xfrm xmlns:a="http://schemas.openxmlformats.org/drawingml/2006/main"/>
      </p:grpSpPr>
      <p:sp>
        <p:nvSpPr>
          <p:cNvPr id="641" name="TextBox 2">
            <a:extLst xmlns:a="http://schemas.openxmlformats.org/drawingml/2006/main">
              <a:ext uri="{FF2B5EF4-FFF2-40B4-BE49-F238E27FC236}">
                <a16:creationId xmlns:a16="http://schemas.microsoft.com/office/drawing/2014/main" id="{9F76F22D-C1CD-4C85-BDF8-342CF3BF8773}"/>
              </a:ext>
            </a:extLst>
          </p:cNvPr>
          <p:cNvSpPr>
            <a:spLocks xmlns:a="http://schemas.openxmlformats.org/drawingml/2006/main" noGrp="1"/>
          </p:cNvSpPr>
          <p:nvPr/>
        </p:nvSpPr>
        <p:spPr>
          <a:xfrm xmlns:a="http://schemas.openxmlformats.org/drawingml/2006/main">
            <a:off x="603504" y="786383"/>
            <a:ext cx="10515601" cy="458849"/>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3000" b="1">
                <a:solidFill>
                  <a:srgbClr val="111318"/>
                </a:solidFill>
                <a:latin typeface="Helvetica Neue"/>
                <a:ea typeface="Helvetica Neue"/>
                <a:cs typeface="Helvetica Neue"/>
              </a:defRPr>
            </a:lvl1pPr>
          </a:lstStyle>
          <a:p xmlns:a="http://schemas.openxmlformats.org/drawingml/2006/main">
            <a:pPr>
              <a:buNone/>
            </a:pPr>
            <a:r>
              <a:t>It reads the rater</a:t>
            </a:r>
          </a:p>
        </p:txBody>
      </p:sp>
      <p:sp>
        <p:nvSpPr>
          <p:cNvPr id="642" name="TextBox 3">
            <a:extLst xmlns:a="http://schemas.openxmlformats.org/drawingml/2006/main">
              <a:ext uri="{FF2B5EF4-FFF2-40B4-BE49-F238E27FC236}">
                <a16:creationId xmlns:a16="http://schemas.microsoft.com/office/drawing/2014/main" id="{CC8EE816-01D2-4C70-AA23-487EEE12F7C4}"/>
              </a:ext>
            </a:extLst>
          </p:cNvPr>
          <p:cNvSpPr>
            <a:spLocks xmlns:a="http://schemas.openxmlformats.org/drawingml/2006/main" noGrp="1"/>
          </p:cNvSpPr>
          <p:nvPr/>
        </p:nvSpPr>
        <p:spPr>
          <a:xfrm xmlns:a="http://schemas.openxmlformats.org/drawingml/2006/main">
            <a:off x="11082528" y="457198"/>
            <a:ext cx="438918" cy="136385"/>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r">
              <a:buNone/>
              <a:defRPr sz="900" b="1">
                <a:solidFill>
                  <a:srgbClr val="73777F"/>
                </a:solidFill>
                <a:latin typeface="Helvetica Neue"/>
                <a:ea typeface="Helvetica Neue"/>
                <a:cs typeface="Helvetica Neue"/>
              </a:defRPr>
            </a:lvl1pPr>
          </a:lstStyle>
          <a:p xmlns:a="http://schemas.openxmlformats.org/drawingml/2006/main">
            <a:pPr>
              <a:buNone/>
            </a:pPr>
            <a:r>
              <a:t>04</a:t>
            </a:r>
          </a:p>
        </p:txBody>
      </p:sp>
      <p:sp>
        <p:nvSpPr>
          <p:cNvPr id="643" name="Connector 4">
            <a:extLst xmlns:a="http://schemas.openxmlformats.org/drawingml/2006/main">
              <a:ext uri="{FF2B5EF4-FFF2-40B4-BE49-F238E27FC236}">
                <a16:creationId xmlns:a16="http://schemas.microsoft.com/office/drawing/2014/main" id="{DA1DBCD1-41A0-43F9-9589-549869860B75}"/>
              </a:ext>
            </a:extLst>
          </p:cNvPr>
          <p:cNvSpPr>
            <a:spLocks xmlns:a="http://schemas.openxmlformats.org/drawingml/2006/main" noGrp="1"/>
          </p:cNvSpPr>
          <p:nvPr/>
        </p:nvSpPr>
        <p:spPr>
          <a:xfrm xmlns:a="http://schemas.openxmlformats.org/drawingml/2006/main" flipH="1">
            <a:off x="6099047" y="1627632"/>
            <a:ext cx="7" cy="3511296"/>
          </a:xfrm>
          <a:prstGeom xmlns:a="http://schemas.openxmlformats.org/drawingml/2006/main" prst="line">
            <a:avLst/>
          </a:prstGeom>
          <a:ln xmlns:a="http://schemas.openxmlformats.org/drawingml/2006/main" w="1270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644" name="TextBox 5">
            <a:extLst xmlns:a="http://schemas.openxmlformats.org/drawingml/2006/main">
              <a:ext uri="{FF2B5EF4-FFF2-40B4-BE49-F238E27FC236}">
                <a16:creationId xmlns:a16="http://schemas.microsoft.com/office/drawing/2014/main" id="{FCDD8CBE-23FB-46CE-9627-6C2635C5D5DC}"/>
              </a:ext>
            </a:extLst>
          </p:cNvPr>
          <p:cNvSpPr>
            <a:spLocks xmlns:a="http://schemas.openxmlformats.org/drawingml/2006/main" noGrp="1"/>
          </p:cNvSpPr>
          <p:nvPr/>
        </p:nvSpPr>
        <p:spPr>
          <a:xfrm xmlns:a="http://schemas.openxmlformats.org/drawingml/2006/main">
            <a:off x="822958" y="1572766"/>
            <a:ext cx="1645923" cy="14871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000" b="1">
                <a:solidFill>
                  <a:srgbClr val="FF705B"/>
                </a:solidFill>
                <a:latin typeface="Helvetica Neue"/>
                <a:ea typeface="Helvetica Neue"/>
                <a:cs typeface="Helvetica Neue"/>
              </a:defRPr>
            </a:lvl1pPr>
          </a:lstStyle>
          <a:p xmlns:a="http://schemas.openxmlformats.org/drawingml/2006/main">
            <a:pPr>
              <a:buNone/>
            </a:pPr>
            <a:r>
              <a:t>AMIGO</a:t>
            </a:r>
          </a:p>
        </p:txBody>
      </p:sp>
      <p:sp>
        <p:nvSpPr>
          <p:cNvPr id="645" name="Oval 6">
            <a:extLst xmlns:a="http://schemas.openxmlformats.org/drawingml/2006/main">
              <a:ext uri="{FF2B5EF4-FFF2-40B4-BE49-F238E27FC236}">
                <a16:creationId xmlns:a16="http://schemas.microsoft.com/office/drawing/2014/main" id="{DCE37A64-E070-4387-9E48-5AC58DA03294}"/>
              </a:ext>
            </a:extLst>
          </p:cNvPr>
          <p:cNvSpPr>
            <a:spLocks xmlns:a="http://schemas.openxmlformats.org/drawingml/2006/main" noGrp="1"/>
          </p:cNvSpPr>
          <p:nvPr/>
        </p:nvSpPr>
        <p:spPr>
          <a:xfrm xmlns:a="http://schemas.openxmlformats.org/drawingml/2006/main">
            <a:off x="1234438" y="2221992"/>
            <a:ext cx="228605" cy="228605"/>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646" name="Connector 7">
            <a:extLst xmlns:a="http://schemas.openxmlformats.org/drawingml/2006/main">
              <a:ext uri="{FF2B5EF4-FFF2-40B4-BE49-F238E27FC236}">
                <a16:creationId xmlns:a16="http://schemas.microsoft.com/office/drawing/2014/main" id="{345F6852-2C94-4159-8F4D-E18999BBFDFD}"/>
              </a:ext>
            </a:extLst>
          </p:cNvPr>
          <p:cNvSpPr>
            <a:spLocks xmlns:a="http://schemas.openxmlformats.org/drawingml/2006/main" noGrp="1"/>
          </p:cNvSpPr>
          <p:nvPr/>
        </p:nvSpPr>
        <p:spPr>
          <a:xfrm xmlns:a="http://schemas.openxmlformats.org/drawingml/2006/main">
            <a:off x="1348738" y="2450592"/>
            <a:ext cx="7" cy="377197"/>
          </a:xfrm>
          <a:prstGeom xmlns:a="http://schemas.openxmlformats.org/drawingml/2006/main" prst="line">
            <a:avLst/>
          </a:prstGeom>
          <a:ln xmlns:a="http://schemas.openxmlformats.org/drawingml/2006/main" w="1905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647" name="Connector 8">
            <a:extLst xmlns:a="http://schemas.openxmlformats.org/drawingml/2006/main">
              <a:ext uri="{FF2B5EF4-FFF2-40B4-BE49-F238E27FC236}">
                <a16:creationId xmlns:a16="http://schemas.microsoft.com/office/drawing/2014/main" id="{2C48B75E-AE46-4B39-94B3-8E3ED6506C8C}"/>
              </a:ext>
            </a:extLst>
          </p:cNvPr>
          <p:cNvSpPr>
            <a:spLocks xmlns:a="http://schemas.openxmlformats.org/drawingml/2006/main" noGrp="1"/>
          </p:cNvSpPr>
          <p:nvPr/>
        </p:nvSpPr>
        <p:spPr>
          <a:xfrm xmlns:a="http://schemas.openxmlformats.org/drawingml/2006/main">
            <a:off x="1188719" y="2610609"/>
            <a:ext cx="320047" cy="7"/>
          </a:xfrm>
          <a:prstGeom xmlns:a="http://schemas.openxmlformats.org/drawingml/2006/main" prst="line">
            <a:avLst/>
          </a:prstGeom>
          <a:ln xmlns:a="http://schemas.openxmlformats.org/drawingml/2006/main" w="1905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648" name="Connector 9">
            <a:extLst xmlns:a="http://schemas.openxmlformats.org/drawingml/2006/main">
              <a:ext uri="{FF2B5EF4-FFF2-40B4-BE49-F238E27FC236}">
                <a16:creationId xmlns:a16="http://schemas.microsoft.com/office/drawing/2014/main" id="{5833AA94-C997-4B2F-A71B-DA16511FEA89}"/>
              </a:ext>
            </a:extLst>
          </p:cNvPr>
          <p:cNvSpPr>
            <a:spLocks xmlns:a="http://schemas.openxmlformats.org/drawingml/2006/main" noGrp="1"/>
          </p:cNvSpPr>
          <p:nvPr/>
        </p:nvSpPr>
        <p:spPr>
          <a:xfrm xmlns:a="http://schemas.openxmlformats.org/drawingml/2006/main" flipH="1">
            <a:off x="1200149" y="2827782"/>
            <a:ext cx="148597" cy="240031"/>
          </a:xfrm>
          <a:prstGeom xmlns:a="http://schemas.openxmlformats.org/drawingml/2006/main" prst="line">
            <a:avLst/>
          </a:prstGeom>
          <a:ln xmlns:a="http://schemas.openxmlformats.org/drawingml/2006/main" w="1905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649" name="Connector 10">
            <a:extLst xmlns:a="http://schemas.openxmlformats.org/drawingml/2006/main">
              <a:ext uri="{FF2B5EF4-FFF2-40B4-BE49-F238E27FC236}">
                <a16:creationId xmlns:a16="http://schemas.microsoft.com/office/drawing/2014/main" id="{7C9E708B-C491-4092-8467-5D5589D0EE7D}"/>
              </a:ext>
            </a:extLst>
          </p:cNvPr>
          <p:cNvSpPr>
            <a:spLocks xmlns:a="http://schemas.openxmlformats.org/drawingml/2006/main" noGrp="1"/>
          </p:cNvSpPr>
          <p:nvPr/>
        </p:nvSpPr>
        <p:spPr>
          <a:xfrm xmlns:a="http://schemas.openxmlformats.org/drawingml/2006/main">
            <a:off x="1348734" y="2827781"/>
            <a:ext cx="148598" cy="240032"/>
          </a:xfrm>
          <a:prstGeom xmlns:a="http://schemas.openxmlformats.org/drawingml/2006/main" prst="line">
            <a:avLst/>
          </a:prstGeom>
          <a:ln xmlns:a="http://schemas.openxmlformats.org/drawingml/2006/main" w="1905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650" name="Rounded Rectangle 11">
            <a:extLst xmlns:a="http://schemas.openxmlformats.org/drawingml/2006/main">
              <a:ext uri="{FF2B5EF4-FFF2-40B4-BE49-F238E27FC236}">
                <a16:creationId xmlns:a16="http://schemas.microsoft.com/office/drawing/2014/main" id="{E2E5FB87-FDCA-411A-81DF-E4F34540B7EE}"/>
              </a:ext>
            </a:extLst>
          </p:cNvPr>
          <p:cNvSpPr>
            <a:spLocks xmlns:a="http://schemas.openxmlformats.org/drawingml/2006/main" noGrp="1"/>
          </p:cNvSpPr>
          <p:nvPr/>
        </p:nvSpPr>
        <p:spPr>
          <a:xfrm xmlns:a="http://schemas.openxmlformats.org/drawingml/2006/main">
            <a:off x="3310128" y="2011677"/>
            <a:ext cx="1353319" cy="1719075"/>
          </a:xfrm>
          <a:prstGeom xmlns:a="http://schemas.openxmlformats.org/drawingml/2006/main" prst="roundRect">
            <a:avLst>
              <a:gd name="adj" fmla="val 16667"/>
            </a:avLst>
          </a:prstGeom>
          <a:ln xmlns:a="http://schemas.openxmlformats.org/drawingml/2006/main" w="1397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651" name="Connector 12">
            <a:extLst xmlns:a="http://schemas.openxmlformats.org/drawingml/2006/main">
              <a:ext uri="{FF2B5EF4-FFF2-40B4-BE49-F238E27FC236}">
                <a16:creationId xmlns:a16="http://schemas.microsoft.com/office/drawing/2014/main" id="{487E6F96-983C-4982-BCBE-4DF8C65778A9}"/>
              </a:ext>
            </a:extLst>
          </p:cNvPr>
          <p:cNvSpPr>
            <a:spLocks xmlns:a="http://schemas.openxmlformats.org/drawingml/2006/main" noGrp="1"/>
          </p:cNvSpPr>
          <p:nvPr/>
        </p:nvSpPr>
        <p:spPr>
          <a:xfrm xmlns:a="http://schemas.openxmlformats.org/drawingml/2006/main">
            <a:off x="3529584" y="2450592"/>
            <a:ext cx="914406" cy="6"/>
          </a:xfrm>
          <a:prstGeom xmlns:a="http://schemas.openxmlformats.org/drawingml/2006/main" prst="line">
            <a:avLst/>
          </a:prstGeom>
          <a:ln xmlns:a="http://schemas.openxmlformats.org/drawingml/2006/main" w="1524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652" name="Connector 13">
            <a:extLst xmlns:a="http://schemas.openxmlformats.org/drawingml/2006/main">
              <a:ext uri="{FF2B5EF4-FFF2-40B4-BE49-F238E27FC236}">
                <a16:creationId xmlns:a16="http://schemas.microsoft.com/office/drawing/2014/main" id="{1162A079-9062-450E-9330-5CFA2CC41E79}"/>
              </a:ext>
            </a:extLst>
          </p:cNvPr>
          <p:cNvSpPr>
            <a:spLocks xmlns:a="http://schemas.openxmlformats.org/drawingml/2006/main" noGrp="1"/>
          </p:cNvSpPr>
          <p:nvPr/>
        </p:nvSpPr>
        <p:spPr>
          <a:xfrm xmlns:a="http://schemas.openxmlformats.org/drawingml/2006/main">
            <a:off x="3529584" y="2761486"/>
            <a:ext cx="786391" cy="9"/>
          </a:xfrm>
          <a:prstGeom xmlns:a="http://schemas.openxmlformats.org/drawingml/2006/main" prst="line">
            <a:avLst/>
          </a:prstGeom>
          <a:ln xmlns:a="http://schemas.openxmlformats.org/drawingml/2006/main" w="1524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653" name="Connector 14">
            <a:extLst xmlns:a="http://schemas.openxmlformats.org/drawingml/2006/main">
              <a:ext uri="{FF2B5EF4-FFF2-40B4-BE49-F238E27FC236}">
                <a16:creationId xmlns:a16="http://schemas.microsoft.com/office/drawing/2014/main" id="{5F593AE5-7E5C-4713-A35F-E8195FF7BB3B}"/>
              </a:ext>
            </a:extLst>
          </p:cNvPr>
          <p:cNvSpPr>
            <a:spLocks xmlns:a="http://schemas.openxmlformats.org/drawingml/2006/main" noGrp="1"/>
          </p:cNvSpPr>
          <p:nvPr/>
        </p:nvSpPr>
        <p:spPr>
          <a:xfrm xmlns:a="http://schemas.openxmlformats.org/drawingml/2006/main">
            <a:off x="3529584" y="3072382"/>
            <a:ext cx="877830" cy="7"/>
          </a:xfrm>
          <a:prstGeom xmlns:a="http://schemas.openxmlformats.org/drawingml/2006/main" prst="line">
            <a:avLst/>
          </a:prstGeom>
          <a:ln xmlns:a="http://schemas.openxmlformats.org/drawingml/2006/main" w="1524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654" name="Oval 15">
            <a:extLst xmlns:a="http://schemas.openxmlformats.org/drawingml/2006/main">
              <a:ext uri="{FF2B5EF4-FFF2-40B4-BE49-F238E27FC236}">
                <a16:creationId xmlns:a16="http://schemas.microsoft.com/office/drawing/2014/main" id="{C29B80AF-C05F-4A17-A355-A829BB205ACD}"/>
              </a:ext>
            </a:extLst>
          </p:cNvPr>
          <p:cNvSpPr>
            <a:spLocks xmlns:a="http://schemas.openxmlformats.org/drawingml/2006/main" noGrp="1"/>
          </p:cNvSpPr>
          <p:nvPr/>
        </p:nvSpPr>
        <p:spPr>
          <a:xfrm xmlns:a="http://schemas.openxmlformats.org/drawingml/2006/main">
            <a:off x="2331720" y="2587749"/>
            <a:ext cx="201181" cy="201181"/>
          </a:xfrm>
          <a:prstGeom xmlns:a="http://schemas.openxmlformats.org/drawingml/2006/main" prst="ellipse">
            <a:avLst/>
          </a:prstGeom>
          <a:solidFill xmlns:a="http://schemas.openxmlformats.org/drawingml/2006/main">
            <a:srgbClr val="1FA873"/>
          </a:solidFill>
          <a:ln xmlns:a="http://schemas.openxmlformats.org/drawingml/2006/main" w="10160">
            <a:solidFill>
              <a:srgbClr val="1FA873"/>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655" name="Connector 16">
            <a:extLst xmlns:a="http://schemas.openxmlformats.org/drawingml/2006/main">
              <a:ext uri="{FF2B5EF4-FFF2-40B4-BE49-F238E27FC236}">
                <a16:creationId xmlns:a16="http://schemas.microsoft.com/office/drawing/2014/main" id="{54F44D03-8C5B-4083-ACD7-20E700F51CF8}"/>
              </a:ext>
            </a:extLst>
          </p:cNvPr>
          <p:cNvSpPr>
            <a:spLocks xmlns:a="http://schemas.openxmlformats.org/drawingml/2006/main" noGrp="1"/>
          </p:cNvSpPr>
          <p:nvPr/>
        </p:nvSpPr>
        <p:spPr>
          <a:xfrm xmlns:a="http://schemas.openxmlformats.org/drawingml/2006/main">
            <a:off x="2372865" y="2697476"/>
            <a:ext cx="45727" cy="45727"/>
          </a:xfrm>
          <a:prstGeom xmlns:a="http://schemas.openxmlformats.org/drawingml/2006/main" prst="line">
            <a:avLst/>
          </a:prstGeom>
          <a:ln xmlns:a="http://schemas.openxmlformats.org/drawingml/2006/main" w="16510">
            <a:solidFill>
              <a:srgbClr val="FFFFF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656" name="Connector 17">
            <a:extLst xmlns:a="http://schemas.openxmlformats.org/drawingml/2006/main">
              <a:ext uri="{FF2B5EF4-FFF2-40B4-BE49-F238E27FC236}">
                <a16:creationId xmlns:a16="http://schemas.microsoft.com/office/drawing/2014/main" id="{B512BF2D-C09B-4144-A9C2-34E8AE0D6263}"/>
              </a:ext>
            </a:extLst>
          </p:cNvPr>
          <p:cNvSpPr>
            <a:spLocks xmlns:a="http://schemas.openxmlformats.org/drawingml/2006/main" noGrp="1"/>
          </p:cNvSpPr>
          <p:nvPr/>
        </p:nvSpPr>
        <p:spPr>
          <a:xfrm xmlns:a="http://schemas.openxmlformats.org/drawingml/2006/main" flipV="1">
            <a:off x="2418587" y="2642616"/>
            <a:ext cx="82303" cy="100591"/>
          </a:xfrm>
          <a:prstGeom xmlns:a="http://schemas.openxmlformats.org/drawingml/2006/main" prst="line">
            <a:avLst/>
          </a:prstGeom>
          <a:ln xmlns:a="http://schemas.openxmlformats.org/drawingml/2006/main" w="16510">
            <a:solidFill>
              <a:srgbClr val="FFFFF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657" name="TextBox 18">
            <a:extLst xmlns:a="http://schemas.openxmlformats.org/drawingml/2006/main">
              <a:ext uri="{FF2B5EF4-FFF2-40B4-BE49-F238E27FC236}">
                <a16:creationId xmlns:a16="http://schemas.microsoft.com/office/drawing/2014/main" id="{14EA8EC9-AB51-4807-A8C8-3D2E7FB97EDE}"/>
              </a:ext>
            </a:extLst>
          </p:cNvPr>
          <p:cNvSpPr>
            <a:spLocks xmlns:a="http://schemas.openxmlformats.org/drawingml/2006/main" noGrp="1"/>
          </p:cNvSpPr>
          <p:nvPr/>
        </p:nvSpPr>
        <p:spPr>
          <a:xfrm xmlns:a="http://schemas.openxmlformats.org/drawingml/2006/main">
            <a:off x="2103120" y="2907792"/>
            <a:ext cx="713239" cy="136385"/>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900" b="1">
                <a:solidFill>
                  <a:srgbClr val="1FA873"/>
                </a:solidFill>
                <a:latin typeface="Helvetica Neue"/>
                <a:ea typeface="Helvetica Neue"/>
                <a:cs typeface="Helvetica Neue"/>
              </a:defRPr>
            </a:lvl1pPr>
          </a:lstStyle>
          <a:p xmlns:a="http://schemas.openxmlformats.org/drawingml/2006/main">
            <a:pPr>
              <a:buNone/>
            </a:pPr>
            <a:r>
              <a:t>HELPFUL</a:t>
            </a:r>
          </a:p>
        </p:txBody>
      </p:sp>
      <p:sp>
        <p:nvSpPr>
          <p:cNvPr id="658" name="Connector 19">
            <a:extLst xmlns:a="http://schemas.openxmlformats.org/drawingml/2006/main">
              <a:ext uri="{FF2B5EF4-FFF2-40B4-BE49-F238E27FC236}">
                <a16:creationId xmlns:a16="http://schemas.microsoft.com/office/drawing/2014/main" id="{FCBFCC85-4023-413C-A554-E535BBC6A9B2}"/>
              </a:ext>
            </a:extLst>
          </p:cNvPr>
          <p:cNvSpPr>
            <a:spLocks xmlns:a="http://schemas.openxmlformats.org/drawingml/2006/main" noGrp="1"/>
          </p:cNvSpPr>
          <p:nvPr/>
        </p:nvSpPr>
        <p:spPr>
          <a:xfrm xmlns:a="http://schemas.openxmlformats.org/drawingml/2006/main">
            <a:off x="1837943" y="2688332"/>
            <a:ext cx="411486" cy="7"/>
          </a:xfrm>
          <a:prstGeom xmlns:a="http://schemas.openxmlformats.org/drawingml/2006/main" prst="line">
            <a:avLst/>
          </a:prstGeom>
          <a:ln xmlns:a="http://schemas.openxmlformats.org/drawingml/2006/main" w="1778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659" name="Connector 20">
            <a:extLst xmlns:a="http://schemas.openxmlformats.org/drawingml/2006/main">
              <a:ext uri="{FF2B5EF4-FFF2-40B4-BE49-F238E27FC236}">
                <a16:creationId xmlns:a16="http://schemas.microsoft.com/office/drawing/2014/main" id="{807F810F-BD36-4578-A60E-12AA98A10E44}"/>
              </a:ext>
            </a:extLst>
          </p:cNvPr>
          <p:cNvSpPr>
            <a:spLocks xmlns:a="http://schemas.openxmlformats.org/drawingml/2006/main" noGrp="1"/>
          </p:cNvSpPr>
          <p:nvPr/>
        </p:nvSpPr>
        <p:spPr>
          <a:xfrm xmlns:a="http://schemas.openxmlformats.org/drawingml/2006/main">
            <a:off x="2578604" y="2688332"/>
            <a:ext cx="694952" cy="7"/>
          </a:xfrm>
          <a:prstGeom xmlns:a="http://schemas.openxmlformats.org/drawingml/2006/main" prst="line">
            <a:avLst/>
          </a:prstGeom>
          <a:ln xmlns:a="http://schemas.openxmlformats.org/drawingml/2006/main" w="1778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660" name="TextBox 22">
            <a:extLst xmlns:a="http://schemas.openxmlformats.org/drawingml/2006/main">
              <a:ext uri="{FF2B5EF4-FFF2-40B4-BE49-F238E27FC236}">
                <a16:creationId xmlns:a16="http://schemas.microsoft.com/office/drawing/2014/main" id="{C862E899-C0A3-4126-A8EF-132A4C7CA6C9}"/>
              </a:ext>
            </a:extLst>
          </p:cNvPr>
          <p:cNvSpPr>
            <a:spLocks xmlns:a="http://schemas.openxmlformats.org/drawingml/2006/main" noGrp="1"/>
          </p:cNvSpPr>
          <p:nvPr/>
        </p:nvSpPr>
        <p:spPr>
          <a:xfrm xmlns:a="http://schemas.openxmlformats.org/drawingml/2006/main">
            <a:off x="2487166" y="3931920"/>
            <a:ext cx="1188724" cy="35676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lgn="ctr">
              <a:buNone/>
              <a:defRPr sz="2300" b="1">
                <a:solidFill>
                  <a:srgbClr val="FF705B"/>
                </a:solidFill>
                <a:latin typeface="Helvetica Neue"/>
                <a:ea typeface="Helvetica Neue"/>
                <a:cs typeface="Helvetica Neue"/>
              </a:defRPr>
            </a:pPr>
            <a:r>
              <a:t>f</a:t>
            </a:r>
            <a:r>
              <a:rPr>
                <a:latin typeface="+mn-lt"/>
                <a:ea typeface="+mn-lt"/>
                <a:cs typeface="+mn-lt"/>
              </a:rPr>
              <a:t>ᵤ </a:t>
            </a:r>
            <a:r>
              <a:t>· fₙ</a:t>
            </a:r>
          </a:p>
        </p:txBody>
      </p:sp>
      <p:sp>
        <p:nvSpPr>
          <p:cNvPr id="661" name="TextBox 23">
            <a:extLst xmlns:a="http://schemas.openxmlformats.org/drawingml/2006/main">
              <a:ext uri="{FF2B5EF4-FFF2-40B4-BE49-F238E27FC236}">
                <a16:creationId xmlns:a16="http://schemas.microsoft.com/office/drawing/2014/main" id="{4D0DB48E-604A-48BE-90B9-D5D7C026D4A9}"/>
              </a:ext>
            </a:extLst>
          </p:cNvPr>
          <p:cNvSpPr>
            <a:spLocks xmlns:a="http://schemas.openxmlformats.org/drawingml/2006/main" noGrp="1"/>
          </p:cNvSpPr>
          <p:nvPr/>
        </p:nvSpPr>
        <p:spPr>
          <a:xfrm xmlns:a="http://schemas.openxmlformats.org/drawingml/2006/main">
            <a:off x="3977637" y="3950208"/>
            <a:ext cx="1115573" cy="322464"/>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2100" b="1">
                <a:solidFill>
                  <a:srgbClr val="73777F"/>
                </a:solidFill>
                <a:latin typeface="Helvetica Neue"/>
                <a:ea typeface="Helvetica Neue"/>
                <a:cs typeface="Helvetica Neue"/>
              </a:defRPr>
            </a:lvl1pPr>
          </a:lstStyle>
          <a:p xmlns:a="http://schemas.openxmlformats.org/drawingml/2006/main">
            <a:pPr>
              <a:buNone/>
            </a:pPr>
            <a:r>
              <a:t>iₙ  —</a:t>
            </a:r>
          </a:p>
        </p:txBody>
      </p:sp>
      <p:sp>
        <p:nvSpPr>
          <p:cNvPr id="662" name="Connector 24">
            <a:extLst xmlns:a="http://schemas.openxmlformats.org/drawingml/2006/main">
              <a:ext uri="{FF2B5EF4-FFF2-40B4-BE49-F238E27FC236}">
                <a16:creationId xmlns:a16="http://schemas.microsoft.com/office/drawing/2014/main" id="{71757D3F-AD30-4951-A1B8-3C12B166B0B3}"/>
              </a:ext>
            </a:extLst>
          </p:cNvPr>
          <p:cNvSpPr>
            <a:spLocks xmlns:a="http://schemas.openxmlformats.org/drawingml/2006/main" noGrp="1"/>
          </p:cNvSpPr>
          <p:nvPr/>
        </p:nvSpPr>
        <p:spPr>
          <a:xfrm xmlns:a="http://schemas.openxmlformats.org/drawingml/2006/main">
            <a:off x="2240277" y="4160520"/>
            <a:ext cx="228605" cy="7"/>
          </a:xfrm>
          <a:prstGeom xmlns:a="http://schemas.openxmlformats.org/drawingml/2006/main" prst="line">
            <a:avLst/>
          </a:prstGeom>
          <a:ln xmlns:a="http://schemas.openxmlformats.org/drawingml/2006/main" w="1651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663" name="Connector 25">
            <a:extLst xmlns:a="http://schemas.openxmlformats.org/drawingml/2006/main">
              <a:ext uri="{FF2B5EF4-FFF2-40B4-BE49-F238E27FC236}">
                <a16:creationId xmlns:a16="http://schemas.microsoft.com/office/drawing/2014/main" id="{5B719FD4-9686-41DF-B073-0B290F6E351E}"/>
              </a:ext>
            </a:extLst>
          </p:cNvPr>
          <p:cNvSpPr>
            <a:spLocks xmlns:a="http://schemas.openxmlformats.org/drawingml/2006/main" noGrp="1"/>
          </p:cNvSpPr>
          <p:nvPr/>
        </p:nvSpPr>
        <p:spPr>
          <a:xfrm xmlns:a="http://schemas.openxmlformats.org/drawingml/2006/main">
            <a:off x="3657598" y="4160520"/>
            <a:ext cx="274328" cy="7"/>
          </a:xfrm>
          <a:prstGeom xmlns:a="http://schemas.openxmlformats.org/drawingml/2006/main" prst="line">
            <a:avLst/>
          </a:prstGeom>
          <a:ln xmlns:a="http://schemas.openxmlformats.org/drawingml/2006/main" w="1651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664" name="TextBox 27">
            <a:extLst xmlns:a="http://schemas.openxmlformats.org/drawingml/2006/main">
              <a:ext uri="{FF2B5EF4-FFF2-40B4-BE49-F238E27FC236}">
                <a16:creationId xmlns:a16="http://schemas.microsoft.com/office/drawing/2014/main" id="{E783206C-77BC-4564-B880-5D787EA624EE}"/>
              </a:ext>
            </a:extLst>
          </p:cNvPr>
          <p:cNvSpPr>
            <a:spLocks xmlns:a="http://schemas.openxmlformats.org/drawingml/2006/main" noGrp="1"/>
          </p:cNvSpPr>
          <p:nvPr/>
        </p:nvSpPr>
        <p:spPr>
          <a:xfrm xmlns:a="http://schemas.openxmlformats.org/drawingml/2006/main">
            <a:off x="6419086" y="1572766"/>
            <a:ext cx="2468888" cy="14871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000" b="1">
                <a:solidFill>
                  <a:srgbClr val="1FA873"/>
                </a:solidFill>
                <a:latin typeface="Helvetica Neue"/>
                <a:ea typeface="Helvetica Neue"/>
                <a:cs typeface="Helvetica Neue"/>
              </a:defRPr>
            </a:lvl1pPr>
          </a:lstStyle>
          <a:p xmlns:a="http://schemas.openxmlformats.org/drawingml/2006/main">
            <a:pPr>
              <a:buNone/>
            </a:pPr>
            <a:r>
              <a:t>ENEMIES SHAKE HANDS</a:t>
            </a:r>
          </a:p>
        </p:txBody>
      </p:sp>
      <p:sp>
        <p:nvSpPr>
          <p:cNvPr id="665" name="Oval 28">
            <a:extLst xmlns:a="http://schemas.openxmlformats.org/drawingml/2006/main">
              <a:ext uri="{FF2B5EF4-FFF2-40B4-BE49-F238E27FC236}">
                <a16:creationId xmlns:a16="http://schemas.microsoft.com/office/drawing/2014/main" id="{B59D946A-FCE7-40D9-8ABB-9DC2770DCC98}"/>
              </a:ext>
            </a:extLst>
          </p:cNvPr>
          <p:cNvSpPr>
            <a:spLocks xmlns:a="http://schemas.openxmlformats.org/drawingml/2006/main" noGrp="1"/>
          </p:cNvSpPr>
          <p:nvPr/>
        </p:nvSpPr>
        <p:spPr>
          <a:xfrm xmlns:a="http://schemas.openxmlformats.org/drawingml/2006/main">
            <a:off x="6903718" y="2221992"/>
            <a:ext cx="215799" cy="215799"/>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666" name="Connector 29">
            <a:extLst xmlns:a="http://schemas.openxmlformats.org/drawingml/2006/main">
              <a:ext uri="{FF2B5EF4-FFF2-40B4-BE49-F238E27FC236}">
                <a16:creationId xmlns:a16="http://schemas.microsoft.com/office/drawing/2014/main" id="{9C8C4EAA-C07B-412B-8EB2-CB3CAC52BC75}"/>
              </a:ext>
            </a:extLst>
          </p:cNvPr>
          <p:cNvSpPr>
            <a:spLocks xmlns:a="http://schemas.openxmlformats.org/drawingml/2006/main" noGrp="1"/>
          </p:cNvSpPr>
          <p:nvPr/>
        </p:nvSpPr>
        <p:spPr>
          <a:xfrm xmlns:a="http://schemas.openxmlformats.org/drawingml/2006/main">
            <a:off x="7011619" y="2437787"/>
            <a:ext cx="7" cy="356075"/>
          </a:xfrm>
          <a:prstGeom xmlns:a="http://schemas.openxmlformats.org/drawingml/2006/main" prst="line">
            <a:avLst/>
          </a:prstGeom>
          <a:ln xmlns:a="http://schemas.openxmlformats.org/drawingml/2006/main" w="1905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667" name="Connector 30">
            <a:extLst xmlns:a="http://schemas.openxmlformats.org/drawingml/2006/main">
              <a:ext uri="{FF2B5EF4-FFF2-40B4-BE49-F238E27FC236}">
                <a16:creationId xmlns:a16="http://schemas.microsoft.com/office/drawing/2014/main" id="{B2350DBA-251D-450F-B93D-455D9EF7791C}"/>
              </a:ext>
            </a:extLst>
          </p:cNvPr>
          <p:cNvSpPr>
            <a:spLocks xmlns:a="http://schemas.openxmlformats.org/drawingml/2006/main" noGrp="1"/>
          </p:cNvSpPr>
          <p:nvPr/>
        </p:nvSpPr>
        <p:spPr>
          <a:xfrm xmlns:a="http://schemas.openxmlformats.org/drawingml/2006/main">
            <a:off x="6860560" y="2588847"/>
            <a:ext cx="302125" cy="6"/>
          </a:xfrm>
          <a:prstGeom xmlns:a="http://schemas.openxmlformats.org/drawingml/2006/main" prst="line">
            <a:avLst/>
          </a:prstGeom>
          <a:ln xmlns:a="http://schemas.openxmlformats.org/drawingml/2006/main" w="1905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668" name="Connector 31">
            <a:extLst xmlns:a="http://schemas.openxmlformats.org/drawingml/2006/main">
              <a:ext uri="{FF2B5EF4-FFF2-40B4-BE49-F238E27FC236}">
                <a16:creationId xmlns:a16="http://schemas.microsoft.com/office/drawing/2014/main" id="{15CCEF98-6280-4FF7-BF45-1E5C96FDA77D}"/>
              </a:ext>
            </a:extLst>
          </p:cNvPr>
          <p:cNvSpPr>
            <a:spLocks xmlns:a="http://schemas.openxmlformats.org/drawingml/2006/main" noGrp="1"/>
          </p:cNvSpPr>
          <p:nvPr/>
        </p:nvSpPr>
        <p:spPr>
          <a:xfrm xmlns:a="http://schemas.openxmlformats.org/drawingml/2006/main" flipH="1">
            <a:off x="6871350" y="2793856"/>
            <a:ext cx="140276" cy="226591"/>
          </a:xfrm>
          <a:prstGeom xmlns:a="http://schemas.openxmlformats.org/drawingml/2006/main" prst="line">
            <a:avLst/>
          </a:prstGeom>
          <a:ln xmlns:a="http://schemas.openxmlformats.org/drawingml/2006/main" w="1905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669" name="Connector 32">
            <a:extLst xmlns:a="http://schemas.openxmlformats.org/drawingml/2006/main">
              <a:ext uri="{FF2B5EF4-FFF2-40B4-BE49-F238E27FC236}">
                <a16:creationId xmlns:a16="http://schemas.microsoft.com/office/drawing/2014/main" id="{61EDD789-2971-4266-99AB-B0893A54E267}"/>
              </a:ext>
            </a:extLst>
          </p:cNvPr>
          <p:cNvSpPr>
            <a:spLocks xmlns:a="http://schemas.openxmlformats.org/drawingml/2006/main" noGrp="1"/>
          </p:cNvSpPr>
          <p:nvPr/>
        </p:nvSpPr>
        <p:spPr>
          <a:xfrm xmlns:a="http://schemas.openxmlformats.org/drawingml/2006/main">
            <a:off x="7011619" y="2793856"/>
            <a:ext cx="140276" cy="226591"/>
          </a:xfrm>
          <a:prstGeom xmlns:a="http://schemas.openxmlformats.org/drawingml/2006/main" prst="line">
            <a:avLst/>
          </a:prstGeom>
          <a:ln xmlns:a="http://schemas.openxmlformats.org/drawingml/2006/main" w="1905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670" name="Rounded Rectangle 33">
            <a:extLst xmlns:a="http://schemas.openxmlformats.org/drawingml/2006/main">
              <a:ext uri="{FF2B5EF4-FFF2-40B4-BE49-F238E27FC236}">
                <a16:creationId xmlns:a16="http://schemas.microsoft.com/office/drawing/2014/main" id="{F9610FF8-E955-43C3-B1CC-DECAFAA3883C}"/>
              </a:ext>
            </a:extLst>
          </p:cNvPr>
          <p:cNvSpPr>
            <a:spLocks xmlns:a="http://schemas.openxmlformats.org/drawingml/2006/main" noGrp="1"/>
          </p:cNvSpPr>
          <p:nvPr/>
        </p:nvSpPr>
        <p:spPr>
          <a:xfrm xmlns:a="http://schemas.openxmlformats.org/drawingml/2006/main">
            <a:off x="8320327" y="2009138"/>
            <a:ext cx="1353315" cy="1719074"/>
          </a:xfrm>
          <a:prstGeom xmlns:a="http://schemas.openxmlformats.org/drawingml/2006/main" prst="roundRect">
            <a:avLst>
              <a:gd name="adj" fmla="val 16667"/>
            </a:avLst>
          </a:prstGeom>
          <a:ln xmlns:a="http://schemas.openxmlformats.org/drawingml/2006/main" w="1397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671" name="Connector 34">
            <a:extLst xmlns:a="http://schemas.openxmlformats.org/drawingml/2006/main">
              <a:ext uri="{FF2B5EF4-FFF2-40B4-BE49-F238E27FC236}">
                <a16:creationId xmlns:a16="http://schemas.microsoft.com/office/drawing/2014/main" id="{1A832F63-CE42-44CD-ABBA-B031887155B0}"/>
              </a:ext>
            </a:extLst>
          </p:cNvPr>
          <p:cNvSpPr>
            <a:spLocks xmlns:a="http://schemas.openxmlformats.org/drawingml/2006/main" noGrp="1"/>
          </p:cNvSpPr>
          <p:nvPr/>
        </p:nvSpPr>
        <p:spPr>
          <a:xfrm xmlns:a="http://schemas.openxmlformats.org/drawingml/2006/main">
            <a:off x="8539781" y="2448049"/>
            <a:ext cx="914407" cy="6"/>
          </a:xfrm>
          <a:prstGeom xmlns:a="http://schemas.openxmlformats.org/drawingml/2006/main" prst="line">
            <a:avLst/>
          </a:prstGeom>
          <a:ln xmlns:a="http://schemas.openxmlformats.org/drawingml/2006/main" w="1524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672" name="Connector 35">
            <a:extLst xmlns:a="http://schemas.openxmlformats.org/drawingml/2006/main">
              <a:ext uri="{FF2B5EF4-FFF2-40B4-BE49-F238E27FC236}">
                <a16:creationId xmlns:a16="http://schemas.microsoft.com/office/drawing/2014/main" id="{E640964A-E06E-40FC-B944-740C9C124508}"/>
              </a:ext>
            </a:extLst>
          </p:cNvPr>
          <p:cNvSpPr>
            <a:spLocks xmlns:a="http://schemas.openxmlformats.org/drawingml/2006/main" noGrp="1"/>
          </p:cNvSpPr>
          <p:nvPr/>
        </p:nvSpPr>
        <p:spPr>
          <a:xfrm xmlns:a="http://schemas.openxmlformats.org/drawingml/2006/main">
            <a:off x="8539781" y="2758943"/>
            <a:ext cx="786391" cy="9"/>
          </a:xfrm>
          <a:prstGeom xmlns:a="http://schemas.openxmlformats.org/drawingml/2006/main" prst="line">
            <a:avLst/>
          </a:prstGeom>
          <a:ln xmlns:a="http://schemas.openxmlformats.org/drawingml/2006/main" w="1524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673" name="Connector 36">
            <a:extLst xmlns:a="http://schemas.openxmlformats.org/drawingml/2006/main">
              <a:ext uri="{FF2B5EF4-FFF2-40B4-BE49-F238E27FC236}">
                <a16:creationId xmlns:a16="http://schemas.microsoft.com/office/drawing/2014/main" id="{3B6E631E-B5E8-4B4A-AB4D-0B0ACB81199C}"/>
              </a:ext>
            </a:extLst>
          </p:cNvPr>
          <p:cNvSpPr>
            <a:spLocks xmlns:a="http://schemas.openxmlformats.org/drawingml/2006/main" noGrp="1"/>
          </p:cNvSpPr>
          <p:nvPr/>
        </p:nvSpPr>
        <p:spPr>
          <a:xfrm xmlns:a="http://schemas.openxmlformats.org/drawingml/2006/main">
            <a:off x="8539781" y="3069842"/>
            <a:ext cx="877831" cy="7"/>
          </a:xfrm>
          <a:prstGeom xmlns:a="http://schemas.openxmlformats.org/drawingml/2006/main" prst="line">
            <a:avLst/>
          </a:prstGeom>
          <a:ln xmlns:a="http://schemas.openxmlformats.org/drawingml/2006/main" w="1524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674" name="Oval 37">
            <a:extLst xmlns:a="http://schemas.openxmlformats.org/drawingml/2006/main">
              <a:ext uri="{FF2B5EF4-FFF2-40B4-BE49-F238E27FC236}">
                <a16:creationId xmlns:a16="http://schemas.microsoft.com/office/drawing/2014/main" id="{6D4C3E09-6091-4008-95D2-8810731477E9}"/>
              </a:ext>
            </a:extLst>
          </p:cNvPr>
          <p:cNvSpPr>
            <a:spLocks xmlns:a="http://schemas.openxmlformats.org/drawingml/2006/main" noGrp="1"/>
          </p:cNvSpPr>
          <p:nvPr/>
        </p:nvSpPr>
        <p:spPr>
          <a:xfrm xmlns:a="http://schemas.openxmlformats.org/drawingml/2006/main">
            <a:off x="10602500" y="2226117"/>
            <a:ext cx="215799" cy="215799"/>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675" name="Connector 38">
            <a:extLst xmlns:a="http://schemas.openxmlformats.org/drawingml/2006/main">
              <a:ext uri="{FF2B5EF4-FFF2-40B4-BE49-F238E27FC236}">
                <a16:creationId xmlns:a16="http://schemas.microsoft.com/office/drawing/2014/main" id="{E1103392-DDD2-4C0F-B6A3-70E6E36A13AE}"/>
              </a:ext>
            </a:extLst>
          </p:cNvPr>
          <p:cNvSpPr>
            <a:spLocks xmlns:a="http://schemas.openxmlformats.org/drawingml/2006/main" noGrp="1"/>
          </p:cNvSpPr>
          <p:nvPr/>
        </p:nvSpPr>
        <p:spPr>
          <a:xfrm xmlns:a="http://schemas.openxmlformats.org/drawingml/2006/main">
            <a:off x="10710401" y="2441915"/>
            <a:ext cx="7" cy="356074"/>
          </a:xfrm>
          <a:prstGeom xmlns:a="http://schemas.openxmlformats.org/drawingml/2006/main" prst="line">
            <a:avLst/>
          </a:prstGeom>
          <a:ln xmlns:a="http://schemas.openxmlformats.org/drawingml/2006/main" w="1905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676" name="Connector 39">
            <a:extLst xmlns:a="http://schemas.openxmlformats.org/drawingml/2006/main">
              <a:ext uri="{FF2B5EF4-FFF2-40B4-BE49-F238E27FC236}">
                <a16:creationId xmlns:a16="http://schemas.microsoft.com/office/drawing/2014/main" id="{5DC5367D-6C2A-4BF0-B489-322AC865E4AD}"/>
              </a:ext>
            </a:extLst>
          </p:cNvPr>
          <p:cNvSpPr>
            <a:spLocks xmlns:a="http://schemas.openxmlformats.org/drawingml/2006/main" noGrp="1"/>
          </p:cNvSpPr>
          <p:nvPr/>
        </p:nvSpPr>
        <p:spPr>
          <a:xfrm xmlns:a="http://schemas.openxmlformats.org/drawingml/2006/main">
            <a:off x="10559342" y="2592974"/>
            <a:ext cx="302125" cy="6"/>
          </a:xfrm>
          <a:prstGeom xmlns:a="http://schemas.openxmlformats.org/drawingml/2006/main" prst="line">
            <a:avLst/>
          </a:prstGeom>
          <a:ln xmlns:a="http://schemas.openxmlformats.org/drawingml/2006/main" w="1905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677" name="Connector 40">
            <a:extLst xmlns:a="http://schemas.openxmlformats.org/drawingml/2006/main">
              <a:ext uri="{FF2B5EF4-FFF2-40B4-BE49-F238E27FC236}">
                <a16:creationId xmlns:a16="http://schemas.microsoft.com/office/drawing/2014/main" id="{041CE405-70F1-45F4-A6CB-EB4F0B36121E}"/>
              </a:ext>
            </a:extLst>
          </p:cNvPr>
          <p:cNvSpPr>
            <a:spLocks xmlns:a="http://schemas.openxmlformats.org/drawingml/2006/main" noGrp="1"/>
          </p:cNvSpPr>
          <p:nvPr/>
        </p:nvSpPr>
        <p:spPr>
          <a:xfrm xmlns:a="http://schemas.openxmlformats.org/drawingml/2006/main" flipH="1">
            <a:off x="10570132" y="2797979"/>
            <a:ext cx="140276" cy="226591"/>
          </a:xfrm>
          <a:prstGeom xmlns:a="http://schemas.openxmlformats.org/drawingml/2006/main" prst="line">
            <a:avLst/>
          </a:prstGeom>
          <a:ln xmlns:a="http://schemas.openxmlformats.org/drawingml/2006/main" w="1905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678" name="Connector 41">
            <a:extLst xmlns:a="http://schemas.openxmlformats.org/drawingml/2006/main">
              <a:ext uri="{FF2B5EF4-FFF2-40B4-BE49-F238E27FC236}">
                <a16:creationId xmlns:a16="http://schemas.microsoft.com/office/drawing/2014/main" id="{3F6F7E79-BDAC-41CE-81B7-AD83FC53B900}"/>
              </a:ext>
            </a:extLst>
          </p:cNvPr>
          <p:cNvSpPr>
            <a:spLocks xmlns:a="http://schemas.openxmlformats.org/drawingml/2006/main" noGrp="1"/>
          </p:cNvSpPr>
          <p:nvPr/>
        </p:nvSpPr>
        <p:spPr>
          <a:xfrm xmlns:a="http://schemas.openxmlformats.org/drawingml/2006/main">
            <a:off x="10710401" y="2797979"/>
            <a:ext cx="140276" cy="226591"/>
          </a:xfrm>
          <a:prstGeom xmlns:a="http://schemas.openxmlformats.org/drawingml/2006/main" prst="line">
            <a:avLst/>
          </a:prstGeom>
          <a:ln xmlns:a="http://schemas.openxmlformats.org/drawingml/2006/main" w="1905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679" name="Oval 42">
            <a:extLst xmlns:a="http://schemas.openxmlformats.org/drawingml/2006/main">
              <a:ext uri="{FF2B5EF4-FFF2-40B4-BE49-F238E27FC236}">
                <a16:creationId xmlns:a16="http://schemas.microsoft.com/office/drawing/2014/main" id="{D6242FB7-8A89-4FB4-9D14-5DEE71154A6A}"/>
              </a:ext>
            </a:extLst>
          </p:cNvPr>
          <p:cNvSpPr>
            <a:spLocks xmlns:a="http://schemas.openxmlformats.org/drawingml/2006/main" noGrp="1"/>
          </p:cNvSpPr>
          <p:nvPr/>
        </p:nvSpPr>
        <p:spPr>
          <a:xfrm xmlns:a="http://schemas.openxmlformats.org/drawingml/2006/main">
            <a:off x="7973568" y="2587749"/>
            <a:ext cx="201181" cy="201181"/>
          </a:xfrm>
          <a:prstGeom xmlns:a="http://schemas.openxmlformats.org/drawingml/2006/main" prst="ellipse">
            <a:avLst/>
          </a:prstGeom>
          <a:solidFill xmlns:a="http://schemas.openxmlformats.org/drawingml/2006/main">
            <a:srgbClr val="1FA873"/>
          </a:solidFill>
          <a:ln xmlns:a="http://schemas.openxmlformats.org/drawingml/2006/main" w="10160">
            <a:solidFill>
              <a:srgbClr val="1FA873"/>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680" name="Connector 43">
            <a:extLst xmlns:a="http://schemas.openxmlformats.org/drawingml/2006/main">
              <a:ext uri="{FF2B5EF4-FFF2-40B4-BE49-F238E27FC236}">
                <a16:creationId xmlns:a16="http://schemas.microsoft.com/office/drawing/2014/main" id="{676396CB-E06E-460F-996A-854BDD32EFF3}"/>
              </a:ext>
            </a:extLst>
          </p:cNvPr>
          <p:cNvSpPr>
            <a:spLocks xmlns:a="http://schemas.openxmlformats.org/drawingml/2006/main" noGrp="1"/>
          </p:cNvSpPr>
          <p:nvPr/>
        </p:nvSpPr>
        <p:spPr>
          <a:xfrm xmlns:a="http://schemas.openxmlformats.org/drawingml/2006/main">
            <a:off x="8014716" y="2697476"/>
            <a:ext cx="45727" cy="45727"/>
          </a:xfrm>
          <a:prstGeom xmlns:a="http://schemas.openxmlformats.org/drawingml/2006/main" prst="line">
            <a:avLst/>
          </a:prstGeom>
          <a:ln xmlns:a="http://schemas.openxmlformats.org/drawingml/2006/main" w="16510">
            <a:solidFill>
              <a:srgbClr val="FFFFF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681" name="Connector 44">
            <a:extLst xmlns:a="http://schemas.openxmlformats.org/drawingml/2006/main">
              <a:ext uri="{FF2B5EF4-FFF2-40B4-BE49-F238E27FC236}">
                <a16:creationId xmlns:a16="http://schemas.microsoft.com/office/drawing/2014/main" id="{FCA385DA-C5E5-43D9-AA2B-77C0DED6FB02}"/>
              </a:ext>
            </a:extLst>
          </p:cNvPr>
          <p:cNvSpPr>
            <a:spLocks xmlns:a="http://schemas.openxmlformats.org/drawingml/2006/main" noGrp="1"/>
          </p:cNvSpPr>
          <p:nvPr/>
        </p:nvSpPr>
        <p:spPr>
          <a:xfrm xmlns:a="http://schemas.openxmlformats.org/drawingml/2006/main" flipV="1">
            <a:off x="8060435" y="2642616"/>
            <a:ext cx="82303" cy="100591"/>
          </a:xfrm>
          <a:prstGeom xmlns:a="http://schemas.openxmlformats.org/drawingml/2006/main" prst="line">
            <a:avLst/>
          </a:prstGeom>
          <a:ln xmlns:a="http://schemas.openxmlformats.org/drawingml/2006/main" w="16510">
            <a:solidFill>
              <a:srgbClr val="FFFFF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682" name="Oval 45">
            <a:extLst xmlns:a="http://schemas.openxmlformats.org/drawingml/2006/main">
              <a:ext uri="{FF2B5EF4-FFF2-40B4-BE49-F238E27FC236}">
                <a16:creationId xmlns:a16="http://schemas.microsoft.com/office/drawing/2014/main" id="{002EE50F-059C-4CBD-9876-F6BE7A438CE9}"/>
              </a:ext>
            </a:extLst>
          </p:cNvPr>
          <p:cNvSpPr>
            <a:spLocks xmlns:a="http://schemas.openxmlformats.org/drawingml/2006/main" noGrp="1"/>
          </p:cNvSpPr>
          <p:nvPr/>
        </p:nvSpPr>
        <p:spPr>
          <a:xfrm xmlns:a="http://schemas.openxmlformats.org/drawingml/2006/main">
            <a:off x="9737645" y="2585210"/>
            <a:ext cx="201181" cy="201181"/>
          </a:xfrm>
          <a:prstGeom xmlns:a="http://schemas.openxmlformats.org/drawingml/2006/main" prst="ellipse">
            <a:avLst/>
          </a:prstGeom>
          <a:solidFill xmlns:a="http://schemas.openxmlformats.org/drawingml/2006/main">
            <a:srgbClr val="1FA873"/>
          </a:solidFill>
          <a:ln xmlns:a="http://schemas.openxmlformats.org/drawingml/2006/main" w="10160">
            <a:solidFill>
              <a:srgbClr val="1FA873"/>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683" name="Connector 46">
            <a:extLst xmlns:a="http://schemas.openxmlformats.org/drawingml/2006/main">
              <a:ext uri="{FF2B5EF4-FFF2-40B4-BE49-F238E27FC236}">
                <a16:creationId xmlns:a16="http://schemas.microsoft.com/office/drawing/2014/main" id="{315E99EF-1235-4723-918C-191AB8DB7C7A}"/>
              </a:ext>
            </a:extLst>
          </p:cNvPr>
          <p:cNvSpPr>
            <a:spLocks xmlns:a="http://schemas.openxmlformats.org/drawingml/2006/main" noGrp="1"/>
          </p:cNvSpPr>
          <p:nvPr/>
        </p:nvSpPr>
        <p:spPr>
          <a:xfrm xmlns:a="http://schemas.openxmlformats.org/drawingml/2006/main">
            <a:off x="9778793" y="2694937"/>
            <a:ext cx="45727" cy="45727"/>
          </a:xfrm>
          <a:prstGeom xmlns:a="http://schemas.openxmlformats.org/drawingml/2006/main" prst="line">
            <a:avLst/>
          </a:prstGeom>
          <a:ln xmlns:a="http://schemas.openxmlformats.org/drawingml/2006/main" w="16510">
            <a:solidFill>
              <a:srgbClr val="FFFFF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684" name="Connector 47">
            <a:extLst xmlns:a="http://schemas.openxmlformats.org/drawingml/2006/main">
              <a:ext uri="{FF2B5EF4-FFF2-40B4-BE49-F238E27FC236}">
                <a16:creationId xmlns:a16="http://schemas.microsoft.com/office/drawing/2014/main" id="{EEFEA132-9590-43C6-B9B9-15A7899C4539}"/>
              </a:ext>
            </a:extLst>
          </p:cNvPr>
          <p:cNvSpPr>
            <a:spLocks xmlns:a="http://schemas.openxmlformats.org/drawingml/2006/main" noGrp="1"/>
          </p:cNvSpPr>
          <p:nvPr/>
        </p:nvSpPr>
        <p:spPr>
          <a:xfrm xmlns:a="http://schemas.openxmlformats.org/drawingml/2006/main" flipV="1">
            <a:off x="9824515" y="2640076"/>
            <a:ext cx="82303" cy="100591"/>
          </a:xfrm>
          <a:prstGeom xmlns:a="http://schemas.openxmlformats.org/drawingml/2006/main" prst="line">
            <a:avLst/>
          </a:prstGeom>
          <a:ln xmlns:a="http://schemas.openxmlformats.org/drawingml/2006/main" w="16510">
            <a:solidFill>
              <a:srgbClr val="FFFFF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685" name="Connector 48">
            <a:extLst xmlns:a="http://schemas.openxmlformats.org/drawingml/2006/main">
              <a:ext uri="{FF2B5EF4-FFF2-40B4-BE49-F238E27FC236}">
                <a16:creationId xmlns:a16="http://schemas.microsoft.com/office/drawing/2014/main" id="{C1999F76-9C1B-4F07-9572-85BAD07C0A40}"/>
              </a:ext>
            </a:extLst>
          </p:cNvPr>
          <p:cNvSpPr>
            <a:spLocks xmlns:a="http://schemas.openxmlformats.org/drawingml/2006/main" noGrp="1"/>
          </p:cNvSpPr>
          <p:nvPr/>
        </p:nvSpPr>
        <p:spPr>
          <a:xfrm xmlns:a="http://schemas.openxmlformats.org/drawingml/2006/main">
            <a:off x="7452359" y="2688332"/>
            <a:ext cx="429774" cy="7"/>
          </a:xfrm>
          <a:prstGeom xmlns:a="http://schemas.openxmlformats.org/drawingml/2006/main" prst="line">
            <a:avLst/>
          </a:prstGeom>
          <a:ln xmlns:a="http://schemas.openxmlformats.org/drawingml/2006/main" w="1778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686" name="Connector 50">
            <a:extLst xmlns:a="http://schemas.openxmlformats.org/drawingml/2006/main">
              <a:ext uri="{FF2B5EF4-FFF2-40B4-BE49-F238E27FC236}">
                <a16:creationId xmlns:a16="http://schemas.microsoft.com/office/drawing/2014/main" id="{F606BE56-7A5B-44C8-903E-2950982A6210}"/>
              </a:ext>
            </a:extLst>
          </p:cNvPr>
          <p:cNvSpPr>
            <a:spLocks xmlns:a="http://schemas.openxmlformats.org/drawingml/2006/main" noGrp="1"/>
          </p:cNvSpPr>
          <p:nvPr/>
        </p:nvSpPr>
        <p:spPr>
          <a:xfrm xmlns:a="http://schemas.openxmlformats.org/drawingml/2006/main">
            <a:off x="10042906" y="2679444"/>
            <a:ext cx="448063" cy="6"/>
          </a:xfrm>
          <a:prstGeom xmlns:a="http://schemas.openxmlformats.org/drawingml/2006/main" prst="line">
            <a:avLst/>
          </a:prstGeom>
          <a:ln xmlns:a="http://schemas.openxmlformats.org/drawingml/2006/main" w="1778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687" name="TextBox 51">
            <a:extLst xmlns:a="http://schemas.openxmlformats.org/drawingml/2006/main">
              <a:ext uri="{FF2B5EF4-FFF2-40B4-BE49-F238E27FC236}">
                <a16:creationId xmlns:a16="http://schemas.microsoft.com/office/drawing/2014/main" id="{E531C888-3C97-411A-9437-2DADDF1E1304}"/>
              </a:ext>
            </a:extLst>
          </p:cNvPr>
          <p:cNvSpPr>
            <a:spLocks xmlns:a="http://schemas.openxmlformats.org/drawingml/2006/main" noGrp="1"/>
          </p:cNvSpPr>
          <p:nvPr/>
        </p:nvSpPr>
        <p:spPr>
          <a:xfrm xmlns:a="http://schemas.openxmlformats.org/drawingml/2006/main">
            <a:off x="6748271" y="4087367"/>
            <a:ext cx="1627635" cy="16104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100" b="1">
                <a:solidFill>
                  <a:srgbClr val="1FA873"/>
                </a:solidFill>
                <a:latin typeface="Helvetica Neue"/>
                <a:ea typeface="Helvetica Neue"/>
                <a:cs typeface="Helvetica Neue"/>
              </a:defRPr>
            </a:lvl1pPr>
          </a:lstStyle>
          <a:p xmlns:a="http://schemas.openxmlformats.org/drawingml/2006/main">
            <a:pPr>
              <a:buNone/>
            </a:pPr>
            <a:r>
              <a:t>UNEXPECTED</a:t>
            </a:r>
          </a:p>
        </p:txBody>
      </p:sp>
      <p:sp>
        <p:nvSpPr>
          <p:cNvPr id="688" name="TextBox 52">
            <a:extLst xmlns:a="http://schemas.openxmlformats.org/drawingml/2006/main">
              <a:ext uri="{FF2B5EF4-FFF2-40B4-BE49-F238E27FC236}">
                <a16:creationId xmlns:a16="http://schemas.microsoft.com/office/drawing/2014/main" id="{8FDA3A22-A4AF-4C8A-A98F-7A7B225BABEA}"/>
              </a:ext>
            </a:extLst>
          </p:cNvPr>
          <p:cNvSpPr>
            <a:spLocks xmlns:a="http://schemas.openxmlformats.org/drawingml/2006/main" noGrp="1"/>
          </p:cNvSpPr>
          <p:nvPr/>
        </p:nvSpPr>
        <p:spPr>
          <a:xfrm xmlns:a="http://schemas.openxmlformats.org/drawingml/2006/main">
            <a:off x="8357616" y="3931920"/>
            <a:ext cx="1691641" cy="33126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lgn="ctr">
              <a:buNone/>
              <a:defRPr sz="2100" b="1">
                <a:solidFill>
                  <a:srgbClr val="73777F"/>
                </a:solidFill>
                <a:latin typeface="Helvetica Neue"/>
                <a:ea typeface="Helvetica Neue"/>
                <a:cs typeface="Helvetica Neue"/>
              </a:defRPr>
            </a:pPr>
            <a:r>
              <a:t>f</a:t>
            </a:r>
            <a:r>
              <a:rPr>
                <a:latin typeface="+mn-lt"/>
                <a:ea typeface="+mn-lt"/>
                <a:cs typeface="+mn-lt"/>
              </a:rPr>
              <a:t>ᵤ </a:t>
            </a:r>
            <a:r>
              <a:t>· fₙ ≈ 0</a:t>
            </a:r>
          </a:p>
        </p:txBody>
      </p:sp>
      <p:sp>
        <p:nvSpPr>
          <p:cNvPr id="689" name="TextBox 53">
            <a:extLst xmlns:a="http://schemas.openxmlformats.org/drawingml/2006/main">
              <a:ext uri="{FF2B5EF4-FFF2-40B4-BE49-F238E27FC236}">
                <a16:creationId xmlns:a16="http://schemas.microsoft.com/office/drawing/2014/main" id="{EED6ABE9-1898-41E4-BB1F-4AD2E7BC2210}"/>
              </a:ext>
            </a:extLst>
          </p:cNvPr>
          <p:cNvSpPr>
            <a:spLocks xmlns:a="http://schemas.openxmlformats.org/drawingml/2006/main" noGrp="1"/>
          </p:cNvSpPr>
          <p:nvPr/>
        </p:nvSpPr>
        <p:spPr>
          <a:xfrm xmlns:a="http://schemas.openxmlformats.org/drawingml/2006/main">
            <a:off x="10241280" y="3904486"/>
            <a:ext cx="914407" cy="359459"/>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2400" b="1">
                <a:solidFill>
                  <a:srgbClr val="1FA873"/>
                </a:solidFill>
                <a:latin typeface="Helvetica Neue"/>
                <a:ea typeface="Helvetica Neue"/>
                <a:cs typeface="Helvetica Neue"/>
              </a:defRPr>
            </a:lvl1pPr>
          </a:lstStyle>
          <a:p xmlns:a="http://schemas.openxmlformats.org/drawingml/2006/main">
            <a:pPr>
              <a:buNone/>
            </a:pPr>
            <a:r>
              <a:t>iₙ  ↑</a:t>
            </a:r>
          </a:p>
        </p:txBody>
      </p:sp>
      <p:sp>
        <p:nvSpPr>
          <p:cNvPr id="690" name="Connector 54">
            <a:extLst xmlns:a="http://schemas.openxmlformats.org/drawingml/2006/main">
              <a:ext uri="{FF2B5EF4-FFF2-40B4-BE49-F238E27FC236}">
                <a16:creationId xmlns:a16="http://schemas.microsoft.com/office/drawing/2014/main" id="{10C27B95-3FBB-4956-B2D8-4E1039236BD2}"/>
              </a:ext>
            </a:extLst>
          </p:cNvPr>
          <p:cNvSpPr>
            <a:spLocks xmlns:a="http://schemas.openxmlformats.org/drawingml/2006/main" noGrp="1"/>
          </p:cNvSpPr>
          <p:nvPr/>
        </p:nvSpPr>
        <p:spPr>
          <a:xfrm xmlns:a="http://schemas.openxmlformats.org/drawingml/2006/main">
            <a:off x="8119871" y="4160520"/>
            <a:ext cx="219455" cy="7"/>
          </a:xfrm>
          <a:prstGeom xmlns:a="http://schemas.openxmlformats.org/drawingml/2006/main" prst="line">
            <a:avLst/>
          </a:prstGeom>
          <a:ln xmlns:a="http://schemas.openxmlformats.org/drawingml/2006/main" w="1651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691" name="Connector 55">
            <a:extLst xmlns:a="http://schemas.openxmlformats.org/drawingml/2006/main">
              <a:ext uri="{FF2B5EF4-FFF2-40B4-BE49-F238E27FC236}">
                <a16:creationId xmlns:a16="http://schemas.microsoft.com/office/drawing/2014/main" id="{068BB190-4927-4158-AA59-7EEBB2FC6EAA}"/>
              </a:ext>
            </a:extLst>
          </p:cNvPr>
          <p:cNvSpPr>
            <a:spLocks xmlns:a="http://schemas.openxmlformats.org/drawingml/2006/main" noGrp="1"/>
          </p:cNvSpPr>
          <p:nvPr/>
        </p:nvSpPr>
        <p:spPr>
          <a:xfrm xmlns:a="http://schemas.openxmlformats.org/drawingml/2006/main">
            <a:off x="10058399" y="4160520"/>
            <a:ext cx="164600" cy="7"/>
          </a:xfrm>
          <a:prstGeom xmlns:a="http://schemas.openxmlformats.org/drawingml/2006/main" prst="line">
            <a:avLst/>
          </a:prstGeom>
          <a:ln xmlns:a="http://schemas.openxmlformats.org/drawingml/2006/main" w="1651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692" name="TextBox 56">
            <a:extLst xmlns:a="http://schemas.openxmlformats.org/drawingml/2006/main">
              <a:ext uri="{FF2B5EF4-FFF2-40B4-BE49-F238E27FC236}">
                <a16:creationId xmlns:a16="http://schemas.microsoft.com/office/drawing/2014/main" id="{5000E63D-769F-420A-B558-EBDC42270C5F}"/>
              </a:ext>
            </a:extLst>
          </p:cNvPr>
          <p:cNvSpPr>
            <a:spLocks xmlns:a="http://schemas.openxmlformats.org/drawingml/2006/main" noGrp="1"/>
          </p:cNvSpPr>
          <p:nvPr/>
        </p:nvSpPr>
        <p:spPr>
          <a:xfrm xmlns:a="http://schemas.openxmlformats.org/drawingml/2006/main">
            <a:off x="6784847" y="4773167"/>
            <a:ext cx="3108967" cy="210743"/>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400" b="1">
                <a:solidFill>
                  <a:srgbClr val="1FA873"/>
                </a:solidFill>
                <a:latin typeface="Helvetica Neue"/>
                <a:ea typeface="Helvetica Neue"/>
                <a:cs typeface="Helvetica Neue"/>
              </a:defRPr>
            </a:pPr>
            <a:r>
              <a:t>• </a:t>
            </a:r>
            <a:r>
              <a:rPr b="0">
                <a:solidFill>
                  <a:srgbClr val="73777F"/>
                </a:solidFill>
              </a:rPr>
              <a:t>Cross-viewpoint surprise</a:t>
            </a:r>
          </a:p>
        </p:txBody>
      </p:sp>
      <p:sp>
        <p:nvSpPr>
          <p:cNvPr id="693" name="TextBox 59">
            <a:extLst xmlns:a="http://schemas.openxmlformats.org/drawingml/2006/main">
              <a:ext uri="{FF2B5EF4-FFF2-40B4-BE49-F238E27FC236}">
                <a16:creationId xmlns:a16="http://schemas.microsoft.com/office/drawing/2014/main" id="{8FAE1D25-1D76-4BF0-8574-38799DA32F67}"/>
              </a:ext>
            </a:extLst>
          </p:cNvPr>
          <p:cNvSpPr>
            <a:spLocks xmlns:a="http://schemas.openxmlformats.org/drawingml/2006/main" noGrp="1"/>
          </p:cNvSpPr>
          <p:nvPr/>
        </p:nvSpPr>
        <p:spPr>
          <a:xfrm xmlns:a="http://schemas.openxmlformats.org/drawingml/2006/main">
            <a:off x="6784847" y="5669279"/>
            <a:ext cx="3749043" cy="235406"/>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600" b="1">
                <a:solidFill>
                  <a:srgbClr val="FF705B"/>
                </a:solidFill>
                <a:latin typeface="Helvetica Neue"/>
                <a:ea typeface="Helvetica Neue"/>
                <a:cs typeface="Helvetica Neue"/>
              </a:defRPr>
            </a:pPr>
            <a:r>
              <a:t>• </a:t>
            </a:r>
            <a:r>
              <a:rPr>
                <a:solidFill>
                  <a:srgbClr val="111318"/>
                </a:solidFill>
              </a:rPr>
              <a:t>The model asks who voted</a:t>
            </a:r>
          </a:p>
        </p:txBody>
      </p:sp>
      <p:sp>
        <p:nvSpPr>
          <p:cNvPr id="694" name="TextBox 60">
            <a:extLst xmlns:a="http://schemas.openxmlformats.org/drawingml/2006/main">
              <a:ext uri="{FF2B5EF4-FFF2-40B4-BE49-F238E27FC236}">
                <a16:creationId xmlns:a16="http://schemas.microsoft.com/office/drawing/2014/main" id="{A7610D6F-1A4A-4D86-9987-D8B5386CF948}"/>
              </a:ext>
            </a:extLst>
          </p:cNvPr>
          <p:cNvSpPr>
            <a:spLocks xmlns:a="http://schemas.openxmlformats.org/drawingml/2006/main" noGrp="1"/>
          </p:cNvSpPr>
          <p:nvPr/>
        </p:nvSpPr>
        <p:spPr>
          <a:xfrm xmlns:a="http://schemas.openxmlformats.org/drawingml/2006/main">
            <a:off x="621792" y="6437376"/>
            <a:ext cx="10881360"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800">
                <a:solidFill>
                  <a:srgbClr val="73777F"/>
                </a:solidFill>
                <a:latin typeface="Helvetica Neue"/>
                <a:ea typeface="Helvetica Neue"/>
                <a:cs typeface="Helvetica Neue"/>
              </a:defRPr>
            </a:lvl1pPr>
          </a:lstStyle>
          <a:p xmlns:a="http://schemas.openxmlformats.org/drawingml/2006/main">
            <a:pPr>
              <a:buNone/>
            </a:pPr>
            <a:r>
              <a:t>• Wojcik et al. (2022); Buterin (2023); X Community Notes (2026)</a:t>
            </a:r>
          </a:p>
        </p:txBody>
      </p:sp>
      <p:sp>
        <p:nvSpPr>
          <p:cNvPr id="695" name="Rectangle">
            <a:extLst xmlns:a="http://schemas.openxmlformats.org/drawingml/2006/main">
              <a:ext uri="{FF2B5EF4-FFF2-40B4-BE49-F238E27FC236}">
                <a16:creationId xmlns:a16="http://schemas.microsoft.com/office/drawing/2014/main" id="{950C2240-9E14-4EF9-93E9-CFA7B2B61112}"/>
              </a:ext>
            </a:extLst>
          </p:cNvPr>
          <p:cNvSpPr>
            <a:spLocks xmlns:a="http://schemas.openxmlformats.org/drawingml/2006/main" noGrp="1"/>
          </p:cNvSpPr>
          <p:nvPr/>
        </p:nvSpPr>
        <p:spPr>
          <a:xfrm xmlns:a="http://schemas.openxmlformats.org/drawingml/2006/main">
            <a:off x="1630322" y="1436428"/>
            <a:ext cx="9768877" cy="4669921"/>
          </a:xfrm>
          <a:prstGeom xmlns:a="http://schemas.openxmlformats.org/drawingml/2006/main" prst="rect">
            <a:avLst/>
          </a:prstGeom>
          <a:solidFill xmlns:a="http://schemas.openxmlformats.org/drawingml/2006/main">
            <a:srgbClr val="FFFFFF"/>
          </a:solidFill>
          <a:ln xmlns:a="http://schemas.openxmlformats.org/drawingml/2006/main" w="12700"/>
        </p:spPr>
        <p:txBody>
          <a:bodyPr xmlns:a="http://schemas.openxmlformats.org/drawingml/2006/main" lIns="45718" tIns="45718" rIns="45718" bIns="45718" anchor="ctr"/>
          <a:lstStyle xmlns:a="http://schemas.openxmlformats.org/drawingml/2006/main"/>
          <a:p xmlns:a="http://schemas.openxmlformats.org/drawingml/2006/main">
            <a:pPr>
              <a:buNone/>
              <a:defRPr>
                <a:latin typeface="+mn-lt"/>
                <a:ea typeface="+mn-lt"/>
                <a:cs typeface="+mn-lt"/>
              </a:defRPr>
            </a:pPr>
          </a:p>
        </p:txBody>
      </p:sp>
      <p:sp>
        <p:nvSpPr>
          <p:cNvPr id="696" name="TextBox 21">
            <a:extLst xmlns:a="http://schemas.openxmlformats.org/drawingml/2006/main">
              <a:ext uri="{FF2B5EF4-FFF2-40B4-BE49-F238E27FC236}">
                <a16:creationId xmlns:a16="http://schemas.microsoft.com/office/drawing/2014/main" id="{08D87DBE-670A-464F-BB8C-B116E2CD884A}"/>
              </a:ext>
            </a:extLst>
          </p:cNvPr>
          <p:cNvSpPr>
            <a:spLocks xmlns:a="http://schemas.openxmlformats.org/drawingml/2006/main" noGrp="1"/>
          </p:cNvSpPr>
          <p:nvPr/>
        </p:nvSpPr>
        <p:spPr>
          <a:xfrm xmlns:a="http://schemas.openxmlformats.org/drawingml/2006/main">
            <a:off x="1051560" y="4087367"/>
            <a:ext cx="1371607" cy="16104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100" b="1">
                <a:solidFill>
                  <a:srgbClr val="73777F"/>
                </a:solidFill>
                <a:latin typeface="Helvetica Neue"/>
                <a:ea typeface="Helvetica Neue"/>
                <a:cs typeface="Helvetica Neue"/>
              </a:defRPr>
            </a:lvl1pPr>
          </a:lstStyle>
          <a:p xmlns:a="http://schemas.openxmlformats.org/drawingml/2006/main">
            <a:pPr>
              <a:buNone/>
            </a:pPr>
            <a:r>
              <a:t>EXPECTED</a:t>
            </a:r>
          </a:p>
        </p:txBody>
      </p:sp>
      <p:sp>
        <p:nvSpPr>
          <p:cNvPr id="697" name="TextBox 26">
            <a:extLst xmlns:a="http://schemas.openxmlformats.org/drawingml/2006/main">
              <a:ext uri="{FF2B5EF4-FFF2-40B4-BE49-F238E27FC236}">
                <a16:creationId xmlns:a16="http://schemas.microsoft.com/office/drawing/2014/main" id="{90F35B52-CC6B-43D0-87B4-E3128FFEF460}"/>
              </a:ext>
            </a:extLst>
          </p:cNvPr>
          <p:cNvSpPr>
            <a:spLocks xmlns:a="http://schemas.openxmlformats.org/drawingml/2006/main" noGrp="1"/>
          </p:cNvSpPr>
          <p:nvPr/>
        </p:nvSpPr>
        <p:spPr>
          <a:xfrm xmlns:a="http://schemas.openxmlformats.org/drawingml/2006/main">
            <a:off x="987548" y="4773167"/>
            <a:ext cx="3200410" cy="210743"/>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400" b="1">
                <a:solidFill>
                  <a:srgbClr val="FF705B"/>
                </a:solidFill>
                <a:latin typeface="Helvetica Neue"/>
                <a:ea typeface="Helvetica Neue"/>
                <a:cs typeface="Helvetica Neue"/>
              </a:defRPr>
            </a:pPr>
            <a:r>
              <a:t>• </a:t>
            </a:r>
            <a:r>
              <a:rPr b="0">
                <a:solidFill>
                  <a:srgbClr val="73777F"/>
                </a:solidFill>
              </a:rPr>
              <a:t>Predictable partisan support</a:t>
            </a:r>
          </a:p>
        </p:txBody>
      </p:sp>
      <p:sp>
        <p:nvSpPr>
          <p:cNvPr id="698" name="TextBox 1">
            <a:extLst xmlns:a="http://schemas.openxmlformats.org/drawingml/2006/main">
              <a:ext uri="{FF2B5EF4-FFF2-40B4-BE49-F238E27FC236}">
                <a16:creationId xmlns:a16="http://schemas.microsoft.com/office/drawing/2014/main" id="{40E1F7E0-EE76-4D28-B389-DC0F1FF600F3}"/>
              </a:ext>
            </a:extLst>
          </p:cNvPr>
          <p:cNvSpPr>
            <a:spLocks xmlns:a="http://schemas.openxmlformats.org/drawingml/2006/main" noGrp="1"/>
          </p:cNvSpPr>
          <p:nvPr/>
        </p:nvSpPr>
        <p:spPr>
          <a:xfrm xmlns:a="http://schemas.openxmlformats.org/drawingml/2006/main">
            <a:off x="603498" y="420623"/>
            <a:ext cx="4389132" cy="14871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000" b="1">
                <a:solidFill>
                  <a:srgbClr val="73777F"/>
                </a:solidFill>
                <a:latin typeface="Helvetica Neue"/>
                <a:ea typeface="Helvetica Neue"/>
                <a:cs typeface="Helvetica Neue"/>
              </a:defRPr>
            </a:lvl1pPr>
          </a:lstStyle>
          <a:p xmlns:a="http://schemas.openxmlformats.org/drawingml/2006/main">
            <a:pPr>
              <a:buNone/>
            </a:pPr>
            <a:r>
              <a:t>HOW SYSTEM WORKS 1 - 2</a:t>
            </a:r>
          </a:p>
        </p:txBody>
      </p:sp>
    </p:spTree>
    <p:extLst>
      <p:ext uri="{BB962C8B-B14F-4D97-AF65-F5344CB8AC3E}">
        <p14:creationId xmlns:p14="http://schemas.microsoft.com/office/powerpoint/2010/main" val="1385834392"/>
      </p:ext>
    </p:extLst>
  </p:cSld>
</p:sld>
</file>

<file path=ppt/slides/slide10.xml><?xml version="1.0" encoding="utf-8"?>
<p:sld xmlns:p="http://schemas.openxmlformats.org/presentationml/2006/main" showMasterSp="1">
  <p:cSld>
    <p:spTree>
      <p:nvGrpSpPr>
        <p:cNvPr id="1" name=""/>
        <p:cNvGrpSpPr/>
        <p:nvPr/>
      </p:nvGrpSpPr>
      <p:grpSpPr>
        <a:xfrm xmlns:a="http://schemas.openxmlformats.org/drawingml/2006/main"/>
      </p:grpSpPr>
      <p:sp>
        <p:nvSpPr>
          <p:cNvPr id="700" name="TextBox 2">
            <a:extLst xmlns:a="http://schemas.openxmlformats.org/drawingml/2006/main">
              <a:ext uri="{FF2B5EF4-FFF2-40B4-BE49-F238E27FC236}">
                <a16:creationId xmlns:a16="http://schemas.microsoft.com/office/drawing/2014/main" id="{F7580FD7-ECB0-42BD-97E9-99EC17ACA770}"/>
              </a:ext>
            </a:extLst>
          </p:cNvPr>
          <p:cNvSpPr>
            <a:spLocks xmlns:a="http://schemas.openxmlformats.org/drawingml/2006/main" noGrp="1"/>
          </p:cNvSpPr>
          <p:nvPr/>
        </p:nvSpPr>
        <p:spPr>
          <a:xfrm xmlns:a="http://schemas.openxmlformats.org/drawingml/2006/main">
            <a:off x="603504" y="786383"/>
            <a:ext cx="10515601" cy="458849"/>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3000" b="1">
                <a:solidFill>
                  <a:srgbClr val="111318"/>
                </a:solidFill>
                <a:latin typeface="Helvetica Neue"/>
                <a:ea typeface="Helvetica Neue"/>
                <a:cs typeface="Helvetica Neue"/>
              </a:defRPr>
            </a:lvl1pPr>
          </a:lstStyle>
          <a:p xmlns:a="http://schemas.openxmlformats.org/drawingml/2006/main">
            <a:pPr>
              <a:buNone/>
            </a:pPr>
            <a:r>
              <a:t>It reads the rater</a:t>
            </a:r>
          </a:p>
        </p:txBody>
      </p:sp>
      <p:sp>
        <p:nvSpPr>
          <p:cNvPr id="701" name="TextBox 3">
            <a:extLst xmlns:a="http://schemas.openxmlformats.org/drawingml/2006/main">
              <a:ext uri="{FF2B5EF4-FFF2-40B4-BE49-F238E27FC236}">
                <a16:creationId xmlns:a16="http://schemas.microsoft.com/office/drawing/2014/main" id="{42520689-65C3-4AF4-9453-A74FF468A325}"/>
              </a:ext>
            </a:extLst>
          </p:cNvPr>
          <p:cNvSpPr>
            <a:spLocks xmlns:a="http://schemas.openxmlformats.org/drawingml/2006/main" noGrp="1"/>
          </p:cNvSpPr>
          <p:nvPr/>
        </p:nvSpPr>
        <p:spPr>
          <a:xfrm xmlns:a="http://schemas.openxmlformats.org/drawingml/2006/main">
            <a:off x="11082528" y="457198"/>
            <a:ext cx="438918" cy="136385"/>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r">
              <a:buNone/>
              <a:defRPr sz="900" b="1">
                <a:solidFill>
                  <a:srgbClr val="73777F"/>
                </a:solidFill>
                <a:latin typeface="Helvetica Neue"/>
                <a:ea typeface="Helvetica Neue"/>
                <a:cs typeface="Helvetica Neue"/>
              </a:defRPr>
            </a:lvl1pPr>
          </a:lstStyle>
          <a:p xmlns:a="http://schemas.openxmlformats.org/drawingml/2006/main">
            <a:pPr>
              <a:buNone/>
            </a:pPr>
            <a:r>
              <a:t>04</a:t>
            </a:r>
          </a:p>
        </p:txBody>
      </p:sp>
      <p:sp>
        <p:nvSpPr>
          <p:cNvPr id="702" name="Connector 4">
            <a:extLst xmlns:a="http://schemas.openxmlformats.org/drawingml/2006/main">
              <a:ext uri="{FF2B5EF4-FFF2-40B4-BE49-F238E27FC236}">
                <a16:creationId xmlns:a16="http://schemas.microsoft.com/office/drawing/2014/main" id="{DC3947CF-3286-4D79-AE48-BA72C481C8EB}"/>
              </a:ext>
            </a:extLst>
          </p:cNvPr>
          <p:cNvSpPr>
            <a:spLocks xmlns:a="http://schemas.openxmlformats.org/drawingml/2006/main" noGrp="1"/>
          </p:cNvSpPr>
          <p:nvPr/>
        </p:nvSpPr>
        <p:spPr>
          <a:xfrm xmlns:a="http://schemas.openxmlformats.org/drawingml/2006/main" flipH="1">
            <a:off x="6099047" y="1627632"/>
            <a:ext cx="7" cy="3511296"/>
          </a:xfrm>
          <a:prstGeom xmlns:a="http://schemas.openxmlformats.org/drawingml/2006/main" prst="line">
            <a:avLst/>
          </a:prstGeom>
          <a:ln xmlns:a="http://schemas.openxmlformats.org/drawingml/2006/main" w="1270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703" name="TextBox 5">
            <a:extLst xmlns:a="http://schemas.openxmlformats.org/drawingml/2006/main">
              <a:ext uri="{FF2B5EF4-FFF2-40B4-BE49-F238E27FC236}">
                <a16:creationId xmlns:a16="http://schemas.microsoft.com/office/drawing/2014/main" id="{BF6DBCD3-FA81-40DE-8396-5619D9E0E46B}"/>
              </a:ext>
            </a:extLst>
          </p:cNvPr>
          <p:cNvSpPr>
            <a:spLocks xmlns:a="http://schemas.openxmlformats.org/drawingml/2006/main" noGrp="1"/>
          </p:cNvSpPr>
          <p:nvPr/>
        </p:nvSpPr>
        <p:spPr>
          <a:xfrm xmlns:a="http://schemas.openxmlformats.org/drawingml/2006/main">
            <a:off x="822958" y="1572766"/>
            <a:ext cx="1645923" cy="14871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000" b="1">
                <a:solidFill>
                  <a:srgbClr val="FF705B"/>
                </a:solidFill>
                <a:latin typeface="Helvetica Neue"/>
                <a:ea typeface="Helvetica Neue"/>
                <a:cs typeface="Helvetica Neue"/>
              </a:defRPr>
            </a:lvl1pPr>
          </a:lstStyle>
          <a:p xmlns:a="http://schemas.openxmlformats.org/drawingml/2006/main">
            <a:pPr>
              <a:buNone/>
            </a:pPr>
            <a:r>
              <a:t>AMIGO</a:t>
            </a:r>
          </a:p>
        </p:txBody>
      </p:sp>
      <p:sp>
        <p:nvSpPr>
          <p:cNvPr id="704" name="Oval 6">
            <a:extLst xmlns:a="http://schemas.openxmlformats.org/drawingml/2006/main">
              <a:ext uri="{FF2B5EF4-FFF2-40B4-BE49-F238E27FC236}">
                <a16:creationId xmlns:a16="http://schemas.microsoft.com/office/drawing/2014/main" id="{DFE064CD-4C52-4EB2-9B9A-958A08D95DCF}"/>
              </a:ext>
            </a:extLst>
          </p:cNvPr>
          <p:cNvSpPr>
            <a:spLocks xmlns:a="http://schemas.openxmlformats.org/drawingml/2006/main" noGrp="1"/>
          </p:cNvSpPr>
          <p:nvPr/>
        </p:nvSpPr>
        <p:spPr>
          <a:xfrm xmlns:a="http://schemas.openxmlformats.org/drawingml/2006/main">
            <a:off x="1234438" y="2221992"/>
            <a:ext cx="228605" cy="228605"/>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705" name="Connector 7">
            <a:extLst xmlns:a="http://schemas.openxmlformats.org/drawingml/2006/main">
              <a:ext uri="{FF2B5EF4-FFF2-40B4-BE49-F238E27FC236}">
                <a16:creationId xmlns:a16="http://schemas.microsoft.com/office/drawing/2014/main" id="{FF683705-74BF-4BAF-A730-FEFC7C5E9719}"/>
              </a:ext>
            </a:extLst>
          </p:cNvPr>
          <p:cNvSpPr>
            <a:spLocks xmlns:a="http://schemas.openxmlformats.org/drawingml/2006/main" noGrp="1"/>
          </p:cNvSpPr>
          <p:nvPr/>
        </p:nvSpPr>
        <p:spPr>
          <a:xfrm xmlns:a="http://schemas.openxmlformats.org/drawingml/2006/main">
            <a:off x="1348738" y="2450592"/>
            <a:ext cx="7" cy="377197"/>
          </a:xfrm>
          <a:prstGeom xmlns:a="http://schemas.openxmlformats.org/drawingml/2006/main" prst="line">
            <a:avLst/>
          </a:prstGeom>
          <a:ln xmlns:a="http://schemas.openxmlformats.org/drawingml/2006/main" w="1905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706" name="Connector 8">
            <a:extLst xmlns:a="http://schemas.openxmlformats.org/drawingml/2006/main">
              <a:ext uri="{FF2B5EF4-FFF2-40B4-BE49-F238E27FC236}">
                <a16:creationId xmlns:a16="http://schemas.microsoft.com/office/drawing/2014/main" id="{3FEE684A-0136-4AB4-8957-F55574E6A859}"/>
              </a:ext>
            </a:extLst>
          </p:cNvPr>
          <p:cNvSpPr>
            <a:spLocks xmlns:a="http://schemas.openxmlformats.org/drawingml/2006/main" noGrp="1"/>
          </p:cNvSpPr>
          <p:nvPr/>
        </p:nvSpPr>
        <p:spPr>
          <a:xfrm xmlns:a="http://schemas.openxmlformats.org/drawingml/2006/main">
            <a:off x="1188719" y="2610609"/>
            <a:ext cx="320047" cy="7"/>
          </a:xfrm>
          <a:prstGeom xmlns:a="http://schemas.openxmlformats.org/drawingml/2006/main" prst="line">
            <a:avLst/>
          </a:prstGeom>
          <a:ln xmlns:a="http://schemas.openxmlformats.org/drawingml/2006/main" w="1905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707" name="Connector 9">
            <a:extLst xmlns:a="http://schemas.openxmlformats.org/drawingml/2006/main">
              <a:ext uri="{FF2B5EF4-FFF2-40B4-BE49-F238E27FC236}">
                <a16:creationId xmlns:a16="http://schemas.microsoft.com/office/drawing/2014/main" id="{42201C53-B631-4367-B349-6913214457E4}"/>
              </a:ext>
            </a:extLst>
          </p:cNvPr>
          <p:cNvSpPr>
            <a:spLocks xmlns:a="http://schemas.openxmlformats.org/drawingml/2006/main" noGrp="1"/>
          </p:cNvSpPr>
          <p:nvPr/>
        </p:nvSpPr>
        <p:spPr>
          <a:xfrm xmlns:a="http://schemas.openxmlformats.org/drawingml/2006/main" flipH="1">
            <a:off x="1200149" y="2827782"/>
            <a:ext cx="148597" cy="240031"/>
          </a:xfrm>
          <a:prstGeom xmlns:a="http://schemas.openxmlformats.org/drawingml/2006/main" prst="line">
            <a:avLst/>
          </a:prstGeom>
          <a:ln xmlns:a="http://schemas.openxmlformats.org/drawingml/2006/main" w="1905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708" name="Connector 10">
            <a:extLst xmlns:a="http://schemas.openxmlformats.org/drawingml/2006/main">
              <a:ext uri="{FF2B5EF4-FFF2-40B4-BE49-F238E27FC236}">
                <a16:creationId xmlns:a16="http://schemas.microsoft.com/office/drawing/2014/main" id="{7A099A14-A35A-4BC2-AE87-9603BF0D32C8}"/>
              </a:ext>
            </a:extLst>
          </p:cNvPr>
          <p:cNvSpPr>
            <a:spLocks xmlns:a="http://schemas.openxmlformats.org/drawingml/2006/main" noGrp="1"/>
          </p:cNvSpPr>
          <p:nvPr/>
        </p:nvSpPr>
        <p:spPr>
          <a:xfrm xmlns:a="http://schemas.openxmlformats.org/drawingml/2006/main">
            <a:off x="1348734" y="2827781"/>
            <a:ext cx="148598" cy="240032"/>
          </a:xfrm>
          <a:prstGeom xmlns:a="http://schemas.openxmlformats.org/drawingml/2006/main" prst="line">
            <a:avLst/>
          </a:prstGeom>
          <a:ln xmlns:a="http://schemas.openxmlformats.org/drawingml/2006/main" w="1905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709" name="Rounded Rectangle 11">
            <a:extLst xmlns:a="http://schemas.openxmlformats.org/drawingml/2006/main">
              <a:ext uri="{FF2B5EF4-FFF2-40B4-BE49-F238E27FC236}">
                <a16:creationId xmlns:a16="http://schemas.microsoft.com/office/drawing/2014/main" id="{45F8F2B8-6864-4F0B-BA38-B793376AE511}"/>
              </a:ext>
            </a:extLst>
          </p:cNvPr>
          <p:cNvSpPr>
            <a:spLocks xmlns:a="http://schemas.openxmlformats.org/drawingml/2006/main" noGrp="1"/>
          </p:cNvSpPr>
          <p:nvPr/>
        </p:nvSpPr>
        <p:spPr>
          <a:xfrm xmlns:a="http://schemas.openxmlformats.org/drawingml/2006/main">
            <a:off x="3310128" y="2011677"/>
            <a:ext cx="1353319" cy="1719075"/>
          </a:xfrm>
          <a:prstGeom xmlns:a="http://schemas.openxmlformats.org/drawingml/2006/main" prst="roundRect">
            <a:avLst>
              <a:gd name="adj" fmla="val 16667"/>
            </a:avLst>
          </a:prstGeom>
          <a:ln xmlns:a="http://schemas.openxmlformats.org/drawingml/2006/main" w="1397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710" name="Connector 12">
            <a:extLst xmlns:a="http://schemas.openxmlformats.org/drawingml/2006/main">
              <a:ext uri="{FF2B5EF4-FFF2-40B4-BE49-F238E27FC236}">
                <a16:creationId xmlns:a16="http://schemas.microsoft.com/office/drawing/2014/main" id="{BE319562-6B7E-47F3-A94A-98F89E315778}"/>
              </a:ext>
            </a:extLst>
          </p:cNvPr>
          <p:cNvSpPr>
            <a:spLocks xmlns:a="http://schemas.openxmlformats.org/drawingml/2006/main" noGrp="1"/>
          </p:cNvSpPr>
          <p:nvPr/>
        </p:nvSpPr>
        <p:spPr>
          <a:xfrm xmlns:a="http://schemas.openxmlformats.org/drawingml/2006/main">
            <a:off x="3529584" y="2450592"/>
            <a:ext cx="914406" cy="6"/>
          </a:xfrm>
          <a:prstGeom xmlns:a="http://schemas.openxmlformats.org/drawingml/2006/main" prst="line">
            <a:avLst/>
          </a:prstGeom>
          <a:ln xmlns:a="http://schemas.openxmlformats.org/drawingml/2006/main" w="1524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711" name="Connector 13">
            <a:extLst xmlns:a="http://schemas.openxmlformats.org/drawingml/2006/main">
              <a:ext uri="{FF2B5EF4-FFF2-40B4-BE49-F238E27FC236}">
                <a16:creationId xmlns:a16="http://schemas.microsoft.com/office/drawing/2014/main" id="{92A7E09F-4B43-4781-89C8-8270583D91DA}"/>
              </a:ext>
            </a:extLst>
          </p:cNvPr>
          <p:cNvSpPr>
            <a:spLocks xmlns:a="http://schemas.openxmlformats.org/drawingml/2006/main" noGrp="1"/>
          </p:cNvSpPr>
          <p:nvPr/>
        </p:nvSpPr>
        <p:spPr>
          <a:xfrm xmlns:a="http://schemas.openxmlformats.org/drawingml/2006/main">
            <a:off x="3529584" y="2761486"/>
            <a:ext cx="786391" cy="9"/>
          </a:xfrm>
          <a:prstGeom xmlns:a="http://schemas.openxmlformats.org/drawingml/2006/main" prst="line">
            <a:avLst/>
          </a:prstGeom>
          <a:ln xmlns:a="http://schemas.openxmlformats.org/drawingml/2006/main" w="1524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712" name="Connector 14">
            <a:extLst xmlns:a="http://schemas.openxmlformats.org/drawingml/2006/main">
              <a:ext uri="{FF2B5EF4-FFF2-40B4-BE49-F238E27FC236}">
                <a16:creationId xmlns:a16="http://schemas.microsoft.com/office/drawing/2014/main" id="{19215116-9012-4CB3-9531-B23D8FE29FFF}"/>
              </a:ext>
            </a:extLst>
          </p:cNvPr>
          <p:cNvSpPr>
            <a:spLocks xmlns:a="http://schemas.openxmlformats.org/drawingml/2006/main" noGrp="1"/>
          </p:cNvSpPr>
          <p:nvPr/>
        </p:nvSpPr>
        <p:spPr>
          <a:xfrm xmlns:a="http://schemas.openxmlformats.org/drawingml/2006/main">
            <a:off x="3529584" y="3072382"/>
            <a:ext cx="877830" cy="7"/>
          </a:xfrm>
          <a:prstGeom xmlns:a="http://schemas.openxmlformats.org/drawingml/2006/main" prst="line">
            <a:avLst/>
          </a:prstGeom>
          <a:ln xmlns:a="http://schemas.openxmlformats.org/drawingml/2006/main" w="1524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713" name="Oval 15">
            <a:extLst xmlns:a="http://schemas.openxmlformats.org/drawingml/2006/main">
              <a:ext uri="{FF2B5EF4-FFF2-40B4-BE49-F238E27FC236}">
                <a16:creationId xmlns:a16="http://schemas.microsoft.com/office/drawing/2014/main" id="{367E4D6F-2E41-4A65-8AC8-02B5CCF8E290}"/>
              </a:ext>
            </a:extLst>
          </p:cNvPr>
          <p:cNvSpPr>
            <a:spLocks xmlns:a="http://schemas.openxmlformats.org/drawingml/2006/main" noGrp="1"/>
          </p:cNvSpPr>
          <p:nvPr/>
        </p:nvSpPr>
        <p:spPr>
          <a:xfrm xmlns:a="http://schemas.openxmlformats.org/drawingml/2006/main">
            <a:off x="2331720" y="2587749"/>
            <a:ext cx="201181" cy="201181"/>
          </a:xfrm>
          <a:prstGeom xmlns:a="http://schemas.openxmlformats.org/drawingml/2006/main" prst="ellipse">
            <a:avLst/>
          </a:prstGeom>
          <a:solidFill xmlns:a="http://schemas.openxmlformats.org/drawingml/2006/main">
            <a:srgbClr val="1FA873"/>
          </a:solidFill>
          <a:ln xmlns:a="http://schemas.openxmlformats.org/drawingml/2006/main" w="10160">
            <a:solidFill>
              <a:srgbClr val="1FA873"/>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714" name="Connector 16">
            <a:extLst xmlns:a="http://schemas.openxmlformats.org/drawingml/2006/main">
              <a:ext uri="{FF2B5EF4-FFF2-40B4-BE49-F238E27FC236}">
                <a16:creationId xmlns:a16="http://schemas.microsoft.com/office/drawing/2014/main" id="{A618FA6C-302F-4D9C-8766-AD36A9FFE47F}"/>
              </a:ext>
            </a:extLst>
          </p:cNvPr>
          <p:cNvSpPr>
            <a:spLocks xmlns:a="http://schemas.openxmlformats.org/drawingml/2006/main" noGrp="1"/>
          </p:cNvSpPr>
          <p:nvPr/>
        </p:nvSpPr>
        <p:spPr>
          <a:xfrm xmlns:a="http://schemas.openxmlformats.org/drawingml/2006/main">
            <a:off x="2372865" y="2697476"/>
            <a:ext cx="45727" cy="45727"/>
          </a:xfrm>
          <a:prstGeom xmlns:a="http://schemas.openxmlformats.org/drawingml/2006/main" prst="line">
            <a:avLst/>
          </a:prstGeom>
          <a:ln xmlns:a="http://schemas.openxmlformats.org/drawingml/2006/main" w="16510">
            <a:solidFill>
              <a:srgbClr val="FFFFF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715" name="Connector 17">
            <a:extLst xmlns:a="http://schemas.openxmlformats.org/drawingml/2006/main">
              <a:ext uri="{FF2B5EF4-FFF2-40B4-BE49-F238E27FC236}">
                <a16:creationId xmlns:a16="http://schemas.microsoft.com/office/drawing/2014/main" id="{97467877-C999-4DFE-9675-C2E1446BB399}"/>
              </a:ext>
            </a:extLst>
          </p:cNvPr>
          <p:cNvSpPr>
            <a:spLocks xmlns:a="http://schemas.openxmlformats.org/drawingml/2006/main" noGrp="1"/>
          </p:cNvSpPr>
          <p:nvPr/>
        </p:nvSpPr>
        <p:spPr>
          <a:xfrm xmlns:a="http://schemas.openxmlformats.org/drawingml/2006/main" flipV="1">
            <a:off x="2418587" y="2642616"/>
            <a:ext cx="82303" cy="100591"/>
          </a:xfrm>
          <a:prstGeom xmlns:a="http://schemas.openxmlformats.org/drawingml/2006/main" prst="line">
            <a:avLst/>
          </a:prstGeom>
          <a:ln xmlns:a="http://schemas.openxmlformats.org/drawingml/2006/main" w="16510">
            <a:solidFill>
              <a:srgbClr val="FFFFF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716" name="TextBox 18">
            <a:extLst xmlns:a="http://schemas.openxmlformats.org/drawingml/2006/main">
              <a:ext uri="{FF2B5EF4-FFF2-40B4-BE49-F238E27FC236}">
                <a16:creationId xmlns:a16="http://schemas.microsoft.com/office/drawing/2014/main" id="{36FBC310-2A24-4BA5-A061-3C2D1CE0DA12}"/>
              </a:ext>
            </a:extLst>
          </p:cNvPr>
          <p:cNvSpPr>
            <a:spLocks xmlns:a="http://schemas.openxmlformats.org/drawingml/2006/main" noGrp="1"/>
          </p:cNvSpPr>
          <p:nvPr/>
        </p:nvSpPr>
        <p:spPr>
          <a:xfrm xmlns:a="http://schemas.openxmlformats.org/drawingml/2006/main">
            <a:off x="2103120" y="2907792"/>
            <a:ext cx="713239" cy="136385"/>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900" b="1">
                <a:solidFill>
                  <a:srgbClr val="1FA873"/>
                </a:solidFill>
                <a:latin typeface="Helvetica Neue"/>
                <a:ea typeface="Helvetica Neue"/>
                <a:cs typeface="Helvetica Neue"/>
              </a:defRPr>
            </a:lvl1pPr>
          </a:lstStyle>
          <a:p xmlns:a="http://schemas.openxmlformats.org/drawingml/2006/main">
            <a:pPr>
              <a:buNone/>
            </a:pPr>
            <a:r>
              <a:t>HELPFUL</a:t>
            </a:r>
          </a:p>
        </p:txBody>
      </p:sp>
      <p:sp>
        <p:nvSpPr>
          <p:cNvPr id="717" name="Connector 19">
            <a:extLst xmlns:a="http://schemas.openxmlformats.org/drawingml/2006/main">
              <a:ext uri="{FF2B5EF4-FFF2-40B4-BE49-F238E27FC236}">
                <a16:creationId xmlns:a16="http://schemas.microsoft.com/office/drawing/2014/main" id="{8F14492C-40C6-482D-B9BD-15A03F515EC8}"/>
              </a:ext>
            </a:extLst>
          </p:cNvPr>
          <p:cNvSpPr>
            <a:spLocks xmlns:a="http://schemas.openxmlformats.org/drawingml/2006/main" noGrp="1"/>
          </p:cNvSpPr>
          <p:nvPr/>
        </p:nvSpPr>
        <p:spPr>
          <a:xfrm xmlns:a="http://schemas.openxmlformats.org/drawingml/2006/main">
            <a:off x="1837943" y="2688332"/>
            <a:ext cx="411486" cy="7"/>
          </a:xfrm>
          <a:prstGeom xmlns:a="http://schemas.openxmlformats.org/drawingml/2006/main" prst="line">
            <a:avLst/>
          </a:prstGeom>
          <a:ln xmlns:a="http://schemas.openxmlformats.org/drawingml/2006/main" w="1778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718" name="Connector 20">
            <a:extLst xmlns:a="http://schemas.openxmlformats.org/drawingml/2006/main">
              <a:ext uri="{FF2B5EF4-FFF2-40B4-BE49-F238E27FC236}">
                <a16:creationId xmlns:a16="http://schemas.microsoft.com/office/drawing/2014/main" id="{7E20E16F-E9EA-4839-A6E8-6D32EC254618}"/>
              </a:ext>
            </a:extLst>
          </p:cNvPr>
          <p:cNvSpPr>
            <a:spLocks xmlns:a="http://schemas.openxmlformats.org/drawingml/2006/main" noGrp="1"/>
          </p:cNvSpPr>
          <p:nvPr/>
        </p:nvSpPr>
        <p:spPr>
          <a:xfrm xmlns:a="http://schemas.openxmlformats.org/drawingml/2006/main">
            <a:off x="2578604" y="2688332"/>
            <a:ext cx="694952" cy="7"/>
          </a:xfrm>
          <a:prstGeom xmlns:a="http://schemas.openxmlformats.org/drawingml/2006/main" prst="line">
            <a:avLst/>
          </a:prstGeom>
          <a:ln xmlns:a="http://schemas.openxmlformats.org/drawingml/2006/main" w="1778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719" name="TextBox 21">
            <a:extLst xmlns:a="http://schemas.openxmlformats.org/drawingml/2006/main">
              <a:ext uri="{FF2B5EF4-FFF2-40B4-BE49-F238E27FC236}">
                <a16:creationId xmlns:a16="http://schemas.microsoft.com/office/drawing/2014/main" id="{BDDF6C7F-4579-4CAE-BEB9-957397075B70}"/>
              </a:ext>
            </a:extLst>
          </p:cNvPr>
          <p:cNvSpPr>
            <a:spLocks xmlns:a="http://schemas.openxmlformats.org/drawingml/2006/main" noGrp="1"/>
          </p:cNvSpPr>
          <p:nvPr/>
        </p:nvSpPr>
        <p:spPr>
          <a:xfrm xmlns:a="http://schemas.openxmlformats.org/drawingml/2006/main">
            <a:off x="1051560" y="4087367"/>
            <a:ext cx="1371607" cy="16104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100" b="1">
                <a:solidFill>
                  <a:srgbClr val="73777F"/>
                </a:solidFill>
                <a:latin typeface="Helvetica Neue"/>
                <a:ea typeface="Helvetica Neue"/>
                <a:cs typeface="Helvetica Neue"/>
              </a:defRPr>
            </a:lvl1pPr>
          </a:lstStyle>
          <a:p xmlns:a="http://schemas.openxmlformats.org/drawingml/2006/main">
            <a:pPr>
              <a:buNone/>
            </a:pPr>
            <a:r>
              <a:t>EXPECTED</a:t>
            </a:r>
          </a:p>
        </p:txBody>
      </p:sp>
      <p:sp>
        <p:nvSpPr>
          <p:cNvPr id="720" name="TextBox 22">
            <a:extLst xmlns:a="http://schemas.openxmlformats.org/drawingml/2006/main">
              <a:ext uri="{FF2B5EF4-FFF2-40B4-BE49-F238E27FC236}">
                <a16:creationId xmlns:a16="http://schemas.microsoft.com/office/drawing/2014/main" id="{26875734-7000-4666-8F9B-C7102F6F0DBB}"/>
              </a:ext>
            </a:extLst>
          </p:cNvPr>
          <p:cNvSpPr>
            <a:spLocks xmlns:a="http://schemas.openxmlformats.org/drawingml/2006/main" noGrp="1"/>
          </p:cNvSpPr>
          <p:nvPr/>
        </p:nvSpPr>
        <p:spPr>
          <a:xfrm xmlns:a="http://schemas.openxmlformats.org/drawingml/2006/main">
            <a:off x="2487166" y="3931920"/>
            <a:ext cx="1188724" cy="35676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lgn="ctr">
              <a:buNone/>
              <a:defRPr sz="2300" b="1">
                <a:solidFill>
                  <a:srgbClr val="FF705B"/>
                </a:solidFill>
                <a:latin typeface="Helvetica Neue"/>
                <a:ea typeface="Helvetica Neue"/>
                <a:cs typeface="Helvetica Neue"/>
              </a:defRPr>
            </a:pPr>
            <a:r>
              <a:t>f</a:t>
            </a:r>
            <a:r>
              <a:rPr>
                <a:latin typeface="+mn-lt"/>
                <a:ea typeface="+mn-lt"/>
                <a:cs typeface="+mn-lt"/>
              </a:rPr>
              <a:t>ᵤ </a:t>
            </a:r>
            <a:r>
              <a:t>· fₙ</a:t>
            </a:r>
          </a:p>
        </p:txBody>
      </p:sp>
      <p:sp>
        <p:nvSpPr>
          <p:cNvPr id="721" name="TextBox 23">
            <a:extLst xmlns:a="http://schemas.openxmlformats.org/drawingml/2006/main">
              <a:ext uri="{FF2B5EF4-FFF2-40B4-BE49-F238E27FC236}">
                <a16:creationId xmlns:a16="http://schemas.microsoft.com/office/drawing/2014/main" id="{08A99D70-C170-4430-8201-DA6B1E490E81}"/>
              </a:ext>
            </a:extLst>
          </p:cNvPr>
          <p:cNvSpPr>
            <a:spLocks xmlns:a="http://schemas.openxmlformats.org/drawingml/2006/main" noGrp="1"/>
          </p:cNvSpPr>
          <p:nvPr/>
        </p:nvSpPr>
        <p:spPr>
          <a:xfrm xmlns:a="http://schemas.openxmlformats.org/drawingml/2006/main">
            <a:off x="3977637" y="3950208"/>
            <a:ext cx="1115573" cy="322464"/>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2100" b="1">
                <a:solidFill>
                  <a:srgbClr val="73777F"/>
                </a:solidFill>
                <a:latin typeface="Helvetica Neue"/>
                <a:ea typeface="Helvetica Neue"/>
                <a:cs typeface="Helvetica Neue"/>
              </a:defRPr>
            </a:lvl1pPr>
          </a:lstStyle>
          <a:p xmlns:a="http://schemas.openxmlformats.org/drawingml/2006/main">
            <a:pPr>
              <a:buNone/>
            </a:pPr>
            <a:r>
              <a:t>iₙ  —</a:t>
            </a:r>
          </a:p>
        </p:txBody>
      </p:sp>
      <p:sp>
        <p:nvSpPr>
          <p:cNvPr id="722" name="Connector 24">
            <a:extLst xmlns:a="http://schemas.openxmlformats.org/drawingml/2006/main">
              <a:ext uri="{FF2B5EF4-FFF2-40B4-BE49-F238E27FC236}">
                <a16:creationId xmlns:a16="http://schemas.microsoft.com/office/drawing/2014/main" id="{E9A81043-F6C5-479D-A4A3-D370813030D9}"/>
              </a:ext>
            </a:extLst>
          </p:cNvPr>
          <p:cNvSpPr>
            <a:spLocks xmlns:a="http://schemas.openxmlformats.org/drawingml/2006/main" noGrp="1"/>
          </p:cNvSpPr>
          <p:nvPr/>
        </p:nvSpPr>
        <p:spPr>
          <a:xfrm xmlns:a="http://schemas.openxmlformats.org/drawingml/2006/main">
            <a:off x="2240277" y="4160520"/>
            <a:ext cx="228605" cy="7"/>
          </a:xfrm>
          <a:prstGeom xmlns:a="http://schemas.openxmlformats.org/drawingml/2006/main" prst="line">
            <a:avLst/>
          </a:prstGeom>
          <a:ln xmlns:a="http://schemas.openxmlformats.org/drawingml/2006/main" w="1651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723" name="Connector 25">
            <a:extLst xmlns:a="http://schemas.openxmlformats.org/drawingml/2006/main">
              <a:ext uri="{FF2B5EF4-FFF2-40B4-BE49-F238E27FC236}">
                <a16:creationId xmlns:a16="http://schemas.microsoft.com/office/drawing/2014/main" id="{BB3B4011-42F5-4385-95F4-01B61B662E6F}"/>
              </a:ext>
            </a:extLst>
          </p:cNvPr>
          <p:cNvSpPr>
            <a:spLocks xmlns:a="http://schemas.openxmlformats.org/drawingml/2006/main" noGrp="1"/>
          </p:cNvSpPr>
          <p:nvPr/>
        </p:nvSpPr>
        <p:spPr>
          <a:xfrm xmlns:a="http://schemas.openxmlformats.org/drawingml/2006/main">
            <a:off x="3657598" y="4160520"/>
            <a:ext cx="274328" cy="7"/>
          </a:xfrm>
          <a:prstGeom xmlns:a="http://schemas.openxmlformats.org/drawingml/2006/main" prst="line">
            <a:avLst/>
          </a:prstGeom>
          <a:ln xmlns:a="http://schemas.openxmlformats.org/drawingml/2006/main" w="1651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724" name="TextBox 26">
            <a:extLst xmlns:a="http://schemas.openxmlformats.org/drawingml/2006/main">
              <a:ext uri="{FF2B5EF4-FFF2-40B4-BE49-F238E27FC236}">
                <a16:creationId xmlns:a16="http://schemas.microsoft.com/office/drawing/2014/main" id="{AA8D03BB-146E-404B-9E37-F77DA1090621}"/>
              </a:ext>
            </a:extLst>
          </p:cNvPr>
          <p:cNvSpPr>
            <a:spLocks xmlns:a="http://schemas.openxmlformats.org/drawingml/2006/main" noGrp="1"/>
          </p:cNvSpPr>
          <p:nvPr/>
        </p:nvSpPr>
        <p:spPr>
          <a:xfrm xmlns:a="http://schemas.openxmlformats.org/drawingml/2006/main">
            <a:off x="987548" y="4773167"/>
            <a:ext cx="3200410" cy="210743"/>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400" b="1">
                <a:solidFill>
                  <a:srgbClr val="FF705B"/>
                </a:solidFill>
                <a:latin typeface="Helvetica Neue"/>
                <a:ea typeface="Helvetica Neue"/>
                <a:cs typeface="Helvetica Neue"/>
              </a:defRPr>
            </a:pPr>
            <a:r>
              <a:t>• </a:t>
            </a:r>
            <a:r>
              <a:rPr b="0">
                <a:solidFill>
                  <a:srgbClr val="73777F"/>
                </a:solidFill>
              </a:rPr>
              <a:t>Predictable partisan support</a:t>
            </a:r>
          </a:p>
        </p:txBody>
      </p:sp>
      <p:sp>
        <p:nvSpPr>
          <p:cNvPr id="725" name="TextBox 27">
            <a:extLst xmlns:a="http://schemas.openxmlformats.org/drawingml/2006/main">
              <a:ext uri="{FF2B5EF4-FFF2-40B4-BE49-F238E27FC236}">
                <a16:creationId xmlns:a16="http://schemas.microsoft.com/office/drawing/2014/main" id="{F588D2D2-E886-4208-B52E-3C4B2D7F7FCF}"/>
              </a:ext>
            </a:extLst>
          </p:cNvPr>
          <p:cNvSpPr>
            <a:spLocks xmlns:a="http://schemas.openxmlformats.org/drawingml/2006/main" noGrp="1"/>
          </p:cNvSpPr>
          <p:nvPr/>
        </p:nvSpPr>
        <p:spPr>
          <a:xfrm xmlns:a="http://schemas.openxmlformats.org/drawingml/2006/main">
            <a:off x="6419086" y="1572766"/>
            <a:ext cx="2468888" cy="14871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000" b="1">
                <a:solidFill>
                  <a:srgbClr val="1FA873"/>
                </a:solidFill>
                <a:latin typeface="Helvetica Neue"/>
                <a:ea typeface="Helvetica Neue"/>
                <a:cs typeface="Helvetica Neue"/>
              </a:defRPr>
            </a:lvl1pPr>
          </a:lstStyle>
          <a:p xmlns:a="http://schemas.openxmlformats.org/drawingml/2006/main">
            <a:pPr>
              <a:buNone/>
            </a:pPr>
            <a:r>
              <a:t>ENEMIES SHAKE HANDS</a:t>
            </a:r>
          </a:p>
        </p:txBody>
      </p:sp>
      <p:sp>
        <p:nvSpPr>
          <p:cNvPr id="726" name="Oval 28">
            <a:extLst xmlns:a="http://schemas.openxmlformats.org/drawingml/2006/main">
              <a:ext uri="{FF2B5EF4-FFF2-40B4-BE49-F238E27FC236}">
                <a16:creationId xmlns:a16="http://schemas.microsoft.com/office/drawing/2014/main" id="{CC94E443-0A43-4042-ABE8-B0AC24F57802}"/>
              </a:ext>
            </a:extLst>
          </p:cNvPr>
          <p:cNvSpPr>
            <a:spLocks xmlns:a="http://schemas.openxmlformats.org/drawingml/2006/main" noGrp="1"/>
          </p:cNvSpPr>
          <p:nvPr/>
        </p:nvSpPr>
        <p:spPr>
          <a:xfrm xmlns:a="http://schemas.openxmlformats.org/drawingml/2006/main">
            <a:off x="6903718" y="2221992"/>
            <a:ext cx="215799" cy="215799"/>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727" name="Connector 29">
            <a:extLst xmlns:a="http://schemas.openxmlformats.org/drawingml/2006/main">
              <a:ext uri="{FF2B5EF4-FFF2-40B4-BE49-F238E27FC236}">
                <a16:creationId xmlns:a16="http://schemas.microsoft.com/office/drawing/2014/main" id="{AF777BA5-FCDA-4F9A-9FF9-44939157AC44}"/>
              </a:ext>
            </a:extLst>
          </p:cNvPr>
          <p:cNvSpPr>
            <a:spLocks xmlns:a="http://schemas.openxmlformats.org/drawingml/2006/main" noGrp="1"/>
          </p:cNvSpPr>
          <p:nvPr/>
        </p:nvSpPr>
        <p:spPr>
          <a:xfrm xmlns:a="http://schemas.openxmlformats.org/drawingml/2006/main">
            <a:off x="7011619" y="2437787"/>
            <a:ext cx="7" cy="356075"/>
          </a:xfrm>
          <a:prstGeom xmlns:a="http://schemas.openxmlformats.org/drawingml/2006/main" prst="line">
            <a:avLst/>
          </a:prstGeom>
          <a:ln xmlns:a="http://schemas.openxmlformats.org/drawingml/2006/main" w="1905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728" name="Connector 30">
            <a:extLst xmlns:a="http://schemas.openxmlformats.org/drawingml/2006/main">
              <a:ext uri="{FF2B5EF4-FFF2-40B4-BE49-F238E27FC236}">
                <a16:creationId xmlns:a16="http://schemas.microsoft.com/office/drawing/2014/main" id="{D6AB44C3-FF7E-441C-950A-5121FB1A1092}"/>
              </a:ext>
            </a:extLst>
          </p:cNvPr>
          <p:cNvSpPr>
            <a:spLocks xmlns:a="http://schemas.openxmlformats.org/drawingml/2006/main" noGrp="1"/>
          </p:cNvSpPr>
          <p:nvPr/>
        </p:nvSpPr>
        <p:spPr>
          <a:xfrm xmlns:a="http://schemas.openxmlformats.org/drawingml/2006/main">
            <a:off x="6860560" y="2588847"/>
            <a:ext cx="302125" cy="6"/>
          </a:xfrm>
          <a:prstGeom xmlns:a="http://schemas.openxmlformats.org/drawingml/2006/main" prst="line">
            <a:avLst/>
          </a:prstGeom>
          <a:ln xmlns:a="http://schemas.openxmlformats.org/drawingml/2006/main" w="1905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729" name="Connector 31">
            <a:extLst xmlns:a="http://schemas.openxmlformats.org/drawingml/2006/main">
              <a:ext uri="{FF2B5EF4-FFF2-40B4-BE49-F238E27FC236}">
                <a16:creationId xmlns:a16="http://schemas.microsoft.com/office/drawing/2014/main" id="{9B9258D5-D393-42C9-A7AD-FB71EC43A4C4}"/>
              </a:ext>
            </a:extLst>
          </p:cNvPr>
          <p:cNvSpPr>
            <a:spLocks xmlns:a="http://schemas.openxmlformats.org/drawingml/2006/main" noGrp="1"/>
          </p:cNvSpPr>
          <p:nvPr/>
        </p:nvSpPr>
        <p:spPr>
          <a:xfrm xmlns:a="http://schemas.openxmlformats.org/drawingml/2006/main" flipH="1">
            <a:off x="6871350" y="2793856"/>
            <a:ext cx="140276" cy="226591"/>
          </a:xfrm>
          <a:prstGeom xmlns:a="http://schemas.openxmlformats.org/drawingml/2006/main" prst="line">
            <a:avLst/>
          </a:prstGeom>
          <a:ln xmlns:a="http://schemas.openxmlformats.org/drawingml/2006/main" w="1905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730" name="Connector 32">
            <a:extLst xmlns:a="http://schemas.openxmlformats.org/drawingml/2006/main">
              <a:ext uri="{FF2B5EF4-FFF2-40B4-BE49-F238E27FC236}">
                <a16:creationId xmlns:a16="http://schemas.microsoft.com/office/drawing/2014/main" id="{9817550E-1CB3-49A1-85A3-D8A3FCBB1053}"/>
              </a:ext>
            </a:extLst>
          </p:cNvPr>
          <p:cNvSpPr>
            <a:spLocks xmlns:a="http://schemas.openxmlformats.org/drawingml/2006/main" noGrp="1"/>
          </p:cNvSpPr>
          <p:nvPr/>
        </p:nvSpPr>
        <p:spPr>
          <a:xfrm xmlns:a="http://schemas.openxmlformats.org/drawingml/2006/main">
            <a:off x="7011619" y="2793856"/>
            <a:ext cx="140276" cy="226591"/>
          </a:xfrm>
          <a:prstGeom xmlns:a="http://schemas.openxmlformats.org/drawingml/2006/main" prst="line">
            <a:avLst/>
          </a:prstGeom>
          <a:ln xmlns:a="http://schemas.openxmlformats.org/drawingml/2006/main" w="1905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731" name="Rounded Rectangle 33">
            <a:extLst xmlns:a="http://schemas.openxmlformats.org/drawingml/2006/main">
              <a:ext uri="{FF2B5EF4-FFF2-40B4-BE49-F238E27FC236}">
                <a16:creationId xmlns:a16="http://schemas.microsoft.com/office/drawing/2014/main" id="{410CA13C-C7EE-4C0E-BDF7-0C8C244779EF}"/>
              </a:ext>
            </a:extLst>
          </p:cNvPr>
          <p:cNvSpPr>
            <a:spLocks xmlns:a="http://schemas.openxmlformats.org/drawingml/2006/main" noGrp="1"/>
          </p:cNvSpPr>
          <p:nvPr/>
        </p:nvSpPr>
        <p:spPr>
          <a:xfrm xmlns:a="http://schemas.openxmlformats.org/drawingml/2006/main">
            <a:off x="8320327" y="2009138"/>
            <a:ext cx="1353315" cy="1719074"/>
          </a:xfrm>
          <a:prstGeom xmlns:a="http://schemas.openxmlformats.org/drawingml/2006/main" prst="roundRect">
            <a:avLst>
              <a:gd name="adj" fmla="val 16667"/>
            </a:avLst>
          </a:prstGeom>
          <a:ln xmlns:a="http://schemas.openxmlformats.org/drawingml/2006/main" w="1397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732" name="Connector 34">
            <a:extLst xmlns:a="http://schemas.openxmlformats.org/drawingml/2006/main">
              <a:ext uri="{FF2B5EF4-FFF2-40B4-BE49-F238E27FC236}">
                <a16:creationId xmlns:a16="http://schemas.microsoft.com/office/drawing/2014/main" id="{044EB6C5-7DB7-46F5-878C-13018D02D25E}"/>
              </a:ext>
            </a:extLst>
          </p:cNvPr>
          <p:cNvSpPr>
            <a:spLocks xmlns:a="http://schemas.openxmlformats.org/drawingml/2006/main" noGrp="1"/>
          </p:cNvSpPr>
          <p:nvPr/>
        </p:nvSpPr>
        <p:spPr>
          <a:xfrm xmlns:a="http://schemas.openxmlformats.org/drawingml/2006/main">
            <a:off x="8539781" y="2448049"/>
            <a:ext cx="914407" cy="6"/>
          </a:xfrm>
          <a:prstGeom xmlns:a="http://schemas.openxmlformats.org/drawingml/2006/main" prst="line">
            <a:avLst/>
          </a:prstGeom>
          <a:ln xmlns:a="http://schemas.openxmlformats.org/drawingml/2006/main" w="1524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733" name="Connector 35">
            <a:extLst xmlns:a="http://schemas.openxmlformats.org/drawingml/2006/main">
              <a:ext uri="{FF2B5EF4-FFF2-40B4-BE49-F238E27FC236}">
                <a16:creationId xmlns:a16="http://schemas.microsoft.com/office/drawing/2014/main" id="{539E684E-71B5-4963-ADFC-A4CCF4113E74}"/>
              </a:ext>
            </a:extLst>
          </p:cNvPr>
          <p:cNvSpPr>
            <a:spLocks xmlns:a="http://schemas.openxmlformats.org/drawingml/2006/main" noGrp="1"/>
          </p:cNvSpPr>
          <p:nvPr/>
        </p:nvSpPr>
        <p:spPr>
          <a:xfrm xmlns:a="http://schemas.openxmlformats.org/drawingml/2006/main">
            <a:off x="8539781" y="2758943"/>
            <a:ext cx="786391" cy="9"/>
          </a:xfrm>
          <a:prstGeom xmlns:a="http://schemas.openxmlformats.org/drawingml/2006/main" prst="line">
            <a:avLst/>
          </a:prstGeom>
          <a:ln xmlns:a="http://schemas.openxmlformats.org/drawingml/2006/main" w="1524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734" name="Connector 36">
            <a:extLst xmlns:a="http://schemas.openxmlformats.org/drawingml/2006/main">
              <a:ext uri="{FF2B5EF4-FFF2-40B4-BE49-F238E27FC236}">
                <a16:creationId xmlns:a16="http://schemas.microsoft.com/office/drawing/2014/main" id="{1E709730-65D2-4D18-88B2-17C42621AAB2}"/>
              </a:ext>
            </a:extLst>
          </p:cNvPr>
          <p:cNvSpPr>
            <a:spLocks xmlns:a="http://schemas.openxmlformats.org/drawingml/2006/main" noGrp="1"/>
          </p:cNvSpPr>
          <p:nvPr/>
        </p:nvSpPr>
        <p:spPr>
          <a:xfrm xmlns:a="http://schemas.openxmlformats.org/drawingml/2006/main">
            <a:off x="8539781" y="3069842"/>
            <a:ext cx="877831" cy="7"/>
          </a:xfrm>
          <a:prstGeom xmlns:a="http://schemas.openxmlformats.org/drawingml/2006/main" prst="line">
            <a:avLst/>
          </a:prstGeom>
          <a:ln xmlns:a="http://schemas.openxmlformats.org/drawingml/2006/main" w="1524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735" name="Oval 37">
            <a:extLst xmlns:a="http://schemas.openxmlformats.org/drawingml/2006/main">
              <a:ext uri="{FF2B5EF4-FFF2-40B4-BE49-F238E27FC236}">
                <a16:creationId xmlns:a16="http://schemas.microsoft.com/office/drawing/2014/main" id="{BA70B6A3-4054-4C56-9671-9AC9FB3A72D2}"/>
              </a:ext>
            </a:extLst>
          </p:cNvPr>
          <p:cNvSpPr>
            <a:spLocks xmlns:a="http://schemas.openxmlformats.org/drawingml/2006/main" noGrp="1"/>
          </p:cNvSpPr>
          <p:nvPr/>
        </p:nvSpPr>
        <p:spPr>
          <a:xfrm xmlns:a="http://schemas.openxmlformats.org/drawingml/2006/main">
            <a:off x="10602500" y="2226117"/>
            <a:ext cx="215799" cy="215799"/>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736" name="Connector 38">
            <a:extLst xmlns:a="http://schemas.openxmlformats.org/drawingml/2006/main">
              <a:ext uri="{FF2B5EF4-FFF2-40B4-BE49-F238E27FC236}">
                <a16:creationId xmlns:a16="http://schemas.microsoft.com/office/drawing/2014/main" id="{1C452339-01A0-47B9-975F-8CAC170F8300}"/>
              </a:ext>
            </a:extLst>
          </p:cNvPr>
          <p:cNvSpPr>
            <a:spLocks xmlns:a="http://schemas.openxmlformats.org/drawingml/2006/main" noGrp="1"/>
          </p:cNvSpPr>
          <p:nvPr/>
        </p:nvSpPr>
        <p:spPr>
          <a:xfrm xmlns:a="http://schemas.openxmlformats.org/drawingml/2006/main">
            <a:off x="10710401" y="2441915"/>
            <a:ext cx="7" cy="356074"/>
          </a:xfrm>
          <a:prstGeom xmlns:a="http://schemas.openxmlformats.org/drawingml/2006/main" prst="line">
            <a:avLst/>
          </a:prstGeom>
          <a:ln xmlns:a="http://schemas.openxmlformats.org/drawingml/2006/main" w="1905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737" name="Connector 39">
            <a:extLst xmlns:a="http://schemas.openxmlformats.org/drawingml/2006/main">
              <a:ext uri="{FF2B5EF4-FFF2-40B4-BE49-F238E27FC236}">
                <a16:creationId xmlns:a16="http://schemas.microsoft.com/office/drawing/2014/main" id="{91694F78-44F7-4C02-BF4A-4B58D8563A68}"/>
              </a:ext>
            </a:extLst>
          </p:cNvPr>
          <p:cNvSpPr>
            <a:spLocks xmlns:a="http://schemas.openxmlformats.org/drawingml/2006/main" noGrp="1"/>
          </p:cNvSpPr>
          <p:nvPr/>
        </p:nvSpPr>
        <p:spPr>
          <a:xfrm xmlns:a="http://schemas.openxmlformats.org/drawingml/2006/main">
            <a:off x="10559342" y="2592974"/>
            <a:ext cx="302125" cy="6"/>
          </a:xfrm>
          <a:prstGeom xmlns:a="http://schemas.openxmlformats.org/drawingml/2006/main" prst="line">
            <a:avLst/>
          </a:prstGeom>
          <a:ln xmlns:a="http://schemas.openxmlformats.org/drawingml/2006/main" w="1905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738" name="Connector 40">
            <a:extLst xmlns:a="http://schemas.openxmlformats.org/drawingml/2006/main">
              <a:ext uri="{FF2B5EF4-FFF2-40B4-BE49-F238E27FC236}">
                <a16:creationId xmlns:a16="http://schemas.microsoft.com/office/drawing/2014/main" id="{E494A6DE-43CE-4BE6-92A1-2D31D5C054A9}"/>
              </a:ext>
            </a:extLst>
          </p:cNvPr>
          <p:cNvSpPr>
            <a:spLocks xmlns:a="http://schemas.openxmlformats.org/drawingml/2006/main" noGrp="1"/>
          </p:cNvSpPr>
          <p:nvPr/>
        </p:nvSpPr>
        <p:spPr>
          <a:xfrm xmlns:a="http://schemas.openxmlformats.org/drawingml/2006/main" flipH="1">
            <a:off x="10570132" y="2797979"/>
            <a:ext cx="140276" cy="226591"/>
          </a:xfrm>
          <a:prstGeom xmlns:a="http://schemas.openxmlformats.org/drawingml/2006/main" prst="line">
            <a:avLst/>
          </a:prstGeom>
          <a:ln xmlns:a="http://schemas.openxmlformats.org/drawingml/2006/main" w="1905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739" name="Connector 41">
            <a:extLst xmlns:a="http://schemas.openxmlformats.org/drawingml/2006/main">
              <a:ext uri="{FF2B5EF4-FFF2-40B4-BE49-F238E27FC236}">
                <a16:creationId xmlns:a16="http://schemas.microsoft.com/office/drawing/2014/main" id="{F55591A1-D36A-4335-B157-3CFDC526D3A4}"/>
              </a:ext>
            </a:extLst>
          </p:cNvPr>
          <p:cNvSpPr>
            <a:spLocks xmlns:a="http://schemas.openxmlformats.org/drawingml/2006/main" noGrp="1"/>
          </p:cNvSpPr>
          <p:nvPr/>
        </p:nvSpPr>
        <p:spPr>
          <a:xfrm xmlns:a="http://schemas.openxmlformats.org/drawingml/2006/main">
            <a:off x="10710401" y="2797979"/>
            <a:ext cx="140276" cy="226591"/>
          </a:xfrm>
          <a:prstGeom xmlns:a="http://schemas.openxmlformats.org/drawingml/2006/main" prst="line">
            <a:avLst/>
          </a:prstGeom>
          <a:ln xmlns:a="http://schemas.openxmlformats.org/drawingml/2006/main" w="1905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740" name="Oval 42">
            <a:extLst xmlns:a="http://schemas.openxmlformats.org/drawingml/2006/main">
              <a:ext uri="{FF2B5EF4-FFF2-40B4-BE49-F238E27FC236}">
                <a16:creationId xmlns:a16="http://schemas.microsoft.com/office/drawing/2014/main" id="{888DAE2A-BD0E-42A6-B4A3-F63595548EA0}"/>
              </a:ext>
            </a:extLst>
          </p:cNvPr>
          <p:cNvSpPr>
            <a:spLocks xmlns:a="http://schemas.openxmlformats.org/drawingml/2006/main" noGrp="1"/>
          </p:cNvSpPr>
          <p:nvPr/>
        </p:nvSpPr>
        <p:spPr>
          <a:xfrm xmlns:a="http://schemas.openxmlformats.org/drawingml/2006/main">
            <a:off x="7973568" y="2587749"/>
            <a:ext cx="201181" cy="201181"/>
          </a:xfrm>
          <a:prstGeom xmlns:a="http://schemas.openxmlformats.org/drawingml/2006/main" prst="ellipse">
            <a:avLst/>
          </a:prstGeom>
          <a:solidFill xmlns:a="http://schemas.openxmlformats.org/drawingml/2006/main">
            <a:srgbClr val="1FA873"/>
          </a:solidFill>
          <a:ln xmlns:a="http://schemas.openxmlformats.org/drawingml/2006/main" w="10160">
            <a:solidFill>
              <a:srgbClr val="1FA873"/>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741" name="Connector 43">
            <a:extLst xmlns:a="http://schemas.openxmlformats.org/drawingml/2006/main">
              <a:ext uri="{FF2B5EF4-FFF2-40B4-BE49-F238E27FC236}">
                <a16:creationId xmlns:a16="http://schemas.microsoft.com/office/drawing/2014/main" id="{35FCB07B-4B6E-4825-88BE-5D9EEB087456}"/>
              </a:ext>
            </a:extLst>
          </p:cNvPr>
          <p:cNvSpPr>
            <a:spLocks xmlns:a="http://schemas.openxmlformats.org/drawingml/2006/main" noGrp="1"/>
          </p:cNvSpPr>
          <p:nvPr/>
        </p:nvSpPr>
        <p:spPr>
          <a:xfrm xmlns:a="http://schemas.openxmlformats.org/drawingml/2006/main">
            <a:off x="8014716" y="2697476"/>
            <a:ext cx="45727" cy="45727"/>
          </a:xfrm>
          <a:prstGeom xmlns:a="http://schemas.openxmlformats.org/drawingml/2006/main" prst="line">
            <a:avLst/>
          </a:prstGeom>
          <a:ln xmlns:a="http://schemas.openxmlformats.org/drawingml/2006/main" w="16510">
            <a:solidFill>
              <a:srgbClr val="FFFFF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742" name="Connector 44">
            <a:extLst xmlns:a="http://schemas.openxmlformats.org/drawingml/2006/main">
              <a:ext uri="{FF2B5EF4-FFF2-40B4-BE49-F238E27FC236}">
                <a16:creationId xmlns:a16="http://schemas.microsoft.com/office/drawing/2014/main" id="{6319D3B8-1B5C-4495-A1E2-F146CA347D44}"/>
              </a:ext>
            </a:extLst>
          </p:cNvPr>
          <p:cNvSpPr>
            <a:spLocks xmlns:a="http://schemas.openxmlformats.org/drawingml/2006/main" noGrp="1"/>
          </p:cNvSpPr>
          <p:nvPr/>
        </p:nvSpPr>
        <p:spPr>
          <a:xfrm xmlns:a="http://schemas.openxmlformats.org/drawingml/2006/main" flipV="1">
            <a:off x="8060435" y="2642616"/>
            <a:ext cx="82303" cy="100591"/>
          </a:xfrm>
          <a:prstGeom xmlns:a="http://schemas.openxmlformats.org/drawingml/2006/main" prst="line">
            <a:avLst/>
          </a:prstGeom>
          <a:ln xmlns:a="http://schemas.openxmlformats.org/drawingml/2006/main" w="16510">
            <a:solidFill>
              <a:srgbClr val="FFFFF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743" name="Oval 45">
            <a:extLst xmlns:a="http://schemas.openxmlformats.org/drawingml/2006/main">
              <a:ext uri="{FF2B5EF4-FFF2-40B4-BE49-F238E27FC236}">
                <a16:creationId xmlns:a16="http://schemas.microsoft.com/office/drawing/2014/main" id="{CDA6B705-B2C5-45A1-97BD-0EADF6076F46}"/>
              </a:ext>
            </a:extLst>
          </p:cNvPr>
          <p:cNvSpPr>
            <a:spLocks xmlns:a="http://schemas.openxmlformats.org/drawingml/2006/main" noGrp="1"/>
          </p:cNvSpPr>
          <p:nvPr/>
        </p:nvSpPr>
        <p:spPr>
          <a:xfrm xmlns:a="http://schemas.openxmlformats.org/drawingml/2006/main">
            <a:off x="9737645" y="2585210"/>
            <a:ext cx="201181" cy="201181"/>
          </a:xfrm>
          <a:prstGeom xmlns:a="http://schemas.openxmlformats.org/drawingml/2006/main" prst="ellipse">
            <a:avLst/>
          </a:prstGeom>
          <a:solidFill xmlns:a="http://schemas.openxmlformats.org/drawingml/2006/main">
            <a:srgbClr val="1FA873"/>
          </a:solidFill>
          <a:ln xmlns:a="http://schemas.openxmlformats.org/drawingml/2006/main" w="10160">
            <a:solidFill>
              <a:srgbClr val="1FA873"/>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744" name="Connector 46">
            <a:extLst xmlns:a="http://schemas.openxmlformats.org/drawingml/2006/main">
              <a:ext uri="{FF2B5EF4-FFF2-40B4-BE49-F238E27FC236}">
                <a16:creationId xmlns:a16="http://schemas.microsoft.com/office/drawing/2014/main" id="{6DC20080-4EF5-4087-BFA7-1E7FB9075F64}"/>
              </a:ext>
            </a:extLst>
          </p:cNvPr>
          <p:cNvSpPr>
            <a:spLocks xmlns:a="http://schemas.openxmlformats.org/drawingml/2006/main" noGrp="1"/>
          </p:cNvSpPr>
          <p:nvPr/>
        </p:nvSpPr>
        <p:spPr>
          <a:xfrm xmlns:a="http://schemas.openxmlformats.org/drawingml/2006/main">
            <a:off x="9778793" y="2694937"/>
            <a:ext cx="45727" cy="45727"/>
          </a:xfrm>
          <a:prstGeom xmlns:a="http://schemas.openxmlformats.org/drawingml/2006/main" prst="line">
            <a:avLst/>
          </a:prstGeom>
          <a:ln xmlns:a="http://schemas.openxmlformats.org/drawingml/2006/main" w="16510">
            <a:solidFill>
              <a:srgbClr val="FFFFF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745" name="Connector 47">
            <a:extLst xmlns:a="http://schemas.openxmlformats.org/drawingml/2006/main">
              <a:ext uri="{FF2B5EF4-FFF2-40B4-BE49-F238E27FC236}">
                <a16:creationId xmlns:a16="http://schemas.microsoft.com/office/drawing/2014/main" id="{9B078F47-5208-4DFA-8237-EA6F88D29E75}"/>
              </a:ext>
            </a:extLst>
          </p:cNvPr>
          <p:cNvSpPr>
            <a:spLocks xmlns:a="http://schemas.openxmlformats.org/drawingml/2006/main" noGrp="1"/>
          </p:cNvSpPr>
          <p:nvPr/>
        </p:nvSpPr>
        <p:spPr>
          <a:xfrm xmlns:a="http://schemas.openxmlformats.org/drawingml/2006/main" flipV="1">
            <a:off x="9824515" y="2640076"/>
            <a:ext cx="82303" cy="100591"/>
          </a:xfrm>
          <a:prstGeom xmlns:a="http://schemas.openxmlformats.org/drawingml/2006/main" prst="line">
            <a:avLst/>
          </a:prstGeom>
          <a:ln xmlns:a="http://schemas.openxmlformats.org/drawingml/2006/main" w="16510">
            <a:solidFill>
              <a:srgbClr val="FFFFF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746" name="Connector 48">
            <a:extLst xmlns:a="http://schemas.openxmlformats.org/drawingml/2006/main">
              <a:ext uri="{FF2B5EF4-FFF2-40B4-BE49-F238E27FC236}">
                <a16:creationId xmlns:a16="http://schemas.microsoft.com/office/drawing/2014/main" id="{B0A8E99D-1231-4322-B7E4-2121C906104A}"/>
              </a:ext>
            </a:extLst>
          </p:cNvPr>
          <p:cNvSpPr>
            <a:spLocks xmlns:a="http://schemas.openxmlformats.org/drawingml/2006/main" noGrp="1"/>
          </p:cNvSpPr>
          <p:nvPr/>
        </p:nvSpPr>
        <p:spPr>
          <a:xfrm xmlns:a="http://schemas.openxmlformats.org/drawingml/2006/main">
            <a:off x="7452359" y="2688332"/>
            <a:ext cx="429774" cy="7"/>
          </a:xfrm>
          <a:prstGeom xmlns:a="http://schemas.openxmlformats.org/drawingml/2006/main" prst="line">
            <a:avLst/>
          </a:prstGeom>
          <a:ln xmlns:a="http://schemas.openxmlformats.org/drawingml/2006/main" w="1778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747" name="Connector 50">
            <a:extLst xmlns:a="http://schemas.openxmlformats.org/drawingml/2006/main">
              <a:ext uri="{FF2B5EF4-FFF2-40B4-BE49-F238E27FC236}">
                <a16:creationId xmlns:a16="http://schemas.microsoft.com/office/drawing/2014/main" id="{B41A68ED-5AC1-46D9-8220-3A6775932F4A}"/>
              </a:ext>
            </a:extLst>
          </p:cNvPr>
          <p:cNvSpPr>
            <a:spLocks xmlns:a="http://schemas.openxmlformats.org/drawingml/2006/main" noGrp="1"/>
          </p:cNvSpPr>
          <p:nvPr/>
        </p:nvSpPr>
        <p:spPr>
          <a:xfrm xmlns:a="http://schemas.openxmlformats.org/drawingml/2006/main">
            <a:off x="10042906" y="2679444"/>
            <a:ext cx="448063" cy="6"/>
          </a:xfrm>
          <a:prstGeom xmlns:a="http://schemas.openxmlformats.org/drawingml/2006/main" prst="line">
            <a:avLst/>
          </a:prstGeom>
          <a:ln xmlns:a="http://schemas.openxmlformats.org/drawingml/2006/main" w="1778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748" name="TextBox 51">
            <a:extLst xmlns:a="http://schemas.openxmlformats.org/drawingml/2006/main">
              <a:ext uri="{FF2B5EF4-FFF2-40B4-BE49-F238E27FC236}">
                <a16:creationId xmlns:a16="http://schemas.microsoft.com/office/drawing/2014/main" id="{20B3C6CD-7C7E-4334-BB7E-7DCF6DF4313C}"/>
              </a:ext>
            </a:extLst>
          </p:cNvPr>
          <p:cNvSpPr>
            <a:spLocks xmlns:a="http://schemas.openxmlformats.org/drawingml/2006/main" noGrp="1"/>
          </p:cNvSpPr>
          <p:nvPr/>
        </p:nvSpPr>
        <p:spPr>
          <a:xfrm xmlns:a="http://schemas.openxmlformats.org/drawingml/2006/main">
            <a:off x="6748271" y="4087367"/>
            <a:ext cx="1627635" cy="16104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100" b="1">
                <a:solidFill>
                  <a:srgbClr val="1FA873"/>
                </a:solidFill>
                <a:latin typeface="Helvetica Neue"/>
                <a:ea typeface="Helvetica Neue"/>
                <a:cs typeface="Helvetica Neue"/>
              </a:defRPr>
            </a:lvl1pPr>
          </a:lstStyle>
          <a:p xmlns:a="http://schemas.openxmlformats.org/drawingml/2006/main">
            <a:pPr>
              <a:buNone/>
            </a:pPr>
            <a:r>
              <a:t>UNEXPECTED</a:t>
            </a:r>
          </a:p>
        </p:txBody>
      </p:sp>
      <p:sp>
        <p:nvSpPr>
          <p:cNvPr id="749" name="TextBox 52">
            <a:extLst xmlns:a="http://schemas.openxmlformats.org/drawingml/2006/main">
              <a:ext uri="{FF2B5EF4-FFF2-40B4-BE49-F238E27FC236}">
                <a16:creationId xmlns:a16="http://schemas.microsoft.com/office/drawing/2014/main" id="{D596C36A-0F46-4837-8AAF-EEE2262B2BBB}"/>
              </a:ext>
            </a:extLst>
          </p:cNvPr>
          <p:cNvSpPr>
            <a:spLocks xmlns:a="http://schemas.openxmlformats.org/drawingml/2006/main" noGrp="1"/>
          </p:cNvSpPr>
          <p:nvPr/>
        </p:nvSpPr>
        <p:spPr>
          <a:xfrm xmlns:a="http://schemas.openxmlformats.org/drawingml/2006/main">
            <a:off x="8357616" y="3931920"/>
            <a:ext cx="1691641" cy="33126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lgn="ctr">
              <a:buNone/>
              <a:defRPr sz="2100" b="1">
                <a:solidFill>
                  <a:srgbClr val="73777F"/>
                </a:solidFill>
                <a:latin typeface="Helvetica Neue"/>
                <a:ea typeface="Helvetica Neue"/>
                <a:cs typeface="Helvetica Neue"/>
              </a:defRPr>
            </a:pPr>
            <a:r>
              <a:t>f</a:t>
            </a:r>
            <a:r>
              <a:rPr>
                <a:latin typeface="+mn-lt"/>
                <a:ea typeface="+mn-lt"/>
                <a:cs typeface="+mn-lt"/>
              </a:rPr>
              <a:t>ᵤ </a:t>
            </a:r>
            <a:r>
              <a:t>· fₙ ≈ 0</a:t>
            </a:r>
          </a:p>
        </p:txBody>
      </p:sp>
      <p:sp>
        <p:nvSpPr>
          <p:cNvPr id="750" name="TextBox 53">
            <a:extLst xmlns:a="http://schemas.openxmlformats.org/drawingml/2006/main">
              <a:ext uri="{FF2B5EF4-FFF2-40B4-BE49-F238E27FC236}">
                <a16:creationId xmlns:a16="http://schemas.microsoft.com/office/drawing/2014/main" id="{B933038A-E99B-4129-81C7-A7364C4F3213}"/>
              </a:ext>
            </a:extLst>
          </p:cNvPr>
          <p:cNvSpPr>
            <a:spLocks xmlns:a="http://schemas.openxmlformats.org/drawingml/2006/main" noGrp="1"/>
          </p:cNvSpPr>
          <p:nvPr/>
        </p:nvSpPr>
        <p:spPr>
          <a:xfrm xmlns:a="http://schemas.openxmlformats.org/drawingml/2006/main">
            <a:off x="10241280" y="3904486"/>
            <a:ext cx="914407" cy="359459"/>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2400" b="1">
                <a:solidFill>
                  <a:srgbClr val="1FA873"/>
                </a:solidFill>
                <a:latin typeface="Helvetica Neue"/>
                <a:ea typeface="Helvetica Neue"/>
                <a:cs typeface="Helvetica Neue"/>
              </a:defRPr>
            </a:lvl1pPr>
          </a:lstStyle>
          <a:p xmlns:a="http://schemas.openxmlformats.org/drawingml/2006/main">
            <a:pPr>
              <a:buNone/>
            </a:pPr>
            <a:r>
              <a:t>iₙ  ↑</a:t>
            </a:r>
          </a:p>
        </p:txBody>
      </p:sp>
      <p:sp>
        <p:nvSpPr>
          <p:cNvPr id="751" name="Connector 54">
            <a:extLst xmlns:a="http://schemas.openxmlformats.org/drawingml/2006/main">
              <a:ext uri="{FF2B5EF4-FFF2-40B4-BE49-F238E27FC236}">
                <a16:creationId xmlns:a16="http://schemas.microsoft.com/office/drawing/2014/main" id="{89E2043A-C674-4797-940B-7BE99C0488D9}"/>
              </a:ext>
            </a:extLst>
          </p:cNvPr>
          <p:cNvSpPr>
            <a:spLocks xmlns:a="http://schemas.openxmlformats.org/drawingml/2006/main" noGrp="1"/>
          </p:cNvSpPr>
          <p:nvPr/>
        </p:nvSpPr>
        <p:spPr>
          <a:xfrm xmlns:a="http://schemas.openxmlformats.org/drawingml/2006/main">
            <a:off x="8119871" y="4160520"/>
            <a:ext cx="219455" cy="7"/>
          </a:xfrm>
          <a:prstGeom xmlns:a="http://schemas.openxmlformats.org/drawingml/2006/main" prst="line">
            <a:avLst/>
          </a:prstGeom>
          <a:ln xmlns:a="http://schemas.openxmlformats.org/drawingml/2006/main" w="1651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752" name="Connector 55">
            <a:extLst xmlns:a="http://schemas.openxmlformats.org/drawingml/2006/main">
              <a:ext uri="{FF2B5EF4-FFF2-40B4-BE49-F238E27FC236}">
                <a16:creationId xmlns:a16="http://schemas.microsoft.com/office/drawing/2014/main" id="{B9BA2FFC-97CA-4847-B55C-4A846B90EE4E}"/>
              </a:ext>
            </a:extLst>
          </p:cNvPr>
          <p:cNvSpPr>
            <a:spLocks xmlns:a="http://schemas.openxmlformats.org/drawingml/2006/main" noGrp="1"/>
          </p:cNvSpPr>
          <p:nvPr/>
        </p:nvSpPr>
        <p:spPr>
          <a:xfrm xmlns:a="http://schemas.openxmlformats.org/drawingml/2006/main">
            <a:off x="10058399" y="4160520"/>
            <a:ext cx="164600" cy="7"/>
          </a:xfrm>
          <a:prstGeom xmlns:a="http://schemas.openxmlformats.org/drawingml/2006/main" prst="line">
            <a:avLst/>
          </a:prstGeom>
          <a:ln xmlns:a="http://schemas.openxmlformats.org/drawingml/2006/main" w="1651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753" name="TextBox 56">
            <a:extLst xmlns:a="http://schemas.openxmlformats.org/drawingml/2006/main">
              <a:ext uri="{FF2B5EF4-FFF2-40B4-BE49-F238E27FC236}">
                <a16:creationId xmlns:a16="http://schemas.microsoft.com/office/drawing/2014/main" id="{D4476EC4-3D47-42EA-9F09-120F501A51C7}"/>
              </a:ext>
            </a:extLst>
          </p:cNvPr>
          <p:cNvSpPr>
            <a:spLocks xmlns:a="http://schemas.openxmlformats.org/drawingml/2006/main" noGrp="1"/>
          </p:cNvSpPr>
          <p:nvPr/>
        </p:nvSpPr>
        <p:spPr>
          <a:xfrm xmlns:a="http://schemas.openxmlformats.org/drawingml/2006/main">
            <a:off x="6784847" y="4773167"/>
            <a:ext cx="3108967" cy="210743"/>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400" b="1">
                <a:solidFill>
                  <a:srgbClr val="1FA873"/>
                </a:solidFill>
                <a:latin typeface="Helvetica Neue"/>
                <a:ea typeface="Helvetica Neue"/>
                <a:cs typeface="Helvetica Neue"/>
              </a:defRPr>
            </a:pPr>
            <a:r>
              <a:t>• </a:t>
            </a:r>
            <a:r>
              <a:rPr b="0">
                <a:solidFill>
                  <a:srgbClr val="73777F"/>
                </a:solidFill>
              </a:rPr>
              <a:t>Cross-viewpoint surprise</a:t>
            </a:r>
          </a:p>
        </p:txBody>
      </p:sp>
      <p:sp>
        <p:nvSpPr>
          <p:cNvPr id="754" name="Connector 57">
            <a:extLst xmlns:a="http://schemas.openxmlformats.org/drawingml/2006/main">
              <a:ext uri="{FF2B5EF4-FFF2-40B4-BE49-F238E27FC236}">
                <a16:creationId xmlns:a16="http://schemas.microsoft.com/office/drawing/2014/main" id="{C060CED6-23C2-4055-BEA5-EECEA7C70DC1}"/>
              </a:ext>
            </a:extLst>
          </p:cNvPr>
          <p:cNvSpPr>
            <a:spLocks xmlns:a="http://schemas.openxmlformats.org/drawingml/2006/main" noGrp="1"/>
          </p:cNvSpPr>
          <p:nvPr/>
        </p:nvSpPr>
        <p:spPr>
          <a:xfrm xmlns:a="http://schemas.openxmlformats.org/drawingml/2006/main">
            <a:off x="749804" y="5413246"/>
            <a:ext cx="10680201" cy="6"/>
          </a:xfrm>
          <a:prstGeom xmlns:a="http://schemas.openxmlformats.org/drawingml/2006/main" prst="line">
            <a:avLst/>
          </a:prstGeom>
          <a:ln xmlns:a="http://schemas.openxmlformats.org/drawingml/2006/main" w="1397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755" name="TextBox 58">
            <a:extLst xmlns:a="http://schemas.openxmlformats.org/drawingml/2006/main">
              <a:ext uri="{FF2B5EF4-FFF2-40B4-BE49-F238E27FC236}">
                <a16:creationId xmlns:a16="http://schemas.microsoft.com/office/drawing/2014/main" id="{EE8B8ADB-E87E-4FFE-96A7-359405EBDDA3}"/>
              </a:ext>
            </a:extLst>
          </p:cNvPr>
          <p:cNvSpPr>
            <a:spLocks xmlns:a="http://schemas.openxmlformats.org/drawingml/2006/main" noGrp="1"/>
          </p:cNvSpPr>
          <p:nvPr/>
        </p:nvSpPr>
        <p:spPr>
          <a:xfrm xmlns:a="http://schemas.openxmlformats.org/drawingml/2006/main">
            <a:off x="841242" y="5669279"/>
            <a:ext cx="4114810" cy="235406"/>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600" b="1">
                <a:solidFill>
                  <a:srgbClr val="3977F6"/>
                </a:solidFill>
                <a:latin typeface="Helvetica Neue"/>
                <a:ea typeface="Helvetica Neue"/>
                <a:cs typeface="Helvetica Neue"/>
              </a:defRPr>
            </a:pPr>
            <a:r>
              <a:t>• </a:t>
            </a:r>
            <a:r>
              <a:rPr>
                <a:solidFill>
                  <a:srgbClr val="111318"/>
                </a:solidFill>
              </a:rPr>
              <a:t>The same click receives different credit</a:t>
            </a:r>
          </a:p>
        </p:txBody>
      </p:sp>
      <p:sp>
        <p:nvSpPr>
          <p:cNvPr id="756" name="TextBox 59">
            <a:extLst xmlns:a="http://schemas.openxmlformats.org/drawingml/2006/main">
              <a:ext uri="{FF2B5EF4-FFF2-40B4-BE49-F238E27FC236}">
                <a16:creationId xmlns:a16="http://schemas.microsoft.com/office/drawing/2014/main" id="{C80D33A8-3C46-449E-8309-C432B5D9FD17}"/>
              </a:ext>
            </a:extLst>
          </p:cNvPr>
          <p:cNvSpPr>
            <a:spLocks xmlns:a="http://schemas.openxmlformats.org/drawingml/2006/main" noGrp="1"/>
          </p:cNvSpPr>
          <p:nvPr/>
        </p:nvSpPr>
        <p:spPr>
          <a:xfrm xmlns:a="http://schemas.openxmlformats.org/drawingml/2006/main">
            <a:off x="6784847" y="5669279"/>
            <a:ext cx="3749043" cy="235406"/>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600" b="1">
                <a:solidFill>
                  <a:srgbClr val="FF705B"/>
                </a:solidFill>
                <a:latin typeface="Helvetica Neue"/>
                <a:ea typeface="Helvetica Neue"/>
                <a:cs typeface="Helvetica Neue"/>
              </a:defRPr>
            </a:pPr>
            <a:r>
              <a:t>• </a:t>
            </a:r>
            <a:r>
              <a:rPr>
                <a:solidFill>
                  <a:srgbClr val="111318"/>
                </a:solidFill>
              </a:rPr>
              <a:t>The model asks who voted</a:t>
            </a:r>
          </a:p>
        </p:txBody>
      </p:sp>
      <p:sp>
        <p:nvSpPr>
          <p:cNvPr id="757" name="TextBox 60">
            <a:extLst xmlns:a="http://schemas.openxmlformats.org/drawingml/2006/main">
              <a:ext uri="{FF2B5EF4-FFF2-40B4-BE49-F238E27FC236}">
                <a16:creationId xmlns:a16="http://schemas.microsoft.com/office/drawing/2014/main" id="{B74F0B51-5E2E-4282-9D25-3217255D4A4C}"/>
              </a:ext>
            </a:extLst>
          </p:cNvPr>
          <p:cNvSpPr>
            <a:spLocks xmlns:a="http://schemas.openxmlformats.org/drawingml/2006/main" noGrp="1"/>
          </p:cNvSpPr>
          <p:nvPr/>
        </p:nvSpPr>
        <p:spPr>
          <a:xfrm xmlns:a="http://schemas.openxmlformats.org/drawingml/2006/main">
            <a:off x="621792" y="6437376"/>
            <a:ext cx="10881360"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800">
                <a:solidFill>
                  <a:srgbClr val="73777F"/>
                </a:solidFill>
                <a:latin typeface="Helvetica Neue"/>
                <a:ea typeface="Helvetica Neue"/>
                <a:cs typeface="Helvetica Neue"/>
              </a:defRPr>
            </a:lvl1pPr>
          </a:lstStyle>
          <a:p xmlns:a="http://schemas.openxmlformats.org/drawingml/2006/main">
            <a:pPr>
              <a:buNone/>
            </a:pPr>
            <a:r>
              <a:t>• Wojcik et al. (2022); Buterin (2023); X Community Notes (2026)</a:t>
            </a:r>
          </a:p>
        </p:txBody>
      </p:sp>
      <p:sp>
        <p:nvSpPr>
          <p:cNvPr id="758" name="Rectangle">
            <a:extLst xmlns:a="http://schemas.openxmlformats.org/drawingml/2006/main">
              <a:ext uri="{FF2B5EF4-FFF2-40B4-BE49-F238E27FC236}">
                <a16:creationId xmlns:a16="http://schemas.microsoft.com/office/drawing/2014/main" id="{F91C6828-8814-4F13-B327-B8A30F157796}"/>
              </a:ext>
            </a:extLst>
          </p:cNvPr>
          <p:cNvSpPr>
            <a:spLocks xmlns:a="http://schemas.openxmlformats.org/drawingml/2006/main" noGrp="1"/>
          </p:cNvSpPr>
          <p:nvPr/>
        </p:nvSpPr>
        <p:spPr>
          <a:xfrm xmlns:a="http://schemas.openxmlformats.org/drawingml/2006/main">
            <a:off x="5919536" y="1436428"/>
            <a:ext cx="5479663" cy="4669921"/>
          </a:xfrm>
          <a:prstGeom xmlns:a="http://schemas.openxmlformats.org/drawingml/2006/main" prst="rect">
            <a:avLst/>
          </a:prstGeom>
          <a:solidFill xmlns:a="http://schemas.openxmlformats.org/drawingml/2006/main">
            <a:srgbClr val="FFFFFF"/>
          </a:solidFill>
          <a:ln xmlns:a="http://schemas.openxmlformats.org/drawingml/2006/main" w="12700"/>
        </p:spPr>
        <p:txBody>
          <a:bodyPr xmlns:a="http://schemas.openxmlformats.org/drawingml/2006/main" lIns="45718" tIns="45718" rIns="45718" bIns="45718" anchor="ctr"/>
          <a:lstStyle xmlns:a="http://schemas.openxmlformats.org/drawingml/2006/main"/>
          <a:p xmlns:a="http://schemas.openxmlformats.org/drawingml/2006/main">
            <a:pPr>
              <a:buNone/>
              <a:defRPr>
                <a:latin typeface="+mn-lt"/>
                <a:ea typeface="+mn-lt"/>
                <a:cs typeface="+mn-lt"/>
              </a:defRPr>
            </a:pPr>
          </a:p>
        </p:txBody>
      </p:sp>
      <p:sp>
        <p:nvSpPr>
          <p:cNvPr id="759" name="TextBox 1">
            <a:extLst xmlns:a="http://schemas.openxmlformats.org/drawingml/2006/main">
              <a:ext uri="{FF2B5EF4-FFF2-40B4-BE49-F238E27FC236}">
                <a16:creationId xmlns:a16="http://schemas.microsoft.com/office/drawing/2014/main" id="{2060E46E-7237-47A9-B0C5-E4BD53197A0E}"/>
              </a:ext>
            </a:extLst>
          </p:cNvPr>
          <p:cNvSpPr>
            <a:spLocks xmlns:a="http://schemas.openxmlformats.org/drawingml/2006/main" noGrp="1"/>
          </p:cNvSpPr>
          <p:nvPr/>
        </p:nvSpPr>
        <p:spPr>
          <a:xfrm xmlns:a="http://schemas.openxmlformats.org/drawingml/2006/main">
            <a:off x="603498" y="420623"/>
            <a:ext cx="4389132" cy="14871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000" b="1">
                <a:solidFill>
                  <a:srgbClr val="73777F"/>
                </a:solidFill>
                <a:latin typeface="Helvetica Neue"/>
                <a:ea typeface="Helvetica Neue"/>
                <a:cs typeface="Helvetica Neue"/>
              </a:defRPr>
            </a:lvl1pPr>
          </a:lstStyle>
          <a:p xmlns:a="http://schemas.openxmlformats.org/drawingml/2006/main">
            <a:pPr>
              <a:buNone/>
            </a:pPr>
            <a:r>
              <a:t>HOW SYSTEM WORKS 1 - 2</a:t>
            </a:r>
          </a:p>
        </p:txBody>
      </p:sp>
    </p:spTree>
    <p:extLst>
      <p:ext uri="{BB962C8B-B14F-4D97-AF65-F5344CB8AC3E}">
        <p14:creationId xmlns:p14="http://schemas.microsoft.com/office/powerpoint/2010/main" val="635191148"/>
      </p:ext>
    </p:extLst>
  </p:cSld>
</p:sld>
</file>

<file path=ppt/slides/slide11.xml><?xml version="1.0" encoding="utf-8"?>
<p:sld xmlns:p="http://schemas.openxmlformats.org/presentationml/2006/main" showMasterSp="1">
  <p:cSld>
    <p:spTree>
      <p:nvGrpSpPr>
        <p:cNvPr id="1" name=""/>
        <p:cNvGrpSpPr/>
        <p:nvPr/>
      </p:nvGrpSpPr>
      <p:grpSpPr>
        <a:xfrm xmlns:a="http://schemas.openxmlformats.org/drawingml/2006/main"/>
      </p:grpSpPr>
      <p:sp>
        <p:nvSpPr>
          <p:cNvPr id="761" name="TextBox 2">
            <a:extLst xmlns:a="http://schemas.openxmlformats.org/drawingml/2006/main">
              <a:ext uri="{FF2B5EF4-FFF2-40B4-BE49-F238E27FC236}">
                <a16:creationId xmlns:a16="http://schemas.microsoft.com/office/drawing/2014/main" id="{091927D6-7B2C-4617-9906-87980075D1D6}"/>
              </a:ext>
            </a:extLst>
          </p:cNvPr>
          <p:cNvSpPr>
            <a:spLocks xmlns:a="http://schemas.openxmlformats.org/drawingml/2006/main" noGrp="1"/>
          </p:cNvSpPr>
          <p:nvPr/>
        </p:nvSpPr>
        <p:spPr>
          <a:xfrm xmlns:a="http://schemas.openxmlformats.org/drawingml/2006/main">
            <a:off x="603504" y="786383"/>
            <a:ext cx="10515601" cy="458849"/>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3000" b="1">
                <a:solidFill>
                  <a:srgbClr val="111318"/>
                </a:solidFill>
                <a:latin typeface="Helvetica Neue"/>
                <a:ea typeface="Helvetica Neue"/>
                <a:cs typeface="Helvetica Neue"/>
              </a:defRPr>
            </a:lvl1pPr>
          </a:lstStyle>
          <a:p xmlns:a="http://schemas.openxmlformats.org/drawingml/2006/main">
            <a:pPr>
              <a:buNone/>
            </a:pPr>
            <a:r>
              <a:t>It reads the rater</a:t>
            </a:r>
          </a:p>
        </p:txBody>
      </p:sp>
      <p:sp>
        <p:nvSpPr>
          <p:cNvPr id="762" name="TextBox 3">
            <a:extLst xmlns:a="http://schemas.openxmlformats.org/drawingml/2006/main">
              <a:ext uri="{FF2B5EF4-FFF2-40B4-BE49-F238E27FC236}">
                <a16:creationId xmlns:a16="http://schemas.microsoft.com/office/drawing/2014/main" id="{E5DAD2E0-C82A-4FAE-A8DA-CB25AF92A4DC}"/>
              </a:ext>
            </a:extLst>
          </p:cNvPr>
          <p:cNvSpPr>
            <a:spLocks xmlns:a="http://schemas.openxmlformats.org/drawingml/2006/main" noGrp="1"/>
          </p:cNvSpPr>
          <p:nvPr/>
        </p:nvSpPr>
        <p:spPr>
          <a:xfrm xmlns:a="http://schemas.openxmlformats.org/drawingml/2006/main">
            <a:off x="11082528" y="457198"/>
            <a:ext cx="438918" cy="136385"/>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r">
              <a:buNone/>
              <a:defRPr sz="900" b="1">
                <a:solidFill>
                  <a:srgbClr val="73777F"/>
                </a:solidFill>
                <a:latin typeface="Helvetica Neue"/>
                <a:ea typeface="Helvetica Neue"/>
                <a:cs typeface="Helvetica Neue"/>
              </a:defRPr>
            </a:lvl1pPr>
          </a:lstStyle>
          <a:p xmlns:a="http://schemas.openxmlformats.org/drawingml/2006/main">
            <a:pPr>
              <a:buNone/>
            </a:pPr>
            <a:r>
              <a:t>04</a:t>
            </a:r>
          </a:p>
        </p:txBody>
      </p:sp>
      <p:sp>
        <p:nvSpPr>
          <p:cNvPr id="763" name="Connector 4">
            <a:extLst xmlns:a="http://schemas.openxmlformats.org/drawingml/2006/main">
              <a:ext uri="{FF2B5EF4-FFF2-40B4-BE49-F238E27FC236}">
                <a16:creationId xmlns:a16="http://schemas.microsoft.com/office/drawing/2014/main" id="{46CB3A5E-74D6-41B0-81B7-2FD665714700}"/>
              </a:ext>
            </a:extLst>
          </p:cNvPr>
          <p:cNvSpPr>
            <a:spLocks xmlns:a="http://schemas.openxmlformats.org/drawingml/2006/main" noGrp="1"/>
          </p:cNvSpPr>
          <p:nvPr/>
        </p:nvSpPr>
        <p:spPr>
          <a:xfrm xmlns:a="http://schemas.openxmlformats.org/drawingml/2006/main" flipH="1">
            <a:off x="6099047" y="1627632"/>
            <a:ext cx="7" cy="3511296"/>
          </a:xfrm>
          <a:prstGeom xmlns:a="http://schemas.openxmlformats.org/drawingml/2006/main" prst="line">
            <a:avLst/>
          </a:prstGeom>
          <a:ln xmlns:a="http://schemas.openxmlformats.org/drawingml/2006/main" w="1270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764" name="TextBox 5">
            <a:extLst xmlns:a="http://schemas.openxmlformats.org/drawingml/2006/main">
              <a:ext uri="{FF2B5EF4-FFF2-40B4-BE49-F238E27FC236}">
                <a16:creationId xmlns:a16="http://schemas.microsoft.com/office/drawing/2014/main" id="{470871B1-4E33-4293-A68D-79C6B54553EA}"/>
              </a:ext>
            </a:extLst>
          </p:cNvPr>
          <p:cNvSpPr>
            <a:spLocks xmlns:a="http://schemas.openxmlformats.org/drawingml/2006/main" noGrp="1"/>
          </p:cNvSpPr>
          <p:nvPr/>
        </p:nvSpPr>
        <p:spPr>
          <a:xfrm xmlns:a="http://schemas.openxmlformats.org/drawingml/2006/main">
            <a:off x="822958" y="1572766"/>
            <a:ext cx="1645923" cy="14871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000" b="1">
                <a:solidFill>
                  <a:srgbClr val="FF705B"/>
                </a:solidFill>
                <a:latin typeface="Helvetica Neue"/>
                <a:ea typeface="Helvetica Neue"/>
                <a:cs typeface="Helvetica Neue"/>
              </a:defRPr>
            </a:lvl1pPr>
          </a:lstStyle>
          <a:p xmlns:a="http://schemas.openxmlformats.org/drawingml/2006/main">
            <a:pPr>
              <a:buNone/>
            </a:pPr>
            <a:r>
              <a:t>AMIGO</a:t>
            </a:r>
          </a:p>
        </p:txBody>
      </p:sp>
      <p:sp>
        <p:nvSpPr>
          <p:cNvPr id="765" name="Oval 6">
            <a:extLst xmlns:a="http://schemas.openxmlformats.org/drawingml/2006/main">
              <a:ext uri="{FF2B5EF4-FFF2-40B4-BE49-F238E27FC236}">
                <a16:creationId xmlns:a16="http://schemas.microsoft.com/office/drawing/2014/main" id="{155C83E0-BAAB-4E18-93DC-0F10DAEF19B8}"/>
              </a:ext>
            </a:extLst>
          </p:cNvPr>
          <p:cNvSpPr>
            <a:spLocks xmlns:a="http://schemas.openxmlformats.org/drawingml/2006/main" noGrp="1"/>
          </p:cNvSpPr>
          <p:nvPr/>
        </p:nvSpPr>
        <p:spPr>
          <a:xfrm xmlns:a="http://schemas.openxmlformats.org/drawingml/2006/main">
            <a:off x="1234438" y="2221992"/>
            <a:ext cx="228605" cy="228605"/>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766" name="Connector 7">
            <a:extLst xmlns:a="http://schemas.openxmlformats.org/drawingml/2006/main">
              <a:ext uri="{FF2B5EF4-FFF2-40B4-BE49-F238E27FC236}">
                <a16:creationId xmlns:a16="http://schemas.microsoft.com/office/drawing/2014/main" id="{2E86025B-D5B4-4EB3-9701-9DF079B12D73}"/>
              </a:ext>
            </a:extLst>
          </p:cNvPr>
          <p:cNvSpPr>
            <a:spLocks xmlns:a="http://schemas.openxmlformats.org/drawingml/2006/main" noGrp="1"/>
          </p:cNvSpPr>
          <p:nvPr/>
        </p:nvSpPr>
        <p:spPr>
          <a:xfrm xmlns:a="http://schemas.openxmlformats.org/drawingml/2006/main">
            <a:off x="1348738" y="2450592"/>
            <a:ext cx="7" cy="377197"/>
          </a:xfrm>
          <a:prstGeom xmlns:a="http://schemas.openxmlformats.org/drawingml/2006/main" prst="line">
            <a:avLst/>
          </a:prstGeom>
          <a:ln xmlns:a="http://schemas.openxmlformats.org/drawingml/2006/main" w="1905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767" name="Connector 8">
            <a:extLst xmlns:a="http://schemas.openxmlformats.org/drawingml/2006/main">
              <a:ext uri="{FF2B5EF4-FFF2-40B4-BE49-F238E27FC236}">
                <a16:creationId xmlns:a16="http://schemas.microsoft.com/office/drawing/2014/main" id="{032BE118-9E93-4C42-B54F-C525E13958D3}"/>
              </a:ext>
            </a:extLst>
          </p:cNvPr>
          <p:cNvSpPr>
            <a:spLocks xmlns:a="http://schemas.openxmlformats.org/drawingml/2006/main" noGrp="1"/>
          </p:cNvSpPr>
          <p:nvPr/>
        </p:nvSpPr>
        <p:spPr>
          <a:xfrm xmlns:a="http://schemas.openxmlformats.org/drawingml/2006/main">
            <a:off x="1188719" y="2610609"/>
            <a:ext cx="320047" cy="7"/>
          </a:xfrm>
          <a:prstGeom xmlns:a="http://schemas.openxmlformats.org/drawingml/2006/main" prst="line">
            <a:avLst/>
          </a:prstGeom>
          <a:ln xmlns:a="http://schemas.openxmlformats.org/drawingml/2006/main" w="1905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768" name="Connector 9">
            <a:extLst xmlns:a="http://schemas.openxmlformats.org/drawingml/2006/main">
              <a:ext uri="{FF2B5EF4-FFF2-40B4-BE49-F238E27FC236}">
                <a16:creationId xmlns:a16="http://schemas.microsoft.com/office/drawing/2014/main" id="{D35BDA58-4D42-41B6-A68A-E39799BE7E3B}"/>
              </a:ext>
            </a:extLst>
          </p:cNvPr>
          <p:cNvSpPr>
            <a:spLocks xmlns:a="http://schemas.openxmlformats.org/drawingml/2006/main" noGrp="1"/>
          </p:cNvSpPr>
          <p:nvPr/>
        </p:nvSpPr>
        <p:spPr>
          <a:xfrm xmlns:a="http://schemas.openxmlformats.org/drawingml/2006/main" flipH="1">
            <a:off x="1200149" y="2827782"/>
            <a:ext cx="148597" cy="240031"/>
          </a:xfrm>
          <a:prstGeom xmlns:a="http://schemas.openxmlformats.org/drawingml/2006/main" prst="line">
            <a:avLst/>
          </a:prstGeom>
          <a:ln xmlns:a="http://schemas.openxmlformats.org/drawingml/2006/main" w="1905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769" name="Connector 10">
            <a:extLst xmlns:a="http://schemas.openxmlformats.org/drawingml/2006/main">
              <a:ext uri="{FF2B5EF4-FFF2-40B4-BE49-F238E27FC236}">
                <a16:creationId xmlns:a16="http://schemas.microsoft.com/office/drawing/2014/main" id="{67451D44-A06A-4468-B587-C8A3DCF37B33}"/>
              </a:ext>
            </a:extLst>
          </p:cNvPr>
          <p:cNvSpPr>
            <a:spLocks xmlns:a="http://schemas.openxmlformats.org/drawingml/2006/main" noGrp="1"/>
          </p:cNvSpPr>
          <p:nvPr/>
        </p:nvSpPr>
        <p:spPr>
          <a:xfrm xmlns:a="http://schemas.openxmlformats.org/drawingml/2006/main">
            <a:off x="1348734" y="2827781"/>
            <a:ext cx="148598" cy="240032"/>
          </a:xfrm>
          <a:prstGeom xmlns:a="http://schemas.openxmlformats.org/drawingml/2006/main" prst="line">
            <a:avLst/>
          </a:prstGeom>
          <a:ln xmlns:a="http://schemas.openxmlformats.org/drawingml/2006/main" w="1905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770" name="Rounded Rectangle 11">
            <a:extLst xmlns:a="http://schemas.openxmlformats.org/drawingml/2006/main">
              <a:ext uri="{FF2B5EF4-FFF2-40B4-BE49-F238E27FC236}">
                <a16:creationId xmlns:a16="http://schemas.microsoft.com/office/drawing/2014/main" id="{2C899EF5-6E85-4C3D-85A2-16E84A4C8B9C}"/>
              </a:ext>
            </a:extLst>
          </p:cNvPr>
          <p:cNvSpPr>
            <a:spLocks xmlns:a="http://schemas.openxmlformats.org/drawingml/2006/main" noGrp="1"/>
          </p:cNvSpPr>
          <p:nvPr/>
        </p:nvSpPr>
        <p:spPr>
          <a:xfrm xmlns:a="http://schemas.openxmlformats.org/drawingml/2006/main">
            <a:off x="3310128" y="2011677"/>
            <a:ext cx="1353319" cy="1719075"/>
          </a:xfrm>
          <a:prstGeom xmlns:a="http://schemas.openxmlformats.org/drawingml/2006/main" prst="roundRect">
            <a:avLst>
              <a:gd name="adj" fmla="val 16667"/>
            </a:avLst>
          </a:prstGeom>
          <a:ln xmlns:a="http://schemas.openxmlformats.org/drawingml/2006/main" w="1397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771" name="Connector 12">
            <a:extLst xmlns:a="http://schemas.openxmlformats.org/drawingml/2006/main">
              <a:ext uri="{FF2B5EF4-FFF2-40B4-BE49-F238E27FC236}">
                <a16:creationId xmlns:a16="http://schemas.microsoft.com/office/drawing/2014/main" id="{DFD6B3DD-7E66-46A6-8D15-72086109F963}"/>
              </a:ext>
            </a:extLst>
          </p:cNvPr>
          <p:cNvSpPr>
            <a:spLocks xmlns:a="http://schemas.openxmlformats.org/drawingml/2006/main" noGrp="1"/>
          </p:cNvSpPr>
          <p:nvPr/>
        </p:nvSpPr>
        <p:spPr>
          <a:xfrm xmlns:a="http://schemas.openxmlformats.org/drawingml/2006/main">
            <a:off x="3529584" y="2450592"/>
            <a:ext cx="914406" cy="6"/>
          </a:xfrm>
          <a:prstGeom xmlns:a="http://schemas.openxmlformats.org/drawingml/2006/main" prst="line">
            <a:avLst/>
          </a:prstGeom>
          <a:ln xmlns:a="http://schemas.openxmlformats.org/drawingml/2006/main" w="1524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772" name="Connector 13">
            <a:extLst xmlns:a="http://schemas.openxmlformats.org/drawingml/2006/main">
              <a:ext uri="{FF2B5EF4-FFF2-40B4-BE49-F238E27FC236}">
                <a16:creationId xmlns:a16="http://schemas.microsoft.com/office/drawing/2014/main" id="{CE81D41C-112C-4CAD-906B-E85324E79613}"/>
              </a:ext>
            </a:extLst>
          </p:cNvPr>
          <p:cNvSpPr>
            <a:spLocks xmlns:a="http://schemas.openxmlformats.org/drawingml/2006/main" noGrp="1"/>
          </p:cNvSpPr>
          <p:nvPr/>
        </p:nvSpPr>
        <p:spPr>
          <a:xfrm xmlns:a="http://schemas.openxmlformats.org/drawingml/2006/main">
            <a:off x="3529584" y="2761486"/>
            <a:ext cx="786391" cy="9"/>
          </a:xfrm>
          <a:prstGeom xmlns:a="http://schemas.openxmlformats.org/drawingml/2006/main" prst="line">
            <a:avLst/>
          </a:prstGeom>
          <a:ln xmlns:a="http://schemas.openxmlformats.org/drawingml/2006/main" w="1524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773" name="Connector 14">
            <a:extLst xmlns:a="http://schemas.openxmlformats.org/drawingml/2006/main">
              <a:ext uri="{FF2B5EF4-FFF2-40B4-BE49-F238E27FC236}">
                <a16:creationId xmlns:a16="http://schemas.microsoft.com/office/drawing/2014/main" id="{F6A22CF1-70DC-4DE8-8BC9-F59C78A6E408}"/>
              </a:ext>
            </a:extLst>
          </p:cNvPr>
          <p:cNvSpPr>
            <a:spLocks xmlns:a="http://schemas.openxmlformats.org/drawingml/2006/main" noGrp="1"/>
          </p:cNvSpPr>
          <p:nvPr/>
        </p:nvSpPr>
        <p:spPr>
          <a:xfrm xmlns:a="http://schemas.openxmlformats.org/drawingml/2006/main">
            <a:off x="3529584" y="3072382"/>
            <a:ext cx="877830" cy="7"/>
          </a:xfrm>
          <a:prstGeom xmlns:a="http://schemas.openxmlformats.org/drawingml/2006/main" prst="line">
            <a:avLst/>
          </a:prstGeom>
          <a:ln xmlns:a="http://schemas.openxmlformats.org/drawingml/2006/main" w="1524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774" name="Oval 15">
            <a:extLst xmlns:a="http://schemas.openxmlformats.org/drawingml/2006/main">
              <a:ext uri="{FF2B5EF4-FFF2-40B4-BE49-F238E27FC236}">
                <a16:creationId xmlns:a16="http://schemas.microsoft.com/office/drawing/2014/main" id="{2D354D40-A3D9-436C-882A-A83900A5613F}"/>
              </a:ext>
            </a:extLst>
          </p:cNvPr>
          <p:cNvSpPr>
            <a:spLocks xmlns:a="http://schemas.openxmlformats.org/drawingml/2006/main" noGrp="1"/>
          </p:cNvSpPr>
          <p:nvPr/>
        </p:nvSpPr>
        <p:spPr>
          <a:xfrm xmlns:a="http://schemas.openxmlformats.org/drawingml/2006/main">
            <a:off x="2331720" y="2587749"/>
            <a:ext cx="201181" cy="201181"/>
          </a:xfrm>
          <a:prstGeom xmlns:a="http://schemas.openxmlformats.org/drawingml/2006/main" prst="ellipse">
            <a:avLst/>
          </a:prstGeom>
          <a:solidFill xmlns:a="http://schemas.openxmlformats.org/drawingml/2006/main">
            <a:srgbClr val="1FA873"/>
          </a:solidFill>
          <a:ln xmlns:a="http://schemas.openxmlformats.org/drawingml/2006/main" w="10160">
            <a:solidFill>
              <a:srgbClr val="1FA873"/>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775" name="Connector 16">
            <a:extLst xmlns:a="http://schemas.openxmlformats.org/drawingml/2006/main">
              <a:ext uri="{FF2B5EF4-FFF2-40B4-BE49-F238E27FC236}">
                <a16:creationId xmlns:a16="http://schemas.microsoft.com/office/drawing/2014/main" id="{172F242B-6694-4127-B9C3-C97007BC3CC2}"/>
              </a:ext>
            </a:extLst>
          </p:cNvPr>
          <p:cNvSpPr>
            <a:spLocks xmlns:a="http://schemas.openxmlformats.org/drawingml/2006/main" noGrp="1"/>
          </p:cNvSpPr>
          <p:nvPr/>
        </p:nvSpPr>
        <p:spPr>
          <a:xfrm xmlns:a="http://schemas.openxmlformats.org/drawingml/2006/main">
            <a:off x="2372865" y="2697476"/>
            <a:ext cx="45727" cy="45727"/>
          </a:xfrm>
          <a:prstGeom xmlns:a="http://schemas.openxmlformats.org/drawingml/2006/main" prst="line">
            <a:avLst/>
          </a:prstGeom>
          <a:ln xmlns:a="http://schemas.openxmlformats.org/drawingml/2006/main" w="16510">
            <a:solidFill>
              <a:srgbClr val="FFFFF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776" name="Connector 17">
            <a:extLst xmlns:a="http://schemas.openxmlformats.org/drawingml/2006/main">
              <a:ext uri="{FF2B5EF4-FFF2-40B4-BE49-F238E27FC236}">
                <a16:creationId xmlns:a16="http://schemas.microsoft.com/office/drawing/2014/main" id="{AE42052C-3763-4802-9DA7-BF5EDAF37F19}"/>
              </a:ext>
            </a:extLst>
          </p:cNvPr>
          <p:cNvSpPr>
            <a:spLocks xmlns:a="http://schemas.openxmlformats.org/drawingml/2006/main" noGrp="1"/>
          </p:cNvSpPr>
          <p:nvPr/>
        </p:nvSpPr>
        <p:spPr>
          <a:xfrm xmlns:a="http://schemas.openxmlformats.org/drawingml/2006/main" flipV="1">
            <a:off x="2418587" y="2642616"/>
            <a:ext cx="82303" cy="100591"/>
          </a:xfrm>
          <a:prstGeom xmlns:a="http://schemas.openxmlformats.org/drawingml/2006/main" prst="line">
            <a:avLst/>
          </a:prstGeom>
          <a:ln xmlns:a="http://schemas.openxmlformats.org/drawingml/2006/main" w="16510">
            <a:solidFill>
              <a:srgbClr val="FFFFF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777" name="TextBox 18">
            <a:extLst xmlns:a="http://schemas.openxmlformats.org/drawingml/2006/main">
              <a:ext uri="{FF2B5EF4-FFF2-40B4-BE49-F238E27FC236}">
                <a16:creationId xmlns:a16="http://schemas.microsoft.com/office/drawing/2014/main" id="{93CF04C8-80A2-49F7-8EEE-428F2CD64E01}"/>
              </a:ext>
            </a:extLst>
          </p:cNvPr>
          <p:cNvSpPr>
            <a:spLocks xmlns:a="http://schemas.openxmlformats.org/drawingml/2006/main" noGrp="1"/>
          </p:cNvSpPr>
          <p:nvPr/>
        </p:nvSpPr>
        <p:spPr>
          <a:xfrm xmlns:a="http://schemas.openxmlformats.org/drawingml/2006/main">
            <a:off x="2103120" y="2907792"/>
            <a:ext cx="713239" cy="136385"/>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900" b="1">
                <a:solidFill>
                  <a:srgbClr val="1FA873"/>
                </a:solidFill>
                <a:latin typeface="Helvetica Neue"/>
                <a:ea typeface="Helvetica Neue"/>
                <a:cs typeface="Helvetica Neue"/>
              </a:defRPr>
            </a:lvl1pPr>
          </a:lstStyle>
          <a:p xmlns:a="http://schemas.openxmlformats.org/drawingml/2006/main">
            <a:pPr>
              <a:buNone/>
            </a:pPr>
            <a:r>
              <a:t>HELPFUL</a:t>
            </a:r>
          </a:p>
        </p:txBody>
      </p:sp>
      <p:sp>
        <p:nvSpPr>
          <p:cNvPr id="778" name="Connector 19">
            <a:extLst xmlns:a="http://schemas.openxmlformats.org/drawingml/2006/main">
              <a:ext uri="{FF2B5EF4-FFF2-40B4-BE49-F238E27FC236}">
                <a16:creationId xmlns:a16="http://schemas.microsoft.com/office/drawing/2014/main" id="{92415460-CEE6-4179-966E-88C9362DB7A2}"/>
              </a:ext>
            </a:extLst>
          </p:cNvPr>
          <p:cNvSpPr>
            <a:spLocks xmlns:a="http://schemas.openxmlformats.org/drawingml/2006/main" noGrp="1"/>
          </p:cNvSpPr>
          <p:nvPr/>
        </p:nvSpPr>
        <p:spPr>
          <a:xfrm xmlns:a="http://schemas.openxmlformats.org/drawingml/2006/main">
            <a:off x="1837943" y="2688332"/>
            <a:ext cx="411486" cy="7"/>
          </a:xfrm>
          <a:prstGeom xmlns:a="http://schemas.openxmlformats.org/drawingml/2006/main" prst="line">
            <a:avLst/>
          </a:prstGeom>
          <a:ln xmlns:a="http://schemas.openxmlformats.org/drawingml/2006/main" w="1778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779" name="Connector 20">
            <a:extLst xmlns:a="http://schemas.openxmlformats.org/drawingml/2006/main">
              <a:ext uri="{FF2B5EF4-FFF2-40B4-BE49-F238E27FC236}">
                <a16:creationId xmlns:a16="http://schemas.microsoft.com/office/drawing/2014/main" id="{A025CBB0-ABA3-4A71-89F9-723C678C15A9}"/>
              </a:ext>
            </a:extLst>
          </p:cNvPr>
          <p:cNvSpPr>
            <a:spLocks xmlns:a="http://schemas.openxmlformats.org/drawingml/2006/main" noGrp="1"/>
          </p:cNvSpPr>
          <p:nvPr/>
        </p:nvSpPr>
        <p:spPr>
          <a:xfrm xmlns:a="http://schemas.openxmlformats.org/drawingml/2006/main">
            <a:off x="2578604" y="2688332"/>
            <a:ext cx="694952" cy="7"/>
          </a:xfrm>
          <a:prstGeom xmlns:a="http://schemas.openxmlformats.org/drawingml/2006/main" prst="line">
            <a:avLst/>
          </a:prstGeom>
          <a:ln xmlns:a="http://schemas.openxmlformats.org/drawingml/2006/main" w="1778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780" name="TextBox 21">
            <a:extLst xmlns:a="http://schemas.openxmlformats.org/drawingml/2006/main">
              <a:ext uri="{FF2B5EF4-FFF2-40B4-BE49-F238E27FC236}">
                <a16:creationId xmlns:a16="http://schemas.microsoft.com/office/drawing/2014/main" id="{DB056AF7-BFF8-446A-8257-52AB910BE101}"/>
              </a:ext>
            </a:extLst>
          </p:cNvPr>
          <p:cNvSpPr>
            <a:spLocks xmlns:a="http://schemas.openxmlformats.org/drawingml/2006/main" noGrp="1"/>
          </p:cNvSpPr>
          <p:nvPr/>
        </p:nvSpPr>
        <p:spPr>
          <a:xfrm xmlns:a="http://schemas.openxmlformats.org/drawingml/2006/main">
            <a:off x="1051560" y="4087367"/>
            <a:ext cx="1371607" cy="16104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100" b="1">
                <a:solidFill>
                  <a:srgbClr val="73777F"/>
                </a:solidFill>
                <a:latin typeface="Helvetica Neue"/>
                <a:ea typeface="Helvetica Neue"/>
                <a:cs typeface="Helvetica Neue"/>
              </a:defRPr>
            </a:lvl1pPr>
          </a:lstStyle>
          <a:p xmlns:a="http://schemas.openxmlformats.org/drawingml/2006/main">
            <a:pPr>
              <a:buNone/>
            </a:pPr>
            <a:r>
              <a:t>EXPECTED</a:t>
            </a:r>
          </a:p>
        </p:txBody>
      </p:sp>
      <p:sp>
        <p:nvSpPr>
          <p:cNvPr id="781" name="TextBox 22">
            <a:extLst xmlns:a="http://schemas.openxmlformats.org/drawingml/2006/main">
              <a:ext uri="{FF2B5EF4-FFF2-40B4-BE49-F238E27FC236}">
                <a16:creationId xmlns:a16="http://schemas.microsoft.com/office/drawing/2014/main" id="{3CE9B8C0-4196-49DD-9151-706FCAD22169}"/>
              </a:ext>
            </a:extLst>
          </p:cNvPr>
          <p:cNvSpPr>
            <a:spLocks xmlns:a="http://schemas.openxmlformats.org/drawingml/2006/main" noGrp="1"/>
          </p:cNvSpPr>
          <p:nvPr/>
        </p:nvSpPr>
        <p:spPr>
          <a:xfrm xmlns:a="http://schemas.openxmlformats.org/drawingml/2006/main">
            <a:off x="2487166" y="3931920"/>
            <a:ext cx="1188724" cy="35676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lgn="ctr">
              <a:buNone/>
              <a:defRPr sz="2300" b="1">
                <a:solidFill>
                  <a:srgbClr val="FF705B"/>
                </a:solidFill>
                <a:latin typeface="Helvetica Neue"/>
                <a:ea typeface="Helvetica Neue"/>
                <a:cs typeface="Helvetica Neue"/>
              </a:defRPr>
            </a:pPr>
            <a:r>
              <a:t>f</a:t>
            </a:r>
            <a:r>
              <a:rPr>
                <a:latin typeface="+mn-lt"/>
                <a:ea typeface="+mn-lt"/>
                <a:cs typeface="+mn-lt"/>
              </a:rPr>
              <a:t>ᵤ </a:t>
            </a:r>
            <a:r>
              <a:t>· fₙ</a:t>
            </a:r>
          </a:p>
        </p:txBody>
      </p:sp>
      <p:sp>
        <p:nvSpPr>
          <p:cNvPr id="782" name="TextBox 23">
            <a:extLst xmlns:a="http://schemas.openxmlformats.org/drawingml/2006/main">
              <a:ext uri="{FF2B5EF4-FFF2-40B4-BE49-F238E27FC236}">
                <a16:creationId xmlns:a16="http://schemas.microsoft.com/office/drawing/2014/main" id="{E37F47FC-08BF-48D8-9495-F6DF0ED60EAD}"/>
              </a:ext>
            </a:extLst>
          </p:cNvPr>
          <p:cNvSpPr>
            <a:spLocks xmlns:a="http://schemas.openxmlformats.org/drawingml/2006/main" noGrp="1"/>
          </p:cNvSpPr>
          <p:nvPr/>
        </p:nvSpPr>
        <p:spPr>
          <a:xfrm xmlns:a="http://schemas.openxmlformats.org/drawingml/2006/main">
            <a:off x="3977637" y="3950208"/>
            <a:ext cx="1115573" cy="322464"/>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2100" b="1">
                <a:solidFill>
                  <a:srgbClr val="73777F"/>
                </a:solidFill>
                <a:latin typeface="Helvetica Neue"/>
                <a:ea typeface="Helvetica Neue"/>
                <a:cs typeface="Helvetica Neue"/>
              </a:defRPr>
            </a:lvl1pPr>
          </a:lstStyle>
          <a:p xmlns:a="http://schemas.openxmlformats.org/drawingml/2006/main">
            <a:pPr>
              <a:buNone/>
            </a:pPr>
            <a:r>
              <a:t>iₙ  —</a:t>
            </a:r>
          </a:p>
        </p:txBody>
      </p:sp>
      <p:sp>
        <p:nvSpPr>
          <p:cNvPr id="783" name="Connector 24">
            <a:extLst xmlns:a="http://schemas.openxmlformats.org/drawingml/2006/main">
              <a:ext uri="{FF2B5EF4-FFF2-40B4-BE49-F238E27FC236}">
                <a16:creationId xmlns:a16="http://schemas.microsoft.com/office/drawing/2014/main" id="{B5942087-3730-402C-AD33-40ECC60719A6}"/>
              </a:ext>
            </a:extLst>
          </p:cNvPr>
          <p:cNvSpPr>
            <a:spLocks xmlns:a="http://schemas.openxmlformats.org/drawingml/2006/main" noGrp="1"/>
          </p:cNvSpPr>
          <p:nvPr/>
        </p:nvSpPr>
        <p:spPr>
          <a:xfrm xmlns:a="http://schemas.openxmlformats.org/drawingml/2006/main">
            <a:off x="2240277" y="4160520"/>
            <a:ext cx="228605" cy="7"/>
          </a:xfrm>
          <a:prstGeom xmlns:a="http://schemas.openxmlformats.org/drawingml/2006/main" prst="line">
            <a:avLst/>
          </a:prstGeom>
          <a:ln xmlns:a="http://schemas.openxmlformats.org/drawingml/2006/main" w="1651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784" name="Connector 25">
            <a:extLst xmlns:a="http://schemas.openxmlformats.org/drawingml/2006/main">
              <a:ext uri="{FF2B5EF4-FFF2-40B4-BE49-F238E27FC236}">
                <a16:creationId xmlns:a16="http://schemas.microsoft.com/office/drawing/2014/main" id="{29DAC465-305A-4CA1-8DDD-E77BFDF1F6F6}"/>
              </a:ext>
            </a:extLst>
          </p:cNvPr>
          <p:cNvSpPr>
            <a:spLocks xmlns:a="http://schemas.openxmlformats.org/drawingml/2006/main" noGrp="1"/>
          </p:cNvSpPr>
          <p:nvPr/>
        </p:nvSpPr>
        <p:spPr>
          <a:xfrm xmlns:a="http://schemas.openxmlformats.org/drawingml/2006/main">
            <a:off x="3657598" y="4160520"/>
            <a:ext cx="274328" cy="7"/>
          </a:xfrm>
          <a:prstGeom xmlns:a="http://schemas.openxmlformats.org/drawingml/2006/main" prst="line">
            <a:avLst/>
          </a:prstGeom>
          <a:ln xmlns:a="http://schemas.openxmlformats.org/drawingml/2006/main" w="1651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785" name="TextBox 26">
            <a:extLst xmlns:a="http://schemas.openxmlformats.org/drawingml/2006/main">
              <a:ext uri="{FF2B5EF4-FFF2-40B4-BE49-F238E27FC236}">
                <a16:creationId xmlns:a16="http://schemas.microsoft.com/office/drawing/2014/main" id="{6037F228-043C-48A2-84E6-31C8337BAF13}"/>
              </a:ext>
            </a:extLst>
          </p:cNvPr>
          <p:cNvSpPr>
            <a:spLocks xmlns:a="http://schemas.openxmlformats.org/drawingml/2006/main" noGrp="1"/>
          </p:cNvSpPr>
          <p:nvPr/>
        </p:nvSpPr>
        <p:spPr>
          <a:xfrm xmlns:a="http://schemas.openxmlformats.org/drawingml/2006/main">
            <a:off x="987548" y="4773167"/>
            <a:ext cx="3200410" cy="210743"/>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400" b="1">
                <a:solidFill>
                  <a:srgbClr val="FF705B"/>
                </a:solidFill>
                <a:latin typeface="Helvetica Neue"/>
                <a:ea typeface="Helvetica Neue"/>
                <a:cs typeface="Helvetica Neue"/>
              </a:defRPr>
            </a:pPr>
            <a:r>
              <a:t>• </a:t>
            </a:r>
            <a:r>
              <a:rPr b="0">
                <a:solidFill>
                  <a:srgbClr val="73777F"/>
                </a:solidFill>
              </a:rPr>
              <a:t>Predictable partisan support</a:t>
            </a:r>
          </a:p>
        </p:txBody>
      </p:sp>
      <p:sp>
        <p:nvSpPr>
          <p:cNvPr id="786" name="TextBox 27">
            <a:extLst xmlns:a="http://schemas.openxmlformats.org/drawingml/2006/main">
              <a:ext uri="{FF2B5EF4-FFF2-40B4-BE49-F238E27FC236}">
                <a16:creationId xmlns:a16="http://schemas.microsoft.com/office/drawing/2014/main" id="{E96DB7D1-CBBE-4662-B2C9-44419EC0D64B}"/>
              </a:ext>
            </a:extLst>
          </p:cNvPr>
          <p:cNvSpPr>
            <a:spLocks xmlns:a="http://schemas.openxmlformats.org/drawingml/2006/main" noGrp="1"/>
          </p:cNvSpPr>
          <p:nvPr/>
        </p:nvSpPr>
        <p:spPr>
          <a:xfrm xmlns:a="http://schemas.openxmlformats.org/drawingml/2006/main">
            <a:off x="6419086" y="1572766"/>
            <a:ext cx="2468888" cy="14871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000" b="1">
                <a:solidFill>
                  <a:srgbClr val="1FA873"/>
                </a:solidFill>
                <a:latin typeface="Helvetica Neue"/>
                <a:ea typeface="Helvetica Neue"/>
                <a:cs typeface="Helvetica Neue"/>
              </a:defRPr>
            </a:lvl1pPr>
          </a:lstStyle>
          <a:p xmlns:a="http://schemas.openxmlformats.org/drawingml/2006/main">
            <a:pPr>
              <a:buNone/>
            </a:pPr>
            <a:r>
              <a:t>ENEMIES SHAKE HANDS</a:t>
            </a:r>
          </a:p>
        </p:txBody>
      </p:sp>
      <p:sp>
        <p:nvSpPr>
          <p:cNvPr id="787" name="Oval 28">
            <a:extLst xmlns:a="http://schemas.openxmlformats.org/drawingml/2006/main">
              <a:ext uri="{FF2B5EF4-FFF2-40B4-BE49-F238E27FC236}">
                <a16:creationId xmlns:a16="http://schemas.microsoft.com/office/drawing/2014/main" id="{4B4FC1E3-B821-4380-A107-3B51C11D7F9D}"/>
              </a:ext>
            </a:extLst>
          </p:cNvPr>
          <p:cNvSpPr>
            <a:spLocks xmlns:a="http://schemas.openxmlformats.org/drawingml/2006/main" noGrp="1"/>
          </p:cNvSpPr>
          <p:nvPr/>
        </p:nvSpPr>
        <p:spPr>
          <a:xfrm xmlns:a="http://schemas.openxmlformats.org/drawingml/2006/main">
            <a:off x="6903718" y="2221992"/>
            <a:ext cx="215799" cy="215799"/>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788" name="Connector 29">
            <a:extLst xmlns:a="http://schemas.openxmlformats.org/drawingml/2006/main">
              <a:ext uri="{FF2B5EF4-FFF2-40B4-BE49-F238E27FC236}">
                <a16:creationId xmlns:a16="http://schemas.microsoft.com/office/drawing/2014/main" id="{87F5CF46-1E62-4E3B-B90D-4BF49808715F}"/>
              </a:ext>
            </a:extLst>
          </p:cNvPr>
          <p:cNvSpPr>
            <a:spLocks xmlns:a="http://schemas.openxmlformats.org/drawingml/2006/main" noGrp="1"/>
          </p:cNvSpPr>
          <p:nvPr/>
        </p:nvSpPr>
        <p:spPr>
          <a:xfrm xmlns:a="http://schemas.openxmlformats.org/drawingml/2006/main">
            <a:off x="7011619" y="2437787"/>
            <a:ext cx="7" cy="356075"/>
          </a:xfrm>
          <a:prstGeom xmlns:a="http://schemas.openxmlformats.org/drawingml/2006/main" prst="line">
            <a:avLst/>
          </a:prstGeom>
          <a:ln xmlns:a="http://schemas.openxmlformats.org/drawingml/2006/main" w="1905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789" name="Connector 30">
            <a:extLst xmlns:a="http://schemas.openxmlformats.org/drawingml/2006/main">
              <a:ext uri="{FF2B5EF4-FFF2-40B4-BE49-F238E27FC236}">
                <a16:creationId xmlns:a16="http://schemas.microsoft.com/office/drawing/2014/main" id="{A6760CE3-0B64-4B0B-96E5-D47337D41228}"/>
              </a:ext>
            </a:extLst>
          </p:cNvPr>
          <p:cNvSpPr>
            <a:spLocks xmlns:a="http://schemas.openxmlformats.org/drawingml/2006/main" noGrp="1"/>
          </p:cNvSpPr>
          <p:nvPr/>
        </p:nvSpPr>
        <p:spPr>
          <a:xfrm xmlns:a="http://schemas.openxmlformats.org/drawingml/2006/main">
            <a:off x="6860560" y="2588847"/>
            <a:ext cx="302125" cy="6"/>
          </a:xfrm>
          <a:prstGeom xmlns:a="http://schemas.openxmlformats.org/drawingml/2006/main" prst="line">
            <a:avLst/>
          </a:prstGeom>
          <a:ln xmlns:a="http://schemas.openxmlformats.org/drawingml/2006/main" w="1905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790" name="Connector 31">
            <a:extLst xmlns:a="http://schemas.openxmlformats.org/drawingml/2006/main">
              <a:ext uri="{FF2B5EF4-FFF2-40B4-BE49-F238E27FC236}">
                <a16:creationId xmlns:a16="http://schemas.microsoft.com/office/drawing/2014/main" id="{4A92E755-B3D9-4D91-BB3B-3DFC48D3B3D4}"/>
              </a:ext>
            </a:extLst>
          </p:cNvPr>
          <p:cNvSpPr>
            <a:spLocks xmlns:a="http://schemas.openxmlformats.org/drawingml/2006/main" noGrp="1"/>
          </p:cNvSpPr>
          <p:nvPr/>
        </p:nvSpPr>
        <p:spPr>
          <a:xfrm xmlns:a="http://schemas.openxmlformats.org/drawingml/2006/main" flipH="1">
            <a:off x="6871350" y="2793856"/>
            <a:ext cx="140276" cy="226591"/>
          </a:xfrm>
          <a:prstGeom xmlns:a="http://schemas.openxmlformats.org/drawingml/2006/main" prst="line">
            <a:avLst/>
          </a:prstGeom>
          <a:ln xmlns:a="http://schemas.openxmlformats.org/drawingml/2006/main" w="1905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791" name="Connector 32">
            <a:extLst xmlns:a="http://schemas.openxmlformats.org/drawingml/2006/main">
              <a:ext uri="{FF2B5EF4-FFF2-40B4-BE49-F238E27FC236}">
                <a16:creationId xmlns:a16="http://schemas.microsoft.com/office/drawing/2014/main" id="{7D89D2E2-7444-434F-9D58-45579BB27C0F}"/>
              </a:ext>
            </a:extLst>
          </p:cNvPr>
          <p:cNvSpPr>
            <a:spLocks xmlns:a="http://schemas.openxmlformats.org/drawingml/2006/main" noGrp="1"/>
          </p:cNvSpPr>
          <p:nvPr/>
        </p:nvSpPr>
        <p:spPr>
          <a:xfrm xmlns:a="http://schemas.openxmlformats.org/drawingml/2006/main">
            <a:off x="7011619" y="2793856"/>
            <a:ext cx="140276" cy="226591"/>
          </a:xfrm>
          <a:prstGeom xmlns:a="http://schemas.openxmlformats.org/drawingml/2006/main" prst="line">
            <a:avLst/>
          </a:prstGeom>
          <a:ln xmlns:a="http://schemas.openxmlformats.org/drawingml/2006/main" w="1905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792" name="Rounded Rectangle 33">
            <a:extLst xmlns:a="http://schemas.openxmlformats.org/drawingml/2006/main">
              <a:ext uri="{FF2B5EF4-FFF2-40B4-BE49-F238E27FC236}">
                <a16:creationId xmlns:a16="http://schemas.microsoft.com/office/drawing/2014/main" id="{2F14F61E-C293-4D7A-AB85-5B82D69DE70C}"/>
              </a:ext>
            </a:extLst>
          </p:cNvPr>
          <p:cNvSpPr>
            <a:spLocks xmlns:a="http://schemas.openxmlformats.org/drawingml/2006/main" noGrp="1"/>
          </p:cNvSpPr>
          <p:nvPr/>
        </p:nvSpPr>
        <p:spPr>
          <a:xfrm xmlns:a="http://schemas.openxmlformats.org/drawingml/2006/main">
            <a:off x="8320327" y="2009138"/>
            <a:ext cx="1353315" cy="1719074"/>
          </a:xfrm>
          <a:prstGeom xmlns:a="http://schemas.openxmlformats.org/drawingml/2006/main" prst="roundRect">
            <a:avLst>
              <a:gd name="adj" fmla="val 16667"/>
            </a:avLst>
          </a:prstGeom>
          <a:ln xmlns:a="http://schemas.openxmlformats.org/drawingml/2006/main" w="1397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793" name="Connector 34">
            <a:extLst xmlns:a="http://schemas.openxmlformats.org/drawingml/2006/main">
              <a:ext uri="{FF2B5EF4-FFF2-40B4-BE49-F238E27FC236}">
                <a16:creationId xmlns:a16="http://schemas.microsoft.com/office/drawing/2014/main" id="{EB640745-E54D-410D-9ED3-72B1764877C9}"/>
              </a:ext>
            </a:extLst>
          </p:cNvPr>
          <p:cNvSpPr>
            <a:spLocks xmlns:a="http://schemas.openxmlformats.org/drawingml/2006/main" noGrp="1"/>
          </p:cNvSpPr>
          <p:nvPr/>
        </p:nvSpPr>
        <p:spPr>
          <a:xfrm xmlns:a="http://schemas.openxmlformats.org/drawingml/2006/main">
            <a:off x="8539781" y="2448049"/>
            <a:ext cx="914407" cy="6"/>
          </a:xfrm>
          <a:prstGeom xmlns:a="http://schemas.openxmlformats.org/drawingml/2006/main" prst="line">
            <a:avLst/>
          </a:prstGeom>
          <a:ln xmlns:a="http://schemas.openxmlformats.org/drawingml/2006/main" w="1524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794" name="Connector 35">
            <a:extLst xmlns:a="http://schemas.openxmlformats.org/drawingml/2006/main">
              <a:ext uri="{FF2B5EF4-FFF2-40B4-BE49-F238E27FC236}">
                <a16:creationId xmlns:a16="http://schemas.microsoft.com/office/drawing/2014/main" id="{C435917E-8A00-49B8-ABC8-437958DF6ACA}"/>
              </a:ext>
            </a:extLst>
          </p:cNvPr>
          <p:cNvSpPr>
            <a:spLocks xmlns:a="http://schemas.openxmlformats.org/drawingml/2006/main" noGrp="1"/>
          </p:cNvSpPr>
          <p:nvPr/>
        </p:nvSpPr>
        <p:spPr>
          <a:xfrm xmlns:a="http://schemas.openxmlformats.org/drawingml/2006/main">
            <a:off x="8539781" y="2758943"/>
            <a:ext cx="786391" cy="9"/>
          </a:xfrm>
          <a:prstGeom xmlns:a="http://schemas.openxmlformats.org/drawingml/2006/main" prst="line">
            <a:avLst/>
          </a:prstGeom>
          <a:ln xmlns:a="http://schemas.openxmlformats.org/drawingml/2006/main" w="1524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795" name="Connector 36">
            <a:extLst xmlns:a="http://schemas.openxmlformats.org/drawingml/2006/main">
              <a:ext uri="{FF2B5EF4-FFF2-40B4-BE49-F238E27FC236}">
                <a16:creationId xmlns:a16="http://schemas.microsoft.com/office/drawing/2014/main" id="{0CD09981-AD69-4F1E-BCDC-66AE3AD348AC}"/>
              </a:ext>
            </a:extLst>
          </p:cNvPr>
          <p:cNvSpPr>
            <a:spLocks xmlns:a="http://schemas.openxmlformats.org/drawingml/2006/main" noGrp="1"/>
          </p:cNvSpPr>
          <p:nvPr/>
        </p:nvSpPr>
        <p:spPr>
          <a:xfrm xmlns:a="http://schemas.openxmlformats.org/drawingml/2006/main">
            <a:off x="8539781" y="3069842"/>
            <a:ext cx="877831" cy="7"/>
          </a:xfrm>
          <a:prstGeom xmlns:a="http://schemas.openxmlformats.org/drawingml/2006/main" prst="line">
            <a:avLst/>
          </a:prstGeom>
          <a:ln xmlns:a="http://schemas.openxmlformats.org/drawingml/2006/main" w="1524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796" name="Oval 37">
            <a:extLst xmlns:a="http://schemas.openxmlformats.org/drawingml/2006/main">
              <a:ext uri="{FF2B5EF4-FFF2-40B4-BE49-F238E27FC236}">
                <a16:creationId xmlns:a16="http://schemas.microsoft.com/office/drawing/2014/main" id="{34F8BD97-2D35-4F83-9006-57A0A5C3B941}"/>
              </a:ext>
            </a:extLst>
          </p:cNvPr>
          <p:cNvSpPr>
            <a:spLocks xmlns:a="http://schemas.openxmlformats.org/drawingml/2006/main" noGrp="1"/>
          </p:cNvSpPr>
          <p:nvPr/>
        </p:nvSpPr>
        <p:spPr>
          <a:xfrm xmlns:a="http://schemas.openxmlformats.org/drawingml/2006/main">
            <a:off x="10602500" y="2226117"/>
            <a:ext cx="215799" cy="215799"/>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797" name="Connector 38">
            <a:extLst xmlns:a="http://schemas.openxmlformats.org/drawingml/2006/main">
              <a:ext uri="{FF2B5EF4-FFF2-40B4-BE49-F238E27FC236}">
                <a16:creationId xmlns:a16="http://schemas.microsoft.com/office/drawing/2014/main" id="{03CC138D-EDB0-408D-B4FC-5E170DB19B51}"/>
              </a:ext>
            </a:extLst>
          </p:cNvPr>
          <p:cNvSpPr>
            <a:spLocks xmlns:a="http://schemas.openxmlformats.org/drawingml/2006/main" noGrp="1"/>
          </p:cNvSpPr>
          <p:nvPr/>
        </p:nvSpPr>
        <p:spPr>
          <a:xfrm xmlns:a="http://schemas.openxmlformats.org/drawingml/2006/main">
            <a:off x="10710401" y="2441915"/>
            <a:ext cx="7" cy="356074"/>
          </a:xfrm>
          <a:prstGeom xmlns:a="http://schemas.openxmlformats.org/drawingml/2006/main" prst="line">
            <a:avLst/>
          </a:prstGeom>
          <a:ln xmlns:a="http://schemas.openxmlformats.org/drawingml/2006/main" w="1905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798" name="Connector 39">
            <a:extLst xmlns:a="http://schemas.openxmlformats.org/drawingml/2006/main">
              <a:ext uri="{FF2B5EF4-FFF2-40B4-BE49-F238E27FC236}">
                <a16:creationId xmlns:a16="http://schemas.microsoft.com/office/drawing/2014/main" id="{C8E1D5A2-7FFE-4A45-89A8-AA34FB859AF8}"/>
              </a:ext>
            </a:extLst>
          </p:cNvPr>
          <p:cNvSpPr>
            <a:spLocks xmlns:a="http://schemas.openxmlformats.org/drawingml/2006/main" noGrp="1"/>
          </p:cNvSpPr>
          <p:nvPr/>
        </p:nvSpPr>
        <p:spPr>
          <a:xfrm xmlns:a="http://schemas.openxmlformats.org/drawingml/2006/main">
            <a:off x="10559342" y="2592974"/>
            <a:ext cx="302125" cy="6"/>
          </a:xfrm>
          <a:prstGeom xmlns:a="http://schemas.openxmlformats.org/drawingml/2006/main" prst="line">
            <a:avLst/>
          </a:prstGeom>
          <a:ln xmlns:a="http://schemas.openxmlformats.org/drawingml/2006/main" w="1905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799" name="Connector 40">
            <a:extLst xmlns:a="http://schemas.openxmlformats.org/drawingml/2006/main">
              <a:ext uri="{FF2B5EF4-FFF2-40B4-BE49-F238E27FC236}">
                <a16:creationId xmlns:a16="http://schemas.microsoft.com/office/drawing/2014/main" id="{9045BFC9-3B85-471E-AE0A-C0C569B660F3}"/>
              </a:ext>
            </a:extLst>
          </p:cNvPr>
          <p:cNvSpPr>
            <a:spLocks xmlns:a="http://schemas.openxmlformats.org/drawingml/2006/main" noGrp="1"/>
          </p:cNvSpPr>
          <p:nvPr/>
        </p:nvSpPr>
        <p:spPr>
          <a:xfrm xmlns:a="http://schemas.openxmlformats.org/drawingml/2006/main" flipH="1">
            <a:off x="10570132" y="2797979"/>
            <a:ext cx="140276" cy="226591"/>
          </a:xfrm>
          <a:prstGeom xmlns:a="http://schemas.openxmlformats.org/drawingml/2006/main" prst="line">
            <a:avLst/>
          </a:prstGeom>
          <a:ln xmlns:a="http://schemas.openxmlformats.org/drawingml/2006/main" w="1905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800" name="Connector 41">
            <a:extLst xmlns:a="http://schemas.openxmlformats.org/drawingml/2006/main">
              <a:ext uri="{FF2B5EF4-FFF2-40B4-BE49-F238E27FC236}">
                <a16:creationId xmlns:a16="http://schemas.microsoft.com/office/drawing/2014/main" id="{6BEDE25C-55F9-4671-8736-DAF56182102A}"/>
              </a:ext>
            </a:extLst>
          </p:cNvPr>
          <p:cNvSpPr>
            <a:spLocks xmlns:a="http://schemas.openxmlformats.org/drawingml/2006/main" noGrp="1"/>
          </p:cNvSpPr>
          <p:nvPr/>
        </p:nvSpPr>
        <p:spPr>
          <a:xfrm xmlns:a="http://schemas.openxmlformats.org/drawingml/2006/main">
            <a:off x="10710401" y="2797979"/>
            <a:ext cx="140276" cy="226591"/>
          </a:xfrm>
          <a:prstGeom xmlns:a="http://schemas.openxmlformats.org/drawingml/2006/main" prst="line">
            <a:avLst/>
          </a:prstGeom>
          <a:ln xmlns:a="http://schemas.openxmlformats.org/drawingml/2006/main" w="1905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801" name="Oval 42">
            <a:extLst xmlns:a="http://schemas.openxmlformats.org/drawingml/2006/main">
              <a:ext uri="{FF2B5EF4-FFF2-40B4-BE49-F238E27FC236}">
                <a16:creationId xmlns:a16="http://schemas.microsoft.com/office/drawing/2014/main" id="{EED014F1-3580-4B5A-859A-8C82BBF69920}"/>
              </a:ext>
            </a:extLst>
          </p:cNvPr>
          <p:cNvSpPr>
            <a:spLocks xmlns:a="http://schemas.openxmlformats.org/drawingml/2006/main" noGrp="1"/>
          </p:cNvSpPr>
          <p:nvPr/>
        </p:nvSpPr>
        <p:spPr>
          <a:xfrm xmlns:a="http://schemas.openxmlformats.org/drawingml/2006/main">
            <a:off x="7973568" y="2587749"/>
            <a:ext cx="201181" cy="201181"/>
          </a:xfrm>
          <a:prstGeom xmlns:a="http://schemas.openxmlformats.org/drawingml/2006/main" prst="ellipse">
            <a:avLst/>
          </a:prstGeom>
          <a:solidFill xmlns:a="http://schemas.openxmlformats.org/drawingml/2006/main">
            <a:srgbClr val="1FA873"/>
          </a:solidFill>
          <a:ln xmlns:a="http://schemas.openxmlformats.org/drawingml/2006/main" w="10160">
            <a:solidFill>
              <a:srgbClr val="1FA873"/>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802" name="Connector 43">
            <a:extLst xmlns:a="http://schemas.openxmlformats.org/drawingml/2006/main">
              <a:ext uri="{FF2B5EF4-FFF2-40B4-BE49-F238E27FC236}">
                <a16:creationId xmlns:a16="http://schemas.microsoft.com/office/drawing/2014/main" id="{47EEE819-B363-4489-9FE4-F96E30E1E25F}"/>
              </a:ext>
            </a:extLst>
          </p:cNvPr>
          <p:cNvSpPr>
            <a:spLocks xmlns:a="http://schemas.openxmlformats.org/drawingml/2006/main" noGrp="1"/>
          </p:cNvSpPr>
          <p:nvPr/>
        </p:nvSpPr>
        <p:spPr>
          <a:xfrm xmlns:a="http://schemas.openxmlformats.org/drawingml/2006/main">
            <a:off x="8014716" y="2697476"/>
            <a:ext cx="45727" cy="45727"/>
          </a:xfrm>
          <a:prstGeom xmlns:a="http://schemas.openxmlformats.org/drawingml/2006/main" prst="line">
            <a:avLst/>
          </a:prstGeom>
          <a:ln xmlns:a="http://schemas.openxmlformats.org/drawingml/2006/main" w="16510">
            <a:solidFill>
              <a:srgbClr val="FFFFF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803" name="Connector 44">
            <a:extLst xmlns:a="http://schemas.openxmlformats.org/drawingml/2006/main">
              <a:ext uri="{FF2B5EF4-FFF2-40B4-BE49-F238E27FC236}">
                <a16:creationId xmlns:a16="http://schemas.microsoft.com/office/drawing/2014/main" id="{67209B42-8D55-494A-B95D-C36C7A75242F}"/>
              </a:ext>
            </a:extLst>
          </p:cNvPr>
          <p:cNvSpPr>
            <a:spLocks xmlns:a="http://schemas.openxmlformats.org/drawingml/2006/main" noGrp="1"/>
          </p:cNvSpPr>
          <p:nvPr/>
        </p:nvSpPr>
        <p:spPr>
          <a:xfrm xmlns:a="http://schemas.openxmlformats.org/drawingml/2006/main" flipV="1">
            <a:off x="8060435" y="2642616"/>
            <a:ext cx="82303" cy="100591"/>
          </a:xfrm>
          <a:prstGeom xmlns:a="http://schemas.openxmlformats.org/drawingml/2006/main" prst="line">
            <a:avLst/>
          </a:prstGeom>
          <a:ln xmlns:a="http://schemas.openxmlformats.org/drawingml/2006/main" w="16510">
            <a:solidFill>
              <a:srgbClr val="FFFFF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804" name="Connector 48">
            <a:extLst xmlns:a="http://schemas.openxmlformats.org/drawingml/2006/main">
              <a:ext uri="{FF2B5EF4-FFF2-40B4-BE49-F238E27FC236}">
                <a16:creationId xmlns:a16="http://schemas.microsoft.com/office/drawing/2014/main" id="{09AF0AD5-A6F7-40D8-BF65-07DC5D3F7618}"/>
              </a:ext>
            </a:extLst>
          </p:cNvPr>
          <p:cNvSpPr>
            <a:spLocks xmlns:a="http://schemas.openxmlformats.org/drawingml/2006/main" noGrp="1"/>
          </p:cNvSpPr>
          <p:nvPr/>
        </p:nvSpPr>
        <p:spPr>
          <a:xfrm xmlns:a="http://schemas.openxmlformats.org/drawingml/2006/main">
            <a:off x="7452359" y="2688332"/>
            <a:ext cx="429774" cy="7"/>
          </a:xfrm>
          <a:prstGeom xmlns:a="http://schemas.openxmlformats.org/drawingml/2006/main" prst="line">
            <a:avLst/>
          </a:prstGeom>
          <a:ln xmlns:a="http://schemas.openxmlformats.org/drawingml/2006/main" w="1778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805" name="Connector 50">
            <a:extLst xmlns:a="http://schemas.openxmlformats.org/drawingml/2006/main">
              <a:ext uri="{FF2B5EF4-FFF2-40B4-BE49-F238E27FC236}">
                <a16:creationId xmlns:a16="http://schemas.microsoft.com/office/drawing/2014/main" id="{4359D916-52F1-4C6B-ABD1-8986B5800471}"/>
              </a:ext>
            </a:extLst>
          </p:cNvPr>
          <p:cNvSpPr>
            <a:spLocks xmlns:a="http://schemas.openxmlformats.org/drawingml/2006/main" noGrp="1"/>
          </p:cNvSpPr>
          <p:nvPr/>
        </p:nvSpPr>
        <p:spPr>
          <a:xfrm xmlns:a="http://schemas.openxmlformats.org/drawingml/2006/main">
            <a:off x="10042906" y="2679444"/>
            <a:ext cx="448063" cy="6"/>
          </a:xfrm>
          <a:prstGeom xmlns:a="http://schemas.openxmlformats.org/drawingml/2006/main" prst="line">
            <a:avLst/>
          </a:prstGeom>
          <a:ln xmlns:a="http://schemas.openxmlformats.org/drawingml/2006/main" w="1778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806" name="TextBox 51">
            <a:extLst xmlns:a="http://schemas.openxmlformats.org/drawingml/2006/main">
              <a:ext uri="{FF2B5EF4-FFF2-40B4-BE49-F238E27FC236}">
                <a16:creationId xmlns:a16="http://schemas.microsoft.com/office/drawing/2014/main" id="{7AB4EA26-C175-4CD9-AE89-76D484E2963B}"/>
              </a:ext>
            </a:extLst>
          </p:cNvPr>
          <p:cNvSpPr>
            <a:spLocks xmlns:a="http://schemas.openxmlformats.org/drawingml/2006/main" noGrp="1"/>
          </p:cNvSpPr>
          <p:nvPr/>
        </p:nvSpPr>
        <p:spPr>
          <a:xfrm xmlns:a="http://schemas.openxmlformats.org/drawingml/2006/main">
            <a:off x="6748271" y="4087367"/>
            <a:ext cx="1627635" cy="16104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100" b="1">
                <a:solidFill>
                  <a:srgbClr val="1FA873"/>
                </a:solidFill>
                <a:latin typeface="Helvetica Neue"/>
                <a:ea typeface="Helvetica Neue"/>
                <a:cs typeface="Helvetica Neue"/>
              </a:defRPr>
            </a:lvl1pPr>
          </a:lstStyle>
          <a:p xmlns:a="http://schemas.openxmlformats.org/drawingml/2006/main">
            <a:pPr>
              <a:buNone/>
            </a:pPr>
            <a:r>
              <a:t>UNEXPECTED</a:t>
            </a:r>
          </a:p>
        </p:txBody>
      </p:sp>
      <p:sp>
        <p:nvSpPr>
          <p:cNvPr id="807" name="TextBox 52">
            <a:extLst xmlns:a="http://schemas.openxmlformats.org/drawingml/2006/main">
              <a:ext uri="{FF2B5EF4-FFF2-40B4-BE49-F238E27FC236}">
                <a16:creationId xmlns:a16="http://schemas.microsoft.com/office/drawing/2014/main" id="{5A35C1B8-4707-4B7B-A389-7F9CBB8FACD9}"/>
              </a:ext>
            </a:extLst>
          </p:cNvPr>
          <p:cNvSpPr>
            <a:spLocks xmlns:a="http://schemas.openxmlformats.org/drawingml/2006/main" noGrp="1"/>
          </p:cNvSpPr>
          <p:nvPr/>
        </p:nvSpPr>
        <p:spPr>
          <a:xfrm xmlns:a="http://schemas.openxmlformats.org/drawingml/2006/main">
            <a:off x="8357616" y="3931920"/>
            <a:ext cx="1691641" cy="33126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lgn="ctr">
              <a:buNone/>
              <a:defRPr sz="2100" b="1">
                <a:solidFill>
                  <a:srgbClr val="73777F"/>
                </a:solidFill>
                <a:latin typeface="Helvetica Neue"/>
                <a:ea typeface="Helvetica Neue"/>
                <a:cs typeface="Helvetica Neue"/>
              </a:defRPr>
            </a:pPr>
            <a:r>
              <a:t>f</a:t>
            </a:r>
            <a:r>
              <a:rPr>
                <a:latin typeface="+mn-lt"/>
                <a:ea typeface="+mn-lt"/>
                <a:cs typeface="+mn-lt"/>
              </a:rPr>
              <a:t>ᵤ </a:t>
            </a:r>
            <a:r>
              <a:t>· fₙ ≈ 0</a:t>
            </a:r>
          </a:p>
        </p:txBody>
      </p:sp>
      <p:sp>
        <p:nvSpPr>
          <p:cNvPr id="808" name="TextBox 53">
            <a:extLst xmlns:a="http://schemas.openxmlformats.org/drawingml/2006/main">
              <a:ext uri="{FF2B5EF4-FFF2-40B4-BE49-F238E27FC236}">
                <a16:creationId xmlns:a16="http://schemas.microsoft.com/office/drawing/2014/main" id="{1F68B508-3E94-46DC-B74E-B2C082A86B8E}"/>
              </a:ext>
            </a:extLst>
          </p:cNvPr>
          <p:cNvSpPr>
            <a:spLocks xmlns:a="http://schemas.openxmlformats.org/drawingml/2006/main" noGrp="1"/>
          </p:cNvSpPr>
          <p:nvPr/>
        </p:nvSpPr>
        <p:spPr>
          <a:xfrm xmlns:a="http://schemas.openxmlformats.org/drawingml/2006/main">
            <a:off x="10241280" y="3904486"/>
            <a:ext cx="914407" cy="359459"/>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2400" b="1">
                <a:solidFill>
                  <a:srgbClr val="1FA873"/>
                </a:solidFill>
                <a:latin typeface="Helvetica Neue"/>
                <a:ea typeface="Helvetica Neue"/>
                <a:cs typeface="Helvetica Neue"/>
              </a:defRPr>
            </a:lvl1pPr>
          </a:lstStyle>
          <a:p xmlns:a="http://schemas.openxmlformats.org/drawingml/2006/main">
            <a:pPr>
              <a:buNone/>
            </a:pPr>
            <a:r>
              <a:t>iₙ  ↑</a:t>
            </a:r>
          </a:p>
        </p:txBody>
      </p:sp>
      <p:sp>
        <p:nvSpPr>
          <p:cNvPr id="809" name="Connector 54">
            <a:extLst xmlns:a="http://schemas.openxmlformats.org/drawingml/2006/main">
              <a:ext uri="{FF2B5EF4-FFF2-40B4-BE49-F238E27FC236}">
                <a16:creationId xmlns:a16="http://schemas.microsoft.com/office/drawing/2014/main" id="{2128764F-5E00-4D3A-A5A8-4016C327B699}"/>
              </a:ext>
            </a:extLst>
          </p:cNvPr>
          <p:cNvSpPr>
            <a:spLocks xmlns:a="http://schemas.openxmlformats.org/drawingml/2006/main" noGrp="1"/>
          </p:cNvSpPr>
          <p:nvPr/>
        </p:nvSpPr>
        <p:spPr>
          <a:xfrm xmlns:a="http://schemas.openxmlformats.org/drawingml/2006/main">
            <a:off x="8119871" y="4160520"/>
            <a:ext cx="219455" cy="7"/>
          </a:xfrm>
          <a:prstGeom xmlns:a="http://schemas.openxmlformats.org/drawingml/2006/main" prst="line">
            <a:avLst/>
          </a:prstGeom>
          <a:ln xmlns:a="http://schemas.openxmlformats.org/drawingml/2006/main" w="1651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810" name="Connector 55">
            <a:extLst xmlns:a="http://schemas.openxmlformats.org/drawingml/2006/main">
              <a:ext uri="{FF2B5EF4-FFF2-40B4-BE49-F238E27FC236}">
                <a16:creationId xmlns:a16="http://schemas.microsoft.com/office/drawing/2014/main" id="{9D470291-30AB-43D3-9944-ADA74A8D528F}"/>
              </a:ext>
            </a:extLst>
          </p:cNvPr>
          <p:cNvSpPr>
            <a:spLocks xmlns:a="http://schemas.openxmlformats.org/drawingml/2006/main" noGrp="1"/>
          </p:cNvSpPr>
          <p:nvPr/>
        </p:nvSpPr>
        <p:spPr>
          <a:xfrm xmlns:a="http://schemas.openxmlformats.org/drawingml/2006/main">
            <a:off x="10058399" y="4160520"/>
            <a:ext cx="164600" cy="7"/>
          </a:xfrm>
          <a:prstGeom xmlns:a="http://schemas.openxmlformats.org/drawingml/2006/main" prst="line">
            <a:avLst/>
          </a:prstGeom>
          <a:ln xmlns:a="http://schemas.openxmlformats.org/drawingml/2006/main" w="1651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811" name="TextBox 56">
            <a:extLst xmlns:a="http://schemas.openxmlformats.org/drawingml/2006/main">
              <a:ext uri="{FF2B5EF4-FFF2-40B4-BE49-F238E27FC236}">
                <a16:creationId xmlns:a16="http://schemas.microsoft.com/office/drawing/2014/main" id="{899F822D-88DB-4BBF-9254-5FF1087E1314}"/>
              </a:ext>
            </a:extLst>
          </p:cNvPr>
          <p:cNvSpPr>
            <a:spLocks xmlns:a="http://schemas.openxmlformats.org/drawingml/2006/main" noGrp="1"/>
          </p:cNvSpPr>
          <p:nvPr/>
        </p:nvSpPr>
        <p:spPr>
          <a:xfrm xmlns:a="http://schemas.openxmlformats.org/drawingml/2006/main">
            <a:off x="6784847" y="4773167"/>
            <a:ext cx="3108967" cy="210743"/>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400" b="1">
                <a:solidFill>
                  <a:srgbClr val="1FA873"/>
                </a:solidFill>
                <a:latin typeface="Helvetica Neue"/>
                <a:ea typeface="Helvetica Neue"/>
                <a:cs typeface="Helvetica Neue"/>
              </a:defRPr>
            </a:pPr>
            <a:r>
              <a:t>• </a:t>
            </a:r>
            <a:r>
              <a:rPr b="0">
                <a:solidFill>
                  <a:srgbClr val="73777F"/>
                </a:solidFill>
              </a:rPr>
              <a:t>Cross-viewpoint surprise</a:t>
            </a:r>
          </a:p>
        </p:txBody>
      </p:sp>
      <p:sp>
        <p:nvSpPr>
          <p:cNvPr id="812" name="Connector 57">
            <a:extLst xmlns:a="http://schemas.openxmlformats.org/drawingml/2006/main">
              <a:ext uri="{FF2B5EF4-FFF2-40B4-BE49-F238E27FC236}">
                <a16:creationId xmlns:a16="http://schemas.microsoft.com/office/drawing/2014/main" id="{C24A489B-6D21-4AA0-97D1-90307B9B5B71}"/>
              </a:ext>
            </a:extLst>
          </p:cNvPr>
          <p:cNvSpPr>
            <a:spLocks xmlns:a="http://schemas.openxmlformats.org/drawingml/2006/main" noGrp="1"/>
          </p:cNvSpPr>
          <p:nvPr/>
        </p:nvSpPr>
        <p:spPr>
          <a:xfrm xmlns:a="http://schemas.openxmlformats.org/drawingml/2006/main">
            <a:off x="749804" y="5413246"/>
            <a:ext cx="10680201" cy="6"/>
          </a:xfrm>
          <a:prstGeom xmlns:a="http://schemas.openxmlformats.org/drawingml/2006/main" prst="line">
            <a:avLst/>
          </a:prstGeom>
          <a:ln xmlns:a="http://schemas.openxmlformats.org/drawingml/2006/main" w="1397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813" name="TextBox 58">
            <a:extLst xmlns:a="http://schemas.openxmlformats.org/drawingml/2006/main">
              <a:ext uri="{FF2B5EF4-FFF2-40B4-BE49-F238E27FC236}">
                <a16:creationId xmlns:a16="http://schemas.microsoft.com/office/drawing/2014/main" id="{8F08C0FD-4CC6-425D-8A7C-446539F24811}"/>
              </a:ext>
            </a:extLst>
          </p:cNvPr>
          <p:cNvSpPr>
            <a:spLocks xmlns:a="http://schemas.openxmlformats.org/drawingml/2006/main" noGrp="1"/>
          </p:cNvSpPr>
          <p:nvPr/>
        </p:nvSpPr>
        <p:spPr>
          <a:xfrm xmlns:a="http://schemas.openxmlformats.org/drawingml/2006/main">
            <a:off x="841242" y="5669279"/>
            <a:ext cx="4114810" cy="235406"/>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600" b="1">
                <a:solidFill>
                  <a:srgbClr val="3977F6"/>
                </a:solidFill>
                <a:latin typeface="Helvetica Neue"/>
                <a:ea typeface="Helvetica Neue"/>
                <a:cs typeface="Helvetica Neue"/>
              </a:defRPr>
            </a:pPr>
            <a:r>
              <a:t>• </a:t>
            </a:r>
            <a:r>
              <a:rPr>
                <a:solidFill>
                  <a:srgbClr val="111318"/>
                </a:solidFill>
              </a:rPr>
              <a:t>The same click receives different credit</a:t>
            </a:r>
          </a:p>
        </p:txBody>
      </p:sp>
      <p:sp>
        <p:nvSpPr>
          <p:cNvPr id="814" name="TextBox 59">
            <a:extLst xmlns:a="http://schemas.openxmlformats.org/drawingml/2006/main">
              <a:ext uri="{FF2B5EF4-FFF2-40B4-BE49-F238E27FC236}">
                <a16:creationId xmlns:a16="http://schemas.microsoft.com/office/drawing/2014/main" id="{8C31E2A4-D6C3-45EB-B439-A0A9B6E8391A}"/>
              </a:ext>
            </a:extLst>
          </p:cNvPr>
          <p:cNvSpPr>
            <a:spLocks xmlns:a="http://schemas.openxmlformats.org/drawingml/2006/main" noGrp="1"/>
          </p:cNvSpPr>
          <p:nvPr/>
        </p:nvSpPr>
        <p:spPr>
          <a:xfrm xmlns:a="http://schemas.openxmlformats.org/drawingml/2006/main">
            <a:off x="6784847" y="5669279"/>
            <a:ext cx="3749043" cy="235406"/>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600" b="1">
                <a:solidFill>
                  <a:srgbClr val="FF705B"/>
                </a:solidFill>
                <a:latin typeface="Helvetica Neue"/>
                <a:ea typeface="Helvetica Neue"/>
                <a:cs typeface="Helvetica Neue"/>
              </a:defRPr>
            </a:pPr>
            <a:r>
              <a:t>• </a:t>
            </a:r>
            <a:r>
              <a:rPr>
                <a:solidFill>
                  <a:srgbClr val="111318"/>
                </a:solidFill>
              </a:rPr>
              <a:t>The model asks who voted</a:t>
            </a:r>
          </a:p>
        </p:txBody>
      </p:sp>
      <p:sp>
        <p:nvSpPr>
          <p:cNvPr id="815" name="TextBox 60">
            <a:extLst xmlns:a="http://schemas.openxmlformats.org/drawingml/2006/main">
              <a:ext uri="{FF2B5EF4-FFF2-40B4-BE49-F238E27FC236}">
                <a16:creationId xmlns:a16="http://schemas.microsoft.com/office/drawing/2014/main" id="{E73F5C95-241F-4689-85C9-219A7877386B}"/>
              </a:ext>
            </a:extLst>
          </p:cNvPr>
          <p:cNvSpPr>
            <a:spLocks xmlns:a="http://schemas.openxmlformats.org/drawingml/2006/main" noGrp="1"/>
          </p:cNvSpPr>
          <p:nvPr/>
        </p:nvSpPr>
        <p:spPr>
          <a:xfrm xmlns:a="http://schemas.openxmlformats.org/drawingml/2006/main">
            <a:off x="621792" y="6437376"/>
            <a:ext cx="10881360"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800">
                <a:solidFill>
                  <a:srgbClr val="73777F"/>
                </a:solidFill>
                <a:latin typeface="Helvetica Neue"/>
                <a:ea typeface="Helvetica Neue"/>
                <a:cs typeface="Helvetica Neue"/>
              </a:defRPr>
            </a:lvl1pPr>
          </a:lstStyle>
          <a:p xmlns:a="http://schemas.openxmlformats.org/drawingml/2006/main">
            <a:pPr>
              <a:buNone/>
            </a:pPr>
            <a:r>
              <a:t>• Wojcik et al. (2022); Buterin (2023); X Community Notes (2026)</a:t>
            </a:r>
          </a:p>
        </p:txBody>
      </p:sp>
      <p:sp>
        <p:nvSpPr>
          <p:cNvPr id="816" name="Rectangle">
            <a:extLst xmlns:a="http://schemas.openxmlformats.org/drawingml/2006/main">
              <a:ext uri="{FF2B5EF4-FFF2-40B4-BE49-F238E27FC236}">
                <a16:creationId xmlns:a16="http://schemas.microsoft.com/office/drawing/2014/main" id="{A0420FD7-922C-4C69-98D9-EB777BCE62EC}"/>
              </a:ext>
            </a:extLst>
          </p:cNvPr>
          <p:cNvSpPr>
            <a:spLocks xmlns:a="http://schemas.openxmlformats.org/drawingml/2006/main" noGrp="1"/>
          </p:cNvSpPr>
          <p:nvPr/>
        </p:nvSpPr>
        <p:spPr>
          <a:xfrm xmlns:a="http://schemas.openxmlformats.org/drawingml/2006/main">
            <a:off x="5919536" y="3945001"/>
            <a:ext cx="5479663" cy="2161348"/>
          </a:xfrm>
          <a:prstGeom xmlns:a="http://schemas.openxmlformats.org/drawingml/2006/main" prst="rect">
            <a:avLst/>
          </a:prstGeom>
          <a:solidFill xmlns:a="http://schemas.openxmlformats.org/drawingml/2006/main">
            <a:srgbClr val="FFFFFF"/>
          </a:solidFill>
          <a:ln xmlns:a="http://schemas.openxmlformats.org/drawingml/2006/main" w="12700"/>
        </p:spPr>
        <p:txBody>
          <a:bodyPr xmlns:a="http://schemas.openxmlformats.org/drawingml/2006/main" lIns="45718" tIns="45718" rIns="45718" bIns="45718" anchor="ctr"/>
          <a:lstStyle xmlns:a="http://schemas.openxmlformats.org/drawingml/2006/main"/>
          <a:p xmlns:a="http://schemas.openxmlformats.org/drawingml/2006/main">
            <a:pPr>
              <a:buNone/>
              <a:defRPr>
                <a:latin typeface="+mn-lt"/>
                <a:ea typeface="+mn-lt"/>
                <a:cs typeface="+mn-lt"/>
              </a:defRPr>
            </a:pPr>
          </a:p>
        </p:txBody>
      </p:sp>
      <p:sp>
        <p:nvSpPr>
          <p:cNvPr id="817" name="Rectangle">
            <a:extLst xmlns:a="http://schemas.openxmlformats.org/drawingml/2006/main">
              <a:ext uri="{FF2B5EF4-FFF2-40B4-BE49-F238E27FC236}">
                <a16:creationId xmlns:a16="http://schemas.microsoft.com/office/drawing/2014/main" id="{43AE552A-8207-4F99-8419-6E9D3FB31788}"/>
              </a:ext>
            </a:extLst>
          </p:cNvPr>
          <p:cNvSpPr>
            <a:spLocks xmlns:a="http://schemas.openxmlformats.org/drawingml/2006/main" noGrp="1"/>
          </p:cNvSpPr>
          <p:nvPr/>
        </p:nvSpPr>
        <p:spPr>
          <a:xfrm xmlns:a="http://schemas.openxmlformats.org/drawingml/2006/main">
            <a:off x="5994177" y="1402529"/>
            <a:ext cx="2226839" cy="2717920"/>
          </a:xfrm>
          <a:prstGeom xmlns:a="http://schemas.openxmlformats.org/drawingml/2006/main" prst="rect">
            <a:avLst/>
          </a:prstGeom>
          <a:solidFill xmlns:a="http://schemas.openxmlformats.org/drawingml/2006/main">
            <a:srgbClr val="FFFFFF"/>
          </a:solidFill>
          <a:ln xmlns:a="http://schemas.openxmlformats.org/drawingml/2006/main" w="12700"/>
        </p:spPr>
        <p:txBody>
          <a:bodyPr xmlns:a="http://schemas.openxmlformats.org/drawingml/2006/main" lIns="45718" tIns="45718" rIns="45718" bIns="45718" anchor="ctr"/>
          <a:lstStyle xmlns:a="http://schemas.openxmlformats.org/drawingml/2006/main"/>
          <a:p xmlns:a="http://schemas.openxmlformats.org/drawingml/2006/main">
            <a:pPr>
              <a:buNone/>
              <a:defRPr>
                <a:latin typeface="+mn-lt"/>
                <a:ea typeface="+mn-lt"/>
                <a:cs typeface="+mn-lt"/>
              </a:defRPr>
            </a:pPr>
          </a:p>
        </p:txBody>
      </p:sp>
      <p:sp>
        <p:nvSpPr>
          <p:cNvPr id="818" name="Oval 45">
            <a:extLst xmlns:a="http://schemas.openxmlformats.org/drawingml/2006/main">
              <a:ext uri="{FF2B5EF4-FFF2-40B4-BE49-F238E27FC236}">
                <a16:creationId xmlns:a16="http://schemas.microsoft.com/office/drawing/2014/main" id="{93FAEAA6-B0DA-4B22-919A-52BCA08662C7}"/>
              </a:ext>
            </a:extLst>
          </p:cNvPr>
          <p:cNvSpPr>
            <a:spLocks xmlns:a="http://schemas.openxmlformats.org/drawingml/2006/main" noGrp="1"/>
          </p:cNvSpPr>
          <p:nvPr/>
        </p:nvSpPr>
        <p:spPr>
          <a:xfrm xmlns:a="http://schemas.openxmlformats.org/drawingml/2006/main">
            <a:off x="9737645" y="2585210"/>
            <a:ext cx="201181" cy="201181"/>
          </a:xfrm>
          <a:prstGeom xmlns:a="http://schemas.openxmlformats.org/drawingml/2006/main" prst="ellipse">
            <a:avLst/>
          </a:prstGeom>
          <a:solidFill xmlns:a="http://schemas.openxmlformats.org/drawingml/2006/main">
            <a:srgbClr val="1FA873"/>
          </a:solidFill>
          <a:ln xmlns:a="http://schemas.openxmlformats.org/drawingml/2006/main" w="10160">
            <a:solidFill>
              <a:srgbClr val="1FA873"/>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819" name="Connector 46">
            <a:extLst xmlns:a="http://schemas.openxmlformats.org/drawingml/2006/main">
              <a:ext uri="{FF2B5EF4-FFF2-40B4-BE49-F238E27FC236}">
                <a16:creationId xmlns:a16="http://schemas.microsoft.com/office/drawing/2014/main" id="{9B1D93BC-D042-41A3-A086-2093E3ED6066}"/>
              </a:ext>
            </a:extLst>
          </p:cNvPr>
          <p:cNvSpPr>
            <a:spLocks xmlns:a="http://schemas.openxmlformats.org/drawingml/2006/main" noGrp="1"/>
          </p:cNvSpPr>
          <p:nvPr/>
        </p:nvSpPr>
        <p:spPr>
          <a:xfrm xmlns:a="http://schemas.openxmlformats.org/drawingml/2006/main">
            <a:off x="9778793" y="2694937"/>
            <a:ext cx="45727" cy="45727"/>
          </a:xfrm>
          <a:prstGeom xmlns:a="http://schemas.openxmlformats.org/drawingml/2006/main" prst="line">
            <a:avLst/>
          </a:prstGeom>
          <a:ln xmlns:a="http://schemas.openxmlformats.org/drawingml/2006/main" w="16510">
            <a:solidFill>
              <a:srgbClr val="FFFFF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820" name="Connector 47">
            <a:extLst xmlns:a="http://schemas.openxmlformats.org/drawingml/2006/main">
              <a:ext uri="{FF2B5EF4-FFF2-40B4-BE49-F238E27FC236}">
                <a16:creationId xmlns:a16="http://schemas.microsoft.com/office/drawing/2014/main" id="{526A2D7C-641D-4A6C-97E4-92DE0CC44CCD}"/>
              </a:ext>
            </a:extLst>
          </p:cNvPr>
          <p:cNvSpPr>
            <a:spLocks xmlns:a="http://schemas.openxmlformats.org/drawingml/2006/main" noGrp="1"/>
          </p:cNvSpPr>
          <p:nvPr/>
        </p:nvSpPr>
        <p:spPr>
          <a:xfrm xmlns:a="http://schemas.openxmlformats.org/drawingml/2006/main" flipV="1">
            <a:off x="9824515" y="2640076"/>
            <a:ext cx="82303" cy="100591"/>
          </a:xfrm>
          <a:prstGeom xmlns:a="http://schemas.openxmlformats.org/drawingml/2006/main" prst="line">
            <a:avLst/>
          </a:prstGeom>
          <a:ln xmlns:a="http://schemas.openxmlformats.org/drawingml/2006/main" w="16510">
            <a:solidFill>
              <a:srgbClr val="FFFFF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821" name="TextBox 1">
            <a:extLst xmlns:a="http://schemas.openxmlformats.org/drawingml/2006/main">
              <a:ext uri="{FF2B5EF4-FFF2-40B4-BE49-F238E27FC236}">
                <a16:creationId xmlns:a16="http://schemas.microsoft.com/office/drawing/2014/main" id="{F1006090-00BE-41FA-B4EA-C8A16344B7A0}"/>
              </a:ext>
            </a:extLst>
          </p:cNvPr>
          <p:cNvSpPr>
            <a:spLocks xmlns:a="http://schemas.openxmlformats.org/drawingml/2006/main" noGrp="1"/>
          </p:cNvSpPr>
          <p:nvPr/>
        </p:nvSpPr>
        <p:spPr>
          <a:xfrm xmlns:a="http://schemas.openxmlformats.org/drawingml/2006/main">
            <a:off x="603498" y="420623"/>
            <a:ext cx="4389132" cy="14871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000" b="1">
                <a:solidFill>
                  <a:srgbClr val="73777F"/>
                </a:solidFill>
                <a:latin typeface="Helvetica Neue"/>
                <a:ea typeface="Helvetica Neue"/>
                <a:cs typeface="Helvetica Neue"/>
              </a:defRPr>
            </a:lvl1pPr>
          </a:lstStyle>
          <a:p xmlns:a="http://schemas.openxmlformats.org/drawingml/2006/main">
            <a:pPr>
              <a:buNone/>
            </a:pPr>
            <a:r>
              <a:t>HOW SYSTEM WORKS 1 - 2</a:t>
            </a:r>
          </a:p>
        </p:txBody>
      </p:sp>
    </p:spTree>
    <p:extLst>
      <p:ext uri="{BB962C8B-B14F-4D97-AF65-F5344CB8AC3E}">
        <p14:creationId xmlns:p14="http://schemas.microsoft.com/office/powerpoint/2010/main" val="1051107761"/>
      </p:ext>
    </p:extLst>
  </p:cSld>
</p:sld>
</file>

<file path=ppt/slides/slide12.xml><?xml version="1.0" encoding="utf-8"?>
<p:sld xmlns:p="http://schemas.openxmlformats.org/presentationml/2006/main" showMasterSp="1">
  <p:cSld>
    <p:spTree>
      <p:nvGrpSpPr>
        <p:cNvPr id="1" name=""/>
        <p:cNvGrpSpPr/>
        <p:nvPr/>
      </p:nvGrpSpPr>
      <p:grpSpPr>
        <a:xfrm xmlns:a="http://schemas.openxmlformats.org/drawingml/2006/main"/>
      </p:grpSpPr>
      <p:sp>
        <p:nvSpPr>
          <p:cNvPr id="823" name="TextBox 1">
            <a:extLst xmlns:a="http://schemas.openxmlformats.org/drawingml/2006/main">
              <a:ext uri="{FF2B5EF4-FFF2-40B4-BE49-F238E27FC236}">
                <a16:creationId xmlns:a16="http://schemas.microsoft.com/office/drawing/2014/main" id="{141D2F8E-65C1-407E-AE95-CD98FC46FCCD}"/>
              </a:ext>
            </a:extLst>
          </p:cNvPr>
          <p:cNvSpPr>
            <a:spLocks xmlns:a="http://schemas.openxmlformats.org/drawingml/2006/main" noGrp="1"/>
          </p:cNvSpPr>
          <p:nvPr/>
        </p:nvSpPr>
        <p:spPr>
          <a:xfrm xmlns:a="http://schemas.openxmlformats.org/drawingml/2006/main">
            <a:off x="603498" y="420623"/>
            <a:ext cx="4389132" cy="14871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000" b="1">
                <a:solidFill>
                  <a:srgbClr val="73777F"/>
                </a:solidFill>
                <a:latin typeface="Helvetica Neue"/>
                <a:ea typeface="Helvetica Neue"/>
                <a:cs typeface="Helvetica Neue"/>
              </a:defRPr>
            </a:lvl1pPr>
          </a:lstStyle>
          <a:p xmlns:a="http://schemas.openxmlformats.org/drawingml/2006/main">
            <a:pPr>
              <a:buNone/>
            </a:pPr>
            <a:r>
              <a:t>HOW SYSTEM WORKS 1 - 2</a:t>
            </a:r>
          </a:p>
        </p:txBody>
      </p:sp>
      <p:sp>
        <p:nvSpPr>
          <p:cNvPr id="824" name="TextBox 2">
            <a:extLst xmlns:a="http://schemas.openxmlformats.org/drawingml/2006/main">
              <a:ext uri="{FF2B5EF4-FFF2-40B4-BE49-F238E27FC236}">
                <a16:creationId xmlns:a16="http://schemas.microsoft.com/office/drawing/2014/main" id="{263DA1AC-A13E-4624-B4DC-245BD9CA97B0}"/>
              </a:ext>
            </a:extLst>
          </p:cNvPr>
          <p:cNvSpPr>
            <a:spLocks xmlns:a="http://schemas.openxmlformats.org/drawingml/2006/main" noGrp="1"/>
          </p:cNvSpPr>
          <p:nvPr/>
        </p:nvSpPr>
        <p:spPr>
          <a:xfrm xmlns:a="http://schemas.openxmlformats.org/drawingml/2006/main">
            <a:off x="603504" y="786383"/>
            <a:ext cx="10515601" cy="458849"/>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3000" b="1">
                <a:solidFill>
                  <a:srgbClr val="111318"/>
                </a:solidFill>
                <a:latin typeface="Helvetica Neue"/>
                <a:ea typeface="Helvetica Neue"/>
                <a:cs typeface="Helvetica Neue"/>
              </a:defRPr>
            </a:lvl1pPr>
          </a:lstStyle>
          <a:p xmlns:a="http://schemas.openxmlformats.org/drawingml/2006/main">
            <a:pPr>
              <a:buNone/>
            </a:pPr>
            <a:r>
              <a:t>It reads the rater</a:t>
            </a:r>
          </a:p>
        </p:txBody>
      </p:sp>
      <p:sp>
        <p:nvSpPr>
          <p:cNvPr id="825" name="TextBox 3">
            <a:extLst xmlns:a="http://schemas.openxmlformats.org/drawingml/2006/main">
              <a:ext uri="{FF2B5EF4-FFF2-40B4-BE49-F238E27FC236}">
                <a16:creationId xmlns:a16="http://schemas.microsoft.com/office/drawing/2014/main" id="{72219F39-DEC7-4C7E-BDA6-80D5DD2B5840}"/>
              </a:ext>
            </a:extLst>
          </p:cNvPr>
          <p:cNvSpPr>
            <a:spLocks xmlns:a="http://schemas.openxmlformats.org/drawingml/2006/main" noGrp="1"/>
          </p:cNvSpPr>
          <p:nvPr/>
        </p:nvSpPr>
        <p:spPr>
          <a:xfrm xmlns:a="http://schemas.openxmlformats.org/drawingml/2006/main">
            <a:off x="11082528" y="457198"/>
            <a:ext cx="438918" cy="136385"/>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r">
              <a:buNone/>
              <a:defRPr sz="900" b="1">
                <a:solidFill>
                  <a:srgbClr val="73777F"/>
                </a:solidFill>
                <a:latin typeface="Helvetica Neue"/>
                <a:ea typeface="Helvetica Neue"/>
                <a:cs typeface="Helvetica Neue"/>
              </a:defRPr>
            </a:lvl1pPr>
          </a:lstStyle>
          <a:p xmlns:a="http://schemas.openxmlformats.org/drawingml/2006/main">
            <a:pPr>
              <a:buNone/>
            </a:pPr>
            <a:r>
              <a:t>04</a:t>
            </a:r>
          </a:p>
        </p:txBody>
      </p:sp>
      <p:sp>
        <p:nvSpPr>
          <p:cNvPr id="826" name="Connector 4">
            <a:extLst xmlns:a="http://schemas.openxmlformats.org/drawingml/2006/main">
              <a:ext uri="{FF2B5EF4-FFF2-40B4-BE49-F238E27FC236}">
                <a16:creationId xmlns:a16="http://schemas.microsoft.com/office/drawing/2014/main" id="{0F964838-519D-4DBA-BE73-CE3C7DCEC019}"/>
              </a:ext>
            </a:extLst>
          </p:cNvPr>
          <p:cNvSpPr>
            <a:spLocks xmlns:a="http://schemas.openxmlformats.org/drawingml/2006/main" noGrp="1"/>
          </p:cNvSpPr>
          <p:nvPr/>
        </p:nvSpPr>
        <p:spPr>
          <a:xfrm xmlns:a="http://schemas.openxmlformats.org/drawingml/2006/main" flipH="1">
            <a:off x="6099047" y="1627632"/>
            <a:ext cx="7" cy="3511296"/>
          </a:xfrm>
          <a:prstGeom xmlns:a="http://schemas.openxmlformats.org/drawingml/2006/main" prst="line">
            <a:avLst/>
          </a:prstGeom>
          <a:ln xmlns:a="http://schemas.openxmlformats.org/drawingml/2006/main" w="1270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827" name="TextBox 5">
            <a:extLst xmlns:a="http://schemas.openxmlformats.org/drawingml/2006/main">
              <a:ext uri="{FF2B5EF4-FFF2-40B4-BE49-F238E27FC236}">
                <a16:creationId xmlns:a16="http://schemas.microsoft.com/office/drawing/2014/main" id="{8F595DA3-6ACD-49F7-BCDB-8B594F1C4008}"/>
              </a:ext>
            </a:extLst>
          </p:cNvPr>
          <p:cNvSpPr>
            <a:spLocks xmlns:a="http://schemas.openxmlformats.org/drawingml/2006/main" noGrp="1"/>
          </p:cNvSpPr>
          <p:nvPr/>
        </p:nvSpPr>
        <p:spPr>
          <a:xfrm xmlns:a="http://schemas.openxmlformats.org/drawingml/2006/main">
            <a:off x="822958" y="1572766"/>
            <a:ext cx="1645923" cy="14871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000" b="1">
                <a:solidFill>
                  <a:srgbClr val="FF705B"/>
                </a:solidFill>
                <a:latin typeface="Helvetica Neue"/>
                <a:ea typeface="Helvetica Neue"/>
                <a:cs typeface="Helvetica Neue"/>
              </a:defRPr>
            </a:lvl1pPr>
          </a:lstStyle>
          <a:p xmlns:a="http://schemas.openxmlformats.org/drawingml/2006/main">
            <a:pPr>
              <a:buNone/>
            </a:pPr>
            <a:r>
              <a:t>AMIGO</a:t>
            </a:r>
          </a:p>
        </p:txBody>
      </p:sp>
      <p:sp>
        <p:nvSpPr>
          <p:cNvPr id="828" name="Oval 6">
            <a:extLst xmlns:a="http://schemas.openxmlformats.org/drawingml/2006/main">
              <a:ext uri="{FF2B5EF4-FFF2-40B4-BE49-F238E27FC236}">
                <a16:creationId xmlns:a16="http://schemas.microsoft.com/office/drawing/2014/main" id="{7308AC6A-D8DE-420D-AE25-F88456309197}"/>
              </a:ext>
            </a:extLst>
          </p:cNvPr>
          <p:cNvSpPr>
            <a:spLocks xmlns:a="http://schemas.openxmlformats.org/drawingml/2006/main" noGrp="1"/>
          </p:cNvSpPr>
          <p:nvPr/>
        </p:nvSpPr>
        <p:spPr>
          <a:xfrm xmlns:a="http://schemas.openxmlformats.org/drawingml/2006/main">
            <a:off x="1234438" y="2221992"/>
            <a:ext cx="228605" cy="228605"/>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829" name="Connector 7">
            <a:extLst xmlns:a="http://schemas.openxmlformats.org/drawingml/2006/main">
              <a:ext uri="{FF2B5EF4-FFF2-40B4-BE49-F238E27FC236}">
                <a16:creationId xmlns:a16="http://schemas.microsoft.com/office/drawing/2014/main" id="{F0945210-0750-408A-87EF-A50C2B942D46}"/>
              </a:ext>
            </a:extLst>
          </p:cNvPr>
          <p:cNvSpPr>
            <a:spLocks xmlns:a="http://schemas.openxmlformats.org/drawingml/2006/main" noGrp="1"/>
          </p:cNvSpPr>
          <p:nvPr/>
        </p:nvSpPr>
        <p:spPr>
          <a:xfrm xmlns:a="http://schemas.openxmlformats.org/drawingml/2006/main">
            <a:off x="1348738" y="2450592"/>
            <a:ext cx="7" cy="377197"/>
          </a:xfrm>
          <a:prstGeom xmlns:a="http://schemas.openxmlformats.org/drawingml/2006/main" prst="line">
            <a:avLst/>
          </a:prstGeom>
          <a:ln xmlns:a="http://schemas.openxmlformats.org/drawingml/2006/main" w="1905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830" name="Connector 8">
            <a:extLst xmlns:a="http://schemas.openxmlformats.org/drawingml/2006/main">
              <a:ext uri="{FF2B5EF4-FFF2-40B4-BE49-F238E27FC236}">
                <a16:creationId xmlns:a16="http://schemas.microsoft.com/office/drawing/2014/main" id="{D55D5282-947F-4A9E-AE60-90F8DAB3A3FB}"/>
              </a:ext>
            </a:extLst>
          </p:cNvPr>
          <p:cNvSpPr>
            <a:spLocks xmlns:a="http://schemas.openxmlformats.org/drawingml/2006/main" noGrp="1"/>
          </p:cNvSpPr>
          <p:nvPr/>
        </p:nvSpPr>
        <p:spPr>
          <a:xfrm xmlns:a="http://schemas.openxmlformats.org/drawingml/2006/main">
            <a:off x="1188719" y="2610609"/>
            <a:ext cx="320047" cy="7"/>
          </a:xfrm>
          <a:prstGeom xmlns:a="http://schemas.openxmlformats.org/drawingml/2006/main" prst="line">
            <a:avLst/>
          </a:prstGeom>
          <a:ln xmlns:a="http://schemas.openxmlformats.org/drawingml/2006/main" w="1905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831" name="Connector 9">
            <a:extLst xmlns:a="http://schemas.openxmlformats.org/drawingml/2006/main">
              <a:ext uri="{FF2B5EF4-FFF2-40B4-BE49-F238E27FC236}">
                <a16:creationId xmlns:a16="http://schemas.microsoft.com/office/drawing/2014/main" id="{74630F3D-15B5-432E-B8AB-850E4FD4091C}"/>
              </a:ext>
            </a:extLst>
          </p:cNvPr>
          <p:cNvSpPr>
            <a:spLocks xmlns:a="http://schemas.openxmlformats.org/drawingml/2006/main" noGrp="1"/>
          </p:cNvSpPr>
          <p:nvPr/>
        </p:nvSpPr>
        <p:spPr>
          <a:xfrm xmlns:a="http://schemas.openxmlformats.org/drawingml/2006/main" flipH="1">
            <a:off x="1200149" y="2827782"/>
            <a:ext cx="148597" cy="240031"/>
          </a:xfrm>
          <a:prstGeom xmlns:a="http://schemas.openxmlformats.org/drawingml/2006/main" prst="line">
            <a:avLst/>
          </a:prstGeom>
          <a:ln xmlns:a="http://schemas.openxmlformats.org/drawingml/2006/main" w="1905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832" name="Connector 10">
            <a:extLst xmlns:a="http://schemas.openxmlformats.org/drawingml/2006/main">
              <a:ext uri="{FF2B5EF4-FFF2-40B4-BE49-F238E27FC236}">
                <a16:creationId xmlns:a16="http://schemas.microsoft.com/office/drawing/2014/main" id="{309110C1-9492-4BD7-81CC-D164A9F16981}"/>
              </a:ext>
            </a:extLst>
          </p:cNvPr>
          <p:cNvSpPr>
            <a:spLocks xmlns:a="http://schemas.openxmlformats.org/drawingml/2006/main" noGrp="1"/>
          </p:cNvSpPr>
          <p:nvPr/>
        </p:nvSpPr>
        <p:spPr>
          <a:xfrm xmlns:a="http://schemas.openxmlformats.org/drawingml/2006/main">
            <a:off x="1348734" y="2827781"/>
            <a:ext cx="148598" cy="240032"/>
          </a:xfrm>
          <a:prstGeom xmlns:a="http://schemas.openxmlformats.org/drawingml/2006/main" prst="line">
            <a:avLst/>
          </a:prstGeom>
          <a:ln xmlns:a="http://schemas.openxmlformats.org/drawingml/2006/main" w="1905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833" name="Rounded Rectangle 11">
            <a:extLst xmlns:a="http://schemas.openxmlformats.org/drawingml/2006/main">
              <a:ext uri="{FF2B5EF4-FFF2-40B4-BE49-F238E27FC236}">
                <a16:creationId xmlns:a16="http://schemas.microsoft.com/office/drawing/2014/main" id="{8D5C1C77-6C9C-4B39-9E07-A82C3FCE9FDF}"/>
              </a:ext>
            </a:extLst>
          </p:cNvPr>
          <p:cNvSpPr>
            <a:spLocks xmlns:a="http://schemas.openxmlformats.org/drawingml/2006/main" noGrp="1"/>
          </p:cNvSpPr>
          <p:nvPr/>
        </p:nvSpPr>
        <p:spPr>
          <a:xfrm xmlns:a="http://schemas.openxmlformats.org/drawingml/2006/main">
            <a:off x="3310128" y="2011677"/>
            <a:ext cx="1353319" cy="1719075"/>
          </a:xfrm>
          <a:prstGeom xmlns:a="http://schemas.openxmlformats.org/drawingml/2006/main" prst="roundRect">
            <a:avLst>
              <a:gd name="adj" fmla="val 16667"/>
            </a:avLst>
          </a:prstGeom>
          <a:ln xmlns:a="http://schemas.openxmlformats.org/drawingml/2006/main" w="1397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834" name="Connector 12">
            <a:extLst xmlns:a="http://schemas.openxmlformats.org/drawingml/2006/main">
              <a:ext uri="{FF2B5EF4-FFF2-40B4-BE49-F238E27FC236}">
                <a16:creationId xmlns:a16="http://schemas.microsoft.com/office/drawing/2014/main" id="{8CA2FA3E-0A27-499D-902D-62F1E7DE92A7}"/>
              </a:ext>
            </a:extLst>
          </p:cNvPr>
          <p:cNvSpPr>
            <a:spLocks xmlns:a="http://schemas.openxmlformats.org/drawingml/2006/main" noGrp="1"/>
          </p:cNvSpPr>
          <p:nvPr/>
        </p:nvSpPr>
        <p:spPr>
          <a:xfrm xmlns:a="http://schemas.openxmlformats.org/drawingml/2006/main">
            <a:off x="3529584" y="2450592"/>
            <a:ext cx="914406" cy="6"/>
          </a:xfrm>
          <a:prstGeom xmlns:a="http://schemas.openxmlformats.org/drawingml/2006/main" prst="line">
            <a:avLst/>
          </a:prstGeom>
          <a:ln xmlns:a="http://schemas.openxmlformats.org/drawingml/2006/main" w="1524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835" name="Connector 13">
            <a:extLst xmlns:a="http://schemas.openxmlformats.org/drawingml/2006/main">
              <a:ext uri="{FF2B5EF4-FFF2-40B4-BE49-F238E27FC236}">
                <a16:creationId xmlns:a16="http://schemas.microsoft.com/office/drawing/2014/main" id="{7A3E7867-1DFA-4D57-849F-84B01515CBB2}"/>
              </a:ext>
            </a:extLst>
          </p:cNvPr>
          <p:cNvSpPr>
            <a:spLocks xmlns:a="http://schemas.openxmlformats.org/drawingml/2006/main" noGrp="1"/>
          </p:cNvSpPr>
          <p:nvPr/>
        </p:nvSpPr>
        <p:spPr>
          <a:xfrm xmlns:a="http://schemas.openxmlformats.org/drawingml/2006/main">
            <a:off x="3529584" y="2761486"/>
            <a:ext cx="786391" cy="9"/>
          </a:xfrm>
          <a:prstGeom xmlns:a="http://schemas.openxmlformats.org/drawingml/2006/main" prst="line">
            <a:avLst/>
          </a:prstGeom>
          <a:ln xmlns:a="http://schemas.openxmlformats.org/drawingml/2006/main" w="1524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836" name="Connector 14">
            <a:extLst xmlns:a="http://schemas.openxmlformats.org/drawingml/2006/main">
              <a:ext uri="{FF2B5EF4-FFF2-40B4-BE49-F238E27FC236}">
                <a16:creationId xmlns:a16="http://schemas.microsoft.com/office/drawing/2014/main" id="{500FC6A1-F981-4603-A628-F7101AD1F16C}"/>
              </a:ext>
            </a:extLst>
          </p:cNvPr>
          <p:cNvSpPr>
            <a:spLocks xmlns:a="http://schemas.openxmlformats.org/drawingml/2006/main" noGrp="1"/>
          </p:cNvSpPr>
          <p:nvPr/>
        </p:nvSpPr>
        <p:spPr>
          <a:xfrm xmlns:a="http://schemas.openxmlformats.org/drawingml/2006/main">
            <a:off x="3529584" y="3072382"/>
            <a:ext cx="877830" cy="7"/>
          </a:xfrm>
          <a:prstGeom xmlns:a="http://schemas.openxmlformats.org/drawingml/2006/main" prst="line">
            <a:avLst/>
          </a:prstGeom>
          <a:ln xmlns:a="http://schemas.openxmlformats.org/drawingml/2006/main" w="1524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837" name="Oval 15">
            <a:extLst xmlns:a="http://schemas.openxmlformats.org/drawingml/2006/main">
              <a:ext uri="{FF2B5EF4-FFF2-40B4-BE49-F238E27FC236}">
                <a16:creationId xmlns:a16="http://schemas.microsoft.com/office/drawing/2014/main" id="{4C6CA78A-B9AC-4EF8-94E6-928D298FC3B6}"/>
              </a:ext>
            </a:extLst>
          </p:cNvPr>
          <p:cNvSpPr>
            <a:spLocks xmlns:a="http://schemas.openxmlformats.org/drawingml/2006/main" noGrp="1"/>
          </p:cNvSpPr>
          <p:nvPr/>
        </p:nvSpPr>
        <p:spPr>
          <a:xfrm xmlns:a="http://schemas.openxmlformats.org/drawingml/2006/main">
            <a:off x="2331720" y="2587749"/>
            <a:ext cx="201181" cy="201181"/>
          </a:xfrm>
          <a:prstGeom xmlns:a="http://schemas.openxmlformats.org/drawingml/2006/main" prst="ellipse">
            <a:avLst/>
          </a:prstGeom>
          <a:solidFill xmlns:a="http://schemas.openxmlformats.org/drawingml/2006/main">
            <a:srgbClr val="1FA873"/>
          </a:solidFill>
          <a:ln xmlns:a="http://schemas.openxmlformats.org/drawingml/2006/main" w="10160">
            <a:solidFill>
              <a:srgbClr val="1FA873"/>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838" name="Connector 16">
            <a:extLst xmlns:a="http://schemas.openxmlformats.org/drawingml/2006/main">
              <a:ext uri="{FF2B5EF4-FFF2-40B4-BE49-F238E27FC236}">
                <a16:creationId xmlns:a16="http://schemas.microsoft.com/office/drawing/2014/main" id="{D2995E1C-0C4E-46B3-B044-5A3B40ABEB05}"/>
              </a:ext>
            </a:extLst>
          </p:cNvPr>
          <p:cNvSpPr>
            <a:spLocks xmlns:a="http://schemas.openxmlformats.org/drawingml/2006/main" noGrp="1"/>
          </p:cNvSpPr>
          <p:nvPr/>
        </p:nvSpPr>
        <p:spPr>
          <a:xfrm xmlns:a="http://schemas.openxmlformats.org/drawingml/2006/main">
            <a:off x="2372865" y="2697476"/>
            <a:ext cx="45727" cy="45727"/>
          </a:xfrm>
          <a:prstGeom xmlns:a="http://schemas.openxmlformats.org/drawingml/2006/main" prst="line">
            <a:avLst/>
          </a:prstGeom>
          <a:ln xmlns:a="http://schemas.openxmlformats.org/drawingml/2006/main" w="16510">
            <a:solidFill>
              <a:srgbClr val="FFFFF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839" name="Connector 17">
            <a:extLst xmlns:a="http://schemas.openxmlformats.org/drawingml/2006/main">
              <a:ext uri="{FF2B5EF4-FFF2-40B4-BE49-F238E27FC236}">
                <a16:creationId xmlns:a16="http://schemas.microsoft.com/office/drawing/2014/main" id="{78EC5E86-9833-40D0-8558-EFAFCD451BE0}"/>
              </a:ext>
            </a:extLst>
          </p:cNvPr>
          <p:cNvSpPr>
            <a:spLocks xmlns:a="http://schemas.openxmlformats.org/drawingml/2006/main" noGrp="1"/>
          </p:cNvSpPr>
          <p:nvPr/>
        </p:nvSpPr>
        <p:spPr>
          <a:xfrm xmlns:a="http://schemas.openxmlformats.org/drawingml/2006/main" flipV="1">
            <a:off x="2418587" y="2642616"/>
            <a:ext cx="82303" cy="100591"/>
          </a:xfrm>
          <a:prstGeom xmlns:a="http://schemas.openxmlformats.org/drawingml/2006/main" prst="line">
            <a:avLst/>
          </a:prstGeom>
          <a:ln xmlns:a="http://schemas.openxmlformats.org/drawingml/2006/main" w="16510">
            <a:solidFill>
              <a:srgbClr val="FFFFF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840" name="TextBox 18">
            <a:extLst xmlns:a="http://schemas.openxmlformats.org/drawingml/2006/main">
              <a:ext uri="{FF2B5EF4-FFF2-40B4-BE49-F238E27FC236}">
                <a16:creationId xmlns:a16="http://schemas.microsoft.com/office/drawing/2014/main" id="{3E1C9298-95CC-476C-8CDF-3AB5EECF8F0A}"/>
              </a:ext>
            </a:extLst>
          </p:cNvPr>
          <p:cNvSpPr>
            <a:spLocks xmlns:a="http://schemas.openxmlformats.org/drawingml/2006/main" noGrp="1"/>
          </p:cNvSpPr>
          <p:nvPr/>
        </p:nvSpPr>
        <p:spPr>
          <a:xfrm xmlns:a="http://schemas.openxmlformats.org/drawingml/2006/main">
            <a:off x="2103120" y="2907792"/>
            <a:ext cx="713239" cy="136385"/>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900" b="1">
                <a:solidFill>
                  <a:srgbClr val="1FA873"/>
                </a:solidFill>
                <a:latin typeface="Helvetica Neue"/>
                <a:ea typeface="Helvetica Neue"/>
                <a:cs typeface="Helvetica Neue"/>
              </a:defRPr>
            </a:lvl1pPr>
          </a:lstStyle>
          <a:p xmlns:a="http://schemas.openxmlformats.org/drawingml/2006/main">
            <a:pPr>
              <a:buNone/>
            </a:pPr>
            <a:r>
              <a:t>HELPFUL</a:t>
            </a:r>
          </a:p>
        </p:txBody>
      </p:sp>
      <p:sp>
        <p:nvSpPr>
          <p:cNvPr id="841" name="Connector 19">
            <a:extLst xmlns:a="http://schemas.openxmlformats.org/drawingml/2006/main">
              <a:ext uri="{FF2B5EF4-FFF2-40B4-BE49-F238E27FC236}">
                <a16:creationId xmlns:a16="http://schemas.microsoft.com/office/drawing/2014/main" id="{D107D2AD-F216-41BF-866F-0917359052C7}"/>
              </a:ext>
            </a:extLst>
          </p:cNvPr>
          <p:cNvSpPr>
            <a:spLocks xmlns:a="http://schemas.openxmlformats.org/drawingml/2006/main" noGrp="1"/>
          </p:cNvSpPr>
          <p:nvPr/>
        </p:nvSpPr>
        <p:spPr>
          <a:xfrm xmlns:a="http://schemas.openxmlformats.org/drawingml/2006/main">
            <a:off x="1837943" y="2688332"/>
            <a:ext cx="411486" cy="7"/>
          </a:xfrm>
          <a:prstGeom xmlns:a="http://schemas.openxmlformats.org/drawingml/2006/main" prst="line">
            <a:avLst/>
          </a:prstGeom>
          <a:ln xmlns:a="http://schemas.openxmlformats.org/drawingml/2006/main" w="1778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842" name="Connector 20">
            <a:extLst xmlns:a="http://schemas.openxmlformats.org/drawingml/2006/main">
              <a:ext uri="{FF2B5EF4-FFF2-40B4-BE49-F238E27FC236}">
                <a16:creationId xmlns:a16="http://schemas.microsoft.com/office/drawing/2014/main" id="{562D76DD-D870-40F5-81DB-02C7D3F47140}"/>
              </a:ext>
            </a:extLst>
          </p:cNvPr>
          <p:cNvSpPr>
            <a:spLocks xmlns:a="http://schemas.openxmlformats.org/drawingml/2006/main" noGrp="1"/>
          </p:cNvSpPr>
          <p:nvPr/>
        </p:nvSpPr>
        <p:spPr>
          <a:xfrm xmlns:a="http://schemas.openxmlformats.org/drawingml/2006/main">
            <a:off x="2578604" y="2688332"/>
            <a:ext cx="694952" cy="7"/>
          </a:xfrm>
          <a:prstGeom xmlns:a="http://schemas.openxmlformats.org/drawingml/2006/main" prst="line">
            <a:avLst/>
          </a:prstGeom>
          <a:ln xmlns:a="http://schemas.openxmlformats.org/drawingml/2006/main" w="1778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843" name="TextBox 21">
            <a:extLst xmlns:a="http://schemas.openxmlformats.org/drawingml/2006/main">
              <a:ext uri="{FF2B5EF4-FFF2-40B4-BE49-F238E27FC236}">
                <a16:creationId xmlns:a16="http://schemas.microsoft.com/office/drawing/2014/main" id="{1FDFDD66-744E-46AA-ABFB-20B9AE9CD035}"/>
              </a:ext>
            </a:extLst>
          </p:cNvPr>
          <p:cNvSpPr>
            <a:spLocks xmlns:a="http://schemas.openxmlformats.org/drawingml/2006/main" noGrp="1"/>
          </p:cNvSpPr>
          <p:nvPr/>
        </p:nvSpPr>
        <p:spPr>
          <a:xfrm xmlns:a="http://schemas.openxmlformats.org/drawingml/2006/main">
            <a:off x="1051560" y="4087367"/>
            <a:ext cx="1371607" cy="16104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100" b="1">
                <a:solidFill>
                  <a:srgbClr val="73777F"/>
                </a:solidFill>
                <a:latin typeface="Helvetica Neue"/>
                <a:ea typeface="Helvetica Neue"/>
                <a:cs typeface="Helvetica Neue"/>
              </a:defRPr>
            </a:lvl1pPr>
          </a:lstStyle>
          <a:p xmlns:a="http://schemas.openxmlformats.org/drawingml/2006/main">
            <a:pPr>
              <a:buNone/>
            </a:pPr>
            <a:r>
              <a:t>EXPECTED</a:t>
            </a:r>
          </a:p>
        </p:txBody>
      </p:sp>
      <p:sp>
        <p:nvSpPr>
          <p:cNvPr id="844" name="TextBox 22">
            <a:extLst xmlns:a="http://schemas.openxmlformats.org/drawingml/2006/main">
              <a:ext uri="{FF2B5EF4-FFF2-40B4-BE49-F238E27FC236}">
                <a16:creationId xmlns:a16="http://schemas.microsoft.com/office/drawing/2014/main" id="{4C1D7C7A-430B-4022-97C5-6D48AEBBB977}"/>
              </a:ext>
            </a:extLst>
          </p:cNvPr>
          <p:cNvSpPr>
            <a:spLocks xmlns:a="http://schemas.openxmlformats.org/drawingml/2006/main" noGrp="1"/>
          </p:cNvSpPr>
          <p:nvPr/>
        </p:nvSpPr>
        <p:spPr>
          <a:xfrm xmlns:a="http://schemas.openxmlformats.org/drawingml/2006/main">
            <a:off x="2487166" y="3931920"/>
            <a:ext cx="1188724" cy="35676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lgn="ctr">
              <a:buNone/>
              <a:defRPr sz="2300" b="1">
                <a:solidFill>
                  <a:srgbClr val="FF705B"/>
                </a:solidFill>
                <a:latin typeface="Helvetica Neue"/>
                <a:ea typeface="Helvetica Neue"/>
                <a:cs typeface="Helvetica Neue"/>
              </a:defRPr>
            </a:pPr>
            <a:r>
              <a:t>f</a:t>
            </a:r>
            <a:r>
              <a:rPr>
                <a:latin typeface="+mn-lt"/>
                <a:ea typeface="+mn-lt"/>
                <a:cs typeface="+mn-lt"/>
              </a:rPr>
              <a:t>ᵤ </a:t>
            </a:r>
            <a:r>
              <a:t>· fₙ</a:t>
            </a:r>
          </a:p>
        </p:txBody>
      </p:sp>
      <p:sp>
        <p:nvSpPr>
          <p:cNvPr id="845" name="TextBox 23">
            <a:extLst xmlns:a="http://schemas.openxmlformats.org/drawingml/2006/main">
              <a:ext uri="{FF2B5EF4-FFF2-40B4-BE49-F238E27FC236}">
                <a16:creationId xmlns:a16="http://schemas.microsoft.com/office/drawing/2014/main" id="{DC2C9A50-0426-44B2-98BE-C204B5DD40A0}"/>
              </a:ext>
            </a:extLst>
          </p:cNvPr>
          <p:cNvSpPr>
            <a:spLocks xmlns:a="http://schemas.openxmlformats.org/drawingml/2006/main" noGrp="1"/>
          </p:cNvSpPr>
          <p:nvPr/>
        </p:nvSpPr>
        <p:spPr>
          <a:xfrm xmlns:a="http://schemas.openxmlformats.org/drawingml/2006/main">
            <a:off x="3977637" y="3950208"/>
            <a:ext cx="1115573" cy="322464"/>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2100" b="1">
                <a:solidFill>
                  <a:srgbClr val="73777F"/>
                </a:solidFill>
                <a:latin typeface="Helvetica Neue"/>
                <a:ea typeface="Helvetica Neue"/>
                <a:cs typeface="Helvetica Neue"/>
              </a:defRPr>
            </a:lvl1pPr>
          </a:lstStyle>
          <a:p xmlns:a="http://schemas.openxmlformats.org/drawingml/2006/main">
            <a:pPr>
              <a:buNone/>
            </a:pPr>
            <a:r>
              <a:t>iₙ  —</a:t>
            </a:r>
          </a:p>
        </p:txBody>
      </p:sp>
      <p:sp>
        <p:nvSpPr>
          <p:cNvPr id="846" name="Connector 24">
            <a:extLst xmlns:a="http://schemas.openxmlformats.org/drawingml/2006/main">
              <a:ext uri="{FF2B5EF4-FFF2-40B4-BE49-F238E27FC236}">
                <a16:creationId xmlns:a16="http://schemas.microsoft.com/office/drawing/2014/main" id="{54416CCC-062A-4964-8F5A-B2D2ECAF2114}"/>
              </a:ext>
            </a:extLst>
          </p:cNvPr>
          <p:cNvSpPr>
            <a:spLocks xmlns:a="http://schemas.openxmlformats.org/drawingml/2006/main" noGrp="1"/>
          </p:cNvSpPr>
          <p:nvPr/>
        </p:nvSpPr>
        <p:spPr>
          <a:xfrm xmlns:a="http://schemas.openxmlformats.org/drawingml/2006/main">
            <a:off x="2240277" y="4160520"/>
            <a:ext cx="228605" cy="7"/>
          </a:xfrm>
          <a:prstGeom xmlns:a="http://schemas.openxmlformats.org/drawingml/2006/main" prst="line">
            <a:avLst/>
          </a:prstGeom>
          <a:ln xmlns:a="http://schemas.openxmlformats.org/drawingml/2006/main" w="1651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847" name="Connector 25">
            <a:extLst xmlns:a="http://schemas.openxmlformats.org/drawingml/2006/main">
              <a:ext uri="{FF2B5EF4-FFF2-40B4-BE49-F238E27FC236}">
                <a16:creationId xmlns:a16="http://schemas.microsoft.com/office/drawing/2014/main" id="{C4507A75-12B3-483B-A891-52B96AADFCD1}"/>
              </a:ext>
            </a:extLst>
          </p:cNvPr>
          <p:cNvSpPr>
            <a:spLocks xmlns:a="http://schemas.openxmlformats.org/drawingml/2006/main" noGrp="1"/>
          </p:cNvSpPr>
          <p:nvPr/>
        </p:nvSpPr>
        <p:spPr>
          <a:xfrm xmlns:a="http://schemas.openxmlformats.org/drawingml/2006/main">
            <a:off x="3657598" y="4160520"/>
            <a:ext cx="274328" cy="7"/>
          </a:xfrm>
          <a:prstGeom xmlns:a="http://schemas.openxmlformats.org/drawingml/2006/main" prst="line">
            <a:avLst/>
          </a:prstGeom>
          <a:ln xmlns:a="http://schemas.openxmlformats.org/drawingml/2006/main" w="1651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848" name="TextBox 26">
            <a:extLst xmlns:a="http://schemas.openxmlformats.org/drawingml/2006/main">
              <a:ext uri="{FF2B5EF4-FFF2-40B4-BE49-F238E27FC236}">
                <a16:creationId xmlns:a16="http://schemas.microsoft.com/office/drawing/2014/main" id="{3FC9DD33-6BDB-4549-B4FA-A9C727CEF4C1}"/>
              </a:ext>
            </a:extLst>
          </p:cNvPr>
          <p:cNvSpPr>
            <a:spLocks xmlns:a="http://schemas.openxmlformats.org/drawingml/2006/main" noGrp="1"/>
          </p:cNvSpPr>
          <p:nvPr/>
        </p:nvSpPr>
        <p:spPr>
          <a:xfrm xmlns:a="http://schemas.openxmlformats.org/drawingml/2006/main">
            <a:off x="987548" y="4773167"/>
            <a:ext cx="3200410" cy="210743"/>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400" b="1">
                <a:solidFill>
                  <a:srgbClr val="FF705B"/>
                </a:solidFill>
                <a:latin typeface="Helvetica Neue"/>
                <a:ea typeface="Helvetica Neue"/>
                <a:cs typeface="Helvetica Neue"/>
              </a:defRPr>
            </a:pPr>
            <a:r>
              <a:t>• </a:t>
            </a:r>
            <a:r>
              <a:rPr b="0">
                <a:solidFill>
                  <a:srgbClr val="73777F"/>
                </a:solidFill>
              </a:rPr>
              <a:t>Predictable partisan support</a:t>
            </a:r>
          </a:p>
        </p:txBody>
      </p:sp>
      <p:sp>
        <p:nvSpPr>
          <p:cNvPr id="849" name="TextBox 27">
            <a:extLst xmlns:a="http://schemas.openxmlformats.org/drawingml/2006/main">
              <a:ext uri="{FF2B5EF4-FFF2-40B4-BE49-F238E27FC236}">
                <a16:creationId xmlns:a16="http://schemas.microsoft.com/office/drawing/2014/main" id="{E8E6F38C-B2EC-47BE-84C5-22E81D302BF3}"/>
              </a:ext>
            </a:extLst>
          </p:cNvPr>
          <p:cNvSpPr>
            <a:spLocks xmlns:a="http://schemas.openxmlformats.org/drawingml/2006/main" noGrp="1"/>
          </p:cNvSpPr>
          <p:nvPr/>
        </p:nvSpPr>
        <p:spPr>
          <a:xfrm xmlns:a="http://schemas.openxmlformats.org/drawingml/2006/main">
            <a:off x="6419086" y="1572766"/>
            <a:ext cx="2468888" cy="14871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000" b="1">
                <a:solidFill>
                  <a:srgbClr val="1FA873"/>
                </a:solidFill>
                <a:latin typeface="Helvetica Neue"/>
                <a:ea typeface="Helvetica Neue"/>
                <a:cs typeface="Helvetica Neue"/>
              </a:defRPr>
            </a:lvl1pPr>
          </a:lstStyle>
          <a:p xmlns:a="http://schemas.openxmlformats.org/drawingml/2006/main">
            <a:pPr>
              <a:buNone/>
            </a:pPr>
            <a:r>
              <a:t>ENEMIES SHAKE HANDS</a:t>
            </a:r>
          </a:p>
        </p:txBody>
      </p:sp>
      <p:sp>
        <p:nvSpPr>
          <p:cNvPr id="850" name="Oval 28">
            <a:extLst xmlns:a="http://schemas.openxmlformats.org/drawingml/2006/main">
              <a:ext uri="{FF2B5EF4-FFF2-40B4-BE49-F238E27FC236}">
                <a16:creationId xmlns:a16="http://schemas.microsoft.com/office/drawing/2014/main" id="{9E3DEF07-D277-487A-B695-DC51F5C5AD27}"/>
              </a:ext>
            </a:extLst>
          </p:cNvPr>
          <p:cNvSpPr>
            <a:spLocks xmlns:a="http://schemas.openxmlformats.org/drawingml/2006/main" noGrp="1"/>
          </p:cNvSpPr>
          <p:nvPr/>
        </p:nvSpPr>
        <p:spPr>
          <a:xfrm xmlns:a="http://schemas.openxmlformats.org/drawingml/2006/main">
            <a:off x="6903718" y="2221992"/>
            <a:ext cx="215799" cy="215799"/>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851" name="Connector 29">
            <a:extLst xmlns:a="http://schemas.openxmlformats.org/drawingml/2006/main">
              <a:ext uri="{FF2B5EF4-FFF2-40B4-BE49-F238E27FC236}">
                <a16:creationId xmlns:a16="http://schemas.microsoft.com/office/drawing/2014/main" id="{2FBE6E23-5108-40D6-80CA-BCF86EB72924}"/>
              </a:ext>
            </a:extLst>
          </p:cNvPr>
          <p:cNvSpPr>
            <a:spLocks xmlns:a="http://schemas.openxmlformats.org/drawingml/2006/main" noGrp="1"/>
          </p:cNvSpPr>
          <p:nvPr/>
        </p:nvSpPr>
        <p:spPr>
          <a:xfrm xmlns:a="http://schemas.openxmlformats.org/drawingml/2006/main">
            <a:off x="7011619" y="2437787"/>
            <a:ext cx="7" cy="356075"/>
          </a:xfrm>
          <a:prstGeom xmlns:a="http://schemas.openxmlformats.org/drawingml/2006/main" prst="line">
            <a:avLst/>
          </a:prstGeom>
          <a:ln xmlns:a="http://schemas.openxmlformats.org/drawingml/2006/main" w="1905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852" name="Connector 30">
            <a:extLst xmlns:a="http://schemas.openxmlformats.org/drawingml/2006/main">
              <a:ext uri="{FF2B5EF4-FFF2-40B4-BE49-F238E27FC236}">
                <a16:creationId xmlns:a16="http://schemas.microsoft.com/office/drawing/2014/main" id="{872A51E3-33D3-43EB-BFE9-9CD2274D9681}"/>
              </a:ext>
            </a:extLst>
          </p:cNvPr>
          <p:cNvSpPr>
            <a:spLocks xmlns:a="http://schemas.openxmlformats.org/drawingml/2006/main" noGrp="1"/>
          </p:cNvSpPr>
          <p:nvPr/>
        </p:nvSpPr>
        <p:spPr>
          <a:xfrm xmlns:a="http://schemas.openxmlformats.org/drawingml/2006/main">
            <a:off x="6860560" y="2588847"/>
            <a:ext cx="302125" cy="6"/>
          </a:xfrm>
          <a:prstGeom xmlns:a="http://schemas.openxmlformats.org/drawingml/2006/main" prst="line">
            <a:avLst/>
          </a:prstGeom>
          <a:ln xmlns:a="http://schemas.openxmlformats.org/drawingml/2006/main" w="1905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853" name="Connector 31">
            <a:extLst xmlns:a="http://schemas.openxmlformats.org/drawingml/2006/main">
              <a:ext uri="{FF2B5EF4-FFF2-40B4-BE49-F238E27FC236}">
                <a16:creationId xmlns:a16="http://schemas.microsoft.com/office/drawing/2014/main" id="{A74FF59C-28CD-4BEA-B399-A3AFA26497E5}"/>
              </a:ext>
            </a:extLst>
          </p:cNvPr>
          <p:cNvSpPr>
            <a:spLocks xmlns:a="http://schemas.openxmlformats.org/drawingml/2006/main" noGrp="1"/>
          </p:cNvSpPr>
          <p:nvPr/>
        </p:nvSpPr>
        <p:spPr>
          <a:xfrm xmlns:a="http://schemas.openxmlformats.org/drawingml/2006/main" flipH="1">
            <a:off x="6871350" y="2793856"/>
            <a:ext cx="140276" cy="226591"/>
          </a:xfrm>
          <a:prstGeom xmlns:a="http://schemas.openxmlformats.org/drawingml/2006/main" prst="line">
            <a:avLst/>
          </a:prstGeom>
          <a:ln xmlns:a="http://schemas.openxmlformats.org/drawingml/2006/main" w="1905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854" name="Connector 32">
            <a:extLst xmlns:a="http://schemas.openxmlformats.org/drawingml/2006/main">
              <a:ext uri="{FF2B5EF4-FFF2-40B4-BE49-F238E27FC236}">
                <a16:creationId xmlns:a16="http://schemas.microsoft.com/office/drawing/2014/main" id="{0E53B023-0CE9-4CF5-BCAA-16F9846D94E3}"/>
              </a:ext>
            </a:extLst>
          </p:cNvPr>
          <p:cNvSpPr>
            <a:spLocks xmlns:a="http://schemas.openxmlformats.org/drawingml/2006/main" noGrp="1"/>
          </p:cNvSpPr>
          <p:nvPr/>
        </p:nvSpPr>
        <p:spPr>
          <a:xfrm xmlns:a="http://schemas.openxmlformats.org/drawingml/2006/main">
            <a:off x="7011619" y="2793856"/>
            <a:ext cx="140276" cy="226591"/>
          </a:xfrm>
          <a:prstGeom xmlns:a="http://schemas.openxmlformats.org/drawingml/2006/main" prst="line">
            <a:avLst/>
          </a:prstGeom>
          <a:ln xmlns:a="http://schemas.openxmlformats.org/drawingml/2006/main" w="1905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855" name="Rounded Rectangle 33">
            <a:extLst xmlns:a="http://schemas.openxmlformats.org/drawingml/2006/main">
              <a:ext uri="{FF2B5EF4-FFF2-40B4-BE49-F238E27FC236}">
                <a16:creationId xmlns:a16="http://schemas.microsoft.com/office/drawing/2014/main" id="{5321B72D-ED51-45FA-9278-4D027E5ED603}"/>
              </a:ext>
            </a:extLst>
          </p:cNvPr>
          <p:cNvSpPr>
            <a:spLocks xmlns:a="http://schemas.openxmlformats.org/drawingml/2006/main" noGrp="1"/>
          </p:cNvSpPr>
          <p:nvPr/>
        </p:nvSpPr>
        <p:spPr>
          <a:xfrm xmlns:a="http://schemas.openxmlformats.org/drawingml/2006/main">
            <a:off x="8320327" y="2009138"/>
            <a:ext cx="1353315" cy="1719074"/>
          </a:xfrm>
          <a:prstGeom xmlns:a="http://schemas.openxmlformats.org/drawingml/2006/main" prst="roundRect">
            <a:avLst>
              <a:gd name="adj" fmla="val 16667"/>
            </a:avLst>
          </a:prstGeom>
          <a:ln xmlns:a="http://schemas.openxmlformats.org/drawingml/2006/main" w="1397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856" name="Connector 34">
            <a:extLst xmlns:a="http://schemas.openxmlformats.org/drawingml/2006/main">
              <a:ext uri="{FF2B5EF4-FFF2-40B4-BE49-F238E27FC236}">
                <a16:creationId xmlns:a16="http://schemas.microsoft.com/office/drawing/2014/main" id="{D01DDCD0-190F-4346-BE1F-A377EF4104BB}"/>
              </a:ext>
            </a:extLst>
          </p:cNvPr>
          <p:cNvSpPr>
            <a:spLocks xmlns:a="http://schemas.openxmlformats.org/drawingml/2006/main" noGrp="1"/>
          </p:cNvSpPr>
          <p:nvPr/>
        </p:nvSpPr>
        <p:spPr>
          <a:xfrm xmlns:a="http://schemas.openxmlformats.org/drawingml/2006/main">
            <a:off x="8539781" y="2448049"/>
            <a:ext cx="914407" cy="6"/>
          </a:xfrm>
          <a:prstGeom xmlns:a="http://schemas.openxmlformats.org/drawingml/2006/main" prst="line">
            <a:avLst/>
          </a:prstGeom>
          <a:ln xmlns:a="http://schemas.openxmlformats.org/drawingml/2006/main" w="1524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857" name="Connector 35">
            <a:extLst xmlns:a="http://schemas.openxmlformats.org/drawingml/2006/main">
              <a:ext uri="{FF2B5EF4-FFF2-40B4-BE49-F238E27FC236}">
                <a16:creationId xmlns:a16="http://schemas.microsoft.com/office/drawing/2014/main" id="{CE0AF914-3DCF-4DEF-9313-AE4800E38907}"/>
              </a:ext>
            </a:extLst>
          </p:cNvPr>
          <p:cNvSpPr>
            <a:spLocks xmlns:a="http://schemas.openxmlformats.org/drawingml/2006/main" noGrp="1"/>
          </p:cNvSpPr>
          <p:nvPr/>
        </p:nvSpPr>
        <p:spPr>
          <a:xfrm xmlns:a="http://schemas.openxmlformats.org/drawingml/2006/main">
            <a:off x="8539781" y="2758943"/>
            <a:ext cx="786391" cy="9"/>
          </a:xfrm>
          <a:prstGeom xmlns:a="http://schemas.openxmlformats.org/drawingml/2006/main" prst="line">
            <a:avLst/>
          </a:prstGeom>
          <a:ln xmlns:a="http://schemas.openxmlformats.org/drawingml/2006/main" w="1524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858" name="Connector 36">
            <a:extLst xmlns:a="http://schemas.openxmlformats.org/drawingml/2006/main">
              <a:ext uri="{FF2B5EF4-FFF2-40B4-BE49-F238E27FC236}">
                <a16:creationId xmlns:a16="http://schemas.microsoft.com/office/drawing/2014/main" id="{EA6C6277-47AF-4210-A407-F0AAF6C8347A}"/>
              </a:ext>
            </a:extLst>
          </p:cNvPr>
          <p:cNvSpPr>
            <a:spLocks xmlns:a="http://schemas.openxmlformats.org/drawingml/2006/main" noGrp="1"/>
          </p:cNvSpPr>
          <p:nvPr/>
        </p:nvSpPr>
        <p:spPr>
          <a:xfrm xmlns:a="http://schemas.openxmlformats.org/drawingml/2006/main">
            <a:off x="8539781" y="3069842"/>
            <a:ext cx="877831" cy="7"/>
          </a:xfrm>
          <a:prstGeom xmlns:a="http://schemas.openxmlformats.org/drawingml/2006/main" prst="line">
            <a:avLst/>
          </a:prstGeom>
          <a:ln xmlns:a="http://schemas.openxmlformats.org/drawingml/2006/main" w="1524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859" name="Oval 37">
            <a:extLst xmlns:a="http://schemas.openxmlformats.org/drawingml/2006/main">
              <a:ext uri="{FF2B5EF4-FFF2-40B4-BE49-F238E27FC236}">
                <a16:creationId xmlns:a16="http://schemas.microsoft.com/office/drawing/2014/main" id="{B866A7A3-9967-4370-9E72-A6E944CD910B}"/>
              </a:ext>
            </a:extLst>
          </p:cNvPr>
          <p:cNvSpPr>
            <a:spLocks xmlns:a="http://schemas.openxmlformats.org/drawingml/2006/main" noGrp="1"/>
          </p:cNvSpPr>
          <p:nvPr/>
        </p:nvSpPr>
        <p:spPr>
          <a:xfrm xmlns:a="http://schemas.openxmlformats.org/drawingml/2006/main">
            <a:off x="10602500" y="2226117"/>
            <a:ext cx="215799" cy="215799"/>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860" name="Connector 38">
            <a:extLst xmlns:a="http://schemas.openxmlformats.org/drawingml/2006/main">
              <a:ext uri="{FF2B5EF4-FFF2-40B4-BE49-F238E27FC236}">
                <a16:creationId xmlns:a16="http://schemas.microsoft.com/office/drawing/2014/main" id="{A9CBC069-8AA4-4899-9E74-CA333671577B}"/>
              </a:ext>
            </a:extLst>
          </p:cNvPr>
          <p:cNvSpPr>
            <a:spLocks xmlns:a="http://schemas.openxmlformats.org/drawingml/2006/main" noGrp="1"/>
          </p:cNvSpPr>
          <p:nvPr/>
        </p:nvSpPr>
        <p:spPr>
          <a:xfrm xmlns:a="http://schemas.openxmlformats.org/drawingml/2006/main">
            <a:off x="10710401" y="2441915"/>
            <a:ext cx="7" cy="356074"/>
          </a:xfrm>
          <a:prstGeom xmlns:a="http://schemas.openxmlformats.org/drawingml/2006/main" prst="line">
            <a:avLst/>
          </a:prstGeom>
          <a:ln xmlns:a="http://schemas.openxmlformats.org/drawingml/2006/main" w="1905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861" name="Connector 39">
            <a:extLst xmlns:a="http://schemas.openxmlformats.org/drawingml/2006/main">
              <a:ext uri="{FF2B5EF4-FFF2-40B4-BE49-F238E27FC236}">
                <a16:creationId xmlns:a16="http://schemas.microsoft.com/office/drawing/2014/main" id="{7CBFDD3E-1AF1-41CE-BFA0-218BA84D2C17}"/>
              </a:ext>
            </a:extLst>
          </p:cNvPr>
          <p:cNvSpPr>
            <a:spLocks xmlns:a="http://schemas.openxmlformats.org/drawingml/2006/main" noGrp="1"/>
          </p:cNvSpPr>
          <p:nvPr/>
        </p:nvSpPr>
        <p:spPr>
          <a:xfrm xmlns:a="http://schemas.openxmlformats.org/drawingml/2006/main">
            <a:off x="10559342" y="2592974"/>
            <a:ext cx="302125" cy="6"/>
          </a:xfrm>
          <a:prstGeom xmlns:a="http://schemas.openxmlformats.org/drawingml/2006/main" prst="line">
            <a:avLst/>
          </a:prstGeom>
          <a:ln xmlns:a="http://schemas.openxmlformats.org/drawingml/2006/main" w="1905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862" name="Connector 40">
            <a:extLst xmlns:a="http://schemas.openxmlformats.org/drawingml/2006/main">
              <a:ext uri="{FF2B5EF4-FFF2-40B4-BE49-F238E27FC236}">
                <a16:creationId xmlns:a16="http://schemas.microsoft.com/office/drawing/2014/main" id="{7ED219DD-A83B-4A2B-B624-B74A274BCB4C}"/>
              </a:ext>
            </a:extLst>
          </p:cNvPr>
          <p:cNvSpPr>
            <a:spLocks xmlns:a="http://schemas.openxmlformats.org/drawingml/2006/main" noGrp="1"/>
          </p:cNvSpPr>
          <p:nvPr/>
        </p:nvSpPr>
        <p:spPr>
          <a:xfrm xmlns:a="http://schemas.openxmlformats.org/drawingml/2006/main" flipH="1">
            <a:off x="10570132" y="2797979"/>
            <a:ext cx="140276" cy="226591"/>
          </a:xfrm>
          <a:prstGeom xmlns:a="http://schemas.openxmlformats.org/drawingml/2006/main" prst="line">
            <a:avLst/>
          </a:prstGeom>
          <a:ln xmlns:a="http://schemas.openxmlformats.org/drawingml/2006/main" w="1905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863" name="Connector 41">
            <a:extLst xmlns:a="http://schemas.openxmlformats.org/drawingml/2006/main">
              <a:ext uri="{FF2B5EF4-FFF2-40B4-BE49-F238E27FC236}">
                <a16:creationId xmlns:a16="http://schemas.microsoft.com/office/drawing/2014/main" id="{96A93647-F59B-45BC-A2EB-2B7B0F15683A}"/>
              </a:ext>
            </a:extLst>
          </p:cNvPr>
          <p:cNvSpPr>
            <a:spLocks xmlns:a="http://schemas.openxmlformats.org/drawingml/2006/main" noGrp="1"/>
          </p:cNvSpPr>
          <p:nvPr/>
        </p:nvSpPr>
        <p:spPr>
          <a:xfrm xmlns:a="http://schemas.openxmlformats.org/drawingml/2006/main">
            <a:off x="10710401" y="2797979"/>
            <a:ext cx="140276" cy="226591"/>
          </a:xfrm>
          <a:prstGeom xmlns:a="http://schemas.openxmlformats.org/drawingml/2006/main" prst="line">
            <a:avLst/>
          </a:prstGeom>
          <a:ln xmlns:a="http://schemas.openxmlformats.org/drawingml/2006/main" w="1905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864" name="Oval 42">
            <a:extLst xmlns:a="http://schemas.openxmlformats.org/drawingml/2006/main">
              <a:ext uri="{FF2B5EF4-FFF2-40B4-BE49-F238E27FC236}">
                <a16:creationId xmlns:a16="http://schemas.microsoft.com/office/drawing/2014/main" id="{9C531653-D413-45AE-AD61-813402949CA8}"/>
              </a:ext>
            </a:extLst>
          </p:cNvPr>
          <p:cNvSpPr>
            <a:spLocks xmlns:a="http://schemas.openxmlformats.org/drawingml/2006/main" noGrp="1"/>
          </p:cNvSpPr>
          <p:nvPr/>
        </p:nvSpPr>
        <p:spPr>
          <a:xfrm xmlns:a="http://schemas.openxmlformats.org/drawingml/2006/main">
            <a:off x="7973568" y="2587749"/>
            <a:ext cx="201181" cy="201181"/>
          </a:xfrm>
          <a:prstGeom xmlns:a="http://schemas.openxmlformats.org/drawingml/2006/main" prst="ellipse">
            <a:avLst/>
          </a:prstGeom>
          <a:solidFill xmlns:a="http://schemas.openxmlformats.org/drawingml/2006/main">
            <a:srgbClr val="1FA873"/>
          </a:solidFill>
          <a:ln xmlns:a="http://schemas.openxmlformats.org/drawingml/2006/main" w="10160">
            <a:solidFill>
              <a:srgbClr val="1FA873"/>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865" name="Connector 43">
            <a:extLst xmlns:a="http://schemas.openxmlformats.org/drawingml/2006/main">
              <a:ext uri="{FF2B5EF4-FFF2-40B4-BE49-F238E27FC236}">
                <a16:creationId xmlns:a16="http://schemas.microsoft.com/office/drawing/2014/main" id="{8BC0D454-B72B-48F1-8778-04E3DC3D54ED}"/>
              </a:ext>
            </a:extLst>
          </p:cNvPr>
          <p:cNvSpPr>
            <a:spLocks xmlns:a="http://schemas.openxmlformats.org/drawingml/2006/main" noGrp="1"/>
          </p:cNvSpPr>
          <p:nvPr/>
        </p:nvSpPr>
        <p:spPr>
          <a:xfrm xmlns:a="http://schemas.openxmlformats.org/drawingml/2006/main">
            <a:off x="8014716" y="2697476"/>
            <a:ext cx="45727" cy="45727"/>
          </a:xfrm>
          <a:prstGeom xmlns:a="http://schemas.openxmlformats.org/drawingml/2006/main" prst="line">
            <a:avLst/>
          </a:prstGeom>
          <a:ln xmlns:a="http://schemas.openxmlformats.org/drawingml/2006/main" w="16510">
            <a:solidFill>
              <a:srgbClr val="FFFFF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866" name="Connector 44">
            <a:extLst xmlns:a="http://schemas.openxmlformats.org/drawingml/2006/main">
              <a:ext uri="{FF2B5EF4-FFF2-40B4-BE49-F238E27FC236}">
                <a16:creationId xmlns:a16="http://schemas.microsoft.com/office/drawing/2014/main" id="{6B7F5D03-4B28-4CE3-AD66-419F3A46CC00}"/>
              </a:ext>
            </a:extLst>
          </p:cNvPr>
          <p:cNvSpPr>
            <a:spLocks xmlns:a="http://schemas.openxmlformats.org/drawingml/2006/main" noGrp="1"/>
          </p:cNvSpPr>
          <p:nvPr/>
        </p:nvSpPr>
        <p:spPr>
          <a:xfrm xmlns:a="http://schemas.openxmlformats.org/drawingml/2006/main" flipV="1">
            <a:off x="8060435" y="2642616"/>
            <a:ext cx="82303" cy="100591"/>
          </a:xfrm>
          <a:prstGeom xmlns:a="http://schemas.openxmlformats.org/drawingml/2006/main" prst="line">
            <a:avLst/>
          </a:prstGeom>
          <a:ln xmlns:a="http://schemas.openxmlformats.org/drawingml/2006/main" w="16510">
            <a:solidFill>
              <a:srgbClr val="FFFFF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867" name="Connector 48">
            <a:extLst xmlns:a="http://schemas.openxmlformats.org/drawingml/2006/main">
              <a:ext uri="{FF2B5EF4-FFF2-40B4-BE49-F238E27FC236}">
                <a16:creationId xmlns:a16="http://schemas.microsoft.com/office/drawing/2014/main" id="{B8922B3C-5DBD-4724-8701-6E22836DAF8C}"/>
              </a:ext>
            </a:extLst>
          </p:cNvPr>
          <p:cNvSpPr>
            <a:spLocks xmlns:a="http://schemas.openxmlformats.org/drawingml/2006/main" noGrp="1"/>
          </p:cNvSpPr>
          <p:nvPr/>
        </p:nvSpPr>
        <p:spPr>
          <a:xfrm xmlns:a="http://schemas.openxmlformats.org/drawingml/2006/main">
            <a:off x="7452359" y="2688332"/>
            <a:ext cx="429774" cy="7"/>
          </a:xfrm>
          <a:prstGeom xmlns:a="http://schemas.openxmlformats.org/drawingml/2006/main" prst="line">
            <a:avLst/>
          </a:prstGeom>
          <a:ln xmlns:a="http://schemas.openxmlformats.org/drawingml/2006/main" w="1778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868" name="Connector 50">
            <a:extLst xmlns:a="http://schemas.openxmlformats.org/drawingml/2006/main">
              <a:ext uri="{FF2B5EF4-FFF2-40B4-BE49-F238E27FC236}">
                <a16:creationId xmlns:a16="http://schemas.microsoft.com/office/drawing/2014/main" id="{302DEDA5-8590-4DBA-9075-71145B67A72B}"/>
              </a:ext>
            </a:extLst>
          </p:cNvPr>
          <p:cNvSpPr>
            <a:spLocks xmlns:a="http://schemas.openxmlformats.org/drawingml/2006/main" noGrp="1"/>
          </p:cNvSpPr>
          <p:nvPr/>
        </p:nvSpPr>
        <p:spPr>
          <a:xfrm xmlns:a="http://schemas.openxmlformats.org/drawingml/2006/main">
            <a:off x="10042906" y="2679444"/>
            <a:ext cx="448063" cy="6"/>
          </a:xfrm>
          <a:prstGeom xmlns:a="http://schemas.openxmlformats.org/drawingml/2006/main" prst="line">
            <a:avLst/>
          </a:prstGeom>
          <a:ln xmlns:a="http://schemas.openxmlformats.org/drawingml/2006/main" w="1778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869" name="TextBox 51">
            <a:extLst xmlns:a="http://schemas.openxmlformats.org/drawingml/2006/main">
              <a:ext uri="{FF2B5EF4-FFF2-40B4-BE49-F238E27FC236}">
                <a16:creationId xmlns:a16="http://schemas.microsoft.com/office/drawing/2014/main" id="{C03B4BB8-48A2-4DA7-B3E5-082B4C6EDC44}"/>
              </a:ext>
            </a:extLst>
          </p:cNvPr>
          <p:cNvSpPr>
            <a:spLocks xmlns:a="http://schemas.openxmlformats.org/drawingml/2006/main" noGrp="1"/>
          </p:cNvSpPr>
          <p:nvPr/>
        </p:nvSpPr>
        <p:spPr>
          <a:xfrm xmlns:a="http://schemas.openxmlformats.org/drawingml/2006/main">
            <a:off x="6748271" y="4087367"/>
            <a:ext cx="1627635" cy="16104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100" b="1">
                <a:solidFill>
                  <a:srgbClr val="1FA873"/>
                </a:solidFill>
                <a:latin typeface="Helvetica Neue"/>
                <a:ea typeface="Helvetica Neue"/>
                <a:cs typeface="Helvetica Neue"/>
              </a:defRPr>
            </a:lvl1pPr>
          </a:lstStyle>
          <a:p xmlns:a="http://schemas.openxmlformats.org/drawingml/2006/main">
            <a:pPr>
              <a:buNone/>
            </a:pPr>
            <a:r>
              <a:t>UNEXPECTED</a:t>
            </a:r>
          </a:p>
        </p:txBody>
      </p:sp>
      <p:sp>
        <p:nvSpPr>
          <p:cNvPr id="870" name="TextBox 52">
            <a:extLst xmlns:a="http://schemas.openxmlformats.org/drawingml/2006/main">
              <a:ext uri="{FF2B5EF4-FFF2-40B4-BE49-F238E27FC236}">
                <a16:creationId xmlns:a16="http://schemas.microsoft.com/office/drawing/2014/main" id="{AF44C0F9-E9B5-4896-8A61-F20B08CA2277}"/>
              </a:ext>
            </a:extLst>
          </p:cNvPr>
          <p:cNvSpPr>
            <a:spLocks xmlns:a="http://schemas.openxmlformats.org/drawingml/2006/main" noGrp="1"/>
          </p:cNvSpPr>
          <p:nvPr/>
        </p:nvSpPr>
        <p:spPr>
          <a:xfrm xmlns:a="http://schemas.openxmlformats.org/drawingml/2006/main">
            <a:off x="8357616" y="3931920"/>
            <a:ext cx="1691641" cy="33126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lgn="ctr">
              <a:buNone/>
              <a:defRPr sz="2100" b="1">
                <a:solidFill>
                  <a:srgbClr val="73777F"/>
                </a:solidFill>
                <a:latin typeface="Helvetica Neue"/>
                <a:ea typeface="Helvetica Neue"/>
                <a:cs typeface="Helvetica Neue"/>
              </a:defRPr>
            </a:pPr>
            <a:r>
              <a:t>f</a:t>
            </a:r>
            <a:r>
              <a:rPr>
                <a:latin typeface="+mn-lt"/>
                <a:ea typeface="+mn-lt"/>
                <a:cs typeface="+mn-lt"/>
              </a:rPr>
              <a:t>ᵤ </a:t>
            </a:r>
            <a:r>
              <a:t>· fₙ ≈ 0</a:t>
            </a:r>
          </a:p>
        </p:txBody>
      </p:sp>
      <p:sp>
        <p:nvSpPr>
          <p:cNvPr id="871" name="TextBox 53">
            <a:extLst xmlns:a="http://schemas.openxmlformats.org/drawingml/2006/main">
              <a:ext uri="{FF2B5EF4-FFF2-40B4-BE49-F238E27FC236}">
                <a16:creationId xmlns:a16="http://schemas.microsoft.com/office/drawing/2014/main" id="{A1BC87BB-325E-40C4-911B-9AC659ABDA58}"/>
              </a:ext>
            </a:extLst>
          </p:cNvPr>
          <p:cNvSpPr>
            <a:spLocks xmlns:a="http://schemas.openxmlformats.org/drawingml/2006/main" noGrp="1"/>
          </p:cNvSpPr>
          <p:nvPr/>
        </p:nvSpPr>
        <p:spPr>
          <a:xfrm xmlns:a="http://schemas.openxmlformats.org/drawingml/2006/main">
            <a:off x="10241280" y="3904486"/>
            <a:ext cx="914407" cy="359459"/>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2400" b="1">
                <a:solidFill>
                  <a:srgbClr val="1FA873"/>
                </a:solidFill>
                <a:latin typeface="Helvetica Neue"/>
                <a:ea typeface="Helvetica Neue"/>
                <a:cs typeface="Helvetica Neue"/>
              </a:defRPr>
            </a:lvl1pPr>
          </a:lstStyle>
          <a:p xmlns:a="http://schemas.openxmlformats.org/drawingml/2006/main">
            <a:pPr>
              <a:buNone/>
            </a:pPr>
            <a:r>
              <a:t>iₙ  ↑</a:t>
            </a:r>
          </a:p>
        </p:txBody>
      </p:sp>
      <p:sp>
        <p:nvSpPr>
          <p:cNvPr id="872" name="Connector 54">
            <a:extLst xmlns:a="http://schemas.openxmlformats.org/drawingml/2006/main">
              <a:ext uri="{FF2B5EF4-FFF2-40B4-BE49-F238E27FC236}">
                <a16:creationId xmlns:a16="http://schemas.microsoft.com/office/drawing/2014/main" id="{A4459A3D-5139-40EA-BF85-E21F80F054EA}"/>
              </a:ext>
            </a:extLst>
          </p:cNvPr>
          <p:cNvSpPr>
            <a:spLocks xmlns:a="http://schemas.openxmlformats.org/drawingml/2006/main" noGrp="1"/>
          </p:cNvSpPr>
          <p:nvPr/>
        </p:nvSpPr>
        <p:spPr>
          <a:xfrm xmlns:a="http://schemas.openxmlformats.org/drawingml/2006/main">
            <a:off x="8119871" y="4160520"/>
            <a:ext cx="219455" cy="7"/>
          </a:xfrm>
          <a:prstGeom xmlns:a="http://schemas.openxmlformats.org/drawingml/2006/main" prst="line">
            <a:avLst/>
          </a:prstGeom>
          <a:ln xmlns:a="http://schemas.openxmlformats.org/drawingml/2006/main" w="1651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873" name="Connector 55">
            <a:extLst xmlns:a="http://schemas.openxmlformats.org/drawingml/2006/main">
              <a:ext uri="{FF2B5EF4-FFF2-40B4-BE49-F238E27FC236}">
                <a16:creationId xmlns:a16="http://schemas.microsoft.com/office/drawing/2014/main" id="{EB4580A6-C829-443C-9B43-2E7923BAFA20}"/>
              </a:ext>
            </a:extLst>
          </p:cNvPr>
          <p:cNvSpPr>
            <a:spLocks xmlns:a="http://schemas.openxmlformats.org/drawingml/2006/main" noGrp="1"/>
          </p:cNvSpPr>
          <p:nvPr/>
        </p:nvSpPr>
        <p:spPr>
          <a:xfrm xmlns:a="http://schemas.openxmlformats.org/drawingml/2006/main">
            <a:off x="10058399" y="4160520"/>
            <a:ext cx="164600" cy="7"/>
          </a:xfrm>
          <a:prstGeom xmlns:a="http://schemas.openxmlformats.org/drawingml/2006/main" prst="line">
            <a:avLst/>
          </a:prstGeom>
          <a:ln xmlns:a="http://schemas.openxmlformats.org/drawingml/2006/main" w="1651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874" name="TextBox 56">
            <a:extLst xmlns:a="http://schemas.openxmlformats.org/drawingml/2006/main">
              <a:ext uri="{FF2B5EF4-FFF2-40B4-BE49-F238E27FC236}">
                <a16:creationId xmlns:a16="http://schemas.microsoft.com/office/drawing/2014/main" id="{CD115009-5E9F-40E9-B87A-8BE175FAD99D}"/>
              </a:ext>
            </a:extLst>
          </p:cNvPr>
          <p:cNvSpPr>
            <a:spLocks xmlns:a="http://schemas.openxmlformats.org/drawingml/2006/main" noGrp="1"/>
          </p:cNvSpPr>
          <p:nvPr/>
        </p:nvSpPr>
        <p:spPr>
          <a:xfrm xmlns:a="http://schemas.openxmlformats.org/drawingml/2006/main">
            <a:off x="6784847" y="4773167"/>
            <a:ext cx="3108967" cy="210743"/>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400" b="1">
                <a:solidFill>
                  <a:srgbClr val="1FA873"/>
                </a:solidFill>
                <a:latin typeface="Helvetica Neue"/>
                <a:ea typeface="Helvetica Neue"/>
                <a:cs typeface="Helvetica Neue"/>
              </a:defRPr>
            </a:pPr>
            <a:r>
              <a:t>• </a:t>
            </a:r>
            <a:r>
              <a:rPr b="0">
                <a:solidFill>
                  <a:srgbClr val="73777F"/>
                </a:solidFill>
              </a:rPr>
              <a:t>Cross-viewpoint surprise</a:t>
            </a:r>
          </a:p>
        </p:txBody>
      </p:sp>
      <p:sp>
        <p:nvSpPr>
          <p:cNvPr id="875" name="Connector 57">
            <a:extLst xmlns:a="http://schemas.openxmlformats.org/drawingml/2006/main">
              <a:ext uri="{FF2B5EF4-FFF2-40B4-BE49-F238E27FC236}">
                <a16:creationId xmlns:a16="http://schemas.microsoft.com/office/drawing/2014/main" id="{EE85ED01-7F9C-4404-BE1E-42178B217A16}"/>
              </a:ext>
            </a:extLst>
          </p:cNvPr>
          <p:cNvSpPr>
            <a:spLocks xmlns:a="http://schemas.openxmlformats.org/drawingml/2006/main" noGrp="1"/>
          </p:cNvSpPr>
          <p:nvPr/>
        </p:nvSpPr>
        <p:spPr>
          <a:xfrm xmlns:a="http://schemas.openxmlformats.org/drawingml/2006/main">
            <a:off x="749804" y="5413246"/>
            <a:ext cx="10680201" cy="6"/>
          </a:xfrm>
          <a:prstGeom xmlns:a="http://schemas.openxmlformats.org/drawingml/2006/main" prst="line">
            <a:avLst/>
          </a:prstGeom>
          <a:ln xmlns:a="http://schemas.openxmlformats.org/drawingml/2006/main" w="1397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876" name="TextBox 58">
            <a:extLst xmlns:a="http://schemas.openxmlformats.org/drawingml/2006/main">
              <a:ext uri="{FF2B5EF4-FFF2-40B4-BE49-F238E27FC236}">
                <a16:creationId xmlns:a16="http://schemas.microsoft.com/office/drawing/2014/main" id="{3958C7CA-F818-4397-AE81-887FEB15282B}"/>
              </a:ext>
            </a:extLst>
          </p:cNvPr>
          <p:cNvSpPr>
            <a:spLocks xmlns:a="http://schemas.openxmlformats.org/drawingml/2006/main" noGrp="1"/>
          </p:cNvSpPr>
          <p:nvPr/>
        </p:nvSpPr>
        <p:spPr>
          <a:xfrm xmlns:a="http://schemas.openxmlformats.org/drawingml/2006/main">
            <a:off x="841242" y="5669279"/>
            <a:ext cx="4114810" cy="235406"/>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600" b="1">
                <a:solidFill>
                  <a:srgbClr val="3977F6"/>
                </a:solidFill>
                <a:latin typeface="Helvetica Neue"/>
                <a:ea typeface="Helvetica Neue"/>
                <a:cs typeface="Helvetica Neue"/>
              </a:defRPr>
            </a:pPr>
            <a:r>
              <a:t>• </a:t>
            </a:r>
            <a:r>
              <a:rPr>
                <a:solidFill>
                  <a:srgbClr val="111318"/>
                </a:solidFill>
              </a:rPr>
              <a:t>The same click receives different credit</a:t>
            </a:r>
          </a:p>
        </p:txBody>
      </p:sp>
      <p:sp>
        <p:nvSpPr>
          <p:cNvPr id="877" name="TextBox 59">
            <a:extLst xmlns:a="http://schemas.openxmlformats.org/drawingml/2006/main">
              <a:ext uri="{FF2B5EF4-FFF2-40B4-BE49-F238E27FC236}">
                <a16:creationId xmlns:a16="http://schemas.microsoft.com/office/drawing/2014/main" id="{B50736C6-7134-4582-9D9D-877E75D54855}"/>
              </a:ext>
            </a:extLst>
          </p:cNvPr>
          <p:cNvSpPr>
            <a:spLocks xmlns:a="http://schemas.openxmlformats.org/drawingml/2006/main" noGrp="1"/>
          </p:cNvSpPr>
          <p:nvPr/>
        </p:nvSpPr>
        <p:spPr>
          <a:xfrm xmlns:a="http://schemas.openxmlformats.org/drawingml/2006/main">
            <a:off x="6784847" y="5669279"/>
            <a:ext cx="3749043" cy="235406"/>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600" b="1">
                <a:solidFill>
                  <a:srgbClr val="FF705B"/>
                </a:solidFill>
                <a:latin typeface="Helvetica Neue"/>
                <a:ea typeface="Helvetica Neue"/>
                <a:cs typeface="Helvetica Neue"/>
              </a:defRPr>
            </a:pPr>
            <a:r>
              <a:t>• </a:t>
            </a:r>
            <a:r>
              <a:rPr>
                <a:solidFill>
                  <a:srgbClr val="111318"/>
                </a:solidFill>
              </a:rPr>
              <a:t>The model asks who voted</a:t>
            </a:r>
          </a:p>
        </p:txBody>
      </p:sp>
      <p:sp>
        <p:nvSpPr>
          <p:cNvPr id="878" name="TextBox 60">
            <a:extLst xmlns:a="http://schemas.openxmlformats.org/drawingml/2006/main">
              <a:ext uri="{FF2B5EF4-FFF2-40B4-BE49-F238E27FC236}">
                <a16:creationId xmlns:a16="http://schemas.microsoft.com/office/drawing/2014/main" id="{D52B9AE6-C11E-4110-A6C6-95F537BA0E39}"/>
              </a:ext>
            </a:extLst>
          </p:cNvPr>
          <p:cNvSpPr>
            <a:spLocks xmlns:a="http://schemas.openxmlformats.org/drawingml/2006/main" noGrp="1"/>
          </p:cNvSpPr>
          <p:nvPr/>
        </p:nvSpPr>
        <p:spPr>
          <a:xfrm xmlns:a="http://schemas.openxmlformats.org/drawingml/2006/main">
            <a:off x="621792" y="6437376"/>
            <a:ext cx="10881360"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800">
                <a:solidFill>
                  <a:srgbClr val="73777F"/>
                </a:solidFill>
                <a:latin typeface="Helvetica Neue"/>
                <a:ea typeface="Helvetica Neue"/>
                <a:cs typeface="Helvetica Neue"/>
              </a:defRPr>
            </a:lvl1pPr>
          </a:lstStyle>
          <a:p xmlns:a="http://schemas.openxmlformats.org/drawingml/2006/main">
            <a:pPr>
              <a:buNone/>
            </a:pPr>
            <a:r>
              <a:t>• Wojcik et al. (2022); Buterin (2023); X Community Notes (2026)</a:t>
            </a:r>
          </a:p>
        </p:txBody>
      </p:sp>
      <p:sp>
        <p:nvSpPr>
          <p:cNvPr id="879" name="Oval 45">
            <a:extLst xmlns:a="http://schemas.openxmlformats.org/drawingml/2006/main">
              <a:ext uri="{FF2B5EF4-FFF2-40B4-BE49-F238E27FC236}">
                <a16:creationId xmlns:a16="http://schemas.microsoft.com/office/drawing/2014/main" id="{2BA47B59-DB8D-4F12-AC8E-77FFA3933C62}"/>
              </a:ext>
            </a:extLst>
          </p:cNvPr>
          <p:cNvSpPr>
            <a:spLocks xmlns:a="http://schemas.openxmlformats.org/drawingml/2006/main" noGrp="1"/>
          </p:cNvSpPr>
          <p:nvPr/>
        </p:nvSpPr>
        <p:spPr>
          <a:xfrm xmlns:a="http://schemas.openxmlformats.org/drawingml/2006/main">
            <a:off x="9737645" y="2585210"/>
            <a:ext cx="201181" cy="201181"/>
          </a:xfrm>
          <a:prstGeom xmlns:a="http://schemas.openxmlformats.org/drawingml/2006/main" prst="ellipse">
            <a:avLst/>
          </a:prstGeom>
          <a:solidFill xmlns:a="http://schemas.openxmlformats.org/drawingml/2006/main">
            <a:srgbClr val="1FA873"/>
          </a:solidFill>
          <a:ln xmlns:a="http://schemas.openxmlformats.org/drawingml/2006/main" w="10160">
            <a:solidFill>
              <a:srgbClr val="1FA873"/>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880" name="Connector 46">
            <a:extLst xmlns:a="http://schemas.openxmlformats.org/drawingml/2006/main">
              <a:ext uri="{FF2B5EF4-FFF2-40B4-BE49-F238E27FC236}">
                <a16:creationId xmlns:a16="http://schemas.microsoft.com/office/drawing/2014/main" id="{35A919F0-32FF-43DA-9C23-E85B39483E71}"/>
              </a:ext>
            </a:extLst>
          </p:cNvPr>
          <p:cNvSpPr>
            <a:spLocks xmlns:a="http://schemas.openxmlformats.org/drawingml/2006/main" noGrp="1"/>
          </p:cNvSpPr>
          <p:nvPr/>
        </p:nvSpPr>
        <p:spPr>
          <a:xfrm xmlns:a="http://schemas.openxmlformats.org/drawingml/2006/main">
            <a:off x="9778793" y="2694937"/>
            <a:ext cx="45727" cy="45727"/>
          </a:xfrm>
          <a:prstGeom xmlns:a="http://schemas.openxmlformats.org/drawingml/2006/main" prst="line">
            <a:avLst/>
          </a:prstGeom>
          <a:ln xmlns:a="http://schemas.openxmlformats.org/drawingml/2006/main" w="16510">
            <a:solidFill>
              <a:srgbClr val="FFFFF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881" name="Connector 47">
            <a:extLst xmlns:a="http://schemas.openxmlformats.org/drawingml/2006/main">
              <a:ext uri="{FF2B5EF4-FFF2-40B4-BE49-F238E27FC236}">
                <a16:creationId xmlns:a16="http://schemas.microsoft.com/office/drawing/2014/main" id="{83A0676D-6BB7-4F74-8252-E9F7B6F9BCED}"/>
              </a:ext>
            </a:extLst>
          </p:cNvPr>
          <p:cNvSpPr>
            <a:spLocks xmlns:a="http://schemas.openxmlformats.org/drawingml/2006/main" noGrp="1"/>
          </p:cNvSpPr>
          <p:nvPr/>
        </p:nvSpPr>
        <p:spPr>
          <a:xfrm xmlns:a="http://schemas.openxmlformats.org/drawingml/2006/main" flipV="1">
            <a:off x="9824515" y="2640076"/>
            <a:ext cx="82303" cy="100591"/>
          </a:xfrm>
          <a:prstGeom xmlns:a="http://schemas.openxmlformats.org/drawingml/2006/main" prst="line">
            <a:avLst/>
          </a:prstGeom>
          <a:ln xmlns:a="http://schemas.openxmlformats.org/drawingml/2006/main" w="16510">
            <a:solidFill>
              <a:srgbClr val="FFFFF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1976222325"/>
      </p:ext>
    </p:extLst>
  </p:cSld>
</p:sld>
</file>

<file path=ppt/slides/slide13.xml><?xml version="1.0" encoding="utf-8"?>
<p:sld xmlns:p="http://schemas.openxmlformats.org/presentationml/2006/main" showMasterSp="1">
  <p:cSld>
    <p:spTree>
      <p:nvGrpSpPr>
        <p:cNvPr id="1" name=""/>
        <p:cNvGrpSpPr/>
        <p:nvPr/>
      </p:nvGrpSpPr>
      <p:grpSpPr>
        <a:xfrm xmlns:a="http://schemas.openxmlformats.org/drawingml/2006/main"/>
      </p:grpSpPr>
      <p:sp>
        <p:nvSpPr>
          <p:cNvPr id="883" name="TextBox 1">
            <a:extLst xmlns:a="http://schemas.openxmlformats.org/drawingml/2006/main">
              <a:ext uri="{FF2B5EF4-FFF2-40B4-BE49-F238E27FC236}">
                <a16:creationId xmlns:a16="http://schemas.microsoft.com/office/drawing/2014/main" id="{C32B7B38-661C-444C-8E89-C1EAAAB3D980}"/>
              </a:ext>
            </a:extLst>
          </p:cNvPr>
          <p:cNvSpPr>
            <a:spLocks xmlns:a="http://schemas.openxmlformats.org/drawingml/2006/main" noGrp="1"/>
          </p:cNvSpPr>
          <p:nvPr/>
        </p:nvSpPr>
        <p:spPr>
          <a:xfrm xmlns:a="http://schemas.openxmlformats.org/drawingml/2006/main">
            <a:off x="603504" y="420623"/>
            <a:ext cx="2149208" cy="14871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000" b="1">
                <a:solidFill>
                  <a:srgbClr val="73777F"/>
                </a:solidFill>
                <a:latin typeface="Helvetica Neue"/>
                <a:ea typeface="Helvetica Neue"/>
                <a:cs typeface="Helvetica Neue"/>
              </a:defRPr>
            </a:lvl1pPr>
          </a:lstStyle>
          <a:p xmlns:a="http://schemas.openxmlformats.org/drawingml/2006/main">
            <a:pPr>
              <a:buNone/>
            </a:pPr>
            <a:r>
              <a:t>HOW SYSTEM WORKS 3</a:t>
            </a:r>
          </a:p>
        </p:txBody>
      </p:sp>
      <p:sp>
        <p:nvSpPr>
          <p:cNvPr id="884" name="TextBox 3">
            <a:extLst xmlns:a="http://schemas.openxmlformats.org/drawingml/2006/main">
              <a:ext uri="{FF2B5EF4-FFF2-40B4-BE49-F238E27FC236}">
                <a16:creationId xmlns:a16="http://schemas.microsoft.com/office/drawing/2014/main" id="{049BACEB-5D70-4484-B4EF-A9B5869901A7}"/>
              </a:ext>
            </a:extLst>
          </p:cNvPr>
          <p:cNvSpPr>
            <a:spLocks xmlns:a="http://schemas.openxmlformats.org/drawingml/2006/main" noGrp="1"/>
          </p:cNvSpPr>
          <p:nvPr/>
        </p:nvSpPr>
        <p:spPr>
          <a:xfrm xmlns:a="http://schemas.openxmlformats.org/drawingml/2006/main">
            <a:off x="603504" y="786383"/>
            <a:ext cx="10515601" cy="458849"/>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3000" b="1">
                <a:solidFill>
                  <a:srgbClr val="111318"/>
                </a:solidFill>
                <a:latin typeface="Helvetica Neue"/>
                <a:ea typeface="Helvetica Neue"/>
                <a:cs typeface="Helvetica Neue"/>
              </a:defRPr>
            </a:lvl1pPr>
          </a:lstStyle>
          <a:p xmlns:a="http://schemas.openxmlformats.org/drawingml/2006/main">
            <a:pPr>
              <a:buNone/>
            </a:pPr>
            <a:r>
              <a:t>The same hands draw the map</a:t>
            </a:r>
          </a:p>
        </p:txBody>
      </p:sp>
      <p:sp>
        <p:nvSpPr>
          <p:cNvPr id="885" name="TextBox 4">
            <a:extLst xmlns:a="http://schemas.openxmlformats.org/drawingml/2006/main">
              <a:ext uri="{FF2B5EF4-FFF2-40B4-BE49-F238E27FC236}">
                <a16:creationId xmlns:a16="http://schemas.microsoft.com/office/drawing/2014/main" id="{0944E03B-D1E4-4DE4-AAD4-9F94570AE871}"/>
              </a:ext>
            </a:extLst>
          </p:cNvPr>
          <p:cNvSpPr>
            <a:spLocks xmlns:a="http://schemas.openxmlformats.org/drawingml/2006/main" noGrp="1"/>
          </p:cNvSpPr>
          <p:nvPr/>
        </p:nvSpPr>
        <p:spPr>
          <a:xfrm xmlns:a="http://schemas.openxmlformats.org/drawingml/2006/main">
            <a:off x="11082528" y="457198"/>
            <a:ext cx="438918" cy="136385"/>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r">
              <a:buNone/>
              <a:defRPr sz="900" b="1">
                <a:solidFill>
                  <a:srgbClr val="73777F"/>
                </a:solidFill>
                <a:latin typeface="Helvetica Neue"/>
                <a:ea typeface="Helvetica Neue"/>
                <a:cs typeface="Helvetica Neue"/>
              </a:defRPr>
            </a:lvl1pPr>
          </a:lstStyle>
          <a:p xmlns:a="http://schemas.openxmlformats.org/drawingml/2006/main">
            <a:pPr>
              <a:buNone/>
            </a:pPr>
            <a:r>
              <a:t>05</a:t>
            </a:r>
          </a:p>
        </p:txBody>
      </p:sp>
      <p:sp>
        <p:nvSpPr>
          <p:cNvPr id="886" name="TextBox 5">
            <a:extLst xmlns:a="http://schemas.openxmlformats.org/drawingml/2006/main">
              <a:ext uri="{FF2B5EF4-FFF2-40B4-BE49-F238E27FC236}">
                <a16:creationId xmlns:a16="http://schemas.microsoft.com/office/drawing/2014/main" id="{FD81C2B2-45B6-40C7-8E47-06D77C7EE5D5}"/>
              </a:ext>
            </a:extLst>
          </p:cNvPr>
          <p:cNvSpPr>
            <a:spLocks xmlns:a="http://schemas.openxmlformats.org/drawingml/2006/main" noGrp="1"/>
          </p:cNvSpPr>
          <p:nvPr/>
        </p:nvSpPr>
        <p:spPr>
          <a:xfrm xmlns:a="http://schemas.openxmlformats.org/drawingml/2006/main">
            <a:off x="804670" y="1554480"/>
            <a:ext cx="2103124" cy="14871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000" b="1">
                <a:solidFill>
                  <a:srgbClr val="73777F"/>
                </a:solidFill>
                <a:latin typeface="Helvetica Neue"/>
                <a:ea typeface="Helvetica Neue"/>
                <a:cs typeface="Helvetica Neue"/>
              </a:defRPr>
            </a:lvl1pPr>
          </a:lstStyle>
          <a:p xmlns:a="http://schemas.openxmlformats.org/drawingml/2006/main">
            <a:pPr>
              <a:buNone/>
            </a:pPr>
            <a:r>
              <a:t>CLASSROOM METAPHOR</a:t>
            </a:r>
          </a:p>
        </p:txBody>
      </p:sp>
      <p:sp>
        <p:nvSpPr>
          <p:cNvPr id="887" name="Oval 6">
            <a:extLst xmlns:a="http://schemas.openxmlformats.org/drawingml/2006/main">
              <a:ext uri="{FF2B5EF4-FFF2-40B4-BE49-F238E27FC236}">
                <a16:creationId xmlns:a16="http://schemas.microsoft.com/office/drawing/2014/main" id="{3A2A5D9B-C34A-4B70-AEE5-39CC27EE2C16}"/>
              </a:ext>
            </a:extLst>
          </p:cNvPr>
          <p:cNvSpPr>
            <a:spLocks xmlns:a="http://schemas.openxmlformats.org/drawingml/2006/main" noGrp="1"/>
          </p:cNvSpPr>
          <p:nvPr/>
        </p:nvSpPr>
        <p:spPr>
          <a:xfrm xmlns:a="http://schemas.openxmlformats.org/drawingml/2006/main">
            <a:off x="868680" y="1965960"/>
            <a:ext cx="131687" cy="13168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888" name="Connector 7">
            <a:extLst xmlns:a="http://schemas.openxmlformats.org/drawingml/2006/main">
              <a:ext uri="{FF2B5EF4-FFF2-40B4-BE49-F238E27FC236}">
                <a16:creationId xmlns:a16="http://schemas.microsoft.com/office/drawing/2014/main" id="{5E9184E0-0A03-494C-9BA7-E784F7C7DA3B}"/>
              </a:ext>
            </a:extLst>
          </p:cNvPr>
          <p:cNvSpPr>
            <a:spLocks xmlns:a="http://schemas.openxmlformats.org/drawingml/2006/main" noGrp="1"/>
          </p:cNvSpPr>
          <p:nvPr/>
        </p:nvSpPr>
        <p:spPr>
          <a:xfrm xmlns:a="http://schemas.openxmlformats.org/drawingml/2006/main">
            <a:off x="934515" y="2097633"/>
            <a:ext cx="7"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889" name="Connector 8">
            <a:extLst xmlns:a="http://schemas.openxmlformats.org/drawingml/2006/main">
              <a:ext uri="{FF2B5EF4-FFF2-40B4-BE49-F238E27FC236}">
                <a16:creationId xmlns:a16="http://schemas.microsoft.com/office/drawing/2014/main" id="{B0AEE92C-511A-4B29-B39E-9E0B4048938C}"/>
              </a:ext>
            </a:extLst>
          </p:cNvPr>
          <p:cNvSpPr>
            <a:spLocks xmlns:a="http://schemas.openxmlformats.org/drawingml/2006/main" noGrp="1"/>
          </p:cNvSpPr>
          <p:nvPr/>
        </p:nvSpPr>
        <p:spPr>
          <a:xfrm xmlns:a="http://schemas.openxmlformats.org/drawingml/2006/main">
            <a:off x="842344" y="2189805"/>
            <a:ext cx="184351" cy="6"/>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890" name="Connector 9">
            <a:extLst xmlns:a="http://schemas.openxmlformats.org/drawingml/2006/main">
              <a:ext uri="{FF2B5EF4-FFF2-40B4-BE49-F238E27FC236}">
                <a16:creationId xmlns:a16="http://schemas.microsoft.com/office/drawing/2014/main" id="{6366FF50-1D15-407B-AFC0-FE54CDC84ECA}"/>
              </a:ext>
            </a:extLst>
          </p:cNvPr>
          <p:cNvSpPr>
            <a:spLocks xmlns:a="http://schemas.openxmlformats.org/drawingml/2006/main" noGrp="1"/>
          </p:cNvSpPr>
          <p:nvPr/>
        </p:nvSpPr>
        <p:spPr>
          <a:xfrm xmlns:a="http://schemas.openxmlformats.org/drawingml/2006/main" flipH="1">
            <a:off x="848928" y="2314892"/>
            <a:ext cx="85595" cy="138265"/>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891" name="Connector 10">
            <a:extLst xmlns:a="http://schemas.openxmlformats.org/drawingml/2006/main">
              <a:ext uri="{FF2B5EF4-FFF2-40B4-BE49-F238E27FC236}">
                <a16:creationId xmlns:a16="http://schemas.microsoft.com/office/drawing/2014/main" id="{F0C670B7-34A4-4370-B5C5-17DA1F4BF369}"/>
              </a:ext>
            </a:extLst>
          </p:cNvPr>
          <p:cNvSpPr>
            <a:spLocks xmlns:a="http://schemas.openxmlformats.org/drawingml/2006/main" noGrp="1"/>
          </p:cNvSpPr>
          <p:nvPr/>
        </p:nvSpPr>
        <p:spPr>
          <a:xfrm xmlns:a="http://schemas.openxmlformats.org/drawingml/2006/main">
            <a:off x="934516" y="2314892"/>
            <a:ext cx="85594" cy="138265"/>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892" name="Oval 11">
            <a:extLst xmlns:a="http://schemas.openxmlformats.org/drawingml/2006/main">
              <a:ext uri="{FF2B5EF4-FFF2-40B4-BE49-F238E27FC236}">
                <a16:creationId xmlns:a16="http://schemas.microsoft.com/office/drawing/2014/main" id="{102BDC50-5F4C-431E-B59D-A999A48533B2}"/>
              </a:ext>
            </a:extLst>
          </p:cNvPr>
          <p:cNvSpPr>
            <a:spLocks xmlns:a="http://schemas.openxmlformats.org/drawingml/2006/main" noGrp="1"/>
          </p:cNvSpPr>
          <p:nvPr/>
        </p:nvSpPr>
        <p:spPr>
          <a:xfrm xmlns:a="http://schemas.openxmlformats.org/drawingml/2006/main">
            <a:off x="1490472" y="1965960"/>
            <a:ext cx="131687" cy="13168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893" name="Connector 12">
            <a:extLst xmlns:a="http://schemas.openxmlformats.org/drawingml/2006/main">
              <a:ext uri="{FF2B5EF4-FFF2-40B4-BE49-F238E27FC236}">
                <a16:creationId xmlns:a16="http://schemas.microsoft.com/office/drawing/2014/main" id="{E9093CA3-1638-4F64-86AF-23B3D2B2EC82}"/>
              </a:ext>
            </a:extLst>
          </p:cNvPr>
          <p:cNvSpPr>
            <a:spLocks xmlns:a="http://schemas.openxmlformats.org/drawingml/2006/main" noGrp="1"/>
          </p:cNvSpPr>
          <p:nvPr/>
        </p:nvSpPr>
        <p:spPr>
          <a:xfrm xmlns:a="http://schemas.openxmlformats.org/drawingml/2006/main">
            <a:off x="1556307" y="2097633"/>
            <a:ext cx="7"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894" name="Connector 13">
            <a:extLst xmlns:a="http://schemas.openxmlformats.org/drawingml/2006/main">
              <a:ext uri="{FF2B5EF4-FFF2-40B4-BE49-F238E27FC236}">
                <a16:creationId xmlns:a16="http://schemas.microsoft.com/office/drawing/2014/main" id="{E5683F88-C174-4729-92DC-A9C00CC91585}"/>
              </a:ext>
            </a:extLst>
          </p:cNvPr>
          <p:cNvSpPr>
            <a:spLocks xmlns:a="http://schemas.openxmlformats.org/drawingml/2006/main" noGrp="1"/>
          </p:cNvSpPr>
          <p:nvPr/>
        </p:nvSpPr>
        <p:spPr>
          <a:xfrm xmlns:a="http://schemas.openxmlformats.org/drawingml/2006/main">
            <a:off x="1464136" y="2189805"/>
            <a:ext cx="184350" cy="6"/>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895" name="Connector 14">
            <a:extLst xmlns:a="http://schemas.openxmlformats.org/drawingml/2006/main">
              <a:ext uri="{FF2B5EF4-FFF2-40B4-BE49-F238E27FC236}">
                <a16:creationId xmlns:a16="http://schemas.microsoft.com/office/drawing/2014/main" id="{A0CADD59-92DA-4350-A509-D77D5FDB910A}"/>
              </a:ext>
            </a:extLst>
          </p:cNvPr>
          <p:cNvSpPr>
            <a:spLocks xmlns:a="http://schemas.openxmlformats.org/drawingml/2006/main" noGrp="1"/>
          </p:cNvSpPr>
          <p:nvPr/>
        </p:nvSpPr>
        <p:spPr>
          <a:xfrm xmlns:a="http://schemas.openxmlformats.org/drawingml/2006/main" flipH="1">
            <a:off x="1470719" y="2314892"/>
            <a:ext cx="85596" cy="138265"/>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896" name="Connector 15">
            <a:extLst xmlns:a="http://schemas.openxmlformats.org/drawingml/2006/main">
              <a:ext uri="{FF2B5EF4-FFF2-40B4-BE49-F238E27FC236}">
                <a16:creationId xmlns:a16="http://schemas.microsoft.com/office/drawing/2014/main" id="{D1FA040C-4D59-4FEB-9755-C47E38CD45AB}"/>
              </a:ext>
            </a:extLst>
          </p:cNvPr>
          <p:cNvSpPr>
            <a:spLocks xmlns:a="http://schemas.openxmlformats.org/drawingml/2006/main" noGrp="1"/>
          </p:cNvSpPr>
          <p:nvPr/>
        </p:nvSpPr>
        <p:spPr>
          <a:xfrm xmlns:a="http://schemas.openxmlformats.org/drawingml/2006/main">
            <a:off x="1556307" y="2314892"/>
            <a:ext cx="85595" cy="138265"/>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897" name="Oval 16">
            <a:extLst xmlns:a="http://schemas.openxmlformats.org/drawingml/2006/main">
              <a:ext uri="{FF2B5EF4-FFF2-40B4-BE49-F238E27FC236}">
                <a16:creationId xmlns:a16="http://schemas.microsoft.com/office/drawing/2014/main" id="{074A7FD4-C171-447D-9FCB-C9E91B1DF61B}"/>
              </a:ext>
            </a:extLst>
          </p:cNvPr>
          <p:cNvSpPr>
            <a:spLocks xmlns:a="http://schemas.openxmlformats.org/drawingml/2006/main" noGrp="1"/>
          </p:cNvSpPr>
          <p:nvPr/>
        </p:nvSpPr>
        <p:spPr>
          <a:xfrm xmlns:a="http://schemas.openxmlformats.org/drawingml/2006/main">
            <a:off x="2112264" y="1965960"/>
            <a:ext cx="131687" cy="13168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898" name="Connector 17">
            <a:extLst xmlns:a="http://schemas.openxmlformats.org/drawingml/2006/main">
              <a:ext uri="{FF2B5EF4-FFF2-40B4-BE49-F238E27FC236}">
                <a16:creationId xmlns:a16="http://schemas.microsoft.com/office/drawing/2014/main" id="{C4E267E3-6E7D-4F85-BA18-35DFECB92410}"/>
              </a:ext>
            </a:extLst>
          </p:cNvPr>
          <p:cNvSpPr>
            <a:spLocks xmlns:a="http://schemas.openxmlformats.org/drawingml/2006/main" noGrp="1"/>
          </p:cNvSpPr>
          <p:nvPr/>
        </p:nvSpPr>
        <p:spPr>
          <a:xfrm xmlns:a="http://schemas.openxmlformats.org/drawingml/2006/main">
            <a:off x="2178099" y="2097633"/>
            <a:ext cx="7"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899" name="Connector 18">
            <a:extLst xmlns:a="http://schemas.openxmlformats.org/drawingml/2006/main">
              <a:ext uri="{FF2B5EF4-FFF2-40B4-BE49-F238E27FC236}">
                <a16:creationId xmlns:a16="http://schemas.microsoft.com/office/drawing/2014/main" id="{F479DBC7-B958-4427-8DF1-C9019E226397}"/>
              </a:ext>
            </a:extLst>
          </p:cNvPr>
          <p:cNvSpPr>
            <a:spLocks xmlns:a="http://schemas.openxmlformats.org/drawingml/2006/main" noGrp="1"/>
          </p:cNvSpPr>
          <p:nvPr/>
        </p:nvSpPr>
        <p:spPr>
          <a:xfrm xmlns:a="http://schemas.openxmlformats.org/drawingml/2006/main">
            <a:off x="2085929" y="2189805"/>
            <a:ext cx="184350" cy="6"/>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900" name="Connector 19">
            <a:extLst xmlns:a="http://schemas.openxmlformats.org/drawingml/2006/main">
              <a:ext uri="{FF2B5EF4-FFF2-40B4-BE49-F238E27FC236}">
                <a16:creationId xmlns:a16="http://schemas.microsoft.com/office/drawing/2014/main" id="{BD09DCD6-D847-4920-B702-4C6147264429}"/>
              </a:ext>
            </a:extLst>
          </p:cNvPr>
          <p:cNvSpPr>
            <a:spLocks xmlns:a="http://schemas.openxmlformats.org/drawingml/2006/main" noGrp="1"/>
          </p:cNvSpPr>
          <p:nvPr/>
        </p:nvSpPr>
        <p:spPr>
          <a:xfrm xmlns:a="http://schemas.openxmlformats.org/drawingml/2006/main" flipH="1">
            <a:off x="2092512" y="2314892"/>
            <a:ext cx="85595" cy="138265"/>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901" name="Connector 20">
            <a:extLst xmlns:a="http://schemas.openxmlformats.org/drawingml/2006/main">
              <a:ext uri="{FF2B5EF4-FFF2-40B4-BE49-F238E27FC236}">
                <a16:creationId xmlns:a16="http://schemas.microsoft.com/office/drawing/2014/main" id="{498B35C5-6FBD-4174-8DA7-71D509639769}"/>
              </a:ext>
            </a:extLst>
          </p:cNvPr>
          <p:cNvSpPr>
            <a:spLocks xmlns:a="http://schemas.openxmlformats.org/drawingml/2006/main" noGrp="1"/>
          </p:cNvSpPr>
          <p:nvPr/>
        </p:nvSpPr>
        <p:spPr>
          <a:xfrm xmlns:a="http://schemas.openxmlformats.org/drawingml/2006/main">
            <a:off x="2178099" y="2314892"/>
            <a:ext cx="85595" cy="138265"/>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902" name="Oval 21">
            <a:extLst xmlns:a="http://schemas.openxmlformats.org/drawingml/2006/main">
              <a:ext uri="{FF2B5EF4-FFF2-40B4-BE49-F238E27FC236}">
                <a16:creationId xmlns:a16="http://schemas.microsoft.com/office/drawing/2014/main" id="{DE3838C5-4681-4F22-86E3-78C1EAA1C26F}"/>
              </a:ext>
            </a:extLst>
          </p:cNvPr>
          <p:cNvSpPr>
            <a:spLocks xmlns:a="http://schemas.openxmlformats.org/drawingml/2006/main" noGrp="1"/>
          </p:cNvSpPr>
          <p:nvPr/>
        </p:nvSpPr>
        <p:spPr>
          <a:xfrm xmlns:a="http://schemas.openxmlformats.org/drawingml/2006/main">
            <a:off x="2734055" y="1965960"/>
            <a:ext cx="131687" cy="13168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903" name="Connector 22">
            <a:extLst xmlns:a="http://schemas.openxmlformats.org/drawingml/2006/main">
              <a:ext uri="{FF2B5EF4-FFF2-40B4-BE49-F238E27FC236}">
                <a16:creationId xmlns:a16="http://schemas.microsoft.com/office/drawing/2014/main" id="{532E44DA-860C-4CD4-A7F1-B315210E4B9A}"/>
              </a:ext>
            </a:extLst>
          </p:cNvPr>
          <p:cNvSpPr>
            <a:spLocks xmlns:a="http://schemas.openxmlformats.org/drawingml/2006/main" noGrp="1"/>
          </p:cNvSpPr>
          <p:nvPr/>
        </p:nvSpPr>
        <p:spPr>
          <a:xfrm xmlns:a="http://schemas.openxmlformats.org/drawingml/2006/main">
            <a:off x="2799892" y="2097633"/>
            <a:ext cx="7"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904" name="Connector 23">
            <a:extLst xmlns:a="http://schemas.openxmlformats.org/drawingml/2006/main">
              <a:ext uri="{FF2B5EF4-FFF2-40B4-BE49-F238E27FC236}">
                <a16:creationId xmlns:a16="http://schemas.microsoft.com/office/drawing/2014/main" id="{3FF1D615-5407-4732-9E3C-BE053989B266}"/>
              </a:ext>
            </a:extLst>
          </p:cNvPr>
          <p:cNvSpPr>
            <a:spLocks xmlns:a="http://schemas.openxmlformats.org/drawingml/2006/main" noGrp="1"/>
          </p:cNvSpPr>
          <p:nvPr/>
        </p:nvSpPr>
        <p:spPr>
          <a:xfrm xmlns:a="http://schemas.openxmlformats.org/drawingml/2006/main">
            <a:off x="2707719" y="2189805"/>
            <a:ext cx="184350" cy="6"/>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905" name="Connector 24">
            <a:extLst xmlns:a="http://schemas.openxmlformats.org/drawingml/2006/main">
              <a:ext uri="{FF2B5EF4-FFF2-40B4-BE49-F238E27FC236}">
                <a16:creationId xmlns:a16="http://schemas.microsoft.com/office/drawing/2014/main" id="{F244B776-B859-4DC4-8DCF-E2E40BDC85D8}"/>
              </a:ext>
            </a:extLst>
          </p:cNvPr>
          <p:cNvSpPr>
            <a:spLocks xmlns:a="http://schemas.openxmlformats.org/drawingml/2006/main" noGrp="1"/>
          </p:cNvSpPr>
          <p:nvPr/>
        </p:nvSpPr>
        <p:spPr>
          <a:xfrm xmlns:a="http://schemas.openxmlformats.org/drawingml/2006/main" flipH="1">
            <a:off x="2714304" y="2314892"/>
            <a:ext cx="85595" cy="138265"/>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906" name="Connector 25">
            <a:extLst xmlns:a="http://schemas.openxmlformats.org/drawingml/2006/main">
              <a:ext uri="{FF2B5EF4-FFF2-40B4-BE49-F238E27FC236}">
                <a16:creationId xmlns:a16="http://schemas.microsoft.com/office/drawing/2014/main" id="{2DDBD6C7-5330-4DEE-94C1-C160F48A4819}"/>
              </a:ext>
            </a:extLst>
          </p:cNvPr>
          <p:cNvSpPr>
            <a:spLocks xmlns:a="http://schemas.openxmlformats.org/drawingml/2006/main" noGrp="1"/>
          </p:cNvSpPr>
          <p:nvPr/>
        </p:nvSpPr>
        <p:spPr>
          <a:xfrm xmlns:a="http://schemas.openxmlformats.org/drawingml/2006/main">
            <a:off x="2799892" y="2314892"/>
            <a:ext cx="85595" cy="138265"/>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907" name="Oval 26">
            <a:extLst xmlns:a="http://schemas.openxmlformats.org/drawingml/2006/main">
              <a:ext uri="{FF2B5EF4-FFF2-40B4-BE49-F238E27FC236}">
                <a16:creationId xmlns:a16="http://schemas.microsoft.com/office/drawing/2014/main" id="{FA8F5BD8-1557-475F-8A3F-C5007D45A85B}"/>
              </a:ext>
            </a:extLst>
          </p:cNvPr>
          <p:cNvSpPr>
            <a:spLocks xmlns:a="http://schemas.openxmlformats.org/drawingml/2006/main" noGrp="1"/>
          </p:cNvSpPr>
          <p:nvPr/>
        </p:nvSpPr>
        <p:spPr>
          <a:xfrm xmlns:a="http://schemas.openxmlformats.org/drawingml/2006/main">
            <a:off x="3355847" y="1965960"/>
            <a:ext cx="131687" cy="131687"/>
          </a:xfrm>
          <a:prstGeom xmlns:a="http://schemas.openxmlformats.org/drawingml/2006/main" prst="ellipse">
            <a:avLst/>
          </a:prstGeom>
          <a:solidFill xmlns:a="http://schemas.openxmlformats.org/drawingml/2006/main">
            <a:srgbClr val="74777E"/>
          </a:solidFill>
          <a:ln xmlns:a="http://schemas.openxmlformats.org/drawingml/2006/main" w="10160">
            <a:solidFill>
              <a:srgbClr val="74777E"/>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908" name="Connector 27">
            <a:extLst xmlns:a="http://schemas.openxmlformats.org/drawingml/2006/main">
              <a:ext uri="{FF2B5EF4-FFF2-40B4-BE49-F238E27FC236}">
                <a16:creationId xmlns:a16="http://schemas.microsoft.com/office/drawing/2014/main" id="{D12E378F-81E4-401E-95EA-E6E4F7FD4E8C}"/>
              </a:ext>
            </a:extLst>
          </p:cNvPr>
          <p:cNvSpPr>
            <a:spLocks xmlns:a="http://schemas.openxmlformats.org/drawingml/2006/main" noGrp="1"/>
          </p:cNvSpPr>
          <p:nvPr/>
        </p:nvSpPr>
        <p:spPr>
          <a:xfrm xmlns:a="http://schemas.openxmlformats.org/drawingml/2006/main">
            <a:off x="3421684" y="2097633"/>
            <a:ext cx="7" cy="217264"/>
          </a:xfrm>
          <a:prstGeom xmlns:a="http://schemas.openxmlformats.org/drawingml/2006/main" prst="line">
            <a:avLst/>
          </a:prstGeom>
          <a:ln xmlns:a="http://schemas.openxmlformats.org/drawingml/2006/main" w="19050">
            <a:solidFill>
              <a:srgbClr val="74777E"/>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909" name="Connector 28">
            <a:extLst xmlns:a="http://schemas.openxmlformats.org/drawingml/2006/main">
              <a:ext uri="{FF2B5EF4-FFF2-40B4-BE49-F238E27FC236}">
                <a16:creationId xmlns:a16="http://schemas.microsoft.com/office/drawing/2014/main" id="{40857D4D-2D05-4066-AF8D-08CF5863274B}"/>
              </a:ext>
            </a:extLst>
          </p:cNvPr>
          <p:cNvSpPr>
            <a:spLocks xmlns:a="http://schemas.openxmlformats.org/drawingml/2006/main" noGrp="1"/>
          </p:cNvSpPr>
          <p:nvPr/>
        </p:nvSpPr>
        <p:spPr>
          <a:xfrm xmlns:a="http://schemas.openxmlformats.org/drawingml/2006/main">
            <a:off x="3329513" y="2189805"/>
            <a:ext cx="184350" cy="6"/>
          </a:xfrm>
          <a:prstGeom xmlns:a="http://schemas.openxmlformats.org/drawingml/2006/main" prst="line">
            <a:avLst/>
          </a:prstGeom>
          <a:ln xmlns:a="http://schemas.openxmlformats.org/drawingml/2006/main" w="19050">
            <a:solidFill>
              <a:srgbClr val="74777E"/>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910" name="Connector 30">
            <a:extLst xmlns:a="http://schemas.openxmlformats.org/drawingml/2006/main">
              <a:ext uri="{FF2B5EF4-FFF2-40B4-BE49-F238E27FC236}">
                <a16:creationId xmlns:a16="http://schemas.microsoft.com/office/drawing/2014/main" id="{BC07AC67-A350-4C5D-A607-7CCB5FF61B6C}"/>
              </a:ext>
            </a:extLst>
          </p:cNvPr>
          <p:cNvSpPr>
            <a:spLocks xmlns:a="http://schemas.openxmlformats.org/drawingml/2006/main" noGrp="1"/>
          </p:cNvSpPr>
          <p:nvPr/>
        </p:nvSpPr>
        <p:spPr>
          <a:xfrm xmlns:a="http://schemas.openxmlformats.org/drawingml/2006/main" flipH="1">
            <a:off x="3336093" y="2314892"/>
            <a:ext cx="85595" cy="138265"/>
          </a:xfrm>
          <a:prstGeom xmlns:a="http://schemas.openxmlformats.org/drawingml/2006/main" prst="line">
            <a:avLst/>
          </a:prstGeom>
          <a:ln xmlns:a="http://schemas.openxmlformats.org/drawingml/2006/main" w="19050">
            <a:solidFill>
              <a:srgbClr val="74777E"/>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911" name="Connector 31">
            <a:extLst xmlns:a="http://schemas.openxmlformats.org/drawingml/2006/main">
              <a:ext uri="{FF2B5EF4-FFF2-40B4-BE49-F238E27FC236}">
                <a16:creationId xmlns:a16="http://schemas.microsoft.com/office/drawing/2014/main" id="{15A08012-4267-4722-8969-EDF4981FEA60}"/>
              </a:ext>
            </a:extLst>
          </p:cNvPr>
          <p:cNvSpPr>
            <a:spLocks xmlns:a="http://schemas.openxmlformats.org/drawingml/2006/main" noGrp="1"/>
          </p:cNvSpPr>
          <p:nvPr/>
        </p:nvSpPr>
        <p:spPr>
          <a:xfrm xmlns:a="http://schemas.openxmlformats.org/drawingml/2006/main">
            <a:off x="3421684" y="2314892"/>
            <a:ext cx="85595" cy="138265"/>
          </a:xfrm>
          <a:prstGeom xmlns:a="http://schemas.openxmlformats.org/drawingml/2006/main" prst="line">
            <a:avLst/>
          </a:prstGeom>
          <a:ln xmlns:a="http://schemas.openxmlformats.org/drawingml/2006/main" w="19050">
            <a:solidFill>
              <a:srgbClr val="74777E"/>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912" name="Oval 36">
            <a:extLst xmlns:a="http://schemas.openxmlformats.org/drawingml/2006/main">
              <a:ext uri="{FF2B5EF4-FFF2-40B4-BE49-F238E27FC236}">
                <a16:creationId xmlns:a16="http://schemas.microsoft.com/office/drawing/2014/main" id="{52122FCF-6E36-48EC-82FC-B0E49266E101}"/>
              </a:ext>
            </a:extLst>
          </p:cNvPr>
          <p:cNvSpPr>
            <a:spLocks xmlns:a="http://schemas.openxmlformats.org/drawingml/2006/main" noGrp="1"/>
          </p:cNvSpPr>
          <p:nvPr/>
        </p:nvSpPr>
        <p:spPr>
          <a:xfrm xmlns:a="http://schemas.openxmlformats.org/drawingml/2006/main">
            <a:off x="3977640" y="1965960"/>
            <a:ext cx="131687" cy="13168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913" name="Connector 37">
            <a:extLst xmlns:a="http://schemas.openxmlformats.org/drawingml/2006/main">
              <a:ext uri="{FF2B5EF4-FFF2-40B4-BE49-F238E27FC236}">
                <a16:creationId xmlns:a16="http://schemas.microsoft.com/office/drawing/2014/main" id="{10FFBAB5-9EF5-4CDB-BB93-382167F92595}"/>
              </a:ext>
            </a:extLst>
          </p:cNvPr>
          <p:cNvSpPr>
            <a:spLocks xmlns:a="http://schemas.openxmlformats.org/drawingml/2006/main" noGrp="1"/>
          </p:cNvSpPr>
          <p:nvPr/>
        </p:nvSpPr>
        <p:spPr>
          <a:xfrm xmlns:a="http://schemas.openxmlformats.org/drawingml/2006/main">
            <a:off x="4043475" y="2097633"/>
            <a:ext cx="7"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914" name="Connector 38">
            <a:extLst xmlns:a="http://schemas.openxmlformats.org/drawingml/2006/main">
              <a:ext uri="{FF2B5EF4-FFF2-40B4-BE49-F238E27FC236}">
                <a16:creationId xmlns:a16="http://schemas.microsoft.com/office/drawing/2014/main" id="{3661668A-332F-4B0F-BD70-67DC1C7B15C7}"/>
              </a:ext>
            </a:extLst>
          </p:cNvPr>
          <p:cNvSpPr>
            <a:spLocks xmlns:a="http://schemas.openxmlformats.org/drawingml/2006/main" noGrp="1"/>
          </p:cNvSpPr>
          <p:nvPr/>
        </p:nvSpPr>
        <p:spPr>
          <a:xfrm xmlns:a="http://schemas.openxmlformats.org/drawingml/2006/main">
            <a:off x="3951304" y="2189805"/>
            <a:ext cx="184350" cy="6"/>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915" name="Connector 39">
            <a:extLst xmlns:a="http://schemas.openxmlformats.org/drawingml/2006/main">
              <a:ext uri="{FF2B5EF4-FFF2-40B4-BE49-F238E27FC236}">
                <a16:creationId xmlns:a16="http://schemas.microsoft.com/office/drawing/2014/main" id="{33FF67AE-B765-4284-A140-30E21C5D54D8}"/>
              </a:ext>
            </a:extLst>
          </p:cNvPr>
          <p:cNvSpPr>
            <a:spLocks xmlns:a="http://schemas.openxmlformats.org/drawingml/2006/main" noGrp="1"/>
          </p:cNvSpPr>
          <p:nvPr/>
        </p:nvSpPr>
        <p:spPr>
          <a:xfrm xmlns:a="http://schemas.openxmlformats.org/drawingml/2006/main" flipH="1">
            <a:off x="3957886" y="2314892"/>
            <a:ext cx="85595" cy="138265"/>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916" name="Connector 40">
            <a:extLst xmlns:a="http://schemas.openxmlformats.org/drawingml/2006/main">
              <a:ext uri="{FF2B5EF4-FFF2-40B4-BE49-F238E27FC236}">
                <a16:creationId xmlns:a16="http://schemas.microsoft.com/office/drawing/2014/main" id="{D6EC215C-D03E-46A5-9118-592C32430326}"/>
              </a:ext>
            </a:extLst>
          </p:cNvPr>
          <p:cNvSpPr>
            <a:spLocks xmlns:a="http://schemas.openxmlformats.org/drawingml/2006/main" noGrp="1"/>
          </p:cNvSpPr>
          <p:nvPr/>
        </p:nvSpPr>
        <p:spPr>
          <a:xfrm xmlns:a="http://schemas.openxmlformats.org/drawingml/2006/main">
            <a:off x="4043475" y="2314892"/>
            <a:ext cx="85595" cy="138265"/>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917" name="Oval 41">
            <a:extLst xmlns:a="http://schemas.openxmlformats.org/drawingml/2006/main">
              <a:ext uri="{FF2B5EF4-FFF2-40B4-BE49-F238E27FC236}">
                <a16:creationId xmlns:a16="http://schemas.microsoft.com/office/drawing/2014/main" id="{55E088D3-AB8B-4149-9089-E286BDD541E5}"/>
              </a:ext>
            </a:extLst>
          </p:cNvPr>
          <p:cNvSpPr>
            <a:spLocks xmlns:a="http://schemas.openxmlformats.org/drawingml/2006/main" noGrp="1"/>
          </p:cNvSpPr>
          <p:nvPr/>
        </p:nvSpPr>
        <p:spPr>
          <a:xfrm xmlns:a="http://schemas.openxmlformats.org/drawingml/2006/main">
            <a:off x="4599432" y="1965960"/>
            <a:ext cx="131687" cy="13168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918" name="Connector 42">
            <a:extLst xmlns:a="http://schemas.openxmlformats.org/drawingml/2006/main">
              <a:ext uri="{FF2B5EF4-FFF2-40B4-BE49-F238E27FC236}">
                <a16:creationId xmlns:a16="http://schemas.microsoft.com/office/drawing/2014/main" id="{19539533-4854-42E9-B19E-872177641967}"/>
              </a:ext>
            </a:extLst>
          </p:cNvPr>
          <p:cNvSpPr>
            <a:spLocks xmlns:a="http://schemas.openxmlformats.org/drawingml/2006/main" noGrp="1"/>
          </p:cNvSpPr>
          <p:nvPr/>
        </p:nvSpPr>
        <p:spPr>
          <a:xfrm xmlns:a="http://schemas.openxmlformats.org/drawingml/2006/main">
            <a:off x="4665267" y="2097633"/>
            <a:ext cx="7"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919" name="Connector 43">
            <a:extLst xmlns:a="http://schemas.openxmlformats.org/drawingml/2006/main">
              <a:ext uri="{FF2B5EF4-FFF2-40B4-BE49-F238E27FC236}">
                <a16:creationId xmlns:a16="http://schemas.microsoft.com/office/drawing/2014/main" id="{A14E7772-5AC2-49CD-BBA8-A1055837DB37}"/>
              </a:ext>
            </a:extLst>
          </p:cNvPr>
          <p:cNvSpPr>
            <a:spLocks xmlns:a="http://schemas.openxmlformats.org/drawingml/2006/main" noGrp="1"/>
          </p:cNvSpPr>
          <p:nvPr/>
        </p:nvSpPr>
        <p:spPr>
          <a:xfrm xmlns:a="http://schemas.openxmlformats.org/drawingml/2006/main">
            <a:off x="4573096" y="2189805"/>
            <a:ext cx="184350" cy="6"/>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920" name="Connector 44">
            <a:extLst xmlns:a="http://schemas.openxmlformats.org/drawingml/2006/main">
              <a:ext uri="{FF2B5EF4-FFF2-40B4-BE49-F238E27FC236}">
                <a16:creationId xmlns:a16="http://schemas.microsoft.com/office/drawing/2014/main" id="{A7F5E58E-BC23-467F-8492-2CD740C160F0}"/>
              </a:ext>
            </a:extLst>
          </p:cNvPr>
          <p:cNvSpPr>
            <a:spLocks xmlns:a="http://schemas.openxmlformats.org/drawingml/2006/main" noGrp="1"/>
          </p:cNvSpPr>
          <p:nvPr/>
        </p:nvSpPr>
        <p:spPr>
          <a:xfrm xmlns:a="http://schemas.openxmlformats.org/drawingml/2006/main" flipH="1">
            <a:off x="4579680" y="2314892"/>
            <a:ext cx="85595" cy="138265"/>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921" name="Connector 45">
            <a:extLst xmlns:a="http://schemas.openxmlformats.org/drawingml/2006/main">
              <a:ext uri="{FF2B5EF4-FFF2-40B4-BE49-F238E27FC236}">
                <a16:creationId xmlns:a16="http://schemas.microsoft.com/office/drawing/2014/main" id="{6E4DC038-235F-4E68-91ED-6331D63353FD}"/>
              </a:ext>
            </a:extLst>
          </p:cNvPr>
          <p:cNvSpPr>
            <a:spLocks xmlns:a="http://schemas.openxmlformats.org/drawingml/2006/main" noGrp="1"/>
          </p:cNvSpPr>
          <p:nvPr/>
        </p:nvSpPr>
        <p:spPr>
          <a:xfrm xmlns:a="http://schemas.openxmlformats.org/drawingml/2006/main">
            <a:off x="4665267" y="2314892"/>
            <a:ext cx="85595" cy="138265"/>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922" name="Oval 46">
            <a:extLst xmlns:a="http://schemas.openxmlformats.org/drawingml/2006/main">
              <a:ext uri="{FF2B5EF4-FFF2-40B4-BE49-F238E27FC236}">
                <a16:creationId xmlns:a16="http://schemas.microsoft.com/office/drawing/2014/main" id="{F2D2A706-2CDE-4AA7-A084-1C97F33FF7D6}"/>
              </a:ext>
            </a:extLst>
          </p:cNvPr>
          <p:cNvSpPr>
            <a:spLocks xmlns:a="http://schemas.openxmlformats.org/drawingml/2006/main" noGrp="1"/>
          </p:cNvSpPr>
          <p:nvPr/>
        </p:nvSpPr>
        <p:spPr>
          <a:xfrm xmlns:a="http://schemas.openxmlformats.org/drawingml/2006/main">
            <a:off x="1033271" y="2697477"/>
            <a:ext cx="131687" cy="13168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923" name="Connector 47">
            <a:extLst xmlns:a="http://schemas.openxmlformats.org/drawingml/2006/main">
              <a:ext uri="{FF2B5EF4-FFF2-40B4-BE49-F238E27FC236}">
                <a16:creationId xmlns:a16="http://schemas.microsoft.com/office/drawing/2014/main" id="{D4A7EA50-CD62-49A8-8D65-A9178BA433F8}"/>
              </a:ext>
            </a:extLst>
          </p:cNvPr>
          <p:cNvSpPr>
            <a:spLocks xmlns:a="http://schemas.openxmlformats.org/drawingml/2006/main" noGrp="1"/>
          </p:cNvSpPr>
          <p:nvPr/>
        </p:nvSpPr>
        <p:spPr>
          <a:xfrm xmlns:a="http://schemas.openxmlformats.org/drawingml/2006/main">
            <a:off x="1099107" y="2829153"/>
            <a:ext cx="7"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924" name="Connector 48">
            <a:extLst xmlns:a="http://schemas.openxmlformats.org/drawingml/2006/main">
              <a:ext uri="{FF2B5EF4-FFF2-40B4-BE49-F238E27FC236}">
                <a16:creationId xmlns:a16="http://schemas.microsoft.com/office/drawing/2014/main" id="{A69259F7-9327-47AD-B7F8-0CAEFCC08E67}"/>
              </a:ext>
            </a:extLst>
          </p:cNvPr>
          <p:cNvSpPr>
            <a:spLocks xmlns:a="http://schemas.openxmlformats.org/drawingml/2006/main" noGrp="1"/>
          </p:cNvSpPr>
          <p:nvPr/>
        </p:nvSpPr>
        <p:spPr>
          <a:xfrm xmlns:a="http://schemas.openxmlformats.org/drawingml/2006/main">
            <a:off x="1006936" y="2921323"/>
            <a:ext cx="184350" cy="7"/>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925" name="Connector 49">
            <a:extLst xmlns:a="http://schemas.openxmlformats.org/drawingml/2006/main">
              <a:ext uri="{FF2B5EF4-FFF2-40B4-BE49-F238E27FC236}">
                <a16:creationId xmlns:a16="http://schemas.microsoft.com/office/drawing/2014/main" id="{B45DF738-0A19-49AC-8418-1F933F2EC92F}"/>
              </a:ext>
            </a:extLst>
          </p:cNvPr>
          <p:cNvSpPr>
            <a:spLocks xmlns:a="http://schemas.openxmlformats.org/drawingml/2006/main" noGrp="1"/>
          </p:cNvSpPr>
          <p:nvPr/>
        </p:nvSpPr>
        <p:spPr>
          <a:xfrm xmlns:a="http://schemas.openxmlformats.org/drawingml/2006/main" flipH="1">
            <a:off x="1013520" y="3046414"/>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926" name="Connector 50">
            <a:extLst xmlns:a="http://schemas.openxmlformats.org/drawingml/2006/main">
              <a:ext uri="{FF2B5EF4-FFF2-40B4-BE49-F238E27FC236}">
                <a16:creationId xmlns:a16="http://schemas.microsoft.com/office/drawing/2014/main" id="{5933DCBE-C62C-4F52-9685-B6661F9E8DD0}"/>
              </a:ext>
            </a:extLst>
          </p:cNvPr>
          <p:cNvSpPr>
            <a:spLocks xmlns:a="http://schemas.openxmlformats.org/drawingml/2006/main" noGrp="1"/>
          </p:cNvSpPr>
          <p:nvPr/>
        </p:nvSpPr>
        <p:spPr>
          <a:xfrm xmlns:a="http://schemas.openxmlformats.org/drawingml/2006/main">
            <a:off x="1099108" y="3046414"/>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927" name="Oval 51">
            <a:extLst xmlns:a="http://schemas.openxmlformats.org/drawingml/2006/main">
              <a:ext uri="{FF2B5EF4-FFF2-40B4-BE49-F238E27FC236}">
                <a16:creationId xmlns:a16="http://schemas.microsoft.com/office/drawing/2014/main" id="{0C9DE0D2-71CD-48CD-9398-C4A67A1ECB5F}"/>
              </a:ext>
            </a:extLst>
          </p:cNvPr>
          <p:cNvSpPr>
            <a:spLocks xmlns:a="http://schemas.openxmlformats.org/drawingml/2006/main" noGrp="1"/>
          </p:cNvSpPr>
          <p:nvPr/>
        </p:nvSpPr>
        <p:spPr>
          <a:xfrm xmlns:a="http://schemas.openxmlformats.org/drawingml/2006/main">
            <a:off x="1655060" y="2697477"/>
            <a:ext cx="131687" cy="131687"/>
          </a:xfrm>
          <a:prstGeom xmlns:a="http://schemas.openxmlformats.org/drawingml/2006/main" prst="ellipse">
            <a:avLst/>
          </a:prstGeom>
          <a:solidFill xmlns:a="http://schemas.openxmlformats.org/drawingml/2006/main">
            <a:srgbClr val="74777E"/>
          </a:solidFill>
          <a:ln xmlns:a="http://schemas.openxmlformats.org/drawingml/2006/main" w="10160">
            <a:solidFill>
              <a:srgbClr val="74777E"/>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928" name="Connector 52">
            <a:extLst xmlns:a="http://schemas.openxmlformats.org/drawingml/2006/main">
              <a:ext uri="{FF2B5EF4-FFF2-40B4-BE49-F238E27FC236}">
                <a16:creationId xmlns:a16="http://schemas.microsoft.com/office/drawing/2014/main" id="{E96E231A-FCC4-4103-B118-DCEBF7B2C502}"/>
              </a:ext>
            </a:extLst>
          </p:cNvPr>
          <p:cNvSpPr>
            <a:spLocks xmlns:a="http://schemas.openxmlformats.org/drawingml/2006/main" noGrp="1"/>
          </p:cNvSpPr>
          <p:nvPr/>
        </p:nvSpPr>
        <p:spPr>
          <a:xfrm xmlns:a="http://schemas.openxmlformats.org/drawingml/2006/main">
            <a:off x="1720898" y="2829153"/>
            <a:ext cx="7" cy="217264"/>
          </a:xfrm>
          <a:prstGeom xmlns:a="http://schemas.openxmlformats.org/drawingml/2006/main" prst="line">
            <a:avLst/>
          </a:prstGeom>
          <a:ln xmlns:a="http://schemas.openxmlformats.org/drawingml/2006/main" w="19050">
            <a:solidFill>
              <a:srgbClr val="74777E"/>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929" name="Connector 53">
            <a:extLst xmlns:a="http://schemas.openxmlformats.org/drawingml/2006/main">
              <a:ext uri="{FF2B5EF4-FFF2-40B4-BE49-F238E27FC236}">
                <a16:creationId xmlns:a16="http://schemas.microsoft.com/office/drawing/2014/main" id="{9ACDE345-E3AA-42CA-A796-D951F90320EA}"/>
              </a:ext>
            </a:extLst>
          </p:cNvPr>
          <p:cNvSpPr>
            <a:spLocks xmlns:a="http://schemas.openxmlformats.org/drawingml/2006/main" noGrp="1"/>
          </p:cNvSpPr>
          <p:nvPr/>
        </p:nvSpPr>
        <p:spPr>
          <a:xfrm xmlns:a="http://schemas.openxmlformats.org/drawingml/2006/main">
            <a:off x="1628729" y="2921323"/>
            <a:ext cx="184350" cy="7"/>
          </a:xfrm>
          <a:prstGeom xmlns:a="http://schemas.openxmlformats.org/drawingml/2006/main" prst="line">
            <a:avLst/>
          </a:prstGeom>
          <a:ln xmlns:a="http://schemas.openxmlformats.org/drawingml/2006/main" w="19050">
            <a:solidFill>
              <a:srgbClr val="74777E"/>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930" name="Connector 55">
            <a:extLst xmlns:a="http://schemas.openxmlformats.org/drawingml/2006/main">
              <a:ext uri="{FF2B5EF4-FFF2-40B4-BE49-F238E27FC236}">
                <a16:creationId xmlns:a16="http://schemas.microsoft.com/office/drawing/2014/main" id="{F74C236F-EE1F-4532-8712-2DEF4CA576AD}"/>
              </a:ext>
            </a:extLst>
          </p:cNvPr>
          <p:cNvSpPr>
            <a:spLocks xmlns:a="http://schemas.openxmlformats.org/drawingml/2006/main" noGrp="1"/>
          </p:cNvSpPr>
          <p:nvPr/>
        </p:nvSpPr>
        <p:spPr>
          <a:xfrm xmlns:a="http://schemas.openxmlformats.org/drawingml/2006/main" flipH="1">
            <a:off x="1635312" y="3046414"/>
            <a:ext cx="85595" cy="138264"/>
          </a:xfrm>
          <a:prstGeom xmlns:a="http://schemas.openxmlformats.org/drawingml/2006/main" prst="line">
            <a:avLst/>
          </a:prstGeom>
          <a:ln xmlns:a="http://schemas.openxmlformats.org/drawingml/2006/main" w="19050">
            <a:solidFill>
              <a:srgbClr val="74777E"/>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931" name="Connector 56">
            <a:extLst xmlns:a="http://schemas.openxmlformats.org/drawingml/2006/main">
              <a:ext uri="{FF2B5EF4-FFF2-40B4-BE49-F238E27FC236}">
                <a16:creationId xmlns:a16="http://schemas.microsoft.com/office/drawing/2014/main" id="{90ED047B-30CE-468F-9780-A504F857B7E4}"/>
              </a:ext>
            </a:extLst>
          </p:cNvPr>
          <p:cNvSpPr>
            <a:spLocks xmlns:a="http://schemas.openxmlformats.org/drawingml/2006/main" noGrp="1"/>
          </p:cNvSpPr>
          <p:nvPr/>
        </p:nvSpPr>
        <p:spPr>
          <a:xfrm xmlns:a="http://schemas.openxmlformats.org/drawingml/2006/main">
            <a:off x="1720899" y="3046414"/>
            <a:ext cx="85595" cy="138264"/>
          </a:xfrm>
          <a:prstGeom xmlns:a="http://schemas.openxmlformats.org/drawingml/2006/main" prst="line">
            <a:avLst/>
          </a:prstGeom>
          <a:ln xmlns:a="http://schemas.openxmlformats.org/drawingml/2006/main" w="19050">
            <a:solidFill>
              <a:srgbClr val="74777E"/>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932" name="Oval 61">
            <a:extLst xmlns:a="http://schemas.openxmlformats.org/drawingml/2006/main">
              <a:ext uri="{FF2B5EF4-FFF2-40B4-BE49-F238E27FC236}">
                <a16:creationId xmlns:a16="http://schemas.microsoft.com/office/drawing/2014/main" id="{3E1CCE4F-375C-4FFB-AB7B-734A10F846BD}"/>
              </a:ext>
            </a:extLst>
          </p:cNvPr>
          <p:cNvSpPr>
            <a:spLocks xmlns:a="http://schemas.openxmlformats.org/drawingml/2006/main" noGrp="1"/>
          </p:cNvSpPr>
          <p:nvPr/>
        </p:nvSpPr>
        <p:spPr>
          <a:xfrm xmlns:a="http://schemas.openxmlformats.org/drawingml/2006/main">
            <a:off x="2276855" y="2697477"/>
            <a:ext cx="131687" cy="13168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933" name="Connector 62">
            <a:extLst xmlns:a="http://schemas.openxmlformats.org/drawingml/2006/main">
              <a:ext uri="{FF2B5EF4-FFF2-40B4-BE49-F238E27FC236}">
                <a16:creationId xmlns:a16="http://schemas.microsoft.com/office/drawing/2014/main" id="{928A4F32-863A-496C-A917-99DF0CB755D9}"/>
              </a:ext>
            </a:extLst>
          </p:cNvPr>
          <p:cNvSpPr>
            <a:spLocks xmlns:a="http://schemas.openxmlformats.org/drawingml/2006/main" noGrp="1"/>
          </p:cNvSpPr>
          <p:nvPr/>
        </p:nvSpPr>
        <p:spPr>
          <a:xfrm xmlns:a="http://schemas.openxmlformats.org/drawingml/2006/main">
            <a:off x="2342692" y="2829153"/>
            <a:ext cx="7"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934" name="Connector 63">
            <a:extLst xmlns:a="http://schemas.openxmlformats.org/drawingml/2006/main">
              <a:ext uri="{FF2B5EF4-FFF2-40B4-BE49-F238E27FC236}">
                <a16:creationId xmlns:a16="http://schemas.microsoft.com/office/drawing/2014/main" id="{AD2FC0D7-76C0-480B-B597-603E0D30F4DC}"/>
              </a:ext>
            </a:extLst>
          </p:cNvPr>
          <p:cNvSpPr>
            <a:spLocks xmlns:a="http://schemas.openxmlformats.org/drawingml/2006/main" noGrp="1"/>
          </p:cNvSpPr>
          <p:nvPr/>
        </p:nvSpPr>
        <p:spPr>
          <a:xfrm xmlns:a="http://schemas.openxmlformats.org/drawingml/2006/main">
            <a:off x="2250519" y="2921323"/>
            <a:ext cx="184350" cy="7"/>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935" name="Connector 64">
            <a:extLst xmlns:a="http://schemas.openxmlformats.org/drawingml/2006/main">
              <a:ext uri="{FF2B5EF4-FFF2-40B4-BE49-F238E27FC236}">
                <a16:creationId xmlns:a16="http://schemas.microsoft.com/office/drawing/2014/main" id="{A36009DB-3856-404F-8A17-844D6B76485B}"/>
              </a:ext>
            </a:extLst>
          </p:cNvPr>
          <p:cNvSpPr>
            <a:spLocks xmlns:a="http://schemas.openxmlformats.org/drawingml/2006/main" noGrp="1"/>
          </p:cNvSpPr>
          <p:nvPr/>
        </p:nvSpPr>
        <p:spPr>
          <a:xfrm xmlns:a="http://schemas.openxmlformats.org/drawingml/2006/main" flipH="1">
            <a:off x="2257104" y="3046414"/>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936" name="Connector 65">
            <a:extLst xmlns:a="http://schemas.openxmlformats.org/drawingml/2006/main">
              <a:ext uri="{FF2B5EF4-FFF2-40B4-BE49-F238E27FC236}">
                <a16:creationId xmlns:a16="http://schemas.microsoft.com/office/drawing/2014/main" id="{10836496-7ABB-4846-B420-2F9A07A6D745}"/>
              </a:ext>
            </a:extLst>
          </p:cNvPr>
          <p:cNvSpPr>
            <a:spLocks xmlns:a="http://schemas.openxmlformats.org/drawingml/2006/main" noGrp="1"/>
          </p:cNvSpPr>
          <p:nvPr/>
        </p:nvSpPr>
        <p:spPr>
          <a:xfrm xmlns:a="http://schemas.openxmlformats.org/drawingml/2006/main">
            <a:off x="2342692" y="3046414"/>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937" name="Oval 66">
            <a:extLst xmlns:a="http://schemas.openxmlformats.org/drawingml/2006/main">
              <a:ext uri="{FF2B5EF4-FFF2-40B4-BE49-F238E27FC236}">
                <a16:creationId xmlns:a16="http://schemas.microsoft.com/office/drawing/2014/main" id="{B56CE32B-007F-4355-ABA3-B72F20323AE4}"/>
              </a:ext>
            </a:extLst>
          </p:cNvPr>
          <p:cNvSpPr>
            <a:spLocks xmlns:a="http://schemas.openxmlformats.org/drawingml/2006/main" noGrp="1"/>
          </p:cNvSpPr>
          <p:nvPr/>
        </p:nvSpPr>
        <p:spPr>
          <a:xfrm xmlns:a="http://schemas.openxmlformats.org/drawingml/2006/main">
            <a:off x="2898648" y="2697477"/>
            <a:ext cx="131687" cy="13168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938" name="Connector 67">
            <a:extLst xmlns:a="http://schemas.openxmlformats.org/drawingml/2006/main">
              <a:ext uri="{FF2B5EF4-FFF2-40B4-BE49-F238E27FC236}">
                <a16:creationId xmlns:a16="http://schemas.microsoft.com/office/drawing/2014/main" id="{EBA52953-0AEA-4272-9A99-F55D5A743DCA}"/>
              </a:ext>
            </a:extLst>
          </p:cNvPr>
          <p:cNvSpPr>
            <a:spLocks xmlns:a="http://schemas.openxmlformats.org/drawingml/2006/main" noGrp="1"/>
          </p:cNvSpPr>
          <p:nvPr/>
        </p:nvSpPr>
        <p:spPr>
          <a:xfrm xmlns:a="http://schemas.openxmlformats.org/drawingml/2006/main">
            <a:off x="2964483" y="2829153"/>
            <a:ext cx="7"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939" name="Connector 68">
            <a:extLst xmlns:a="http://schemas.openxmlformats.org/drawingml/2006/main">
              <a:ext uri="{FF2B5EF4-FFF2-40B4-BE49-F238E27FC236}">
                <a16:creationId xmlns:a16="http://schemas.microsoft.com/office/drawing/2014/main" id="{9A2D3F85-8EDA-4FE8-93E6-5ED4B714FD72}"/>
              </a:ext>
            </a:extLst>
          </p:cNvPr>
          <p:cNvSpPr>
            <a:spLocks xmlns:a="http://schemas.openxmlformats.org/drawingml/2006/main" noGrp="1"/>
          </p:cNvSpPr>
          <p:nvPr/>
        </p:nvSpPr>
        <p:spPr>
          <a:xfrm xmlns:a="http://schemas.openxmlformats.org/drawingml/2006/main">
            <a:off x="2872313" y="2921323"/>
            <a:ext cx="184350" cy="7"/>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940" name="Connector 69">
            <a:extLst xmlns:a="http://schemas.openxmlformats.org/drawingml/2006/main">
              <a:ext uri="{FF2B5EF4-FFF2-40B4-BE49-F238E27FC236}">
                <a16:creationId xmlns:a16="http://schemas.microsoft.com/office/drawing/2014/main" id="{6A193B5F-E0D4-4817-8D88-C080A48255A0}"/>
              </a:ext>
            </a:extLst>
          </p:cNvPr>
          <p:cNvSpPr>
            <a:spLocks xmlns:a="http://schemas.openxmlformats.org/drawingml/2006/main" noGrp="1"/>
          </p:cNvSpPr>
          <p:nvPr/>
        </p:nvSpPr>
        <p:spPr>
          <a:xfrm xmlns:a="http://schemas.openxmlformats.org/drawingml/2006/main" flipH="1">
            <a:off x="2878895" y="3046414"/>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941" name="Connector 70">
            <a:extLst xmlns:a="http://schemas.openxmlformats.org/drawingml/2006/main">
              <a:ext uri="{FF2B5EF4-FFF2-40B4-BE49-F238E27FC236}">
                <a16:creationId xmlns:a16="http://schemas.microsoft.com/office/drawing/2014/main" id="{6A972E71-5D98-4467-B3DA-850510A4A961}"/>
              </a:ext>
            </a:extLst>
          </p:cNvPr>
          <p:cNvSpPr>
            <a:spLocks xmlns:a="http://schemas.openxmlformats.org/drawingml/2006/main" noGrp="1"/>
          </p:cNvSpPr>
          <p:nvPr/>
        </p:nvSpPr>
        <p:spPr>
          <a:xfrm xmlns:a="http://schemas.openxmlformats.org/drawingml/2006/main">
            <a:off x="2964483" y="3046414"/>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942" name="Oval 71">
            <a:extLst xmlns:a="http://schemas.openxmlformats.org/drawingml/2006/main">
              <a:ext uri="{FF2B5EF4-FFF2-40B4-BE49-F238E27FC236}">
                <a16:creationId xmlns:a16="http://schemas.microsoft.com/office/drawing/2014/main" id="{43A4A89D-AFDF-45C7-B50B-39F520964617}"/>
              </a:ext>
            </a:extLst>
          </p:cNvPr>
          <p:cNvSpPr>
            <a:spLocks xmlns:a="http://schemas.openxmlformats.org/drawingml/2006/main" noGrp="1"/>
          </p:cNvSpPr>
          <p:nvPr/>
        </p:nvSpPr>
        <p:spPr>
          <a:xfrm xmlns:a="http://schemas.openxmlformats.org/drawingml/2006/main">
            <a:off x="3520440" y="2697477"/>
            <a:ext cx="131687" cy="13168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943" name="Connector 72">
            <a:extLst xmlns:a="http://schemas.openxmlformats.org/drawingml/2006/main">
              <a:ext uri="{FF2B5EF4-FFF2-40B4-BE49-F238E27FC236}">
                <a16:creationId xmlns:a16="http://schemas.microsoft.com/office/drawing/2014/main" id="{1153397C-B56C-41F1-99AF-9709C0E872FE}"/>
              </a:ext>
            </a:extLst>
          </p:cNvPr>
          <p:cNvSpPr>
            <a:spLocks xmlns:a="http://schemas.openxmlformats.org/drawingml/2006/main" noGrp="1"/>
          </p:cNvSpPr>
          <p:nvPr/>
        </p:nvSpPr>
        <p:spPr>
          <a:xfrm xmlns:a="http://schemas.openxmlformats.org/drawingml/2006/main">
            <a:off x="3586275" y="2829153"/>
            <a:ext cx="7"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944" name="Connector 73">
            <a:extLst xmlns:a="http://schemas.openxmlformats.org/drawingml/2006/main">
              <a:ext uri="{FF2B5EF4-FFF2-40B4-BE49-F238E27FC236}">
                <a16:creationId xmlns:a16="http://schemas.microsoft.com/office/drawing/2014/main" id="{C1AB78BE-4629-44F6-BE0E-55C154035C40}"/>
              </a:ext>
            </a:extLst>
          </p:cNvPr>
          <p:cNvSpPr>
            <a:spLocks xmlns:a="http://schemas.openxmlformats.org/drawingml/2006/main" noGrp="1"/>
          </p:cNvSpPr>
          <p:nvPr/>
        </p:nvSpPr>
        <p:spPr>
          <a:xfrm xmlns:a="http://schemas.openxmlformats.org/drawingml/2006/main">
            <a:off x="3494104" y="2921323"/>
            <a:ext cx="184350" cy="7"/>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945" name="Connector 74">
            <a:extLst xmlns:a="http://schemas.openxmlformats.org/drawingml/2006/main">
              <a:ext uri="{FF2B5EF4-FFF2-40B4-BE49-F238E27FC236}">
                <a16:creationId xmlns:a16="http://schemas.microsoft.com/office/drawing/2014/main" id="{1522F04E-E9FF-435A-8DAB-A6C2A3789A0E}"/>
              </a:ext>
            </a:extLst>
          </p:cNvPr>
          <p:cNvSpPr>
            <a:spLocks xmlns:a="http://schemas.openxmlformats.org/drawingml/2006/main" noGrp="1"/>
          </p:cNvSpPr>
          <p:nvPr/>
        </p:nvSpPr>
        <p:spPr>
          <a:xfrm xmlns:a="http://schemas.openxmlformats.org/drawingml/2006/main" flipH="1">
            <a:off x="3500686" y="3046414"/>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946" name="Connector 75">
            <a:extLst xmlns:a="http://schemas.openxmlformats.org/drawingml/2006/main">
              <a:ext uri="{FF2B5EF4-FFF2-40B4-BE49-F238E27FC236}">
                <a16:creationId xmlns:a16="http://schemas.microsoft.com/office/drawing/2014/main" id="{BB47CD55-2B42-4CA5-AA1A-4FAF56047027}"/>
              </a:ext>
            </a:extLst>
          </p:cNvPr>
          <p:cNvSpPr>
            <a:spLocks xmlns:a="http://schemas.openxmlformats.org/drawingml/2006/main" noGrp="1"/>
          </p:cNvSpPr>
          <p:nvPr/>
        </p:nvSpPr>
        <p:spPr>
          <a:xfrm xmlns:a="http://schemas.openxmlformats.org/drawingml/2006/main">
            <a:off x="3586275" y="3046414"/>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947" name="Oval 76">
            <a:extLst xmlns:a="http://schemas.openxmlformats.org/drawingml/2006/main">
              <a:ext uri="{FF2B5EF4-FFF2-40B4-BE49-F238E27FC236}">
                <a16:creationId xmlns:a16="http://schemas.microsoft.com/office/drawing/2014/main" id="{F046D9D0-74A6-4038-82EF-DC8556B2A862}"/>
              </a:ext>
            </a:extLst>
          </p:cNvPr>
          <p:cNvSpPr>
            <a:spLocks xmlns:a="http://schemas.openxmlformats.org/drawingml/2006/main" noGrp="1"/>
          </p:cNvSpPr>
          <p:nvPr/>
        </p:nvSpPr>
        <p:spPr>
          <a:xfrm xmlns:a="http://schemas.openxmlformats.org/drawingml/2006/main">
            <a:off x="4142232" y="2697477"/>
            <a:ext cx="131687" cy="13168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948" name="Connector 77">
            <a:extLst xmlns:a="http://schemas.openxmlformats.org/drawingml/2006/main">
              <a:ext uri="{FF2B5EF4-FFF2-40B4-BE49-F238E27FC236}">
                <a16:creationId xmlns:a16="http://schemas.microsoft.com/office/drawing/2014/main" id="{FD69E987-0B90-4810-8815-D2F918F2B9ED}"/>
              </a:ext>
            </a:extLst>
          </p:cNvPr>
          <p:cNvSpPr>
            <a:spLocks xmlns:a="http://schemas.openxmlformats.org/drawingml/2006/main" noGrp="1"/>
          </p:cNvSpPr>
          <p:nvPr/>
        </p:nvSpPr>
        <p:spPr>
          <a:xfrm xmlns:a="http://schemas.openxmlformats.org/drawingml/2006/main">
            <a:off x="4208067" y="2829153"/>
            <a:ext cx="7"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949" name="Connector 78">
            <a:extLst xmlns:a="http://schemas.openxmlformats.org/drawingml/2006/main">
              <a:ext uri="{FF2B5EF4-FFF2-40B4-BE49-F238E27FC236}">
                <a16:creationId xmlns:a16="http://schemas.microsoft.com/office/drawing/2014/main" id="{A018C119-1A77-4FF0-8B8D-54F73598CB49}"/>
              </a:ext>
            </a:extLst>
          </p:cNvPr>
          <p:cNvSpPr>
            <a:spLocks xmlns:a="http://schemas.openxmlformats.org/drawingml/2006/main" noGrp="1"/>
          </p:cNvSpPr>
          <p:nvPr/>
        </p:nvSpPr>
        <p:spPr>
          <a:xfrm xmlns:a="http://schemas.openxmlformats.org/drawingml/2006/main">
            <a:off x="4115896" y="2921323"/>
            <a:ext cx="184350" cy="7"/>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950" name="Connector 79">
            <a:extLst xmlns:a="http://schemas.openxmlformats.org/drawingml/2006/main">
              <a:ext uri="{FF2B5EF4-FFF2-40B4-BE49-F238E27FC236}">
                <a16:creationId xmlns:a16="http://schemas.microsoft.com/office/drawing/2014/main" id="{196B6626-5DB9-49CD-9730-2639B329DB17}"/>
              </a:ext>
            </a:extLst>
          </p:cNvPr>
          <p:cNvSpPr>
            <a:spLocks xmlns:a="http://schemas.openxmlformats.org/drawingml/2006/main" noGrp="1"/>
          </p:cNvSpPr>
          <p:nvPr/>
        </p:nvSpPr>
        <p:spPr>
          <a:xfrm xmlns:a="http://schemas.openxmlformats.org/drawingml/2006/main" flipH="1">
            <a:off x="4122479" y="3046414"/>
            <a:ext cx="85596"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951" name="Connector 80">
            <a:extLst xmlns:a="http://schemas.openxmlformats.org/drawingml/2006/main">
              <a:ext uri="{FF2B5EF4-FFF2-40B4-BE49-F238E27FC236}">
                <a16:creationId xmlns:a16="http://schemas.microsoft.com/office/drawing/2014/main" id="{ACA36814-E445-4400-A7CE-42731E2ECA9B}"/>
              </a:ext>
            </a:extLst>
          </p:cNvPr>
          <p:cNvSpPr>
            <a:spLocks xmlns:a="http://schemas.openxmlformats.org/drawingml/2006/main" noGrp="1"/>
          </p:cNvSpPr>
          <p:nvPr/>
        </p:nvSpPr>
        <p:spPr>
          <a:xfrm xmlns:a="http://schemas.openxmlformats.org/drawingml/2006/main">
            <a:off x="4208067" y="3046414"/>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952" name="Oval 81">
            <a:extLst xmlns:a="http://schemas.openxmlformats.org/drawingml/2006/main">
              <a:ext uri="{FF2B5EF4-FFF2-40B4-BE49-F238E27FC236}">
                <a16:creationId xmlns:a16="http://schemas.microsoft.com/office/drawing/2014/main" id="{A0A1D138-0E31-4072-B345-44B26822D00E}"/>
              </a:ext>
            </a:extLst>
          </p:cNvPr>
          <p:cNvSpPr>
            <a:spLocks xmlns:a="http://schemas.openxmlformats.org/drawingml/2006/main" noGrp="1"/>
          </p:cNvSpPr>
          <p:nvPr/>
        </p:nvSpPr>
        <p:spPr>
          <a:xfrm xmlns:a="http://schemas.openxmlformats.org/drawingml/2006/main">
            <a:off x="4764023" y="2697477"/>
            <a:ext cx="131687" cy="13168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953" name="Connector 82">
            <a:extLst xmlns:a="http://schemas.openxmlformats.org/drawingml/2006/main">
              <a:ext uri="{FF2B5EF4-FFF2-40B4-BE49-F238E27FC236}">
                <a16:creationId xmlns:a16="http://schemas.microsoft.com/office/drawing/2014/main" id="{CD316AC9-2852-45AE-B6CC-B298712041C9}"/>
              </a:ext>
            </a:extLst>
          </p:cNvPr>
          <p:cNvSpPr>
            <a:spLocks xmlns:a="http://schemas.openxmlformats.org/drawingml/2006/main" noGrp="1"/>
          </p:cNvSpPr>
          <p:nvPr/>
        </p:nvSpPr>
        <p:spPr>
          <a:xfrm xmlns:a="http://schemas.openxmlformats.org/drawingml/2006/main">
            <a:off x="4829858" y="2829153"/>
            <a:ext cx="7"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954" name="Connector 83">
            <a:extLst xmlns:a="http://schemas.openxmlformats.org/drawingml/2006/main">
              <a:ext uri="{FF2B5EF4-FFF2-40B4-BE49-F238E27FC236}">
                <a16:creationId xmlns:a16="http://schemas.microsoft.com/office/drawing/2014/main" id="{24510141-7B27-403C-9C0C-5A8660B99E10}"/>
              </a:ext>
            </a:extLst>
          </p:cNvPr>
          <p:cNvSpPr>
            <a:spLocks xmlns:a="http://schemas.openxmlformats.org/drawingml/2006/main" noGrp="1"/>
          </p:cNvSpPr>
          <p:nvPr/>
        </p:nvSpPr>
        <p:spPr>
          <a:xfrm xmlns:a="http://schemas.openxmlformats.org/drawingml/2006/main">
            <a:off x="4737689" y="2921323"/>
            <a:ext cx="184350" cy="7"/>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955" name="Connector 84">
            <a:extLst xmlns:a="http://schemas.openxmlformats.org/drawingml/2006/main">
              <a:ext uri="{FF2B5EF4-FFF2-40B4-BE49-F238E27FC236}">
                <a16:creationId xmlns:a16="http://schemas.microsoft.com/office/drawing/2014/main" id="{C6F58389-DA62-4130-B3D4-78E23563B881}"/>
              </a:ext>
            </a:extLst>
          </p:cNvPr>
          <p:cNvSpPr>
            <a:spLocks xmlns:a="http://schemas.openxmlformats.org/drawingml/2006/main" noGrp="1"/>
          </p:cNvSpPr>
          <p:nvPr/>
        </p:nvSpPr>
        <p:spPr>
          <a:xfrm xmlns:a="http://schemas.openxmlformats.org/drawingml/2006/main" flipH="1">
            <a:off x="4744271" y="3046414"/>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956" name="Connector 85">
            <a:extLst xmlns:a="http://schemas.openxmlformats.org/drawingml/2006/main">
              <a:ext uri="{FF2B5EF4-FFF2-40B4-BE49-F238E27FC236}">
                <a16:creationId xmlns:a16="http://schemas.microsoft.com/office/drawing/2014/main" id="{FAB47944-E4AD-429B-AB51-E2EEA907FBDB}"/>
              </a:ext>
            </a:extLst>
          </p:cNvPr>
          <p:cNvSpPr>
            <a:spLocks xmlns:a="http://schemas.openxmlformats.org/drawingml/2006/main" noGrp="1"/>
          </p:cNvSpPr>
          <p:nvPr/>
        </p:nvSpPr>
        <p:spPr>
          <a:xfrm xmlns:a="http://schemas.openxmlformats.org/drawingml/2006/main">
            <a:off x="4829858" y="3046414"/>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957" name="Oval 86">
            <a:extLst xmlns:a="http://schemas.openxmlformats.org/drawingml/2006/main">
              <a:ext uri="{FF2B5EF4-FFF2-40B4-BE49-F238E27FC236}">
                <a16:creationId xmlns:a16="http://schemas.microsoft.com/office/drawing/2014/main" id="{E8F288D4-8786-4C3F-AB83-B44D4D81AAED}"/>
              </a:ext>
            </a:extLst>
          </p:cNvPr>
          <p:cNvSpPr>
            <a:spLocks xmlns:a="http://schemas.openxmlformats.org/drawingml/2006/main" noGrp="1"/>
          </p:cNvSpPr>
          <p:nvPr/>
        </p:nvSpPr>
        <p:spPr>
          <a:xfrm xmlns:a="http://schemas.openxmlformats.org/drawingml/2006/main">
            <a:off x="868680" y="3428998"/>
            <a:ext cx="131687" cy="131685"/>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958" name="Connector 87">
            <a:extLst xmlns:a="http://schemas.openxmlformats.org/drawingml/2006/main">
              <a:ext uri="{FF2B5EF4-FFF2-40B4-BE49-F238E27FC236}">
                <a16:creationId xmlns:a16="http://schemas.microsoft.com/office/drawing/2014/main" id="{3100042A-95C4-4068-9851-3094E9F97DA3}"/>
              </a:ext>
            </a:extLst>
          </p:cNvPr>
          <p:cNvSpPr>
            <a:spLocks xmlns:a="http://schemas.openxmlformats.org/drawingml/2006/main" noGrp="1"/>
          </p:cNvSpPr>
          <p:nvPr/>
        </p:nvSpPr>
        <p:spPr>
          <a:xfrm xmlns:a="http://schemas.openxmlformats.org/drawingml/2006/main">
            <a:off x="934515" y="3560670"/>
            <a:ext cx="7"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959" name="Connector 88">
            <a:extLst xmlns:a="http://schemas.openxmlformats.org/drawingml/2006/main">
              <a:ext uri="{FF2B5EF4-FFF2-40B4-BE49-F238E27FC236}">
                <a16:creationId xmlns:a16="http://schemas.microsoft.com/office/drawing/2014/main" id="{BB940285-B626-49B8-80A4-178918F82639}"/>
              </a:ext>
            </a:extLst>
          </p:cNvPr>
          <p:cNvSpPr>
            <a:spLocks xmlns:a="http://schemas.openxmlformats.org/drawingml/2006/main" noGrp="1"/>
          </p:cNvSpPr>
          <p:nvPr/>
        </p:nvSpPr>
        <p:spPr>
          <a:xfrm xmlns:a="http://schemas.openxmlformats.org/drawingml/2006/main">
            <a:off x="842344" y="3652844"/>
            <a:ext cx="184351" cy="7"/>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960" name="Connector 89">
            <a:extLst xmlns:a="http://schemas.openxmlformats.org/drawingml/2006/main">
              <a:ext uri="{FF2B5EF4-FFF2-40B4-BE49-F238E27FC236}">
                <a16:creationId xmlns:a16="http://schemas.microsoft.com/office/drawing/2014/main" id="{4BC258AD-45F2-49AF-909B-13C64F3FA2CE}"/>
              </a:ext>
            </a:extLst>
          </p:cNvPr>
          <p:cNvSpPr>
            <a:spLocks xmlns:a="http://schemas.openxmlformats.org/drawingml/2006/main" noGrp="1"/>
          </p:cNvSpPr>
          <p:nvPr/>
        </p:nvSpPr>
        <p:spPr>
          <a:xfrm xmlns:a="http://schemas.openxmlformats.org/drawingml/2006/main" flipH="1">
            <a:off x="848928" y="3777934"/>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961" name="Connector 90">
            <a:extLst xmlns:a="http://schemas.openxmlformats.org/drawingml/2006/main">
              <a:ext uri="{FF2B5EF4-FFF2-40B4-BE49-F238E27FC236}">
                <a16:creationId xmlns:a16="http://schemas.microsoft.com/office/drawing/2014/main" id="{E6068597-7CF9-4B54-9819-7FB804301AFD}"/>
              </a:ext>
            </a:extLst>
          </p:cNvPr>
          <p:cNvSpPr>
            <a:spLocks xmlns:a="http://schemas.openxmlformats.org/drawingml/2006/main" noGrp="1"/>
          </p:cNvSpPr>
          <p:nvPr/>
        </p:nvSpPr>
        <p:spPr>
          <a:xfrm xmlns:a="http://schemas.openxmlformats.org/drawingml/2006/main">
            <a:off x="934516" y="3777934"/>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962" name="Oval 91">
            <a:extLst xmlns:a="http://schemas.openxmlformats.org/drawingml/2006/main">
              <a:ext uri="{FF2B5EF4-FFF2-40B4-BE49-F238E27FC236}">
                <a16:creationId xmlns:a16="http://schemas.microsoft.com/office/drawing/2014/main" id="{3FD7FBD1-6188-441B-981D-52910D61F160}"/>
              </a:ext>
            </a:extLst>
          </p:cNvPr>
          <p:cNvSpPr>
            <a:spLocks xmlns:a="http://schemas.openxmlformats.org/drawingml/2006/main" noGrp="1"/>
          </p:cNvSpPr>
          <p:nvPr/>
        </p:nvSpPr>
        <p:spPr>
          <a:xfrm xmlns:a="http://schemas.openxmlformats.org/drawingml/2006/main">
            <a:off x="1490472" y="3428998"/>
            <a:ext cx="131687" cy="131685"/>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963" name="Connector 92">
            <a:extLst xmlns:a="http://schemas.openxmlformats.org/drawingml/2006/main">
              <a:ext uri="{FF2B5EF4-FFF2-40B4-BE49-F238E27FC236}">
                <a16:creationId xmlns:a16="http://schemas.microsoft.com/office/drawing/2014/main" id="{6F5140E1-4D04-4D2F-AEA7-CE0E9DAB3D1D}"/>
              </a:ext>
            </a:extLst>
          </p:cNvPr>
          <p:cNvSpPr>
            <a:spLocks xmlns:a="http://schemas.openxmlformats.org/drawingml/2006/main" noGrp="1"/>
          </p:cNvSpPr>
          <p:nvPr/>
        </p:nvSpPr>
        <p:spPr>
          <a:xfrm xmlns:a="http://schemas.openxmlformats.org/drawingml/2006/main">
            <a:off x="1556307" y="3560670"/>
            <a:ext cx="7"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964" name="Connector 93">
            <a:extLst xmlns:a="http://schemas.openxmlformats.org/drawingml/2006/main">
              <a:ext uri="{FF2B5EF4-FFF2-40B4-BE49-F238E27FC236}">
                <a16:creationId xmlns:a16="http://schemas.microsoft.com/office/drawing/2014/main" id="{2746F585-606B-49BB-84AC-B5C2CB56B124}"/>
              </a:ext>
            </a:extLst>
          </p:cNvPr>
          <p:cNvSpPr>
            <a:spLocks xmlns:a="http://schemas.openxmlformats.org/drawingml/2006/main" noGrp="1"/>
          </p:cNvSpPr>
          <p:nvPr/>
        </p:nvSpPr>
        <p:spPr>
          <a:xfrm xmlns:a="http://schemas.openxmlformats.org/drawingml/2006/main">
            <a:off x="1464136" y="3652844"/>
            <a:ext cx="184350" cy="7"/>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965" name="Connector 94">
            <a:extLst xmlns:a="http://schemas.openxmlformats.org/drawingml/2006/main">
              <a:ext uri="{FF2B5EF4-FFF2-40B4-BE49-F238E27FC236}">
                <a16:creationId xmlns:a16="http://schemas.microsoft.com/office/drawing/2014/main" id="{09BCCEBB-3384-4A46-A197-D8C2A2E97CC1}"/>
              </a:ext>
            </a:extLst>
          </p:cNvPr>
          <p:cNvSpPr>
            <a:spLocks xmlns:a="http://schemas.openxmlformats.org/drawingml/2006/main" noGrp="1"/>
          </p:cNvSpPr>
          <p:nvPr/>
        </p:nvSpPr>
        <p:spPr>
          <a:xfrm xmlns:a="http://schemas.openxmlformats.org/drawingml/2006/main" flipH="1">
            <a:off x="1470720" y="3777934"/>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966" name="Connector 95">
            <a:extLst xmlns:a="http://schemas.openxmlformats.org/drawingml/2006/main">
              <a:ext uri="{FF2B5EF4-FFF2-40B4-BE49-F238E27FC236}">
                <a16:creationId xmlns:a16="http://schemas.microsoft.com/office/drawing/2014/main" id="{9DD964FF-9F43-4E97-973F-37B4542BA3B1}"/>
              </a:ext>
            </a:extLst>
          </p:cNvPr>
          <p:cNvSpPr>
            <a:spLocks xmlns:a="http://schemas.openxmlformats.org/drawingml/2006/main" noGrp="1"/>
          </p:cNvSpPr>
          <p:nvPr/>
        </p:nvSpPr>
        <p:spPr>
          <a:xfrm xmlns:a="http://schemas.openxmlformats.org/drawingml/2006/main">
            <a:off x="1556308" y="3777934"/>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967" name="Oval 96">
            <a:extLst xmlns:a="http://schemas.openxmlformats.org/drawingml/2006/main">
              <a:ext uri="{FF2B5EF4-FFF2-40B4-BE49-F238E27FC236}">
                <a16:creationId xmlns:a16="http://schemas.microsoft.com/office/drawing/2014/main" id="{12889AEE-FF7B-483E-B199-E6207588D569}"/>
              </a:ext>
            </a:extLst>
          </p:cNvPr>
          <p:cNvSpPr>
            <a:spLocks xmlns:a="http://schemas.openxmlformats.org/drawingml/2006/main" noGrp="1"/>
          </p:cNvSpPr>
          <p:nvPr/>
        </p:nvSpPr>
        <p:spPr>
          <a:xfrm xmlns:a="http://schemas.openxmlformats.org/drawingml/2006/main">
            <a:off x="2112264" y="3428998"/>
            <a:ext cx="131687" cy="131685"/>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968" name="Connector 97">
            <a:extLst xmlns:a="http://schemas.openxmlformats.org/drawingml/2006/main">
              <a:ext uri="{FF2B5EF4-FFF2-40B4-BE49-F238E27FC236}">
                <a16:creationId xmlns:a16="http://schemas.microsoft.com/office/drawing/2014/main" id="{01ED6440-8E49-4904-B0D3-2BFD12340DE9}"/>
              </a:ext>
            </a:extLst>
          </p:cNvPr>
          <p:cNvSpPr>
            <a:spLocks xmlns:a="http://schemas.openxmlformats.org/drawingml/2006/main" noGrp="1"/>
          </p:cNvSpPr>
          <p:nvPr/>
        </p:nvSpPr>
        <p:spPr>
          <a:xfrm xmlns:a="http://schemas.openxmlformats.org/drawingml/2006/main">
            <a:off x="2178099" y="3560670"/>
            <a:ext cx="7"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969" name="Connector 98">
            <a:extLst xmlns:a="http://schemas.openxmlformats.org/drawingml/2006/main">
              <a:ext uri="{FF2B5EF4-FFF2-40B4-BE49-F238E27FC236}">
                <a16:creationId xmlns:a16="http://schemas.microsoft.com/office/drawing/2014/main" id="{1438098D-1410-445C-A15A-705FA06C6B7E}"/>
              </a:ext>
            </a:extLst>
          </p:cNvPr>
          <p:cNvSpPr>
            <a:spLocks xmlns:a="http://schemas.openxmlformats.org/drawingml/2006/main" noGrp="1"/>
          </p:cNvSpPr>
          <p:nvPr/>
        </p:nvSpPr>
        <p:spPr>
          <a:xfrm xmlns:a="http://schemas.openxmlformats.org/drawingml/2006/main">
            <a:off x="2085929" y="3652844"/>
            <a:ext cx="184350" cy="7"/>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970" name="Connector 99">
            <a:extLst xmlns:a="http://schemas.openxmlformats.org/drawingml/2006/main">
              <a:ext uri="{FF2B5EF4-FFF2-40B4-BE49-F238E27FC236}">
                <a16:creationId xmlns:a16="http://schemas.microsoft.com/office/drawing/2014/main" id="{2D54A220-94B7-45DF-B084-E1712B05D412}"/>
              </a:ext>
            </a:extLst>
          </p:cNvPr>
          <p:cNvSpPr>
            <a:spLocks xmlns:a="http://schemas.openxmlformats.org/drawingml/2006/main" noGrp="1"/>
          </p:cNvSpPr>
          <p:nvPr/>
        </p:nvSpPr>
        <p:spPr>
          <a:xfrm xmlns:a="http://schemas.openxmlformats.org/drawingml/2006/main" flipH="1">
            <a:off x="2092512" y="3777934"/>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971" name="Connector 100">
            <a:extLst xmlns:a="http://schemas.openxmlformats.org/drawingml/2006/main">
              <a:ext uri="{FF2B5EF4-FFF2-40B4-BE49-F238E27FC236}">
                <a16:creationId xmlns:a16="http://schemas.microsoft.com/office/drawing/2014/main" id="{A90FE8B2-9FA3-40A3-80A3-5FB0F8E2B960}"/>
              </a:ext>
            </a:extLst>
          </p:cNvPr>
          <p:cNvSpPr>
            <a:spLocks xmlns:a="http://schemas.openxmlformats.org/drawingml/2006/main" noGrp="1"/>
          </p:cNvSpPr>
          <p:nvPr/>
        </p:nvSpPr>
        <p:spPr>
          <a:xfrm xmlns:a="http://schemas.openxmlformats.org/drawingml/2006/main">
            <a:off x="2178099" y="3777934"/>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972" name="Oval 101">
            <a:extLst xmlns:a="http://schemas.openxmlformats.org/drawingml/2006/main">
              <a:ext uri="{FF2B5EF4-FFF2-40B4-BE49-F238E27FC236}">
                <a16:creationId xmlns:a16="http://schemas.microsoft.com/office/drawing/2014/main" id="{9EDFA25C-D3A5-49E5-A522-AFB9177307F1}"/>
              </a:ext>
            </a:extLst>
          </p:cNvPr>
          <p:cNvSpPr>
            <a:spLocks xmlns:a="http://schemas.openxmlformats.org/drawingml/2006/main" noGrp="1"/>
          </p:cNvSpPr>
          <p:nvPr/>
        </p:nvSpPr>
        <p:spPr>
          <a:xfrm xmlns:a="http://schemas.openxmlformats.org/drawingml/2006/main">
            <a:off x="2734055" y="3428998"/>
            <a:ext cx="131687" cy="131685"/>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973" name="Connector 102">
            <a:extLst xmlns:a="http://schemas.openxmlformats.org/drawingml/2006/main">
              <a:ext uri="{FF2B5EF4-FFF2-40B4-BE49-F238E27FC236}">
                <a16:creationId xmlns:a16="http://schemas.microsoft.com/office/drawing/2014/main" id="{B157C555-DC8F-47C3-8B73-2BE183D71ABB}"/>
              </a:ext>
            </a:extLst>
          </p:cNvPr>
          <p:cNvSpPr>
            <a:spLocks xmlns:a="http://schemas.openxmlformats.org/drawingml/2006/main" noGrp="1"/>
          </p:cNvSpPr>
          <p:nvPr/>
        </p:nvSpPr>
        <p:spPr>
          <a:xfrm xmlns:a="http://schemas.openxmlformats.org/drawingml/2006/main">
            <a:off x="2799892" y="3560670"/>
            <a:ext cx="7"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974" name="Connector 103">
            <a:extLst xmlns:a="http://schemas.openxmlformats.org/drawingml/2006/main">
              <a:ext uri="{FF2B5EF4-FFF2-40B4-BE49-F238E27FC236}">
                <a16:creationId xmlns:a16="http://schemas.microsoft.com/office/drawing/2014/main" id="{F3C5DF90-E3D0-46C3-B2D9-4185B6846424}"/>
              </a:ext>
            </a:extLst>
          </p:cNvPr>
          <p:cNvSpPr>
            <a:spLocks xmlns:a="http://schemas.openxmlformats.org/drawingml/2006/main" noGrp="1"/>
          </p:cNvSpPr>
          <p:nvPr/>
        </p:nvSpPr>
        <p:spPr>
          <a:xfrm xmlns:a="http://schemas.openxmlformats.org/drawingml/2006/main">
            <a:off x="2707719" y="3652844"/>
            <a:ext cx="184350" cy="7"/>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975" name="Connector 104">
            <a:extLst xmlns:a="http://schemas.openxmlformats.org/drawingml/2006/main">
              <a:ext uri="{FF2B5EF4-FFF2-40B4-BE49-F238E27FC236}">
                <a16:creationId xmlns:a16="http://schemas.microsoft.com/office/drawing/2014/main" id="{82F0E726-45C5-4727-936E-39C80D386552}"/>
              </a:ext>
            </a:extLst>
          </p:cNvPr>
          <p:cNvSpPr>
            <a:spLocks xmlns:a="http://schemas.openxmlformats.org/drawingml/2006/main" noGrp="1"/>
          </p:cNvSpPr>
          <p:nvPr/>
        </p:nvSpPr>
        <p:spPr>
          <a:xfrm xmlns:a="http://schemas.openxmlformats.org/drawingml/2006/main" flipH="1">
            <a:off x="2714304" y="3777934"/>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976" name="Connector 105">
            <a:extLst xmlns:a="http://schemas.openxmlformats.org/drawingml/2006/main">
              <a:ext uri="{FF2B5EF4-FFF2-40B4-BE49-F238E27FC236}">
                <a16:creationId xmlns:a16="http://schemas.microsoft.com/office/drawing/2014/main" id="{471E65DE-1640-4D79-8919-70DE3FCAF53A}"/>
              </a:ext>
            </a:extLst>
          </p:cNvPr>
          <p:cNvSpPr>
            <a:spLocks xmlns:a="http://schemas.openxmlformats.org/drawingml/2006/main" noGrp="1"/>
          </p:cNvSpPr>
          <p:nvPr/>
        </p:nvSpPr>
        <p:spPr>
          <a:xfrm xmlns:a="http://schemas.openxmlformats.org/drawingml/2006/main">
            <a:off x="2799892" y="3777934"/>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977" name="Oval 106">
            <a:extLst xmlns:a="http://schemas.openxmlformats.org/drawingml/2006/main">
              <a:ext uri="{FF2B5EF4-FFF2-40B4-BE49-F238E27FC236}">
                <a16:creationId xmlns:a16="http://schemas.microsoft.com/office/drawing/2014/main" id="{C3B708E8-CA06-4B77-80AC-E0A64DFA161D}"/>
              </a:ext>
            </a:extLst>
          </p:cNvPr>
          <p:cNvSpPr>
            <a:spLocks xmlns:a="http://schemas.openxmlformats.org/drawingml/2006/main" noGrp="1"/>
          </p:cNvSpPr>
          <p:nvPr/>
        </p:nvSpPr>
        <p:spPr>
          <a:xfrm xmlns:a="http://schemas.openxmlformats.org/drawingml/2006/main">
            <a:off x="3355847" y="3428998"/>
            <a:ext cx="131687" cy="131685"/>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978" name="Connector 107">
            <a:extLst xmlns:a="http://schemas.openxmlformats.org/drawingml/2006/main">
              <a:ext uri="{FF2B5EF4-FFF2-40B4-BE49-F238E27FC236}">
                <a16:creationId xmlns:a16="http://schemas.microsoft.com/office/drawing/2014/main" id="{82135DB3-E38C-4749-933E-D98AE061DE3C}"/>
              </a:ext>
            </a:extLst>
          </p:cNvPr>
          <p:cNvSpPr>
            <a:spLocks xmlns:a="http://schemas.openxmlformats.org/drawingml/2006/main" noGrp="1"/>
          </p:cNvSpPr>
          <p:nvPr/>
        </p:nvSpPr>
        <p:spPr>
          <a:xfrm xmlns:a="http://schemas.openxmlformats.org/drawingml/2006/main">
            <a:off x="3421684" y="3560670"/>
            <a:ext cx="7"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979" name="Connector 108">
            <a:extLst xmlns:a="http://schemas.openxmlformats.org/drawingml/2006/main">
              <a:ext uri="{FF2B5EF4-FFF2-40B4-BE49-F238E27FC236}">
                <a16:creationId xmlns:a16="http://schemas.microsoft.com/office/drawing/2014/main" id="{95646CA2-AA43-4349-BCC0-169AB2FE6926}"/>
              </a:ext>
            </a:extLst>
          </p:cNvPr>
          <p:cNvSpPr>
            <a:spLocks xmlns:a="http://schemas.openxmlformats.org/drawingml/2006/main" noGrp="1"/>
          </p:cNvSpPr>
          <p:nvPr/>
        </p:nvSpPr>
        <p:spPr>
          <a:xfrm xmlns:a="http://schemas.openxmlformats.org/drawingml/2006/main">
            <a:off x="3329513" y="3652844"/>
            <a:ext cx="184350" cy="7"/>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980" name="Connector 109">
            <a:extLst xmlns:a="http://schemas.openxmlformats.org/drawingml/2006/main">
              <a:ext uri="{FF2B5EF4-FFF2-40B4-BE49-F238E27FC236}">
                <a16:creationId xmlns:a16="http://schemas.microsoft.com/office/drawing/2014/main" id="{08419517-F170-432B-93BC-76CB8CF546B6}"/>
              </a:ext>
            </a:extLst>
          </p:cNvPr>
          <p:cNvSpPr>
            <a:spLocks xmlns:a="http://schemas.openxmlformats.org/drawingml/2006/main" noGrp="1"/>
          </p:cNvSpPr>
          <p:nvPr/>
        </p:nvSpPr>
        <p:spPr>
          <a:xfrm xmlns:a="http://schemas.openxmlformats.org/drawingml/2006/main" flipH="1">
            <a:off x="3336093" y="3777934"/>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981" name="Connector 110">
            <a:extLst xmlns:a="http://schemas.openxmlformats.org/drawingml/2006/main">
              <a:ext uri="{FF2B5EF4-FFF2-40B4-BE49-F238E27FC236}">
                <a16:creationId xmlns:a16="http://schemas.microsoft.com/office/drawing/2014/main" id="{C991B3A4-53C6-4E50-B6BC-D1AB56177BBB}"/>
              </a:ext>
            </a:extLst>
          </p:cNvPr>
          <p:cNvSpPr>
            <a:spLocks xmlns:a="http://schemas.openxmlformats.org/drawingml/2006/main" noGrp="1"/>
          </p:cNvSpPr>
          <p:nvPr/>
        </p:nvSpPr>
        <p:spPr>
          <a:xfrm xmlns:a="http://schemas.openxmlformats.org/drawingml/2006/main">
            <a:off x="3421684" y="3777934"/>
            <a:ext cx="85594"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982" name="Oval 111">
            <a:extLst xmlns:a="http://schemas.openxmlformats.org/drawingml/2006/main">
              <a:ext uri="{FF2B5EF4-FFF2-40B4-BE49-F238E27FC236}">
                <a16:creationId xmlns:a16="http://schemas.microsoft.com/office/drawing/2014/main" id="{2A1D169F-75AE-4A6B-A4D0-B4694999F6C3}"/>
              </a:ext>
            </a:extLst>
          </p:cNvPr>
          <p:cNvSpPr>
            <a:spLocks xmlns:a="http://schemas.openxmlformats.org/drawingml/2006/main" noGrp="1"/>
          </p:cNvSpPr>
          <p:nvPr/>
        </p:nvSpPr>
        <p:spPr>
          <a:xfrm xmlns:a="http://schemas.openxmlformats.org/drawingml/2006/main">
            <a:off x="3977640" y="3428998"/>
            <a:ext cx="131687" cy="131685"/>
          </a:xfrm>
          <a:prstGeom xmlns:a="http://schemas.openxmlformats.org/drawingml/2006/main" prst="ellipse">
            <a:avLst/>
          </a:prstGeom>
          <a:solidFill xmlns:a="http://schemas.openxmlformats.org/drawingml/2006/main">
            <a:srgbClr val="74777E"/>
          </a:solidFill>
          <a:ln xmlns:a="http://schemas.openxmlformats.org/drawingml/2006/main" w="10160">
            <a:solidFill>
              <a:srgbClr val="74777E"/>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983" name="Connector 112">
            <a:extLst xmlns:a="http://schemas.openxmlformats.org/drawingml/2006/main">
              <a:ext uri="{FF2B5EF4-FFF2-40B4-BE49-F238E27FC236}">
                <a16:creationId xmlns:a16="http://schemas.microsoft.com/office/drawing/2014/main" id="{8C45FAFA-0099-4934-9CFF-B1DA81A0B8B7}"/>
              </a:ext>
            </a:extLst>
          </p:cNvPr>
          <p:cNvSpPr>
            <a:spLocks xmlns:a="http://schemas.openxmlformats.org/drawingml/2006/main" noGrp="1"/>
          </p:cNvSpPr>
          <p:nvPr/>
        </p:nvSpPr>
        <p:spPr>
          <a:xfrm xmlns:a="http://schemas.openxmlformats.org/drawingml/2006/main">
            <a:off x="4043475" y="3560670"/>
            <a:ext cx="7" cy="217264"/>
          </a:xfrm>
          <a:prstGeom xmlns:a="http://schemas.openxmlformats.org/drawingml/2006/main" prst="line">
            <a:avLst/>
          </a:prstGeom>
          <a:ln xmlns:a="http://schemas.openxmlformats.org/drawingml/2006/main" w="19050">
            <a:solidFill>
              <a:srgbClr val="74777E"/>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984" name="Connector 113">
            <a:extLst xmlns:a="http://schemas.openxmlformats.org/drawingml/2006/main">
              <a:ext uri="{FF2B5EF4-FFF2-40B4-BE49-F238E27FC236}">
                <a16:creationId xmlns:a16="http://schemas.microsoft.com/office/drawing/2014/main" id="{C88130A3-4D3A-4A20-B971-7D8272129632}"/>
              </a:ext>
            </a:extLst>
          </p:cNvPr>
          <p:cNvSpPr>
            <a:spLocks xmlns:a="http://schemas.openxmlformats.org/drawingml/2006/main" noGrp="1"/>
          </p:cNvSpPr>
          <p:nvPr/>
        </p:nvSpPr>
        <p:spPr>
          <a:xfrm xmlns:a="http://schemas.openxmlformats.org/drawingml/2006/main">
            <a:off x="3951304" y="3652844"/>
            <a:ext cx="184350" cy="7"/>
          </a:xfrm>
          <a:prstGeom xmlns:a="http://schemas.openxmlformats.org/drawingml/2006/main" prst="line">
            <a:avLst/>
          </a:prstGeom>
          <a:ln xmlns:a="http://schemas.openxmlformats.org/drawingml/2006/main" w="19050">
            <a:solidFill>
              <a:srgbClr val="74777E"/>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985" name="Connector 115">
            <a:extLst xmlns:a="http://schemas.openxmlformats.org/drawingml/2006/main">
              <a:ext uri="{FF2B5EF4-FFF2-40B4-BE49-F238E27FC236}">
                <a16:creationId xmlns:a16="http://schemas.microsoft.com/office/drawing/2014/main" id="{4D14AEFA-F112-4BF4-8B40-5E16CF9633C6}"/>
              </a:ext>
            </a:extLst>
          </p:cNvPr>
          <p:cNvSpPr>
            <a:spLocks xmlns:a="http://schemas.openxmlformats.org/drawingml/2006/main" noGrp="1"/>
          </p:cNvSpPr>
          <p:nvPr/>
        </p:nvSpPr>
        <p:spPr>
          <a:xfrm xmlns:a="http://schemas.openxmlformats.org/drawingml/2006/main" flipH="1">
            <a:off x="3957886" y="3777934"/>
            <a:ext cx="85595" cy="138264"/>
          </a:xfrm>
          <a:prstGeom xmlns:a="http://schemas.openxmlformats.org/drawingml/2006/main" prst="line">
            <a:avLst/>
          </a:prstGeom>
          <a:ln xmlns:a="http://schemas.openxmlformats.org/drawingml/2006/main" w="19050">
            <a:solidFill>
              <a:srgbClr val="74777E"/>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986" name="Connector 116">
            <a:extLst xmlns:a="http://schemas.openxmlformats.org/drawingml/2006/main">
              <a:ext uri="{FF2B5EF4-FFF2-40B4-BE49-F238E27FC236}">
                <a16:creationId xmlns:a16="http://schemas.microsoft.com/office/drawing/2014/main" id="{E5A3EBFB-B46D-4D0A-8F20-E87EF6662E3B}"/>
              </a:ext>
            </a:extLst>
          </p:cNvPr>
          <p:cNvSpPr>
            <a:spLocks xmlns:a="http://schemas.openxmlformats.org/drawingml/2006/main" noGrp="1"/>
          </p:cNvSpPr>
          <p:nvPr/>
        </p:nvSpPr>
        <p:spPr>
          <a:xfrm xmlns:a="http://schemas.openxmlformats.org/drawingml/2006/main">
            <a:off x="4043475" y="3777934"/>
            <a:ext cx="85595" cy="138264"/>
          </a:xfrm>
          <a:prstGeom xmlns:a="http://schemas.openxmlformats.org/drawingml/2006/main" prst="line">
            <a:avLst/>
          </a:prstGeom>
          <a:ln xmlns:a="http://schemas.openxmlformats.org/drawingml/2006/main" w="19050">
            <a:solidFill>
              <a:srgbClr val="74777E"/>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987" name="Oval 121">
            <a:extLst xmlns:a="http://schemas.openxmlformats.org/drawingml/2006/main">
              <a:ext uri="{FF2B5EF4-FFF2-40B4-BE49-F238E27FC236}">
                <a16:creationId xmlns:a16="http://schemas.microsoft.com/office/drawing/2014/main" id="{0AE29D11-BDC4-43BA-8603-66281FB64DDB}"/>
              </a:ext>
            </a:extLst>
          </p:cNvPr>
          <p:cNvSpPr>
            <a:spLocks xmlns:a="http://schemas.openxmlformats.org/drawingml/2006/main" noGrp="1"/>
          </p:cNvSpPr>
          <p:nvPr/>
        </p:nvSpPr>
        <p:spPr>
          <a:xfrm xmlns:a="http://schemas.openxmlformats.org/drawingml/2006/main">
            <a:off x="4599432" y="3428998"/>
            <a:ext cx="131687" cy="131685"/>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988" name="Connector 122">
            <a:extLst xmlns:a="http://schemas.openxmlformats.org/drawingml/2006/main">
              <a:ext uri="{FF2B5EF4-FFF2-40B4-BE49-F238E27FC236}">
                <a16:creationId xmlns:a16="http://schemas.microsoft.com/office/drawing/2014/main" id="{68D40B0E-077C-4D5D-A72E-A663832E28A8}"/>
              </a:ext>
            </a:extLst>
          </p:cNvPr>
          <p:cNvSpPr>
            <a:spLocks xmlns:a="http://schemas.openxmlformats.org/drawingml/2006/main" noGrp="1"/>
          </p:cNvSpPr>
          <p:nvPr/>
        </p:nvSpPr>
        <p:spPr>
          <a:xfrm xmlns:a="http://schemas.openxmlformats.org/drawingml/2006/main">
            <a:off x="4665267" y="3560670"/>
            <a:ext cx="7"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989" name="Connector 123">
            <a:extLst xmlns:a="http://schemas.openxmlformats.org/drawingml/2006/main">
              <a:ext uri="{FF2B5EF4-FFF2-40B4-BE49-F238E27FC236}">
                <a16:creationId xmlns:a16="http://schemas.microsoft.com/office/drawing/2014/main" id="{473A3363-0564-4953-A19C-59E338896F82}"/>
              </a:ext>
            </a:extLst>
          </p:cNvPr>
          <p:cNvSpPr>
            <a:spLocks xmlns:a="http://schemas.openxmlformats.org/drawingml/2006/main" noGrp="1"/>
          </p:cNvSpPr>
          <p:nvPr/>
        </p:nvSpPr>
        <p:spPr>
          <a:xfrm xmlns:a="http://schemas.openxmlformats.org/drawingml/2006/main">
            <a:off x="4573096" y="3652844"/>
            <a:ext cx="184350" cy="7"/>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990" name="Connector 124">
            <a:extLst xmlns:a="http://schemas.openxmlformats.org/drawingml/2006/main">
              <a:ext uri="{FF2B5EF4-FFF2-40B4-BE49-F238E27FC236}">
                <a16:creationId xmlns:a16="http://schemas.microsoft.com/office/drawing/2014/main" id="{838FF724-8FAE-4B3B-967A-6B950A6B2993}"/>
              </a:ext>
            </a:extLst>
          </p:cNvPr>
          <p:cNvSpPr>
            <a:spLocks xmlns:a="http://schemas.openxmlformats.org/drawingml/2006/main" noGrp="1"/>
          </p:cNvSpPr>
          <p:nvPr/>
        </p:nvSpPr>
        <p:spPr>
          <a:xfrm xmlns:a="http://schemas.openxmlformats.org/drawingml/2006/main" flipH="1">
            <a:off x="4579679" y="3777934"/>
            <a:ext cx="85596"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991" name="Connector 125">
            <a:extLst xmlns:a="http://schemas.openxmlformats.org/drawingml/2006/main">
              <a:ext uri="{FF2B5EF4-FFF2-40B4-BE49-F238E27FC236}">
                <a16:creationId xmlns:a16="http://schemas.microsoft.com/office/drawing/2014/main" id="{9B4FB6D1-E215-471A-AEE7-D0CFDB27E901}"/>
              </a:ext>
            </a:extLst>
          </p:cNvPr>
          <p:cNvSpPr>
            <a:spLocks xmlns:a="http://schemas.openxmlformats.org/drawingml/2006/main" noGrp="1"/>
          </p:cNvSpPr>
          <p:nvPr/>
        </p:nvSpPr>
        <p:spPr>
          <a:xfrm xmlns:a="http://schemas.openxmlformats.org/drawingml/2006/main">
            <a:off x="4665267" y="3777934"/>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992" name="Oval 126">
            <a:extLst xmlns:a="http://schemas.openxmlformats.org/drawingml/2006/main">
              <a:ext uri="{FF2B5EF4-FFF2-40B4-BE49-F238E27FC236}">
                <a16:creationId xmlns:a16="http://schemas.microsoft.com/office/drawing/2014/main" id="{610BEDBA-B7C0-4669-A484-99E181D507BD}"/>
              </a:ext>
            </a:extLst>
          </p:cNvPr>
          <p:cNvSpPr>
            <a:spLocks xmlns:a="http://schemas.openxmlformats.org/drawingml/2006/main" noGrp="1"/>
          </p:cNvSpPr>
          <p:nvPr/>
        </p:nvSpPr>
        <p:spPr>
          <a:xfrm xmlns:a="http://schemas.openxmlformats.org/drawingml/2006/main">
            <a:off x="1033271" y="4160520"/>
            <a:ext cx="131687" cy="13168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993" name="Connector 127">
            <a:extLst xmlns:a="http://schemas.openxmlformats.org/drawingml/2006/main">
              <a:ext uri="{FF2B5EF4-FFF2-40B4-BE49-F238E27FC236}">
                <a16:creationId xmlns:a16="http://schemas.microsoft.com/office/drawing/2014/main" id="{BFB427C1-4C2C-457B-828C-D100F60BCD52}"/>
              </a:ext>
            </a:extLst>
          </p:cNvPr>
          <p:cNvSpPr>
            <a:spLocks xmlns:a="http://schemas.openxmlformats.org/drawingml/2006/main" noGrp="1"/>
          </p:cNvSpPr>
          <p:nvPr/>
        </p:nvSpPr>
        <p:spPr>
          <a:xfrm xmlns:a="http://schemas.openxmlformats.org/drawingml/2006/main">
            <a:off x="1099107" y="4292192"/>
            <a:ext cx="7"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994" name="Connector 128">
            <a:extLst xmlns:a="http://schemas.openxmlformats.org/drawingml/2006/main">
              <a:ext uri="{FF2B5EF4-FFF2-40B4-BE49-F238E27FC236}">
                <a16:creationId xmlns:a16="http://schemas.microsoft.com/office/drawing/2014/main" id="{2D5D10CA-5F0B-4CAC-9459-7CD827B6D528}"/>
              </a:ext>
            </a:extLst>
          </p:cNvPr>
          <p:cNvSpPr>
            <a:spLocks xmlns:a="http://schemas.openxmlformats.org/drawingml/2006/main" noGrp="1"/>
          </p:cNvSpPr>
          <p:nvPr/>
        </p:nvSpPr>
        <p:spPr>
          <a:xfrm xmlns:a="http://schemas.openxmlformats.org/drawingml/2006/main">
            <a:off x="1006936" y="4384364"/>
            <a:ext cx="184350" cy="7"/>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995" name="Connector 129">
            <a:extLst xmlns:a="http://schemas.openxmlformats.org/drawingml/2006/main">
              <a:ext uri="{FF2B5EF4-FFF2-40B4-BE49-F238E27FC236}">
                <a16:creationId xmlns:a16="http://schemas.microsoft.com/office/drawing/2014/main" id="{9CAA358E-527C-4E93-A1D6-BC0060BBBF7B}"/>
              </a:ext>
            </a:extLst>
          </p:cNvPr>
          <p:cNvSpPr>
            <a:spLocks xmlns:a="http://schemas.openxmlformats.org/drawingml/2006/main" noGrp="1"/>
          </p:cNvSpPr>
          <p:nvPr/>
        </p:nvSpPr>
        <p:spPr>
          <a:xfrm xmlns:a="http://schemas.openxmlformats.org/drawingml/2006/main" flipH="1">
            <a:off x="1013520" y="4509452"/>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996" name="Connector 130">
            <a:extLst xmlns:a="http://schemas.openxmlformats.org/drawingml/2006/main">
              <a:ext uri="{FF2B5EF4-FFF2-40B4-BE49-F238E27FC236}">
                <a16:creationId xmlns:a16="http://schemas.microsoft.com/office/drawing/2014/main" id="{D1DA5978-3864-41C1-B997-8345CF9455E3}"/>
              </a:ext>
            </a:extLst>
          </p:cNvPr>
          <p:cNvSpPr>
            <a:spLocks xmlns:a="http://schemas.openxmlformats.org/drawingml/2006/main" noGrp="1"/>
          </p:cNvSpPr>
          <p:nvPr/>
        </p:nvSpPr>
        <p:spPr>
          <a:xfrm xmlns:a="http://schemas.openxmlformats.org/drawingml/2006/main">
            <a:off x="1099108" y="4509452"/>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997" name="Oval 131">
            <a:extLst xmlns:a="http://schemas.openxmlformats.org/drawingml/2006/main">
              <a:ext uri="{FF2B5EF4-FFF2-40B4-BE49-F238E27FC236}">
                <a16:creationId xmlns:a16="http://schemas.microsoft.com/office/drawing/2014/main" id="{4DE29676-61B8-4DED-9E87-C610BFEF66A2}"/>
              </a:ext>
            </a:extLst>
          </p:cNvPr>
          <p:cNvSpPr>
            <a:spLocks xmlns:a="http://schemas.openxmlformats.org/drawingml/2006/main" noGrp="1"/>
          </p:cNvSpPr>
          <p:nvPr/>
        </p:nvSpPr>
        <p:spPr>
          <a:xfrm xmlns:a="http://schemas.openxmlformats.org/drawingml/2006/main">
            <a:off x="1655060" y="4160520"/>
            <a:ext cx="131687" cy="13168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998" name="Connector 132">
            <a:extLst xmlns:a="http://schemas.openxmlformats.org/drawingml/2006/main">
              <a:ext uri="{FF2B5EF4-FFF2-40B4-BE49-F238E27FC236}">
                <a16:creationId xmlns:a16="http://schemas.microsoft.com/office/drawing/2014/main" id="{5DBCB46E-D883-4546-AB67-D88A801C6BBC}"/>
              </a:ext>
            </a:extLst>
          </p:cNvPr>
          <p:cNvSpPr>
            <a:spLocks xmlns:a="http://schemas.openxmlformats.org/drawingml/2006/main" noGrp="1"/>
          </p:cNvSpPr>
          <p:nvPr/>
        </p:nvSpPr>
        <p:spPr>
          <a:xfrm xmlns:a="http://schemas.openxmlformats.org/drawingml/2006/main">
            <a:off x="1720898" y="4292192"/>
            <a:ext cx="7"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999" name="Connector 133">
            <a:extLst xmlns:a="http://schemas.openxmlformats.org/drawingml/2006/main">
              <a:ext uri="{FF2B5EF4-FFF2-40B4-BE49-F238E27FC236}">
                <a16:creationId xmlns:a16="http://schemas.microsoft.com/office/drawing/2014/main" id="{559E2D76-2E5F-44E1-A396-4D7DEE918B5B}"/>
              </a:ext>
            </a:extLst>
          </p:cNvPr>
          <p:cNvSpPr>
            <a:spLocks xmlns:a="http://schemas.openxmlformats.org/drawingml/2006/main" noGrp="1"/>
          </p:cNvSpPr>
          <p:nvPr/>
        </p:nvSpPr>
        <p:spPr>
          <a:xfrm xmlns:a="http://schemas.openxmlformats.org/drawingml/2006/main">
            <a:off x="1628729" y="4384364"/>
            <a:ext cx="184350" cy="7"/>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000" name="Connector 134">
            <a:extLst xmlns:a="http://schemas.openxmlformats.org/drawingml/2006/main">
              <a:ext uri="{FF2B5EF4-FFF2-40B4-BE49-F238E27FC236}">
                <a16:creationId xmlns:a16="http://schemas.microsoft.com/office/drawing/2014/main" id="{622BEDD5-2BBE-4A1F-9A9C-D36133819B31}"/>
              </a:ext>
            </a:extLst>
          </p:cNvPr>
          <p:cNvSpPr>
            <a:spLocks xmlns:a="http://schemas.openxmlformats.org/drawingml/2006/main" noGrp="1"/>
          </p:cNvSpPr>
          <p:nvPr/>
        </p:nvSpPr>
        <p:spPr>
          <a:xfrm xmlns:a="http://schemas.openxmlformats.org/drawingml/2006/main" flipH="1">
            <a:off x="1635312" y="4509452"/>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001" name="Connector 135">
            <a:extLst xmlns:a="http://schemas.openxmlformats.org/drawingml/2006/main">
              <a:ext uri="{FF2B5EF4-FFF2-40B4-BE49-F238E27FC236}">
                <a16:creationId xmlns:a16="http://schemas.microsoft.com/office/drawing/2014/main" id="{7F31C9B1-570D-4989-B561-B33815DB7BD6}"/>
              </a:ext>
            </a:extLst>
          </p:cNvPr>
          <p:cNvSpPr>
            <a:spLocks xmlns:a="http://schemas.openxmlformats.org/drawingml/2006/main" noGrp="1"/>
          </p:cNvSpPr>
          <p:nvPr/>
        </p:nvSpPr>
        <p:spPr>
          <a:xfrm xmlns:a="http://schemas.openxmlformats.org/drawingml/2006/main">
            <a:off x="1720899" y="4509452"/>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002" name="Oval 136">
            <a:extLst xmlns:a="http://schemas.openxmlformats.org/drawingml/2006/main">
              <a:ext uri="{FF2B5EF4-FFF2-40B4-BE49-F238E27FC236}">
                <a16:creationId xmlns:a16="http://schemas.microsoft.com/office/drawing/2014/main" id="{A0D74BF7-A4CD-4A5E-8DA3-32214F491D2F}"/>
              </a:ext>
            </a:extLst>
          </p:cNvPr>
          <p:cNvSpPr>
            <a:spLocks xmlns:a="http://schemas.openxmlformats.org/drawingml/2006/main" noGrp="1"/>
          </p:cNvSpPr>
          <p:nvPr/>
        </p:nvSpPr>
        <p:spPr>
          <a:xfrm xmlns:a="http://schemas.openxmlformats.org/drawingml/2006/main">
            <a:off x="2276855" y="4160520"/>
            <a:ext cx="131687" cy="13168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003" name="Connector 137">
            <a:extLst xmlns:a="http://schemas.openxmlformats.org/drawingml/2006/main">
              <a:ext uri="{FF2B5EF4-FFF2-40B4-BE49-F238E27FC236}">
                <a16:creationId xmlns:a16="http://schemas.microsoft.com/office/drawing/2014/main" id="{455E391D-88CB-4D02-AB1A-4487509F01A4}"/>
              </a:ext>
            </a:extLst>
          </p:cNvPr>
          <p:cNvSpPr>
            <a:spLocks xmlns:a="http://schemas.openxmlformats.org/drawingml/2006/main" noGrp="1"/>
          </p:cNvSpPr>
          <p:nvPr/>
        </p:nvSpPr>
        <p:spPr>
          <a:xfrm xmlns:a="http://schemas.openxmlformats.org/drawingml/2006/main">
            <a:off x="2342692" y="4292192"/>
            <a:ext cx="7"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004" name="Connector 138">
            <a:extLst xmlns:a="http://schemas.openxmlformats.org/drawingml/2006/main">
              <a:ext uri="{FF2B5EF4-FFF2-40B4-BE49-F238E27FC236}">
                <a16:creationId xmlns:a16="http://schemas.microsoft.com/office/drawing/2014/main" id="{649317F4-25E4-4E8D-98F8-8DF97E28CBC0}"/>
              </a:ext>
            </a:extLst>
          </p:cNvPr>
          <p:cNvSpPr>
            <a:spLocks xmlns:a="http://schemas.openxmlformats.org/drawingml/2006/main" noGrp="1"/>
          </p:cNvSpPr>
          <p:nvPr/>
        </p:nvSpPr>
        <p:spPr>
          <a:xfrm xmlns:a="http://schemas.openxmlformats.org/drawingml/2006/main">
            <a:off x="2250519" y="4384364"/>
            <a:ext cx="184350" cy="7"/>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005" name="Connector 139">
            <a:extLst xmlns:a="http://schemas.openxmlformats.org/drawingml/2006/main">
              <a:ext uri="{FF2B5EF4-FFF2-40B4-BE49-F238E27FC236}">
                <a16:creationId xmlns:a16="http://schemas.microsoft.com/office/drawing/2014/main" id="{9D6AE73A-2F47-441F-9F99-B83F8BC74893}"/>
              </a:ext>
            </a:extLst>
          </p:cNvPr>
          <p:cNvSpPr>
            <a:spLocks xmlns:a="http://schemas.openxmlformats.org/drawingml/2006/main" noGrp="1"/>
          </p:cNvSpPr>
          <p:nvPr/>
        </p:nvSpPr>
        <p:spPr>
          <a:xfrm xmlns:a="http://schemas.openxmlformats.org/drawingml/2006/main" flipH="1">
            <a:off x="2257104" y="4509452"/>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006" name="Connector 140">
            <a:extLst xmlns:a="http://schemas.openxmlformats.org/drawingml/2006/main">
              <a:ext uri="{FF2B5EF4-FFF2-40B4-BE49-F238E27FC236}">
                <a16:creationId xmlns:a16="http://schemas.microsoft.com/office/drawing/2014/main" id="{E8F043A1-3CA7-4884-B39C-EB739A1DD95C}"/>
              </a:ext>
            </a:extLst>
          </p:cNvPr>
          <p:cNvSpPr>
            <a:spLocks xmlns:a="http://schemas.openxmlformats.org/drawingml/2006/main" noGrp="1"/>
          </p:cNvSpPr>
          <p:nvPr/>
        </p:nvSpPr>
        <p:spPr>
          <a:xfrm xmlns:a="http://schemas.openxmlformats.org/drawingml/2006/main">
            <a:off x="2342692" y="4509452"/>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007" name="Oval 141">
            <a:extLst xmlns:a="http://schemas.openxmlformats.org/drawingml/2006/main">
              <a:ext uri="{FF2B5EF4-FFF2-40B4-BE49-F238E27FC236}">
                <a16:creationId xmlns:a16="http://schemas.microsoft.com/office/drawing/2014/main" id="{D42180CD-2A74-4CCC-A58B-0E996ED8E651}"/>
              </a:ext>
            </a:extLst>
          </p:cNvPr>
          <p:cNvSpPr>
            <a:spLocks xmlns:a="http://schemas.openxmlformats.org/drawingml/2006/main" noGrp="1"/>
          </p:cNvSpPr>
          <p:nvPr/>
        </p:nvSpPr>
        <p:spPr>
          <a:xfrm xmlns:a="http://schemas.openxmlformats.org/drawingml/2006/main">
            <a:off x="2898648" y="4160520"/>
            <a:ext cx="131687" cy="13168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008" name="Connector 142">
            <a:extLst xmlns:a="http://schemas.openxmlformats.org/drawingml/2006/main">
              <a:ext uri="{FF2B5EF4-FFF2-40B4-BE49-F238E27FC236}">
                <a16:creationId xmlns:a16="http://schemas.microsoft.com/office/drawing/2014/main" id="{E1FDD410-4C87-438B-80AA-44B9523F9B98}"/>
              </a:ext>
            </a:extLst>
          </p:cNvPr>
          <p:cNvSpPr>
            <a:spLocks xmlns:a="http://schemas.openxmlformats.org/drawingml/2006/main" noGrp="1"/>
          </p:cNvSpPr>
          <p:nvPr/>
        </p:nvSpPr>
        <p:spPr>
          <a:xfrm xmlns:a="http://schemas.openxmlformats.org/drawingml/2006/main">
            <a:off x="2964483" y="4292192"/>
            <a:ext cx="7"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009" name="Connector 143">
            <a:extLst xmlns:a="http://schemas.openxmlformats.org/drawingml/2006/main">
              <a:ext uri="{FF2B5EF4-FFF2-40B4-BE49-F238E27FC236}">
                <a16:creationId xmlns:a16="http://schemas.microsoft.com/office/drawing/2014/main" id="{16955546-044B-407E-BA9E-F57F9EC56CAD}"/>
              </a:ext>
            </a:extLst>
          </p:cNvPr>
          <p:cNvSpPr>
            <a:spLocks xmlns:a="http://schemas.openxmlformats.org/drawingml/2006/main" noGrp="1"/>
          </p:cNvSpPr>
          <p:nvPr/>
        </p:nvSpPr>
        <p:spPr>
          <a:xfrm xmlns:a="http://schemas.openxmlformats.org/drawingml/2006/main">
            <a:off x="2872313" y="4384364"/>
            <a:ext cx="184350" cy="7"/>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010" name="Connector 144">
            <a:extLst xmlns:a="http://schemas.openxmlformats.org/drawingml/2006/main">
              <a:ext uri="{FF2B5EF4-FFF2-40B4-BE49-F238E27FC236}">
                <a16:creationId xmlns:a16="http://schemas.microsoft.com/office/drawing/2014/main" id="{2515E52E-0726-4690-AD7C-C28DABBC7B21}"/>
              </a:ext>
            </a:extLst>
          </p:cNvPr>
          <p:cNvSpPr>
            <a:spLocks xmlns:a="http://schemas.openxmlformats.org/drawingml/2006/main" noGrp="1"/>
          </p:cNvSpPr>
          <p:nvPr/>
        </p:nvSpPr>
        <p:spPr>
          <a:xfrm xmlns:a="http://schemas.openxmlformats.org/drawingml/2006/main" flipH="1">
            <a:off x="2878895" y="4509452"/>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011" name="Connector 145">
            <a:extLst xmlns:a="http://schemas.openxmlformats.org/drawingml/2006/main">
              <a:ext uri="{FF2B5EF4-FFF2-40B4-BE49-F238E27FC236}">
                <a16:creationId xmlns:a16="http://schemas.microsoft.com/office/drawing/2014/main" id="{64F81BFB-D38F-4360-B6A8-26C89FA5041D}"/>
              </a:ext>
            </a:extLst>
          </p:cNvPr>
          <p:cNvSpPr>
            <a:spLocks xmlns:a="http://schemas.openxmlformats.org/drawingml/2006/main" noGrp="1"/>
          </p:cNvSpPr>
          <p:nvPr/>
        </p:nvSpPr>
        <p:spPr>
          <a:xfrm xmlns:a="http://schemas.openxmlformats.org/drawingml/2006/main">
            <a:off x="2964483" y="4509452"/>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012" name="Oval 146">
            <a:extLst xmlns:a="http://schemas.openxmlformats.org/drawingml/2006/main">
              <a:ext uri="{FF2B5EF4-FFF2-40B4-BE49-F238E27FC236}">
                <a16:creationId xmlns:a16="http://schemas.microsoft.com/office/drawing/2014/main" id="{1B5ADB44-FB92-44E1-AC4A-2901BECA2B5B}"/>
              </a:ext>
            </a:extLst>
          </p:cNvPr>
          <p:cNvSpPr>
            <a:spLocks xmlns:a="http://schemas.openxmlformats.org/drawingml/2006/main" noGrp="1"/>
          </p:cNvSpPr>
          <p:nvPr/>
        </p:nvSpPr>
        <p:spPr>
          <a:xfrm xmlns:a="http://schemas.openxmlformats.org/drawingml/2006/main">
            <a:off x="3520440" y="4160520"/>
            <a:ext cx="131687" cy="13168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013" name="Connector 147">
            <a:extLst xmlns:a="http://schemas.openxmlformats.org/drawingml/2006/main">
              <a:ext uri="{FF2B5EF4-FFF2-40B4-BE49-F238E27FC236}">
                <a16:creationId xmlns:a16="http://schemas.microsoft.com/office/drawing/2014/main" id="{0A60BF4C-0B49-44CC-93C0-BEC54443BC92}"/>
              </a:ext>
            </a:extLst>
          </p:cNvPr>
          <p:cNvSpPr>
            <a:spLocks xmlns:a="http://schemas.openxmlformats.org/drawingml/2006/main" noGrp="1"/>
          </p:cNvSpPr>
          <p:nvPr/>
        </p:nvSpPr>
        <p:spPr>
          <a:xfrm xmlns:a="http://schemas.openxmlformats.org/drawingml/2006/main">
            <a:off x="3586275" y="4292192"/>
            <a:ext cx="7"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014" name="Connector 148">
            <a:extLst xmlns:a="http://schemas.openxmlformats.org/drawingml/2006/main">
              <a:ext uri="{FF2B5EF4-FFF2-40B4-BE49-F238E27FC236}">
                <a16:creationId xmlns:a16="http://schemas.microsoft.com/office/drawing/2014/main" id="{DD6AEE79-89D6-4A22-9690-57E36CDB30E7}"/>
              </a:ext>
            </a:extLst>
          </p:cNvPr>
          <p:cNvSpPr>
            <a:spLocks xmlns:a="http://schemas.openxmlformats.org/drawingml/2006/main" noGrp="1"/>
          </p:cNvSpPr>
          <p:nvPr/>
        </p:nvSpPr>
        <p:spPr>
          <a:xfrm xmlns:a="http://schemas.openxmlformats.org/drawingml/2006/main">
            <a:off x="3494104" y="4384364"/>
            <a:ext cx="184350" cy="7"/>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015" name="Connector 149">
            <a:extLst xmlns:a="http://schemas.openxmlformats.org/drawingml/2006/main">
              <a:ext uri="{FF2B5EF4-FFF2-40B4-BE49-F238E27FC236}">
                <a16:creationId xmlns:a16="http://schemas.microsoft.com/office/drawing/2014/main" id="{89705C52-A48C-4A26-8572-D0909C4E99A1}"/>
              </a:ext>
            </a:extLst>
          </p:cNvPr>
          <p:cNvSpPr>
            <a:spLocks xmlns:a="http://schemas.openxmlformats.org/drawingml/2006/main" noGrp="1"/>
          </p:cNvSpPr>
          <p:nvPr/>
        </p:nvSpPr>
        <p:spPr>
          <a:xfrm xmlns:a="http://schemas.openxmlformats.org/drawingml/2006/main" flipH="1">
            <a:off x="3500686" y="4509452"/>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016" name="Connector 150">
            <a:extLst xmlns:a="http://schemas.openxmlformats.org/drawingml/2006/main">
              <a:ext uri="{FF2B5EF4-FFF2-40B4-BE49-F238E27FC236}">
                <a16:creationId xmlns:a16="http://schemas.microsoft.com/office/drawing/2014/main" id="{1C5603A0-C956-4916-A19F-FD6E1F94F00D}"/>
              </a:ext>
            </a:extLst>
          </p:cNvPr>
          <p:cNvSpPr>
            <a:spLocks xmlns:a="http://schemas.openxmlformats.org/drawingml/2006/main" noGrp="1"/>
          </p:cNvSpPr>
          <p:nvPr/>
        </p:nvSpPr>
        <p:spPr>
          <a:xfrm xmlns:a="http://schemas.openxmlformats.org/drawingml/2006/main">
            <a:off x="3586275" y="4509452"/>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017" name="Oval 151">
            <a:extLst xmlns:a="http://schemas.openxmlformats.org/drawingml/2006/main">
              <a:ext uri="{FF2B5EF4-FFF2-40B4-BE49-F238E27FC236}">
                <a16:creationId xmlns:a16="http://schemas.microsoft.com/office/drawing/2014/main" id="{DA5A09CD-3FEA-419E-84D5-A5292D998670}"/>
              </a:ext>
            </a:extLst>
          </p:cNvPr>
          <p:cNvSpPr>
            <a:spLocks xmlns:a="http://schemas.openxmlformats.org/drawingml/2006/main" noGrp="1"/>
          </p:cNvSpPr>
          <p:nvPr/>
        </p:nvSpPr>
        <p:spPr>
          <a:xfrm xmlns:a="http://schemas.openxmlformats.org/drawingml/2006/main">
            <a:off x="4142232" y="4160520"/>
            <a:ext cx="131687" cy="13168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018" name="Connector 152">
            <a:extLst xmlns:a="http://schemas.openxmlformats.org/drawingml/2006/main">
              <a:ext uri="{FF2B5EF4-FFF2-40B4-BE49-F238E27FC236}">
                <a16:creationId xmlns:a16="http://schemas.microsoft.com/office/drawing/2014/main" id="{AD2FB421-1363-49A3-9594-539F05D28912}"/>
              </a:ext>
            </a:extLst>
          </p:cNvPr>
          <p:cNvSpPr>
            <a:spLocks xmlns:a="http://schemas.openxmlformats.org/drawingml/2006/main" noGrp="1"/>
          </p:cNvSpPr>
          <p:nvPr/>
        </p:nvSpPr>
        <p:spPr>
          <a:xfrm xmlns:a="http://schemas.openxmlformats.org/drawingml/2006/main">
            <a:off x="4208067" y="4292192"/>
            <a:ext cx="7"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019" name="Connector 153">
            <a:extLst xmlns:a="http://schemas.openxmlformats.org/drawingml/2006/main">
              <a:ext uri="{FF2B5EF4-FFF2-40B4-BE49-F238E27FC236}">
                <a16:creationId xmlns:a16="http://schemas.microsoft.com/office/drawing/2014/main" id="{B61F6FFC-F75A-4614-8D2C-659886191B7B}"/>
              </a:ext>
            </a:extLst>
          </p:cNvPr>
          <p:cNvSpPr>
            <a:spLocks xmlns:a="http://schemas.openxmlformats.org/drawingml/2006/main" noGrp="1"/>
          </p:cNvSpPr>
          <p:nvPr/>
        </p:nvSpPr>
        <p:spPr>
          <a:xfrm xmlns:a="http://schemas.openxmlformats.org/drawingml/2006/main">
            <a:off x="4115896" y="4384364"/>
            <a:ext cx="184350" cy="7"/>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020" name="Connector 154">
            <a:extLst xmlns:a="http://schemas.openxmlformats.org/drawingml/2006/main">
              <a:ext uri="{FF2B5EF4-FFF2-40B4-BE49-F238E27FC236}">
                <a16:creationId xmlns:a16="http://schemas.microsoft.com/office/drawing/2014/main" id="{BB259382-E759-45A5-A0C0-E9BFE4F77362}"/>
              </a:ext>
            </a:extLst>
          </p:cNvPr>
          <p:cNvSpPr>
            <a:spLocks xmlns:a="http://schemas.openxmlformats.org/drawingml/2006/main" noGrp="1"/>
          </p:cNvSpPr>
          <p:nvPr/>
        </p:nvSpPr>
        <p:spPr>
          <a:xfrm xmlns:a="http://schemas.openxmlformats.org/drawingml/2006/main" flipH="1">
            <a:off x="4122479" y="4509452"/>
            <a:ext cx="85596"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021" name="Connector 155">
            <a:extLst xmlns:a="http://schemas.openxmlformats.org/drawingml/2006/main">
              <a:ext uri="{FF2B5EF4-FFF2-40B4-BE49-F238E27FC236}">
                <a16:creationId xmlns:a16="http://schemas.microsoft.com/office/drawing/2014/main" id="{CD591A64-EE7A-488B-82A9-6C313FF7D89E}"/>
              </a:ext>
            </a:extLst>
          </p:cNvPr>
          <p:cNvSpPr>
            <a:spLocks xmlns:a="http://schemas.openxmlformats.org/drawingml/2006/main" noGrp="1"/>
          </p:cNvSpPr>
          <p:nvPr/>
        </p:nvSpPr>
        <p:spPr>
          <a:xfrm xmlns:a="http://schemas.openxmlformats.org/drawingml/2006/main">
            <a:off x="4208067" y="4509452"/>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022" name="Oval 156">
            <a:extLst xmlns:a="http://schemas.openxmlformats.org/drawingml/2006/main">
              <a:ext uri="{FF2B5EF4-FFF2-40B4-BE49-F238E27FC236}">
                <a16:creationId xmlns:a16="http://schemas.microsoft.com/office/drawing/2014/main" id="{0B5A2B71-F8BE-4C1A-BC70-EE6A8E8BEA78}"/>
              </a:ext>
            </a:extLst>
          </p:cNvPr>
          <p:cNvSpPr>
            <a:spLocks xmlns:a="http://schemas.openxmlformats.org/drawingml/2006/main" noGrp="1"/>
          </p:cNvSpPr>
          <p:nvPr/>
        </p:nvSpPr>
        <p:spPr>
          <a:xfrm xmlns:a="http://schemas.openxmlformats.org/drawingml/2006/main">
            <a:off x="4764023" y="4160520"/>
            <a:ext cx="131687" cy="13168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023" name="Connector 157">
            <a:extLst xmlns:a="http://schemas.openxmlformats.org/drawingml/2006/main">
              <a:ext uri="{FF2B5EF4-FFF2-40B4-BE49-F238E27FC236}">
                <a16:creationId xmlns:a16="http://schemas.microsoft.com/office/drawing/2014/main" id="{BF37C9FE-E846-49A4-91C8-D884D2AC0466}"/>
              </a:ext>
            </a:extLst>
          </p:cNvPr>
          <p:cNvSpPr>
            <a:spLocks xmlns:a="http://schemas.openxmlformats.org/drawingml/2006/main" noGrp="1"/>
          </p:cNvSpPr>
          <p:nvPr/>
        </p:nvSpPr>
        <p:spPr>
          <a:xfrm xmlns:a="http://schemas.openxmlformats.org/drawingml/2006/main">
            <a:off x="4829858" y="4292192"/>
            <a:ext cx="7"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024" name="Connector 158">
            <a:extLst xmlns:a="http://schemas.openxmlformats.org/drawingml/2006/main">
              <a:ext uri="{FF2B5EF4-FFF2-40B4-BE49-F238E27FC236}">
                <a16:creationId xmlns:a16="http://schemas.microsoft.com/office/drawing/2014/main" id="{8C3E3711-C8A6-4C32-95F6-C341FB9BF23C}"/>
              </a:ext>
            </a:extLst>
          </p:cNvPr>
          <p:cNvSpPr>
            <a:spLocks xmlns:a="http://schemas.openxmlformats.org/drawingml/2006/main" noGrp="1"/>
          </p:cNvSpPr>
          <p:nvPr/>
        </p:nvSpPr>
        <p:spPr>
          <a:xfrm xmlns:a="http://schemas.openxmlformats.org/drawingml/2006/main">
            <a:off x="4737689" y="4384364"/>
            <a:ext cx="184350" cy="7"/>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025" name="Connector 159">
            <a:extLst xmlns:a="http://schemas.openxmlformats.org/drawingml/2006/main">
              <a:ext uri="{FF2B5EF4-FFF2-40B4-BE49-F238E27FC236}">
                <a16:creationId xmlns:a16="http://schemas.microsoft.com/office/drawing/2014/main" id="{F169E6C1-9354-4E5D-928A-1F4E3426BF99}"/>
              </a:ext>
            </a:extLst>
          </p:cNvPr>
          <p:cNvSpPr>
            <a:spLocks xmlns:a="http://schemas.openxmlformats.org/drawingml/2006/main" noGrp="1"/>
          </p:cNvSpPr>
          <p:nvPr/>
        </p:nvSpPr>
        <p:spPr>
          <a:xfrm xmlns:a="http://schemas.openxmlformats.org/drawingml/2006/main" flipH="1">
            <a:off x="4744271" y="4509452"/>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026" name="Connector 160">
            <a:extLst xmlns:a="http://schemas.openxmlformats.org/drawingml/2006/main">
              <a:ext uri="{FF2B5EF4-FFF2-40B4-BE49-F238E27FC236}">
                <a16:creationId xmlns:a16="http://schemas.microsoft.com/office/drawing/2014/main" id="{7EBFB9DC-2DFD-4FA2-B466-89373C6B03DE}"/>
              </a:ext>
            </a:extLst>
          </p:cNvPr>
          <p:cNvSpPr>
            <a:spLocks xmlns:a="http://schemas.openxmlformats.org/drawingml/2006/main" noGrp="1"/>
          </p:cNvSpPr>
          <p:nvPr/>
        </p:nvSpPr>
        <p:spPr>
          <a:xfrm xmlns:a="http://schemas.openxmlformats.org/drawingml/2006/main">
            <a:off x="4829858" y="4509452"/>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027" name="Connector 184">
            <a:extLst xmlns:a="http://schemas.openxmlformats.org/drawingml/2006/main">
              <a:ext uri="{FF2B5EF4-FFF2-40B4-BE49-F238E27FC236}">
                <a16:creationId xmlns:a16="http://schemas.microsoft.com/office/drawing/2014/main" id="{1F5D5993-8279-43CC-9BDF-03D074E7BC4C}"/>
              </a:ext>
            </a:extLst>
          </p:cNvPr>
          <p:cNvSpPr>
            <a:spLocks xmlns:a="http://schemas.openxmlformats.org/drawingml/2006/main" noGrp="1"/>
          </p:cNvSpPr>
          <p:nvPr/>
        </p:nvSpPr>
        <p:spPr>
          <a:xfrm xmlns:a="http://schemas.openxmlformats.org/drawingml/2006/main">
            <a:off x="749803" y="5257800"/>
            <a:ext cx="10680201" cy="0"/>
          </a:xfrm>
          <a:prstGeom xmlns:a="http://schemas.openxmlformats.org/drawingml/2006/main" prst="line">
            <a:avLst/>
          </a:prstGeom>
          <a:ln xmlns:a="http://schemas.openxmlformats.org/drawingml/2006/main" w="1397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028" name="TextBox 185">
            <a:extLst xmlns:a="http://schemas.openxmlformats.org/drawingml/2006/main">
              <a:ext uri="{FF2B5EF4-FFF2-40B4-BE49-F238E27FC236}">
                <a16:creationId xmlns:a16="http://schemas.microsoft.com/office/drawing/2014/main" id="{7F1D105F-C8BC-4D86-A112-5EFEEA5EB98A}"/>
              </a:ext>
            </a:extLst>
          </p:cNvPr>
          <p:cNvSpPr>
            <a:spLocks xmlns:a="http://schemas.openxmlformats.org/drawingml/2006/main" noGrp="1"/>
          </p:cNvSpPr>
          <p:nvPr/>
        </p:nvSpPr>
        <p:spPr>
          <a:xfrm xmlns:a="http://schemas.openxmlformats.org/drawingml/2006/main">
            <a:off x="841244" y="5577840"/>
            <a:ext cx="4389128" cy="235406"/>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600" b="1">
                <a:solidFill>
                  <a:srgbClr val="FF705B"/>
                </a:solidFill>
                <a:latin typeface="Helvetica Neue"/>
                <a:ea typeface="Helvetica Neue"/>
                <a:cs typeface="Helvetica Neue"/>
              </a:defRPr>
            </a:pPr>
            <a:r>
              <a:t>• </a:t>
            </a:r>
            <a:r>
              <a:rPr>
                <a:solidFill>
                  <a:srgbClr val="111318"/>
                </a:solidFill>
              </a:rPr>
              <a:t>A few users supply most of the map</a:t>
            </a:r>
          </a:p>
        </p:txBody>
      </p:sp>
      <p:sp>
        <p:nvSpPr>
          <p:cNvPr id="1029" name="TextBox 186">
            <a:extLst xmlns:a="http://schemas.openxmlformats.org/drawingml/2006/main">
              <a:ext uri="{FF2B5EF4-FFF2-40B4-BE49-F238E27FC236}">
                <a16:creationId xmlns:a16="http://schemas.microsoft.com/office/drawing/2014/main" id="{DD7A6EFF-C59D-4839-AF44-ECAFD68A92F4}"/>
              </a:ext>
            </a:extLst>
          </p:cNvPr>
          <p:cNvSpPr>
            <a:spLocks xmlns:a="http://schemas.openxmlformats.org/drawingml/2006/main" noGrp="1"/>
          </p:cNvSpPr>
          <p:nvPr/>
        </p:nvSpPr>
        <p:spPr>
          <a:xfrm xmlns:a="http://schemas.openxmlformats.org/drawingml/2006/main">
            <a:off x="6748271" y="5577840"/>
            <a:ext cx="4389121" cy="235406"/>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600" b="1">
                <a:solidFill>
                  <a:srgbClr val="3977F6"/>
                </a:solidFill>
                <a:latin typeface="Helvetica Neue"/>
                <a:ea typeface="Helvetica Neue"/>
                <a:cs typeface="Helvetica Neue"/>
              </a:defRPr>
            </a:pPr>
            <a:r>
              <a:t>• </a:t>
            </a:r>
            <a:r>
              <a:rPr>
                <a:solidFill>
                  <a:srgbClr val="111318"/>
                </a:solidFill>
              </a:rPr>
              <a:t>The active core becomes ‘the community’</a:t>
            </a:r>
          </a:p>
        </p:txBody>
      </p:sp>
      <p:sp>
        <p:nvSpPr>
          <p:cNvPr id="1030" name="TextBox 187">
            <a:extLst xmlns:a="http://schemas.openxmlformats.org/drawingml/2006/main">
              <a:ext uri="{FF2B5EF4-FFF2-40B4-BE49-F238E27FC236}">
                <a16:creationId xmlns:a16="http://schemas.microsoft.com/office/drawing/2014/main" id="{088EE459-FF0E-4911-8ACA-E6F7D8EC3871}"/>
              </a:ext>
            </a:extLst>
          </p:cNvPr>
          <p:cNvSpPr>
            <a:spLocks xmlns:a="http://schemas.openxmlformats.org/drawingml/2006/main" noGrp="1"/>
          </p:cNvSpPr>
          <p:nvPr/>
        </p:nvSpPr>
        <p:spPr>
          <a:xfrm xmlns:a="http://schemas.openxmlformats.org/drawingml/2006/main">
            <a:off x="621792" y="6437376"/>
            <a:ext cx="10881360"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800">
                <a:solidFill>
                  <a:srgbClr val="73777F"/>
                </a:solidFill>
                <a:latin typeface="Helvetica Neue"/>
                <a:ea typeface="Helvetica Neue"/>
                <a:cs typeface="Helvetica Neue"/>
              </a:defRPr>
            </a:lvl1pPr>
          </a:lstStyle>
          <a:p xmlns:a="http://schemas.openxmlformats.org/drawingml/2006/main">
            <a:pPr>
              <a:buNone/>
            </a:pPr>
            <a:r>
              <a:t>• Nudo et al. (2026); authors’ 200k analysis</a:t>
            </a:r>
          </a:p>
        </p:txBody>
      </p:sp>
    </p:spTree>
    <p:extLst>
      <p:ext uri="{BB962C8B-B14F-4D97-AF65-F5344CB8AC3E}">
        <p14:creationId xmlns:p14="http://schemas.microsoft.com/office/powerpoint/2010/main" val="1492227386"/>
      </p:ext>
    </p:extLst>
  </p:cSld>
</p:sld>
</file>

<file path=ppt/slides/slide14.xml><?xml version="1.0" encoding="utf-8"?>
<p:sld xmlns:p="http://schemas.openxmlformats.org/presentationml/2006/main" showMasterSp="1">
  <p:cSld>
    <p:spTree>
      <p:nvGrpSpPr>
        <p:cNvPr id="1" name=""/>
        <p:cNvGrpSpPr/>
        <p:nvPr/>
      </p:nvGrpSpPr>
      <p:grpSpPr>
        <a:xfrm xmlns:a="http://schemas.openxmlformats.org/drawingml/2006/main"/>
      </p:grpSpPr>
      <p:sp>
        <p:nvSpPr>
          <p:cNvPr id="1032" name="TextBox 3">
            <a:extLst xmlns:a="http://schemas.openxmlformats.org/drawingml/2006/main">
              <a:ext uri="{FF2B5EF4-FFF2-40B4-BE49-F238E27FC236}">
                <a16:creationId xmlns:a16="http://schemas.microsoft.com/office/drawing/2014/main" id="{E34FDA4A-A419-48BF-A1BB-D539394517A4}"/>
              </a:ext>
            </a:extLst>
          </p:cNvPr>
          <p:cNvSpPr>
            <a:spLocks xmlns:a="http://schemas.openxmlformats.org/drawingml/2006/main" noGrp="1"/>
          </p:cNvSpPr>
          <p:nvPr/>
        </p:nvSpPr>
        <p:spPr>
          <a:xfrm xmlns:a="http://schemas.openxmlformats.org/drawingml/2006/main">
            <a:off x="603504" y="786383"/>
            <a:ext cx="10515601" cy="458849"/>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3000" b="1">
                <a:solidFill>
                  <a:srgbClr val="111318"/>
                </a:solidFill>
                <a:latin typeface="Helvetica Neue"/>
                <a:ea typeface="Helvetica Neue"/>
                <a:cs typeface="Helvetica Neue"/>
              </a:defRPr>
            </a:lvl1pPr>
          </a:lstStyle>
          <a:p xmlns:a="http://schemas.openxmlformats.org/drawingml/2006/main">
            <a:pPr>
              <a:buNone/>
            </a:pPr>
            <a:r>
              <a:t>The same hands draw the map</a:t>
            </a:r>
          </a:p>
        </p:txBody>
      </p:sp>
      <p:sp>
        <p:nvSpPr>
          <p:cNvPr id="1033" name="TextBox 4">
            <a:extLst xmlns:a="http://schemas.openxmlformats.org/drawingml/2006/main">
              <a:ext uri="{FF2B5EF4-FFF2-40B4-BE49-F238E27FC236}">
                <a16:creationId xmlns:a16="http://schemas.microsoft.com/office/drawing/2014/main" id="{E3C86EF9-D49F-44A1-B468-863D7AD032AE}"/>
              </a:ext>
            </a:extLst>
          </p:cNvPr>
          <p:cNvSpPr>
            <a:spLocks xmlns:a="http://schemas.openxmlformats.org/drawingml/2006/main" noGrp="1"/>
          </p:cNvSpPr>
          <p:nvPr/>
        </p:nvSpPr>
        <p:spPr>
          <a:xfrm xmlns:a="http://schemas.openxmlformats.org/drawingml/2006/main">
            <a:off x="11082528" y="457198"/>
            <a:ext cx="438918" cy="136385"/>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r">
              <a:buNone/>
              <a:defRPr sz="900" b="1">
                <a:solidFill>
                  <a:srgbClr val="73777F"/>
                </a:solidFill>
                <a:latin typeface="Helvetica Neue"/>
                <a:ea typeface="Helvetica Neue"/>
                <a:cs typeface="Helvetica Neue"/>
              </a:defRPr>
            </a:lvl1pPr>
          </a:lstStyle>
          <a:p xmlns:a="http://schemas.openxmlformats.org/drawingml/2006/main">
            <a:pPr>
              <a:buNone/>
            </a:pPr>
            <a:r>
              <a:t>05</a:t>
            </a:r>
          </a:p>
        </p:txBody>
      </p:sp>
      <p:sp>
        <p:nvSpPr>
          <p:cNvPr id="1034" name="TextBox 5">
            <a:extLst xmlns:a="http://schemas.openxmlformats.org/drawingml/2006/main">
              <a:ext uri="{FF2B5EF4-FFF2-40B4-BE49-F238E27FC236}">
                <a16:creationId xmlns:a16="http://schemas.microsoft.com/office/drawing/2014/main" id="{80B37DFA-46FF-4583-B969-A7D76625EB95}"/>
              </a:ext>
            </a:extLst>
          </p:cNvPr>
          <p:cNvSpPr>
            <a:spLocks xmlns:a="http://schemas.openxmlformats.org/drawingml/2006/main" noGrp="1"/>
          </p:cNvSpPr>
          <p:nvPr/>
        </p:nvSpPr>
        <p:spPr>
          <a:xfrm xmlns:a="http://schemas.openxmlformats.org/drawingml/2006/main">
            <a:off x="804670" y="1554480"/>
            <a:ext cx="2103124" cy="14871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000" b="1">
                <a:solidFill>
                  <a:srgbClr val="73777F"/>
                </a:solidFill>
                <a:latin typeface="Helvetica Neue"/>
                <a:ea typeface="Helvetica Neue"/>
                <a:cs typeface="Helvetica Neue"/>
              </a:defRPr>
            </a:lvl1pPr>
          </a:lstStyle>
          <a:p xmlns:a="http://schemas.openxmlformats.org/drawingml/2006/main">
            <a:pPr>
              <a:buNone/>
            </a:pPr>
            <a:r>
              <a:t>CLASSROOM METAPHOR</a:t>
            </a:r>
          </a:p>
        </p:txBody>
      </p:sp>
      <p:sp>
        <p:nvSpPr>
          <p:cNvPr id="1035" name="Oval 6">
            <a:extLst xmlns:a="http://schemas.openxmlformats.org/drawingml/2006/main">
              <a:ext uri="{FF2B5EF4-FFF2-40B4-BE49-F238E27FC236}">
                <a16:creationId xmlns:a16="http://schemas.microsoft.com/office/drawing/2014/main" id="{3EFB229F-3478-4122-B92F-DCA671441A31}"/>
              </a:ext>
            </a:extLst>
          </p:cNvPr>
          <p:cNvSpPr>
            <a:spLocks xmlns:a="http://schemas.openxmlformats.org/drawingml/2006/main" noGrp="1"/>
          </p:cNvSpPr>
          <p:nvPr/>
        </p:nvSpPr>
        <p:spPr>
          <a:xfrm xmlns:a="http://schemas.openxmlformats.org/drawingml/2006/main">
            <a:off x="868680" y="1965960"/>
            <a:ext cx="131687" cy="13168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036" name="Connector 7">
            <a:extLst xmlns:a="http://schemas.openxmlformats.org/drawingml/2006/main">
              <a:ext uri="{FF2B5EF4-FFF2-40B4-BE49-F238E27FC236}">
                <a16:creationId xmlns:a16="http://schemas.microsoft.com/office/drawing/2014/main" id="{264D29D6-34FB-4AA6-A5D4-06EF55A658E3}"/>
              </a:ext>
            </a:extLst>
          </p:cNvPr>
          <p:cNvSpPr>
            <a:spLocks xmlns:a="http://schemas.openxmlformats.org/drawingml/2006/main" noGrp="1"/>
          </p:cNvSpPr>
          <p:nvPr/>
        </p:nvSpPr>
        <p:spPr>
          <a:xfrm xmlns:a="http://schemas.openxmlformats.org/drawingml/2006/main">
            <a:off x="934515" y="2097633"/>
            <a:ext cx="7"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037" name="Connector 8">
            <a:extLst xmlns:a="http://schemas.openxmlformats.org/drawingml/2006/main">
              <a:ext uri="{FF2B5EF4-FFF2-40B4-BE49-F238E27FC236}">
                <a16:creationId xmlns:a16="http://schemas.microsoft.com/office/drawing/2014/main" id="{FF0E4ED8-01A7-48C1-AB6B-C584F8674BBF}"/>
              </a:ext>
            </a:extLst>
          </p:cNvPr>
          <p:cNvSpPr>
            <a:spLocks xmlns:a="http://schemas.openxmlformats.org/drawingml/2006/main" noGrp="1"/>
          </p:cNvSpPr>
          <p:nvPr/>
        </p:nvSpPr>
        <p:spPr>
          <a:xfrm xmlns:a="http://schemas.openxmlformats.org/drawingml/2006/main">
            <a:off x="842344" y="2189805"/>
            <a:ext cx="184351" cy="6"/>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038" name="Connector 9">
            <a:extLst xmlns:a="http://schemas.openxmlformats.org/drawingml/2006/main">
              <a:ext uri="{FF2B5EF4-FFF2-40B4-BE49-F238E27FC236}">
                <a16:creationId xmlns:a16="http://schemas.microsoft.com/office/drawing/2014/main" id="{CD1AB873-D092-4EBE-B9B0-5DB362B0BF69}"/>
              </a:ext>
            </a:extLst>
          </p:cNvPr>
          <p:cNvSpPr>
            <a:spLocks xmlns:a="http://schemas.openxmlformats.org/drawingml/2006/main" noGrp="1"/>
          </p:cNvSpPr>
          <p:nvPr/>
        </p:nvSpPr>
        <p:spPr>
          <a:xfrm xmlns:a="http://schemas.openxmlformats.org/drawingml/2006/main" flipH="1">
            <a:off x="848928" y="2314892"/>
            <a:ext cx="85595" cy="138265"/>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039" name="Connector 10">
            <a:extLst xmlns:a="http://schemas.openxmlformats.org/drawingml/2006/main">
              <a:ext uri="{FF2B5EF4-FFF2-40B4-BE49-F238E27FC236}">
                <a16:creationId xmlns:a16="http://schemas.microsoft.com/office/drawing/2014/main" id="{C137FD33-6714-4243-85E1-CFAB9E37BDAC}"/>
              </a:ext>
            </a:extLst>
          </p:cNvPr>
          <p:cNvSpPr>
            <a:spLocks xmlns:a="http://schemas.openxmlformats.org/drawingml/2006/main" noGrp="1"/>
          </p:cNvSpPr>
          <p:nvPr/>
        </p:nvSpPr>
        <p:spPr>
          <a:xfrm xmlns:a="http://schemas.openxmlformats.org/drawingml/2006/main">
            <a:off x="934513" y="2314892"/>
            <a:ext cx="85594" cy="138265"/>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040" name="Oval 11">
            <a:extLst xmlns:a="http://schemas.openxmlformats.org/drawingml/2006/main">
              <a:ext uri="{FF2B5EF4-FFF2-40B4-BE49-F238E27FC236}">
                <a16:creationId xmlns:a16="http://schemas.microsoft.com/office/drawing/2014/main" id="{6990B6EB-9CCC-4A5C-8124-354039A2EFF6}"/>
              </a:ext>
            </a:extLst>
          </p:cNvPr>
          <p:cNvSpPr>
            <a:spLocks xmlns:a="http://schemas.openxmlformats.org/drawingml/2006/main" noGrp="1"/>
          </p:cNvSpPr>
          <p:nvPr/>
        </p:nvSpPr>
        <p:spPr>
          <a:xfrm xmlns:a="http://schemas.openxmlformats.org/drawingml/2006/main">
            <a:off x="1490472" y="1965960"/>
            <a:ext cx="131687" cy="13168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041" name="Connector 12">
            <a:extLst xmlns:a="http://schemas.openxmlformats.org/drawingml/2006/main">
              <a:ext uri="{FF2B5EF4-FFF2-40B4-BE49-F238E27FC236}">
                <a16:creationId xmlns:a16="http://schemas.microsoft.com/office/drawing/2014/main" id="{8E0F1746-EC20-417B-862B-11D64B9A9256}"/>
              </a:ext>
            </a:extLst>
          </p:cNvPr>
          <p:cNvSpPr>
            <a:spLocks xmlns:a="http://schemas.openxmlformats.org/drawingml/2006/main" noGrp="1"/>
          </p:cNvSpPr>
          <p:nvPr/>
        </p:nvSpPr>
        <p:spPr>
          <a:xfrm xmlns:a="http://schemas.openxmlformats.org/drawingml/2006/main">
            <a:off x="1556307" y="2097633"/>
            <a:ext cx="7"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042" name="Connector 13">
            <a:extLst xmlns:a="http://schemas.openxmlformats.org/drawingml/2006/main">
              <a:ext uri="{FF2B5EF4-FFF2-40B4-BE49-F238E27FC236}">
                <a16:creationId xmlns:a16="http://schemas.microsoft.com/office/drawing/2014/main" id="{D6A3B72D-AB9E-45F5-8682-757FA8DB8FBE}"/>
              </a:ext>
            </a:extLst>
          </p:cNvPr>
          <p:cNvSpPr>
            <a:spLocks xmlns:a="http://schemas.openxmlformats.org/drawingml/2006/main" noGrp="1"/>
          </p:cNvSpPr>
          <p:nvPr/>
        </p:nvSpPr>
        <p:spPr>
          <a:xfrm xmlns:a="http://schemas.openxmlformats.org/drawingml/2006/main">
            <a:off x="1464136" y="2189805"/>
            <a:ext cx="184350" cy="6"/>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043" name="Connector 14">
            <a:extLst xmlns:a="http://schemas.openxmlformats.org/drawingml/2006/main">
              <a:ext uri="{FF2B5EF4-FFF2-40B4-BE49-F238E27FC236}">
                <a16:creationId xmlns:a16="http://schemas.microsoft.com/office/drawing/2014/main" id="{4EB8C165-F8BC-4EFC-90F8-2BC7BD23DDC8}"/>
              </a:ext>
            </a:extLst>
          </p:cNvPr>
          <p:cNvSpPr>
            <a:spLocks xmlns:a="http://schemas.openxmlformats.org/drawingml/2006/main" noGrp="1"/>
          </p:cNvSpPr>
          <p:nvPr/>
        </p:nvSpPr>
        <p:spPr>
          <a:xfrm xmlns:a="http://schemas.openxmlformats.org/drawingml/2006/main" flipH="1">
            <a:off x="1470719" y="2314892"/>
            <a:ext cx="85595" cy="138265"/>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044" name="Connector 15">
            <a:extLst xmlns:a="http://schemas.openxmlformats.org/drawingml/2006/main">
              <a:ext uri="{FF2B5EF4-FFF2-40B4-BE49-F238E27FC236}">
                <a16:creationId xmlns:a16="http://schemas.microsoft.com/office/drawing/2014/main" id="{FAC09DF1-9891-43BB-9A1F-FBE640CD98E3}"/>
              </a:ext>
            </a:extLst>
          </p:cNvPr>
          <p:cNvSpPr>
            <a:spLocks xmlns:a="http://schemas.openxmlformats.org/drawingml/2006/main" noGrp="1"/>
          </p:cNvSpPr>
          <p:nvPr/>
        </p:nvSpPr>
        <p:spPr>
          <a:xfrm xmlns:a="http://schemas.openxmlformats.org/drawingml/2006/main">
            <a:off x="1556307" y="2314892"/>
            <a:ext cx="85595" cy="138265"/>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045" name="Oval 16">
            <a:extLst xmlns:a="http://schemas.openxmlformats.org/drawingml/2006/main">
              <a:ext uri="{FF2B5EF4-FFF2-40B4-BE49-F238E27FC236}">
                <a16:creationId xmlns:a16="http://schemas.microsoft.com/office/drawing/2014/main" id="{8A332EED-E9A4-4D01-A025-F48F5C5A81E7}"/>
              </a:ext>
            </a:extLst>
          </p:cNvPr>
          <p:cNvSpPr>
            <a:spLocks xmlns:a="http://schemas.openxmlformats.org/drawingml/2006/main" noGrp="1"/>
          </p:cNvSpPr>
          <p:nvPr/>
        </p:nvSpPr>
        <p:spPr>
          <a:xfrm xmlns:a="http://schemas.openxmlformats.org/drawingml/2006/main">
            <a:off x="2112264" y="1965960"/>
            <a:ext cx="131687" cy="13168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046" name="Connector 17">
            <a:extLst xmlns:a="http://schemas.openxmlformats.org/drawingml/2006/main">
              <a:ext uri="{FF2B5EF4-FFF2-40B4-BE49-F238E27FC236}">
                <a16:creationId xmlns:a16="http://schemas.microsoft.com/office/drawing/2014/main" id="{533EBE74-EDDF-4712-A8B5-C3F192325979}"/>
              </a:ext>
            </a:extLst>
          </p:cNvPr>
          <p:cNvSpPr>
            <a:spLocks xmlns:a="http://schemas.openxmlformats.org/drawingml/2006/main" noGrp="1"/>
          </p:cNvSpPr>
          <p:nvPr/>
        </p:nvSpPr>
        <p:spPr>
          <a:xfrm xmlns:a="http://schemas.openxmlformats.org/drawingml/2006/main">
            <a:off x="2178098" y="2097633"/>
            <a:ext cx="7"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047" name="Connector 18">
            <a:extLst xmlns:a="http://schemas.openxmlformats.org/drawingml/2006/main">
              <a:ext uri="{FF2B5EF4-FFF2-40B4-BE49-F238E27FC236}">
                <a16:creationId xmlns:a16="http://schemas.microsoft.com/office/drawing/2014/main" id="{A1794EEA-7890-4B62-83EA-AF4684DE1442}"/>
              </a:ext>
            </a:extLst>
          </p:cNvPr>
          <p:cNvSpPr>
            <a:spLocks xmlns:a="http://schemas.openxmlformats.org/drawingml/2006/main" noGrp="1"/>
          </p:cNvSpPr>
          <p:nvPr/>
        </p:nvSpPr>
        <p:spPr>
          <a:xfrm xmlns:a="http://schemas.openxmlformats.org/drawingml/2006/main">
            <a:off x="2085929" y="2189805"/>
            <a:ext cx="184350" cy="6"/>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048" name="Connector 19">
            <a:extLst xmlns:a="http://schemas.openxmlformats.org/drawingml/2006/main">
              <a:ext uri="{FF2B5EF4-FFF2-40B4-BE49-F238E27FC236}">
                <a16:creationId xmlns:a16="http://schemas.microsoft.com/office/drawing/2014/main" id="{9A5D3299-29F6-4CC8-9EBA-A8E55DA794E9}"/>
              </a:ext>
            </a:extLst>
          </p:cNvPr>
          <p:cNvSpPr>
            <a:spLocks xmlns:a="http://schemas.openxmlformats.org/drawingml/2006/main" noGrp="1"/>
          </p:cNvSpPr>
          <p:nvPr/>
        </p:nvSpPr>
        <p:spPr>
          <a:xfrm xmlns:a="http://schemas.openxmlformats.org/drawingml/2006/main" flipH="1">
            <a:off x="2092512" y="2314892"/>
            <a:ext cx="85595" cy="138265"/>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049" name="Connector 20">
            <a:extLst xmlns:a="http://schemas.openxmlformats.org/drawingml/2006/main">
              <a:ext uri="{FF2B5EF4-FFF2-40B4-BE49-F238E27FC236}">
                <a16:creationId xmlns:a16="http://schemas.microsoft.com/office/drawing/2014/main" id="{241FCA3F-44F9-413B-8988-8AAFC271DCE9}"/>
              </a:ext>
            </a:extLst>
          </p:cNvPr>
          <p:cNvSpPr>
            <a:spLocks xmlns:a="http://schemas.openxmlformats.org/drawingml/2006/main" noGrp="1"/>
          </p:cNvSpPr>
          <p:nvPr/>
        </p:nvSpPr>
        <p:spPr>
          <a:xfrm xmlns:a="http://schemas.openxmlformats.org/drawingml/2006/main">
            <a:off x="2178099" y="2314892"/>
            <a:ext cx="85595" cy="138265"/>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050" name="Oval 21">
            <a:extLst xmlns:a="http://schemas.openxmlformats.org/drawingml/2006/main">
              <a:ext uri="{FF2B5EF4-FFF2-40B4-BE49-F238E27FC236}">
                <a16:creationId xmlns:a16="http://schemas.microsoft.com/office/drawing/2014/main" id="{BC0FF01F-C769-4589-BFA3-308AFDF13F05}"/>
              </a:ext>
            </a:extLst>
          </p:cNvPr>
          <p:cNvSpPr>
            <a:spLocks xmlns:a="http://schemas.openxmlformats.org/drawingml/2006/main" noGrp="1"/>
          </p:cNvSpPr>
          <p:nvPr/>
        </p:nvSpPr>
        <p:spPr>
          <a:xfrm xmlns:a="http://schemas.openxmlformats.org/drawingml/2006/main">
            <a:off x="2734055" y="1965960"/>
            <a:ext cx="131687" cy="13168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051" name="Connector 22">
            <a:extLst xmlns:a="http://schemas.openxmlformats.org/drawingml/2006/main">
              <a:ext uri="{FF2B5EF4-FFF2-40B4-BE49-F238E27FC236}">
                <a16:creationId xmlns:a16="http://schemas.microsoft.com/office/drawing/2014/main" id="{3A97DF04-118D-4DEB-9CF0-26C2C5F670C4}"/>
              </a:ext>
            </a:extLst>
          </p:cNvPr>
          <p:cNvSpPr>
            <a:spLocks xmlns:a="http://schemas.openxmlformats.org/drawingml/2006/main" noGrp="1"/>
          </p:cNvSpPr>
          <p:nvPr/>
        </p:nvSpPr>
        <p:spPr>
          <a:xfrm xmlns:a="http://schemas.openxmlformats.org/drawingml/2006/main">
            <a:off x="2799892" y="2097633"/>
            <a:ext cx="6"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052" name="Connector 23">
            <a:extLst xmlns:a="http://schemas.openxmlformats.org/drawingml/2006/main">
              <a:ext uri="{FF2B5EF4-FFF2-40B4-BE49-F238E27FC236}">
                <a16:creationId xmlns:a16="http://schemas.microsoft.com/office/drawing/2014/main" id="{42388365-54FF-4161-9D3C-2AC9767B1624}"/>
              </a:ext>
            </a:extLst>
          </p:cNvPr>
          <p:cNvSpPr>
            <a:spLocks xmlns:a="http://schemas.openxmlformats.org/drawingml/2006/main" noGrp="1"/>
          </p:cNvSpPr>
          <p:nvPr/>
        </p:nvSpPr>
        <p:spPr>
          <a:xfrm xmlns:a="http://schemas.openxmlformats.org/drawingml/2006/main">
            <a:off x="2707719" y="2189805"/>
            <a:ext cx="184350" cy="6"/>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053" name="Connector 24">
            <a:extLst xmlns:a="http://schemas.openxmlformats.org/drawingml/2006/main">
              <a:ext uri="{FF2B5EF4-FFF2-40B4-BE49-F238E27FC236}">
                <a16:creationId xmlns:a16="http://schemas.microsoft.com/office/drawing/2014/main" id="{CCC50CD4-7DF8-478D-AF5F-2EB6D03CED6A}"/>
              </a:ext>
            </a:extLst>
          </p:cNvPr>
          <p:cNvSpPr>
            <a:spLocks xmlns:a="http://schemas.openxmlformats.org/drawingml/2006/main" noGrp="1"/>
          </p:cNvSpPr>
          <p:nvPr/>
        </p:nvSpPr>
        <p:spPr>
          <a:xfrm xmlns:a="http://schemas.openxmlformats.org/drawingml/2006/main" flipH="1">
            <a:off x="2714304" y="2314892"/>
            <a:ext cx="85595" cy="138265"/>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054" name="Connector 25">
            <a:extLst xmlns:a="http://schemas.openxmlformats.org/drawingml/2006/main">
              <a:ext uri="{FF2B5EF4-FFF2-40B4-BE49-F238E27FC236}">
                <a16:creationId xmlns:a16="http://schemas.microsoft.com/office/drawing/2014/main" id="{6FBCD72E-1687-47A6-8234-AD87FE145D42}"/>
              </a:ext>
            </a:extLst>
          </p:cNvPr>
          <p:cNvSpPr>
            <a:spLocks xmlns:a="http://schemas.openxmlformats.org/drawingml/2006/main" noGrp="1"/>
          </p:cNvSpPr>
          <p:nvPr/>
        </p:nvSpPr>
        <p:spPr>
          <a:xfrm xmlns:a="http://schemas.openxmlformats.org/drawingml/2006/main">
            <a:off x="2799892" y="2314892"/>
            <a:ext cx="85595" cy="138265"/>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055" name="Oval 26">
            <a:extLst xmlns:a="http://schemas.openxmlformats.org/drawingml/2006/main">
              <a:ext uri="{FF2B5EF4-FFF2-40B4-BE49-F238E27FC236}">
                <a16:creationId xmlns:a16="http://schemas.microsoft.com/office/drawing/2014/main" id="{C504FC23-7558-48B8-A196-9E7FB83C1C8C}"/>
              </a:ext>
            </a:extLst>
          </p:cNvPr>
          <p:cNvSpPr>
            <a:spLocks xmlns:a="http://schemas.openxmlformats.org/drawingml/2006/main" noGrp="1"/>
          </p:cNvSpPr>
          <p:nvPr/>
        </p:nvSpPr>
        <p:spPr>
          <a:xfrm xmlns:a="http://schemas.openxmlformats.org/drawingml/2006/main">
            <a:off x="3355847" y="1965960"/>
            <a:ext cx="131687" cy="131687"/>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056" name="Connector 27">
            <a:extLst xmlns:a="http://schemas.openxmlformats.org/drawingml/2006/main">
              <a:ext uri="{FF2B5EF4-FFF2-40B4-BE49-F238E27FC236}">
                <a16:creationId xmlns:a16="http://schemas.microsoft.com/office/drawing/2014/main" id="{1B287615-D189-4DF7-A76C-3E4E6CA05712}"/>
              </a:ext>
            </a:extLst>
          </p:cNvPr>
          <p:cNvSpPr>
            <a:spLocks xmlns:a="http://schemas.openxmlformats.org/drawingml/2006/main" noGrp="1"/>
          </p:cNvSpPr>
          <p:nvPr/>
        </p:nvSpPr>
        <p:spPr>
          <a:xfrm xmlns:a="http://schemas.openxmlformats.org/drawingml/2006/main">
            <a:off x="3421684" y="2097633"/>
            <a:ext cx="7" cy="217264"/>
          </a:xfrm>
          <a:prstGeom xmlns:a="http://schemas.openxmlformats.org/drawingml/2006/main" prst="line">
            <a:avLst/>
          </a:prstGeom>
          <a:ln xmlns:a="http://schemas.openxmlformats.org/drawingml/2006/main" w="1905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057" name="Connector 28">
            <a:extLst xmlns:a="http://schemas.openxmlformats.org/drawingml/2006/main">
              <a:ext uri="{FF2B5EF4-FFF2-40B4-BE49-F238E27FC236}">
                <a16:creationId xmlns:a16="http://schemas.microsoft.com/office/drawing/2014/main" id="{8D356FCD-D4CE-4166-8F20-833ECA329FE6}"/>
              </a:ext>
            </a:extLst>
          </p:cNvPr>
          <p:cNvSpPr>
            <a:spLocks xmlns:a="http://schemas.openxmlformats.org/drawingml/2006/main" noGrp="1"/>
          </p:cNvSpPr>
          <p:nvPr/>
        </p:nvSpPr>
        <p:spPr>
          <a:xfrm xmlns:a="http://schemas.openxmlformats.org/drawingml/2006/main">
            <a:off x="3329513" y="2189805"/>
            <a:ext cx="184350" cy="6"/>
          </a:xfrm>
          <a:prstGeom xmlns:a="http://schemas.openxmlformats.org/drawingml/2006/main" prst="line">
            <a:avLst/>
          </a:prstGeom>
          <a:ln xmlns:a="http://schemas.openxmlformats.org/drawingml/2006/main" w="1905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058" name="Connector 30">
            <a:extLst xmlns:a="http://schemas.openxmlformats.org/drawingml/2006/main">
              <a:ext uri="{FF2B5EF4-FFF2-40B4-BE49-F238E27FC236}">
                <a16:creationId xmlns:a16="http://schemas.microsoft.com/office/drawing/2014/main" id="{E98772EB-DB92-4E47-8647-63DED741AC9B}"/>
              </a:ext>
            </a:extLst>
          </p:cNvPr>
          <p:cNvSpPr>
            <a:spLocks xmlns:a="http://schemas.openxmlformats.org/drawingml/2006/main" noGrp="1"/>
          </p:cNvSpPr>
          <p:nvPr/>
        </p:nvSpPr>
        <p:spPr>
          <a:xfrm xmlns:a="http://schemas.openxmlformats.org/drawingml/2006/main" flipH="1">
            <a:off x="3336091" y="2314892"/>
            <a:ext cx="85595" cy="138265"/>
          </a:xfrm>
          <a:prstGeom xmlns:a="http://schemas.openxmlformats.org/drawingml/2006/main" prst="line">
            <a:avLst/>
          </a:prstGeom>
          <a:ln xmlns:a="http://schemas.openxmlformats.org/drawingml/2006/main" w="1905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059" name="Connector 31">
            <a:extLst xmlns:a="http://schemas.openxmlformats.org/drawingml/2006/main">
              <a:ext uri="{FF2B5EF4-FFF2-40B4-BE49-F238E27FC236}">
                <a16:creationId xmlns:a16="http://schemas.microsoft.com/office/drawing/2014/main" id="{56EC637A-4A3B-4BA1-A48D-DFF897896C32}"/>
              </a:ext>
            </a:extLst>
          </p:cNvPr>
          <p:cNvSpPr>
            <a:spLocks xmlns:a="http://schemas.openxmlformats.org/drawingml/2006/main" noGrp="1"/>
          </p:cNvSpPr>
          <p:nvPr/>
        </p:nvSpPr>
        <p:spPr>
          <a:xfrm xmlns:a="http://schemas.openxmlformats.org/drawingml/2006/main">
            <a:off x="3421684" y="2314892"/>
            <a:ext cx="85595" cy="138265"/>
          </a:xfrm>
          <a:prstGeom xmlns:a="http://schemas.openxmlformats.org/drawingml/2006/main" prst="line">
            <a:avLst/>
          </a:prstGeom>
          <a:ln xmlns:a="http://schemas.openxmlformats.org/drawingml/2006/main" w="1905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060" name="Oval 36">
            <a:extLst xmlns:a="http://schemas.openxmlformats.org/drawingml/2006/main">
              <a:ext uri="{FF2B5EF4-FFF2-40B4-BE49-F238E27FC236}">
                <a16:creationId xmlns:a16="http://schemas.microsoft.com/office/drawing/2014/main" id="{700E6009-1CA0-469A-9D33-26937E985EE4}"/>
              </a:ext>
            </a:extLst>
          </p:cNvPr>
          <p:cNvSpPr>
            <a:spLocks xmlns:a="http://schemas.openxmlformats.org/drawingml/2006/main" noGrp="1"/>
          </p:cNvSpPr>
          <p:nvPr/>
        </p:nvSpPr>
        <p:spPr>
          <a:xfrm xmlns:a="http://schemas.openxmlformats.org/drawingml/2006/main">
            <a:off x="3977640" y="1965960"/>
            <a:ext cx="131687" cy="13168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061" name="Connector 37">
            <a:extLst xmlns:a="http://schemas.openxmlformats.org/drawingml/2006/main">
              <a:ext uri="{FF2B5EF4-FFF2-40B4-BE49-F238E27FC236}">
                <a16:creationId xmlns:a16="http://schemas.microsoft.com/office/drawing/2014/main" id="{2D4B522A-CE73-4713-949A-B94BE11EA7C6}"/>
              </a:ext>
            </a:extLst>
          </p:cNvPr>
          <p:cNvSpPr>
            <a:spLocks xmlns:a="http://schemas.openxmlformats.org/drawingml/2006/main" noGrp="1"/>
          </p:cNvSpPr>
          <p:nvPr/>
        </p:nvSpPr>
        <p:spPr>
          <a:xfrm xmlns:a="http://schemas.openxmlformats.org/drawingml/2006/main">
            <a:off x="4043473" y="2097633"/>
            <a:ext cx="7"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062" name="Connector 38">
            <a:extLst xmlns:a="http://schemas.openxmlformats.org/drawingml/2006/main">
              <a:ext uri="{FF2B5EF4-FFF2-40B4-BE49-F238E27FC236}">
                <a16:creationId xmlns:a16="http://schemas.microsoft.com/office/drawing/2014/main" id="{0F08E457-4E38-47BF-90E7-C065223E845E}"/>
              </a:ext>
            </a:extLst>
          </p:cNvPr>
          <p:cNvSpPr>
            <a:spLocks xmlns:a="http://schemas.openxmlformats.org/drawingml/2006/main" noGrp="1"/>
          </p:cNvSpPr>
          <p:nvPr/>
        </p:nvSpPr>
        <p:spPr>
          <a:xfrm xmlns:a="http://schemas.openxmlformats.org/drawingml/2006/main">
            <a:off x="3951304" y="2189805"/>
            <a:ext cx="184350" cy="6"/>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063" name="Connector 39">
            <a:extLst xmlns:a="http://schemas.openxmlformats.org/drawingml/2006/main">
              <a:ext uri="{FF2B5EF4-FFF2-40B4-BE49-F238E27FC236}">
                <a16:creationId xmlns:a16="http://schemas.microsoft.com/office/drawing/2014/main" id="{AB14B828-83A0-415D-8DD4-F425F4AD27A6}"/>
              </a:ext>
            </a:extLst>
          </p:cNvPr>
          <p:cNvSpPr>
            <a:spLocks xmlns:a="http://schemas.openxmlformats.org/drawingml/2006/main" noGrp="1"/>
          </p:cNvSpPr>
          <p:nvPr/>
        </p:nvSpPr>
        <p:spPr>
          <a:xfrm xmlns:a="http://schemas.openxmlformats.org/drawingml/2006/main" flipH="1">
            <a:off x="3957885" y="2314892"/>
            <a:ext cx="85595" cy="138265"/>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064" name="Connector 40">
            <a:extLst xmlns:a="http://schemas.openxmlformats.org/drawingml/2006/main">
              <a:ext uri="{FF2B5EF4-FFF2-40B4-BE49-F238E27FC236}">
                <a16:creationId xmlns:a16="http://schemas.microsoft.com/office/drawing/2014/main" id="{83191174-DB44-4007-B962-2E4BA234701B}"/>
              </a:ext>
            </a:extLst>
          </p:cNvPr>
          <p:cNvSpPr>
            <a:spLocks xmlns:a="http://schemas.openxmlformats.org/drawingml/2006/main" noGrp="1"/>
          </p:cNvSpPr>
          <p:nvPr/>
        </p:nvSpPr>
        <p:spPr>
          <a:xfrm xmlns:a="http://schemas.openxmlformats.org/drawingml/2006/main">
            <a:off x="4043474" y="2314892"/>
            <a:ext cx="85594" cy="138265"/>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065" name="Oval 41">
            <a:extLst xmlns:a="http://schemas.openxmlformats.org/drawingml/2006/main">
              <a:ext uri="{FF2B5EF4-FFF2-40B4-BE49-F238E27FC236}">
                <a16:creationId xmlns:a16="http://schemas.microsoft.com/office/drawing/2014/main" id="{EEA548C0-09A8-4B44-86A9-679C0DCD4F1D}"/>
              </a:ext>
            </a:extLst>
          </p:cNvPr>
          <p:cNvSpPr>
            <a:spLocks xmlns:a="http://schemas.openxmlformats.org/drawingml/2006/main" noGrp="1"/>
          </p:cNvSpPr>
          <p:nvPr/>
        </p:nvSpPr>
        <p:spPr>
          <a:xfrm xmlns:a="http://schemas.openxmlformats.org/drawingml/2006/main">
            <a:off x="4599432" y="1965960"/>
            <a:ext cx="131687" cy="13168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066" name="Connector 42">
            <a:extLst xmlns:a="http://schemas.openxmlformats.org/drawingml/2006/main">
              <a:ext uri="{FF2B5EF4-FFF2-40B4-BE49-F238E27FC236}">
                <a16:creationId xmlns:a16="http://schemas.microsoft.com/office/drawing/2014/main" id="{30B16AC3-E17B-49B4-8DD5-1110B1D13D77}"/>
              </a:ext>
            </a:extLst>
          </p:cNvPr>
          <p:cNvSpPr>
            <a:spLocks xmlns:a="http://schemas.openxmlformats.org/drawingml/2006/main" noGrp="1"/>
          </p:cNvSpPr>
          <p:nvPr/>
        </p:nvSpPr>
        <p:spPr>
          <a:xfrm xmlns:a="http://schemas.openxmlformats.org/drawingml/2006/main">
            <a:off x="4665267" y="2097633"/>
            <a:ext cx="7"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067" name="Connector 43">
            <a:extLst xmlns:a="http://schemas.openxmlformats.org/drawingml/2006/main">
              <a:ext uri="{FF2B5EF4-FFF2-40B4-BE49-F238E27FC236}">
                <a16:creationId xmlns:a16="http://schemas.microsoft.com/office/drawing/2014/main" id="{76F8A47A-A48D-4788-9650-5059C65BF3D4}"/>
              </a:ext>
            </a:extLst>
          </p:cNvPr>
          <p:cNvSpPr>
            <a:spLocks xmlns:a="http://schemas.openxmlformats.org/drawingml/2006/main" noGrp="1"/>
          </p:cNvSpPr>
          <p:nvPr/>
        </p:nvSpPr>
        <p:spPr>
          <a:xfrm xmlns:a="http://schemas.openxmlformats.org/drawingml/2006/main">
            <a:off x="4573096" y="2189805"/>
            <a:ext cx="184350" cy="6"/>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068" name="Connector 44">
            <a:extLst xmlns:a="http://schemas.openxmlformats.org/drawingml/2006/main">
              <a:ext uri="{FF2B5EF4-FFF2-40B4-BE49-F238E27FC236}">
                <a16:creationId xmlns:a16="http://schemas.microsoft.com/office/drawing/2014/main" id="{6B1EA3B4-85A8-4F83-8D93-5B462FF342D8}"/>
              </a:ext>
            </a:extLst>
          </p:cNvPr>
          <p:cNvSpPr>
            <a:spLocks xmlns:a="http://schemas.openxmlformats.org/drawingml/2006/main" noGrp="1"/>
          </p:cNvSpPr>
          <p:nvPr/>
        </p:nvSpPr>
        <p:spPr>
          <a:xfrm xmlns:a="http://schemas.openxmlformats.org/drawingml/2006/main" flipH="1">
            <a:off x="4579680" y="2314892"/>
            <a:ext cx="85595" cy="138265"/>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069" name="Connector 45">
            <a:extLst xmlns:a="http://schemas.openxmlformats.org/drawingml/2006/main">
              <a:ext uri="{FF2B5EF4-FFF2-40B4-BE49-F238E27FC236}">
                <a16:creationId xmlns:a16="http://schemas.microsoft.com/office/drawing/2014/main" id="{C313EF08-A335-4406-AFC4-6207A5804227}"/>
              </a:ext>
            </a:extLst>
          </p:cNvPr>
          <p:cNvSpPr>
            <a:spLocks xmlns:a="http://schemas.openxmlformats.org/drawingml/2006/main" noGrp="1"/>
          </p:cNvSpPr>
          <p:nvPr/>
        </p:nvSpPr>
        <p:spPr>
          <a:xfrm xmlns:a="http://schemas.openxmlformats.org/drawingml/2006/main">
            <a:off x="4665267" y="2314892"/>
            <a:ext cx="85595" cy="138265"/>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070" name="Oval 46">
            <a:extLst xmlns:a="http://schemas.openxmlformats.org/drawingml/2006/main">
              <a:ext uri="{FF2B5EF4-FFF2-40B4-BE49-F238E27FC236}">
                <a16:creationId xmlns:a16="http://schemas.microsoft.com/office/drawing/2014/main" id="{A8AA99A1-785B-438F-948F-86BF0449D289}"/>
              </a:ext>
            </a:extLst>
          </p:cNvPr>
          <p:cNvSpPr>
            <a:spLocks xmlns:a="http://schemas.openxmlformats.org/drawingml/2006/main" noGrp="1"/>
          </p:cNvSpPr>
          <p:nvPr/>
        </p:nvSpPr>
        <p:spPr>
          <a:xfrm xmlns:a="http://schemas.openxmlformats.org/drawingml/2006/main">
            <a:off x="1033271" y="2697477"/>
            <a:ext cx="131687" cy="13168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071" name="Connector 47">
            <a:extLst xmlns:a="http://schemas.openxmlformats.org/drawingml/2006/main">
              <a:ext uri="{FF2B5EF4-FFF2-40B4-BE49-F238E27FC236}">
                <a16:creationId xmlns:a16="http://schemas.microsoft.com/office/drawing/2014/main" id="{2CF8C7A2-8E7B-4AD2-8E74-8F128C8AAD85}"/>
              </a:ext>
            </a:extLst>
          </p:cNvPr>
          <p:cNvSpPr>
            <a:spLocks xmlns:a="http://schemas.openxmlformats.org/drawingml/2006/main" noGrp="1"/>
          </p:cNvSpPr>
          <p:nvPr/>
        </p:nvSpPr>
        <p:spPr>
          <a:xfrm xmlns:a="http://schemas.openxmlformats.org/drawingml/2006/main">
            <a:off x="1099107" y="2829153"/>
            <a:ext cx="7"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072" name="Connector 48">
            <a:extLst xmlns:a="http://schemas.openxmlformats.org/drawingml/2006/main">
              <a:ext uri="{FF2B5EF4-FFF2-40B4-BE49-F238E27FC236}">
                <a16:creationId xmlns:a16="http://schemas.microsoft.com/office/drawing/2014/main" id="{D04E60C1-1DDF-4AB8-BF56-8EE5E74EED15}"/>
              </a:ext>
            </a:extLst>
          </p:cNvPr>
          <p:cNvSpPr>
            <a:spLocks xmlns:a="http://schemas.openxmlformats.org/drawingml/2006/main" noGrp="1"/>
          </p:cNvSpPr>
          <p:nvPr/>
        </p:nvSpPr>
        <p:spPr>
          <a:xfrm xmlns:a="http://schemas.openxmlformats.org/drawingml/2006/main">
            <a:off x="1006936" y="2921322"/>
            <a:ext cx="184350" cy="7"/>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073" name="Connector 49">
            <a:extLst xmlns:a="http://schemas.openxmlformats.org/drawingml/2006/main">
              <a:ext uri="{FF2B5EF4-FFF2-40B4-BE49-F238E27FC236}">
                <a16:creationId xmlns:a16="http://schemas.microsoft.com/office/drawing/2014/main" id="{7C3096B6-236B-4821-9A61-56F07D75E22E}"/>
              </a:ext>
            </a:extLst>
          </p:cNvPr>
          <p:cNvSpPr>
            <a:spLocks xmlns:a="http://schemas.openxmlformats.org/drawingml/2006/main" noGrp="1"/>
          </p:cNvSpPr>
          <p:nvPr/>
        </p:nvSpPr>
        <p:spPr>
          <a:xfrm xmlns:a="http://schemas.openxmlformats.org/drawingml/2006/main" flipH="1">
            <a:off x="1013519" y="3046414"/>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074" name="Connector 50">
            <a:extLst xmlns:a="http://schemas.openxmlformats.org/drawingml/2006/main">
              <a:ext uri="{FF2B5EF4-FFF2-40B4-BE49-F238E27FC236}">
                <a16:creationId xmlns:a16="http://schemas.microsoft.com/office/drawing/2014/main" id="{CC005848-74EE-4C43-9D61-520F50E2BC61}"/>
              </a:ext>
            </a:extLst>
          </p:cNvPr>
          <p:cNvSpPr>
            <a:spLocks xmlns:a="http://schemas.openxmlformats.org/drawingml/2006/main" noGrp="1"/>
          </p:cNvSpPr>
          <p:nvPr/>
        </p:nvSpPr>
        <p:spPr>
          <a:xfrm xmlns:a="http://schemas.openxmlformats.org/drawingml/2006/main">
            <a:off x="1099107" y="3046414"/>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075" name="Oval 51">
            <a:extLst xmlns:a="http://schemas.openxmlformats.org/drawingml/2006/main">
              <a:ext uri="{FF2B5EF4-FFF2-40B4-BE49-F238E27FC236}">
                <a16:creationId xmlns:a16="http://schemas.microsoft.com/office/drawing/2014/main" id="{F11FE014-4C02-4F41-BB0A-E0D162A5F55B}"/>
              </a:ext>
            </a:extLst>
          </p:cNvPr>
          <p:cNvSpPr>
            <a:spLocks xmlns:a="http://schemas.openxmlformats.org/drawingml/2006/main" noGrp="1"/>
          </p:cNvSpPr>
          <p:nvPr/>
        </p:nvSpPr>
        <p:spPr>
          <a:xfrm xmlns:a="http://schemas.openxmlformats.org/drawingml/2006/main">
            <a:off x="1655060" y="2697477"/>
            <a:ext cx="131687" cy="131687"/>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076" name="Connector 52">
            <a:extLst xmlns:a="http://schemas.openxmlformats.org/drawingml/2006/main">
              <a:ext uri="{FF2B5EF4-FFF2-40B4-BE49-F238E27FC236}">
                <a16:creationId xmlns:a16="http://schemas.microsoft.com/office/drawing/2014/main" id="{2854F485-F600-4AF1-808D-FBDB42142BC2}"/>
              </a:ext>
            </a:extLst>
          </p:cNvPr>
          <p:cNvSpPr>
            <a:spLocks xmlns:a="http://schemas.openxmlformats.org/drawingml/2006/main" noGrp="1"/>
          </p:cNvSpPr>
          <p:nvPr/>
        </p:nvSpPr>
        <p:spPr>
          <a:xfrm xmlns:a="http://schemas.openxmlformats.org/drawingml/2006/main">
            <a:off x="1720898" y="2829153"/>
            <a:ext cx="7" cy="217264"/>
          </a:xfrm>
          <a:prstGeom xmlns:a="http://schemas.openxmlformats.org/drawingml/2006/main" prst="line">
            <a:avLst/>
          </a:prstGeom>
          <a:ln xmlns:a="http://schemas.openxmlformats.org/drawingml/2006/main" w="1905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077" name="Connector 53">
            <a:extLst xmlns:a="http://schemas.openxmlformats.org/drawingml/2006/main">
              <a:ext uri="{FF2B5EF4-FFF2-40B4-BE49-F238E27FC236}">
                <a16:creationId xmlns:a16="http://schemas.microsoft.com/office/drawing/2014/main" id="{76BFBFEB-825E-4055-A5FB-14D35EFB3BDA}"/>
              </a:ext>
            </a:extLst>
          </p:cNvPr>
          <p:cNvSpPr>
            <a:spLocks xmlns:a="http://schemas.openxmlformats.org/drawingml/2006/main" noGrp="1"/>
          </p:cNvSpPr>
          <p:nvPr/>
        </p:nvSpPr>
        <p:spPr>
          <a:xfrm xmlns:a="http://schemas.openxmlformats.org/drawingml/2006/main">
            <a:off x="1628729" y="2921322"/>
            <a:ext cx="184350" cy="7"/>
          </a:xfrm>
          <a:prstGeom xmlns:a="http://schemas.openxmlformats.org/drawingml/2006/main" prst="line">
            <a:avLst/>
          </a:prstGeom>
          <a:ln xmlns:a="http://schemas.openxmlformats.org/drawingml/2006/main" w="1905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078" name="Connector 55">
            <a:extLst xmlns:a="http://schemas.openxmlformats.org/drawingml/2006/main">
              <a:ext uri="{FF2B5EF4-FFF2-40B4-BE49-F238E27FC236}">
                <a16:creationId xmlns:a16="http://schemas.microsoft.com/office/drawing/2014/main" id="{0929F012-1772-47E8-AB05-5C597FDE80AC}"/>
              </a:ext>
            </a:extLst>
          </p:cNvPr>
          <p:cNvSpPr>
            <a:spLocks xmlns:a="http://schemas.openxmlformats.org/drawingml/2006/main" noGrp="1"/>
          </p:cNvSpPr>
          <p:nvPr/>
        </p:nvSpPr>
        <p:spPr>
          <a:xfrm xmlns:a="http://schemas.openxmlformats.org/drawingml/2006/main" flipH="1">
            <a:off x="1635311" y="3046414"/>
            <a:ext cx="85595" cy="138264"/>
          </a:xfrm>
          <a:prstGeom xmlns:a="http://schemas.openxmlformats.org/drawingml/2006/main" prst="line">
            <a:avLst/>
          </a:prstGeom>
          <a:ln xmlns:a="http://schemas.openxmlformats.org/drawingml/2006/main" w="1905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079" name="Connector 56">
            <a:extLst xmlns:a="http://schemas.openxmlformats.org/drawingml/2006/main">
              <a:ext uri="{FF2B5EF4-FFF2-40B4-BE49-F238E27FC236}">
                <a16:creationId xmlns:a16="http://schemas.microsoft.com/office/drawing/2014/main" id="{18810B4D-DEE1-499D-8CA7-07FF73894119}"/>
              </a:ext>
            </a:extLst>
          </p:cNvPr>
          <p:cNvSpPr>
            <a:spLocks xmlns:a="http://schemas.openxmlformats.org/drawingml/2006/main" noGrp="1"/>
          </p:cNvSpPr>
          <p:nvPr/>
        </p:nvSpPr>
        <p:spPr>
          <a:xfrm xmlns:a="http://schemas.openxmlformats.org/drawingml/2006/main">
            <a:off x="1720899" y="3046414"/>
            <a:ext cx="85595" cy="138264"/>
          </a:xfrm>
          <a:prstGeom xmlns:a="http://schemas.openxmlformats.org/drawingml/2006/main" prst="line">
            <a:avLst/>
          </a:prstGeom>
          <a:ln xmlns:a="http://schemas.openxmlformats.org/drawingml/2006/main" w="1905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080" name="Oval 61">
            <a:extLst xmlns:a="http://schemas.openxmlformats.org/drawingml/2006/main">
              <a:ext uri="{FF2B5EF4-FFF2-40B4-BE49-F238E27FC236}">
                <a16:creationId xmlns:a16="http://schemas.microsoft.com/office/drawing/2014/main" id="{9ABF73C7-43F7-4713-AABD-B10B5D2AFBD8}"/>
              </a:ext>
            </a:extLst>
          </p:cNvPr>
          <p:cNvSpPr>
            <a:spLocks xmlns:a="http://schemas.openxmlformats.org/drawingml/2006/main" noGrp="1"/>
          </p:cNvSpPr>
          <p:nvPr/>
        </p:nvSpPr>
        <p:spPr>
          <a:xfrm xmlns:a="http://schemas.openxmlformats.org/drawingml/2006/main">
            <a:off x="2276855" y="2697477"/>
            <a:ext cx="131687" cy="13168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081" name="Connector 62">
            <a:extLst xmlns:a="http://schemas.openxmlformats.org/drawingml/2006/main">
              <a:ext uri="{FF2B5EF4-FFF2-40B4-BE49-F238E27FC236}">
                <a16:creationId xmlns:a16="http://schemas.microsoft.com/office/drawing/2014/main" id="{3B8900B8-019C-4D6E-B72E-E49FD28AE778}"/>
              </a:ext>
            </a:extLst>
          </p:cNvPr>
          <p:cNvSpPr>
            <a:spLocks xmlns:a="http://schemas.openxmlformats.org/drawingml/2006/main" noGrp="1"/>
          </p:cNvSpPr>
          <p:nvPr/>
        </p:nvSpPr>
        <p:spPr>
          <a:xfrm xmlns:a="http://schemas.openxmlformats.org/drawingml/2006/main">
            <a:off x="2342692" y="2829153"/>
            <a:ext cx="6"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082" name="Connector 63">
            <a:extLst xmlns:a="http://schemas.openxmlformats.org/drawingml/2006/main">
              <a:ext uri="{FF2B5EF4-FFF2-40B4-BE49-F238E27FC236}">
                <a16:creationId xmlns:a16="http://schemas.microsoft.com/office/drawing/2014/main" id="{41AE3AB6-45DC-4057-ACEC-F9FDC2C78BE9}"/>
              </a:ext>
            </a:extLst>
          </p:cNvPr>
          <p:cNvSpPr>
            <a:spLocks xmlns:a="http://schemas.openxmlformats.org/drawingml/2006/main" noGrp="1"/>
          </p:cNvSpPr>
          <p:nvPr/>
        </p:nvSpPr>
        <p:spPr>
          <a:xfrm xmlns:a="http://schemas.openxmlformats.org/drawingml/2006/main">
            <a:off x="2250519" y="2921322"/>
            <a:ext cx="184350" cy="7"/>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083" name="Connector 64">
            <a:extLst xmlns:a="http://schemas.openxmlformats.org/drawingml/2006/main">
              <a:ext uri="{FF2B5EF4-FFF2-40B4-BE49-F238E27FC236}">
                <a16:creationId xmlns:a16="http://schemas.microsoft.com/office/drawing/2014/main" id="{0F0D40FB-0773-4BE7-A47A-C8AB48155FD5}"/>
              </a:ext>
            </a:extLst>
          </p:cNvPr>
          <p:cNvSpPr>
            <a:spLocks xmlns:a="http://schemas.openxmlformats.org/drawingml/2006/main" noGrp="1"/>
          </p:cNvSpPr>
          <p:nvPr/>
        </p:nvSpPr>
        <p:spPr>
          <a:xfrm xmlns:a="http://schemas.openxmlformats.org/drawingml/2006/main" flipH="1">
            <a:off x="2257104" y="3046414"/>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084" name="Connector 65">
            <a:extLst xmlns:a="http://schemas.openxmlformats.org/drawingml/2006/main">
              <a:ext uri="{FF2B5EF4-FFF2-40B4-BE49-F238E27FC236}">
                <a16:creationId xmlns:a16="http://schemas.microsoft.com/office/drawing/2014/main" id="{ABE3B332-D9C1-45DF-AB47-0945BCD15E63}"/>
              </a:ext>
            </a:extLst>
          </p:cNvPr>
          <p:cNvSpPr>
            <a:spLocks xmlns:a="http://schemas.openxmlformats.org/drawingml/2006/main" noGrp="1"/>
          </p:cNvSpPr>
          <p:nvPr/>
        </p:nvSpPr>
        <p:spPr>
          <a:xfrm xmlns:a="http://schemas.openxmlformats.org/drawingml/2006/main">
            <a:off x="2342692" y="3046414"/>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085" name="Oval 66">
            <a:extLst xmlns:a="http://schemas.openxmlformats.org/drawingml/2006/main">
              <a:ext uri="{FF2B5EF4-FFF2-40B4-BE49-F238E27FC236}">
                <a16:creationId xmlns:a16="http://schemas.microsoft.com/office/drawing/2014/main" id="{138F039A-73E9-4221-9CD1-2923A1F2E8C3}"/>
              </a:ext>
            </a:extLst>
          </p:cNvPr>
          <p:cNvSpPr>
            <a:spLocks xmlns:a="http://schemas.openxmlformats.org/drawingml/2006/main" noGrp="1"/>
          </p:cNvSpPr>
          <p:nvPr/>
        </p:nvSpPr>
        <p:spPr>
          <a:xfrm xmlns:a="http://schemas.openxmlformats.org/drawingml/2006/main">
            <a:off x="2898648" y="2697477"/>
            <a:ext cx="131687" cy="13168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086" name="Connector 67">
            <a:extLst xmlns:a="http://schemas.openxmlformats.org/drawingml/2006/main">
              <a:ext uri="{FF2B5EF4-FFF2-40B4-BE49-F238E27FC236}">
                <a16:creationId xmlns:a16="http://schemas.microsoft.com/office/drawing/2014/main" id="{4DADC65F-5624-4AB7-BF15-1C7500A5F82A}"/>
              </a:ext>
            </a:extLst>
          </p:cNvPr>
          <p:cNvSpPr>
            <a:spLocks xmlns:a="http://schemas.openxmlformats.org/drawingml/2006/main" noGrp="1"/>
          </p:cNvSpPr>
          <p:nvPr/>
        </p:nvSpPr>
        <p:spPr>
          <a:xfrm xmlns:a="http://schemas.openxmlformats.org/drawingml/2006/main">
            <a:off x="2964482" y="2829153"/>
            <a:ext cx="7"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087" name="Connector 68">
            <a:extLst xmlns:a="http://schemas.openxmlformats.org/drawingml/2006/main">
              <a:ext uri="{FF2B5EF4-FFF2-40B4-BE49-F238E27FC236}">
                <a16:creationId xmlns:a16="http://schemas.microsoft.com/office/drawing/2014/main" id="{FA568791-9525-473D-9769-E799FDA2D088}"/>
              </a:ext>
            </a:extLst>
          </p:cNvPr>
          <p:cNvSpPr>
            <a:spLocks xmlns:a="http://schemas.openxmlformats.org/drawingml/2006/main" noGrp="1"/>
          </p:cNvSpPr>
          <p:nvPr/>
        </p:nvSpPr>
        <p:spPr>
          <a:xfrm xmlns:a="http://schemas.openxmlformats.org/drawingml/2006/main">
            <a:off x="2872313" y="2921322"/>
            <a:ext cx="184350" cy="7"/>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088" name="Connector 69">
            <a:extLst xmlns:a="http://schemas.openxmlformats.org/drawingml/2006/main">
              <a:ext uri="{FF2B5EF4-FFF2-40B4-BE49-F238E27FC236}">
                <a16:creationId xmlns:a16="http://schemas.microsoft.com/office/drawing/2014/main" id="{6ECBDAD7-16C4-4646-9553-157816B75257}"/>
              </a:ext>
            </a:extLst>
          </p:cNvPr>
          <p:cNvSpPr>
            <a:spLocks xmlns:a="http://schemas.openxmlformats.org/drawingml/2006/main" noGrp="1"/>
          </p:cNvSpPr>
          <p:nvPr/>
        </p:nvSpPr>
        <p:spPr>
          <a:xfrm xmlns:a="http://schemas.openxmlformats.org/drawingml/2006/main" flipH="1">
            <a:off x="2878895" y="3046414"/>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089" name="Connector 70">
            <a:extLst xmlns:a="http://schemas.openxmlformats.org/drawingml/2006/main">
              <a:ext uri="{FF2B5EF4-FFF2-40B4-BE49-F238E27FC236}">
                <a16:creationId xmlns:a16="http://schemas.microsoft.com/office/drawing/2014/main" id="{DD053452-F581-47A5-A122-2263FA543582}"/>
              </a:ext>
            </a:extLst>
          </p:cNvPr>
          <p:cNvSpPr>
            <a:spLocks xmlns:a="http://schemas.openxmlformats.org/drawingml/2006/main" noGrp="1"/>
          </p:cNvSpPr>
          <p:nvPr/>
        </p:nvSpPr>
        <p:spPr>
          <a:xfrm xmlns:a="http://schemas.openxmlformats.org/drawingml/2006/main">
            <a:off x="2964483" y="3046414"/>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090" name="Oval 71">
            <a:extLst xmlns:a="http://schemas.openxmlformats.org/drawingml/2006/main">
              <a:ext uri="{FF2B5EF4-FFF2-40B4-BE49-F238E27FC236}">
                <a16:creationId xmlns:a16="http://schemas.microsoft.com/office/drawing/2014/main" id="{18626715-3456-4FEE-8EF5-FBF954683C47}"/>
              </a:ext>
            </a:extLst>
          </p:cNvPr>
          <p:cNvSpPr>
            <a:spLocks xmlns:a="http://schemas.openxmlformats.org/drawingml/2006/main" noGrp="1"/>
          </p:cNvSpPr>
          <p:nvPr/>
        </p:nvSpPr>
        <p:spPr>
          <a:xfrm xmlns:a="http://schemas.openxmlformats.org/drawingml/2006/main">
            <a:off x="3520440" y="2697477"/>
            <a:ext cx="131687" cy="13168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091" name="Connector 72">
            <a:extLst xmlns:a="http://schemas.openxmlformats.org/drawingml/2006/main">
              <a:ext uri="{FF2B5EF4-FFF2-40B4-BE49-F238E27FC236}">
                <a16:creationId xmlns:a16="http://schemas.microsoft.com/office/drawing/2014/main" id="{05E0BEDD-6FC2-4B4C-A14B-CB196EFFD36F}"/>
              </a:ext>
            </a:extLst>
          </p:cNvPr>
          <p:cNvSpPr>
            <a:spLocks xmlns:a="http://schemas.openxmlformats.org/drawingml/2006/main" noGrp="1"/>
          </p:cNvSpPr>
          <p:nvPr/>
        </p:nvSpPr>
        <p:spPr>
          <a:xfrm xmlns:a="http://schemas.openxmlformats.org/drawingml/2006/main">
            <a:off x="3586273" y="2829153"/>
            <a:ext cx="7"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092" name="Connector 73">
            <a:extLst xmlns:a="http://schemas.openxmlformats.org/drawingml/2006/main">
              <a:ext uri="{FF2B5EF4-FFF2-40B4-BE49-F238E27FC236}">
                <a16:creationId xmlns:a16="http://schemas.microsoft.com/office/drawing/2014/main" id="{06E4DB09-9FB2-4ACB-9431-6B06417C0962}"/>
              </a:ext>
            </a:extLst>
          </p:cNvPr>
          <p:cNvSpPr>
            <a:spLocks xmlns:a="http://schemas.openxmlformats.org/drawingml/2006/main" noGrp="1"/>
          </p:cNvSpPr>
          <p:nvPr/>
        </p:nvSpPr>
        <p:spPr>
          <a:xfrm xmlns:a="http://schemas.openxmlformats.org/drawingml/2006/main">
            <a:off x="3494104" y="2921322"/>
            <a:ext cx="184350" cy="7"/>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093" name="Connector 74">
            <a:extLst xmlns:a="http://schemas.openxmlformats.org/drawingml/2006/main">
              <a:ext uri="{FF2B5EF4-FFF2-40B4-BE49-F238E27FC236}">
                <a16:creationId xmlns:a16="http://schemas.microsoft.com/office/drawing/2014/main" id="{27054C69-D76F-47CF-84DE-686FFC9F0DA4}"/>
              </a:ext>
            </a:extLst>
          </p:cNvPr>
          <p:cNvSpPr>
            <a:spLocks xmlns:a="http://schemas.openxmlformats.org/drawingml/2006/main" noGrp="1"/>
          </p:cNvSpPr>
          <p:nvPr/>
        </p:nvSpPr>
        <p:spPr>
          <a:xfrm xmlns:a="http://schemas.openxmlformats.org/drawingml/2006/main" flipH="1">
            <a:off x="3500684" y="3046414"/>
            <a:ext cx="85596"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094" name="Connector 75">
            <a:extLst xmlns:a="http://schemas.openxmlformats.org/drawingml/2006/main">
              <a:ext uri="{FF2B5EF4-FFF2-40B4-BE49-F238E27FC236}">
                <a16:creationId xmlns:a16="http://schemas.microsoft.com/office/drawing/2014/main" id="{8B9533DA-9BFC-40C4-ABF5-A160062AF53F}"/>
              </a:ext>
            </a:extLst>
          </p:cNvPr>
          <p:cNvSpPr>
            <a:spLocks xmlns:a="http://schemas.openxmlformats.org/drawingml/2006/main" noGrp="1"/>
          </p:cNvSpPr>
          <p:nvPr/>
        </p:nvSpPr>
        <p:spPr>
          <a:xfrm xmlns:a="http://schemas.openxmlformats.org/drawingml/2006/main">
            <a:off x="3586273" y="3046414"/>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095" name="Oval 76">
            <a:extLst xmlns:a="http://schemas.openxmlformats.org/drawingml/2006/main">
              <a:ext uri="{FF2B5EF4-FFF2-40B4-BE49-F238E27FC236}">
                <a16:creationId xmlns:a16="http://schemas.microsoft.com/office/drawing/2014/main" id="{F31BD82B-5C0F-4EE4-9537-F5EB30D071CC}"/>
              </a:ext>
            </a:extLst>
          </p:cNvPr>
          <p:cNvSpPr>
            <a:spLocks xmlns:a="http://schemas.openxmlformats.org/drawingml/2006/main" noGrp="1"/>
          </p:cNvSpPr>
          <p:nvPr/>
        </p:nvSpPr>
        <p:spPr>
          <a:xfrm xmlns:a="http://schemas.openxmlformats.org/drawingml/2006/main">
            <a:off x="4142232" y="2697477"/>
            <a:ext cx="131687" cy="13168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096" name="Connector 77">
            <a:extLst xmlns:a="http://schemas.openxmlformats.org/drawingml/2006/main">
              <a:ext uri="{FF2B5EF4-FFF2-40B4-BE49-F238E27FC236}">
                <a16:creationId xmlns:a16="http://schemas.microsoft.com/office/drawing/2014/main" id="{16792695-8FD7-4740-BC1B-552DBED8C003}"/>
              </a:ext>
            </a:extLst>
          </p:cNvPr>
          <p:cNvSpPr>
            <a:spLocks xmlns:a="http://schemas.openxmlformats.org/drawingml/2006/main" noGrp="1"/>
          </p:cNvSpPr>
          <p:nvPr/>
        </p:nvSpPr>
        <p:spPr>
          <a:xfrm xmlns:a="http://schemas.openxmlformats.org/drawingml/2006/main">
            <a:off x="4208067" y="2829153"/>
            <a:ext cx="7"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097" name="Connector 78">
            <a:extLst xmlns:a="http://schemas.openxmlformats.org/drawingml/2006/main">
              <a:ext uri="{FF2B5EF4-FFF2-40B4-BE49-F238E27FC236}">
                <a16:creationId xmlns:a16="http://schemas.microsoft.com/office/drawing/2014/main" id="{AF6328F9-7686-4B5C-9AC8-B1F6480FC158}"/>
              </a:ext>
            </a:extLst>
          </p:cNvPr>
          <p:cNvSpPr>
            <a:spLocks xmlns:a="http://schemas.openxmlformats.org/drawingml/2006/main" noGrp="1"/>
          </p:cNvSpPr>
          <p:nvPr/>
        </p:nvSpPr>
        <p:spPr>
          <a:xfrm xmlns:a="http://schemas.openxmlformats.org/drawingml/2006/main">
            <a:off x="4115896" y="2921322"/>
            <a:ext cx="184350" cy="7"/>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098" name="Connector 79">
            <a:extLst xmlns:a="http://schemas.openxmlformats.org/drawingml/2006/main">
              <a:ext uri="{FF2B5EF4-FFF2-40B4-BE49-F238E27FC236}">
                <a16:creationId xmlns:a16="http://schemas.microsoft.com/office/drawing/2014/main" id="{DFBF1A59-86DD-4E82-88AA-A469A433F39D}"/>
              </a:ext>
            </a:extLst>
          </p:cNvPr>
          <p:cNvSpPr>
            <a:spLocks xmlns:a="http://schemas.openxmlformats.org/drawingml/2006/main" noGrp="1"/>
          </p:cNvSpPr>
          <p:nvPr/>
        </p:nvSpPr>
        <p:spPr>
          <a:xfrm xmlns:a="http://schemas.openxmlformats.org/drawingml/2006/main" flipH="1">
            <a:off x="4122479" y="3046414"/>
            <a:ext cx="85596"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099" name="Connector 80">
            <a:extLst xmlns:a="http://schemas.openxmlformats.org/drawingml/2006/main">
              <a:ext uri="{FF2B5EF4-FFF2-40B4-BE49-F238E27FC236}">
                <a16:creationId xmlns:a16="http://schemas.microsoft.com/office/drawing/2014/main" id="{F467B8E7-B202-43F0-9A7D-54369C197863}"/>
              </a:ext>
            </a:extLst>
          </p:cNvPr>
          <p:cNvSpPr>
            <a:spLocks xmlns:a="http://schemas.openxmlformats.org/drawingml/2006/main" noGrp="1"/>
          </p:cNvSpPr>
          <p:nvPr/>
        </p:nvSpPr>
        <p:spPr>
          <a:xfrm xmlns:a="http://schemas.openxmlformats.org/drawingml/2006/main">
            <a:off x="4208067" y="3046414"/>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100" name="Oval 81">
            <a:extLst xmlns:a="http://schemas.openxmlformats.org/drawingml/2006/main">
              <a:ext uri="{FF2B5EF4-FFF2-40B4-BE49-F238E27FC236}">
                <a16:creationId xmlns:a16="http://schemas.microsoft.com/office/drawing/2014/main" id="{C59353FE-DFBC-4866-BCEC-22252A860508}"/>
              </a:ext>
            </a:extLst>
          </p:cNvPr>
          <p:cNvSpPr>
            <a:spLocks xmlns:a="http://schemas.openxmlformats.org/drawingml/2006/main" noGrp="1"/>
          </p:cNvSpPr>
          <p:nvPr/>
        </p:nvSpPr>
        <p:spPr>
          <a:xfrm xmlns:a="http://schemas.openxmlformats.org/drawingml/2006/main">
            <a:off x="4764023" y="2697477"/>
            <a:ext cx="131687" cy="13168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101" name="Connector 82">
            <a:extLst xmlns:a="http://schemas.openxmlformats.org/drawingml/2006/main">
              <a:ext uri="{FF2B5EF4-FFF2-40B4-BE49-F238E27FC236}">
                <a16:creationId xmlns:a16="http://schemas.microsoft.com/office/drawing/2014/main" id="{322DE167-9996-4078-99B0-1E6B9FE2E30A}"/>
              </a:ext>
            </a:extLst>
          </p:cNvPr>
          <p:cNvSpPr>
            <a:spLocks xmlns:a="http://schemas.openxmlformats.org/drawingml/2006/main" noGrp="1"/>
          </p:cNvSpPr>
          <p:nvPr/>
        </p:nvSpPr>
        <p:spPr>
          <a:xfrm xmlns:a="http://schemas.openxmlformats.org/drawingml/2006/main">
            <a:off x="4829859" y="2829153"/>
            <a:ext cx="6"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102" name="Connector 83">
            <a:extLst xmlns:a="http://schemas.openxmlformats.org/drawingml/2006/main">
              <a:ext uri="{FF2B5EF4-FFF2-40B4-BE49-F238E27FC236}">
                <a16:creationId xmlns:a16="http://schemas.microsoft.com/office/drawing/2014/main" id="{3D250C79-7947-45F6-BEBB-C9C7ED260437}"/>
              </a:ext>
            </a:extLst>
          </p:cNvPr>
          <p:cNvSpPr>
            <a:spLocks xmlns:a="http://schemas.openxmlformats.org/drawingml/2006/main" noGrp="1"/>
          </p:cNvSpPr>
          <p:nvPr/>
        </p:nvSpPr>
        <p:spPr>
          <a:xfrm xmlns:a="http://schemas.openxmlformats.org/drawingml/2006/main">
            <a:off x="4737689" y="2921322"/>
            <a:ext cx="184350" cy="7"/>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103" name="Connector 84">
            <a:extLst xmlns:a="http://schemas.openxmlformats.org/drawingml/2006/main">
              <a:ext uri="{FF2B5EF4-FFF2-40B4-BE49-F238E27FC236}">
                <a16:creationId xmlns:a16="http://schemas.microsoft.com/office/drawing/2014/main" id="{58ABA110-0F01-429D-B544-272754AF2D96}"/>
              </a:ext>
            </a:extLst>
          </p:cNvPr>
          <p:cNvSpPr>
            <a:spLocks xmlns:a="http://schemas.openxmlformats.org/drawingml/2006/main" noGrp="1"/>
          </p:cNvSpPr>
          <p:nvPr/>
        </p:nvSpPr>
        <p:spPr>
          <a:xfrm xmlns:a="http://schemas.openxmlformats.org/drawingml/2006/main" flipH="1">
            <a:off x="4744269" y="3046414"/>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104" name="Connector 85">
            <a:extLst xmlns:a="http://schemas.openxmlformats.org/drawingml/2006/main">
              <a:ext uri="{FF2B5EF4-FFF2-40B4-BE49-F238E27FC236}">
                <a16:creationId xmlns:a16="http://schemas.microsoft.com/office/drawing/2014/main" id="{0C4928BC-2C1E-468F-AC51-C1341AC9B3D5}"/>
              </a:ext>
            </a:extLst>
          </p:cNvPr>
          <p:cNvSpPr>
            <a:spLocks xmlns:a="http://schemas.openxmlformats.org/drawingml/2006/main" noGrp="1"/>
          </p:cNvSpPr>
          <p:nvPr/>
        </p:nvSpPr>
        <p:spPr>
          <a:xfrm xmlns:a="http://schemas.openxmlformats.org/drawingml/2006/main">
            <a:off x="4829856" y="3046414"/>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105" name="Oval 86">
            <a:extLst xmlns:a="http://schemas.openxmlformats.org/drawingml/2006/main">
              <a:ext uri="{FF2B5EF4-FFF2-40B4-BE49-F238E27FC236}">
                <a16:creationId xmlns:a16="http://schemas.microsoft.com/office/drawing/2014/main" id="{BC74F057-9858-46C8-BCB5-B80FA4A9B3F7}"/>
              </a:ext>
            </a:extLst>
          </p:cNvPr>
          <p:cNvSpPr>
            <a:spLocks xmlns:a="http://schemas.openxmlformats.org/drawingml/2006/main" noGrp="1"/>
          </p:cNvSpPr>
          <p:nvPr/>
        </p:nvSpPr>
        <p:spPr>
          <a:xfrm xmlns:a="http://schemas.openxmlformats.org/drawingml/2006/main">
            <a:off x="868680" y="3428998"/>
            <a:ext cx="131687" cy="131685"/>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106" name="Connector 87">
            <a:extLst xmlns:a="http://schemas.openxmlformats.org/drawingml/2006/main">
              <a:ext uri="{FF2B5EF4-FFF2-40B4-BE49-F238E27FC236}">
                <a16:creationId xmlns:a16="http://schemas.microsoft.com/office/drawing/2014/main" id="{5DE2E480-4542-494D-BF36-7C1CC5A160D2}"/>
              </a:ext>
            </a:extLst>
          </p:cNvPr>
          <p:cNvSpPr>
            <a:spLocks xmlns:a="http://schemas.openxmlformats.org/drawingml/2006/main" noGrp="1"/>
          </p:cNvSpPr>
          <p:nvPr/>
        </p:nvSpPr>
        <p:spPr>
          <a:xfrm xmlns:a="http://schemas.openxmlformats.org/drawingml/2006/main">
            <a:off x="934515" y="3560668"/>
            <a:ext cx="7"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107" name="Connector 88">
            <a:extLst xmlns:a="http://schemas.openxmlformats.org/drawingml/2006/main">
              <a:ext uri="{FF2B5EF4-FFF2-40B4-BE49-F238E27FC236}">
                <a16:creationId xmlns:a16="http://schemas.microsoft.com/office/drawing/2014/main" id="{C6AFA902-D7D1-4237-9F1A-22B79D99F38B}"/>
              </a:ext>
            </a:extLst>
          </p:cNvPr>
          <p:cNvSpPr>
            <a:spLocks xmlns:a="http://schemas.openxmlformats.org/drawingml/2006/main" noGrp="1"/>
          </p:cNvSpPr>
          <p:nvPr/>
        </p:nvSpPr>
        <p:spPr>
          <a:xfrm xmlns:a="http://schemas.openxmlformats.org/drawingml/2006/main">
            <a:off x="842344" y="3652844"/>
            <a:ext cx="184351" cy="7"/>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108" name="Connector 89">
            <a:extLst xmlns:a="http://schemas.openxmlformats.org/drawingml/2006/main">
              <a:ext uri="{FF2B5EF4-FFF2-40B4-BE49-F238E27FC236}">
                <a16:creationId xmlns:a16="http://schemas.microsoft.com/office/drawing/2014/main" id="{85426611-BA1F-4512-838A-BA31F6598F26}"/>
              </a:ext>
            </a:extLst>
          </p:cNvPr>
          <p:cNvSpPr>
            <a:spLocks xmlns:a="http://schemas.openxmlformats.org/drawingml/2006/main" noGrp="1"/>
          </p:cNvSpPr>
          <p:nvPr/>
        </p:nvSpPr>
        <p:spPr>
          <a:xfrm xmlns:a="http://schemas.openxmlformats.org/drawingml/2006/main" flipH="1">
            <a:off x="848928" y="3777934"/>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109" name="Connector 90">
            <a:extLst xmlns:a="http://schemas.openxmlformats.org/drawingml/2006/main">
              <a:ext uri="{FF2B5EF4-FFF2-40B4-BE49-F238E27FC236}">
                <a16:creationId xmlns:a16="http://schemas.microsoft.com/office/drawing/2014/main" id="{F8FBC251-5816-41C2-8E31-89AAA1687132}"/>
              </a:ext>
            </a:extLst>
          </p:cNvPr>
          <p:cNvSpPr>
            <a:spLocks xmlns:a="http://schemas.openxmlformats.org/drawingml/2006/main" noGrp="1"/>
          </p:cNvSpPr>
          <p:nvPr/>
        </p:nvSpPr>
        <p:spPr>
          <a:xfrm xmlns:a="http://schemas.openxmlformats.org/drawingml/2006/main">
            <a:off x="934513" y="3777934"/>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110" name="Oval 91">
            <a:extLst xmlns:a="http://schemas.openxmlformats.org/drawingml/2006/main">
              <a:ext uri="{FF2B5EF4-FFF2-40B4-BE49-F238E27FC236}">
                <a16:creationId xmlns:a16="http://schemas.microsoft.com/office/drawing/2014/main" id="{CD84FC29-FE20-4ACE-9074-A749247BC71F}"/>
              </a:ext>
            </a:extLst>
          </p:cNvPr>
          <p:cNvSpPr>
            <a:spLocks xmlns:a="http://schemas.openxmlformats.org/drawingml/2006/main" noGrp="1"/>
          </p:cNvSpPr>
          <p:nvPr/>
        </p:nvSpPr>
        <p:spPr>
          <a:xfrm xmlns:a="http://schemas.openxmlformats.org/drawingml/2006/main">
            <a:off x="1490472" y="3428998"/>
            <a:ext cx="131687" cy="131685"/>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111" name="Connector 92">
            <a:extLst xmlns:a="http://schemas.openxmlformats.org/drawingml/2006/main">
              <a:ext uri="{FF2B5EF4-FFF2-40B4-BE49-F238E27FC236}">
                <a16:creationId xmlns:a16="http://schemas.microsoft.com/office/drawing/2014/main" id="{8CF0DDCC-0A7A-4A5D-BB0B-4B1AC9574AE7}"/>
              </a:ext>
            </a:extLst>
          </p:cNvPr>
          <p:cNvSpPr>
            <a:spLocks xmlns:a="http://schemas.openxmlformats.org/drawingml/2006/main" noGrp="1"/>
          </p:cNvSpPr>
          <p:nvPr/>
        </p:nvSpPr>
        <p:spPr>
          <a:xfrm xmlns:a="http://schemas.openxmlformats.org/drawingml/2006/main">
            <a:off x="1556307" y="3560668"/>
            <a:ext cx="7"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112" name="Connector 93">
            <a:extLst xmlns:a="http://schemas.openxmlformats.org/drawingml/2006/main">
              <a:ext uri="{FF2B5EF4-FFF2-40B4-BE49-F238E27FC236}">
                <a16:creationId xmlns:a16="http://schemas.microsoft.com/office/drawing/2014/main" id="{08C8EA43-0DD5-41C0-B0AA-F44F9F8F8289}"/>
              </a:ext>
            </a:extLst>
          </p:cNvPr>
          <p:cNvSpPr>
            <a:spLocks xmlns:a="http://schemas.openxmlformats.org/drawingml/2006/main" noGrp="1"/>
          </p:cNvSpPr>
          <p:nvPr/>
        </p:nvSpPr>
        <p:spPr>
          <a:xfrm xmlns:a="http://schemas.openxmlformats.org/drawingml/2006/main">
            <a:off x="1464136" y="3652844"/>
            <a:ext cx="184350" cy="7"/>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113" name="Connector 94">
            <a:extLst xmlns:a="http://schemas.openxmlformats.org/drawingml/2006/main">
              <a:ext uri="{FF2B5EF4-FFF2-40B4-BE49-F238E27FC236}">
                <a16:creationId xmlns:a16="http://schemas.microsoft.com/office/drawing/2014/main" id="{8730DE93-0926-4CFB-9B5A-C8574B4A44FC}"/>
              </a:ext>
            </a:extLst>
          </p:cNvPr>
          <p:cNvSpPr>
            <a:spLocks xmlns:a="http://schemas.openxmlformats.org/drawingml/2006/main" noGrp="1"/>
          </p:cNvSpPr>
          <p:nvPr/>
        </p:nvSpPr>
        <p:spPr>
          <a:xfrm xmlns:a="http://schemas.openxmlformats.org/drawingml/2006/main" flipH="1">
            <a:off x="1470719" y="3777934"/>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114" name="Connector 95">
            <a:extLst xmlns:a="http://schemas.openxmlformats.org/drawingml/2006/main">
              <a:ext uri="{FF2B5EF4-FFF2-40B4-BE49-F238E27FC236}">
                <a16:creationId xmlns:a16="http://schemas.microsoft.com/office/drawing/2014/main" id="{B7C79DFF-F620-4777-95B9-10E8ABDDE541}"/>
              </a:ext>
            </a:extLst>
          </p:cNvPr>
          <p:cNvSpPr>
            <a:spLocks xmlns:a="http://schemas.openxmlformats.org/drawingml/2006/main" noGrp="1"/>
          </p:cNvSpPr>
          <p:nvPr/>
        </p:nvSpPr>
        <p:spPr>
          <a:xfrm xmlns:a="http://schemas.openxmlformats.org/drawingml/2006/main">
            <a:off x="1556307" y="3777934"/>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115" name="Oval 96">
            <a:extLst xmlns:a="http://schemas.openxmlformats.org/drawingml/2006/main">
              <a:ext uri="{FF2B5EF4-FFF2-40B4-BE49-F238E27FC236}">
                <a16:creationId xmlns:a16="http://schemas.microsoft.com/office/drawing/2014/main" id="{B8CFD276-8697-4890-8B3B-311B95DEA834}"/>
              </a:ext>
            </a:extLst>
          </p:cNvPr>
          <p:cNvSpPr>
            <a:spLocks xmlns:a="http://schemas.openxmlformats.org/drawingml/2006/main" noGrp="1"/>
          </p:cNvSpPr>
          <p:nvPr/>
        </p:nvSpPr>
        <p:spPr>
          <a:xfrm xmlns:a="http://schemas.openxmlformats.org/drawingml/2006/main">
            <a:off x="2112264" y="3428998"/>
            <a:ext cx="131687" cy="131685"/>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116" name="Connector 97">
            <a:extLst xmlns:a="http://schemas.openxmlformats.org/drawingml/2006/main">
              <a:ext uri="{FF2B5EF4-FFF2-40B4-BE49-F238E27FC236}">
                <a16:creationId xmlns:a16="http://schemas.microsoft.com/office/drawing/2014/main" id="{99A22FF4-C94E-4569-9EAA-41759C28CE68}"/>
              </a:ext>
            </a:extLst>
          </p:cNvPr>
          <p:cNvSpPr>
            <a:spLocks xmlns:a="http://schemas.openxmlformats.org/drawingml/2006/main" noGrp="1"/>
          </p:cNvSpPr>
          <p:nvPr/>
        </p:nvSpPr>
        <p:spPr>
          <a:xfrm xmlns:a="http://schemas.openxmlformats.org/drawingml/2006/main">
            <a:off x="2178098" y="3560668"/>
            <a:ext cx="7"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117" name="Connector 98">
            <a:extLst xmlns:a="http://schemas.openxmlformats.org/drawingml/2006/main">
              <a:ext uri="{FF2B5EF4-FFF2-40B4-BE49-F238E27FC236}">
                <a16:creationId xmlns:a16="http://schemas.microsoft.com/office/drawing/2014/main" id="{D8D446B4-A8A8-4224-A590-7D4C97988163}"/>
              </a:ext>
            </a:extLst>
          </p:cNvPr>
          <p:cNvSpPr>
            <a:spLocks xmlns:a="http://schemas.openxmlformats.org/drawingml/2006/main" noGrp="1"/>
          </p:cNvSpPr>
          <p:nvPr/>
        </p:nvSpPr>
        <p:spPr>
          <a:xfrm xmlns:a="http://schemas.openxmlformats.org/drawingml/2006/main">
            <a:off x="2085929" y="3652844"/>
            <a:ext cx="184350" cy="7"/>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118" name="Connector 99">
            <a:extLst xmlns:a="http://schemas.openxmlformats.org/drawingml/2006/main">
              <a:ext uri="{FF2B5EF4-FFF2-40B4-BE49-F238E27FC236}">
                <a16:creationId xmlns:a16="http://schemas.microsoft.com/office/drawing/2014/main" id="{BDCEA120-C9CF-404E-AE7A-FAF52639B619}"/>
              </a:ext>
            </a:extLst>
          </p:cNvPr>
          <p:cNvSpPr>
            <a:spLocks xmlns:a="http://schemas.openxmlformats.org/drawingml/2006/main" noGrp="1"/>
          </p:cNvSpPr>
          <p:nvPr/>
        </p:nvSpPr>
        <p:spPr>
          <a:xfrm xmlns:a="http://schemas.openxmlformats.org/drawingml/2006/main" flipH="1">
            <a:off x="2092512" y="3777934"/>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119" name="Connector 100">
            <a:extLst xmlns:a="http://schemas.openxmlformats.org/drawingml/2006/main">
              <a:ext uri="{FF2B5EF4-FFF2-40B4-BE49-F238E27FC236}">
                <a16:creationId xmlns:a16="http://schemas.microsoft.com/office/drawing/2014/main" id="{646280CA-1C28-41E9-8A85-F9151B522A87}"/>
              </a:ext>
            </a:extLst>
          </p:cNvPr>
          <p:cNvSpPr>
            <a:spLocks xmlns:a="http://schemas.openxmlformats.org/drawingml/2006/main" noGrp="1"/>
          </p:cNvSpPr>
          <p:nvPr/>
        </p:nvSpPr>
        <p:spPr>
          <a:xfrm xmlns:a="http://schemas.openxmlformats.org/drawingml/2006/main">
            <a:off x="2178099" y="3777934"/>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120" name="Oval 101">
            <a:extLst xmlns:a="http://schemas.openxmlformats.org/drawingml/2006/main">
              <a:ext uri="{FF2B5EF4-FFF2-40B4-BE49-F238E27FC236}">
                <a16:creationId xmlns:a16="http://schemas.microsoft.com/office/drawing/2014/main" id="{5A041D1E-31AA-43D7-8DDA-93F235E0683D}"/>
              </a:ext>
            </a:extLst>
          </p:cNvPr>
          <p:cNvSpPr>
            <a:spLocks xmlns:a="http://schemas.openxmlformats.org/drawingml/2006/main" noGrp="1"/>
          </p:cNvSpPr>
          <p:nvPr/>
        </p:nvSpPr>
        <p:spPr>
          <a:xfrm xmlns:a="http://schemas.openxmlformats.org/drawingml/2006/main">
            <a:off x="2734055" y="3428998"/>
            <a:ext cx="131687" cy="131685"/>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121" name="Connector 102">
            <a:extLst xmlns:a="http://schemas.openxmlformats.org/drawingml/2006/main">
              <a:ext uri="{FF2B5EF4-FFF2-40B4-BE49-F238E27FC236}">
                <a16:creationId xmlns:a16="http://schemas.microsoft.com/office/drawing/2014/main" id="{A3E13238-9294-4A41-893C-D54D72CADC54}"/>
              </a:ext>
            </a:extLst>
          </p:cNvPr>
          <p:cNvSpPr>
            <a:spLocks xmlns:a="http://schemas.openxmlformats.org/drawingml/2006/main" noGrp="1"/>
          </p:cNvSpPr>
          <p:nvPr/>
        </p:nvSpPr>
        <p:spPr>
          <a:xfrm xmlns:a="http://schemas.openxmlformats.org/drawingml/2006/main">
            <a:off x="2799892" y="3560668"/>
            <a:ext cx="6"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122" name="Connector 103">
            <a:extLst xmlns:a="http://schemas.openxmlformats.org/drawingml/2006/main">
              <a:ext uri="{FF2B5EF4-FFF2-40B4-BE49-F238E27FC236}">
                <a16:creationId xmlns:a16="http://schemas.microsoft.com/office/drawing/2014/main" id="{985A7147-146B-4C8B-875A-2096C0107374}"/>
              </a:ext>
            </a:extLst>
          </p:cNvPr>
          <p:cNvSpPr>
            <a:spLocks xmlns:a="http://schemas.openxmlformats.org/drawingml/2006/main" noGrp="1"/>
          </p:cNvSpPr>
          <p:nvPr/>
        </p:nvSpPr>
        <p:spPr>
          <a:xfrm xmlns:a="http://schemas.openxmlformats.org/drawingml/2006/main">
            <a:off x="2707719" y="3652844"/>
            <a:ext cx="184350" cy="7"/>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123" name="Connector 104">
            <a:extLst xmlns:a="http://schemas.openxmlformats.org/drawingml/2006/main">
              <a:ext uri="{FF2B5EF4-FFF2-40B4-BE49-F238E27FC236}">
                <a16:creationId xmlns:a16="http://schemas.microsoft.com/office/drawing/2014/main" id="{63D56673-9A31-4BA1-A932-5B4C9966EDE9}"/>
              </a:ext>
            </a:extLst>
          </p:cNvPr>
          <p:cNvSpPr>
            <a:spLocks xmlns:a="http://schemas.openxmlformats.org/drawingml/2006/main" noGrp="1"/>
          </p:cNvSpPr>
          <p:nvPr/>
        </p:nvSpPr>
        <p:spPr>
          <a:xfrm xmlns:a="http://schemas.openxmlformats.org/drawingml/2006/main" flipH="1">
            <a:off x="2714304" y="3777934"/>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124" name="Connector 105">
            <a:extLst xmlns:a="http://schemas.openxmlformats.org/drawingml/2006/main">
              <a:ext uri="{FF2B5EF4-FFF2-40B4-BE49-F238E27FC236}">
                <a16:creationId xmlns:a16="http://schemas.microsoft.com/office/drawing/2014/main" id="{ADD941D7-B566-4B0B-BB81-2222880569BE}"/>
              </a:ext>
            </a:extLst>
          </p:cNvPr>
          <p:cNvSpPr>
            <a:spLocks xmlns:a="http://schemas.openxmlformats.org/drawingml/2006/main" noGrp="1"/>
          </p:cNvSpPr>
          <p:nvPr/>
        </p:nvSpPr>
        <p:spPr>
          <a:xfrm xmlns:a="http://schemas.openxmlformats.org/drawingml/2006/main">
            <a:off x="2799892" y="3777934"/>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125" name="Oval 106">
            <a:extLst xmlns:a="http://schemas.openxmlformats.org/drawingml/2006/main">
              <a:ext uri="{FF2B5EF4-FFF2-40B4-BE49-F238E27FC236}">
                <a16:creationId xmlns:a16="http://schemas.microsoft.com/office/drawing/2014/main" id="{53210E64-60E8-4ABA-BAA7-15389DAC4A68}"/>
              </a:ext>
            </a:extLst>
          </p:cNvPr>
          <p:cNvSpPr>
            <a:spLocks xmlns:a="http://schemas.openxmlformats.org/drawingml/2006/main" noGrp="1"/>
          </p:cNvSpPr>
          <p:nvPr/>
        </p:nvSpPr>
        <p:spPr>
          <a:xfrm xmlns:a="http://schemas.openxmlformats.org/drawingml/2006/main">
            <a:off x="3355847" y="3428998"/>
            <a:ext cx="131687" cy="131685"/>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126" name="Connector 107">
            <a:extLst xmlns:a="http://schemas.openxmlformats.org/drawingml/2006/main">
              <a:ext uri="{FF2B5EF4-FFF2-40B4-BE49-F238E27FC236}">
                <a16:creationId xmlns:a16="http://schemas.microsoft.com/office/drawing/2014/main" id="{3E9D935D-5CE4-4B01-9E7A-CC4A3BA65CF7}"/>
              </a:ext>
            </a:extLst>
          </p:cNvPr>
          <p:cNvSpPr>
            <a:spLocks xmlns:a="http://schemas.openxmlformats.org/drawingml/2006/main" noGrp="1"/>
          </p:cNvSpPr>
          <p:nvPr/>
        </p:nvSpPr>
        <p:spPr>
          <a:xfrm xmlns:a="http://schemas.openxmlformats.org/drawingml/2006/main">
            <a:off x="3421684" y="3560668"/>
            <a:ext cx="7"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127" name="Connector 108">
            <a:extLst xmlns:a="http://schemas.openxmlformats.org/drawingml/2006/main">
              <a:ext uri="{FF2B5EF4-FFF2-40B4-BE49-F238E27FC236}">
                <a16:creationId xmlns:a16="http://schemas.microsoft.com/office/drawing/2014/main" id="{F956A437-D502-48EC-9766-5CF10875799F}"/>
              </a:ext>
            </a:extLst>
          </p:cNvPr>
          <p:cNvSpPr>
            <a:spLocks xmlns:a="http://schemas.openxmlformats.org/drawingml/2006/main" noGrp="1"/>
          </p:cNvSpPr>
          <p:nvPr/>
        </p:nvSpPr>
        <p:spPr>
          <a:xfrm xmlns:a="http://schemas.openxmlformats.org/drawingml/2006/main">
            <a:off x="3329513" y="3652844"/>
            <a:ext cx="184350" cy="7"/>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128" name="Connector 109">
            <a:extLst xmlns:a="http://schemas.openxmlformats.org/drawingml/2006/main">
              <a:ext uri="{FF2B5EF4-FFF2-40B4-BE49-F238E27FC236}">
                <a16:creationId xmlns:a16="http://schemas.microsoft.com/office/drawing/2014/main" id="{E01025A0-BB32-438D-B8F5-D2104E3C7E7C}"/>
              </a:ext>
            </a:extLst>
          </p:cNvPr>
          <p:cNvSpPr>
            <a:spLocks xmlns:a="http://schemas.openxmlformats.org/drawingml/2006/main" noGrp="1"/>
          </p:cNvSpPr>
          <p:nvPr/>
        </p:nvSpPr>
        <p:spPr>
          <a:xfrm xmlns:a="http://schemas.openxmlformats.org/drawingml/2006/main" flipH="1">
            <a:off x="3336091" y="3777934"/>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129" name="Connector 110">
            <a:extLst xmlns:a="http://schemas.openxmlformats.org/drawingml/2006/main">
              <a:ext uri="{FF2B5EF4-FFF2-40B4-BE49-F238E27FC236}">
                <a16:creationId xmlns:a16="http://schemas.microsoft.com/office/drawing/2014/main" id="{09412030-6D32-422B-BC68-CFCC696592A3}"/>
              </a:ext>
            </a:extLst>
          </p:cNvPr>
          <p:cNvSpPr>
            <a:spLocks xmlns:a="http://schemas.openxmlformats.org/drawingml/2006/main" noGrp="1"/>
          </p:cNvSpPr>
          <p:nvPr/>
        </p:nvSpPr>
        <p:spPr>
          <a:xfrm xmlns:a="http://schemas.openxmlformats.org/drawingml/2006/main">
            <a:off x="3421684" y="3777934"/>
            <a:ext cx="85594"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130" name="Oval 111">
            <a:extLst xmlns:a="http://schemas.openxmlformats.org/drawingml/2006/main">
              <a:ext uri="{FF2B5EF4-FFF2-40B4-BE49-F238E27FC236}">
                <a16:creationId xmlns:a16="http://schemas.microsoft.com/office/drawing/2014/main" id="{2DFCE08C-AB41-4947-BACD-19B4F93F5C1D}"/>
              </a:ext>
            </a:extLst>
          </p:cNvPr>
          <p:cNvSpPr>
            <a:spLocks xmlns:a="http://schemas.openxmlformats.org/drawingml/2006/main" noGrp="1"/>
          </p:cNvSpPr>
          <p:nvPr/>
        </p:nvSpPr>
        <p:spPr>
          <a:xfrm xmlns:a="http://schemas.openxmlformats.org/drawingml/2006/main">
            <a:off x="3977640" y="3428998"/>
            <a:ext cx="131687" cy="131685"/>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131" name="Connector 112">
            <a:extLst xmlns:a="http://schemas.openxmlformats.org/drawingml/2006/main">
              <a:ext uri="{FF2B5EF4-FFF2-40B4-BE49-F238E27FC236}">
                <a16:creationId xmlns:a16="http://schemas.microsoft.com/office/drawing/2014/main" id="{059F1D6E-C692-4152-A067-1C147D521FFD}"/>
              </a:ext>
            </a:extLst>
          </p:cNvPr>
          <p:cNvSpPr>
            <a:spLocks xmlns:a="http://schemas.openxmlformats.org/drawingml/2006/main" noGrp="1"/>
          </p:cNvSpPr>
          <p:nvPr/>
        </p:nvSpPr>
        <p:spPr>
          <a:xfrm xmlns:a="http://schemas.openxmlformats.org/drawingml/2006/main">
            <a:off x="4043473" y="3560668"/>
            <a:ext cx="7" cy="217264"/>
          </a:xfrm>
          <a:prstGeom xmlns:a="http://schemas.openxmlformats.org/drawingml/2006/main" prst="line">
            <a:avLst/>
          </a:prstGeom>
          <a:ln xmlns:a="http://schemas.openxmlformats.org/drawingml/2006/main" w="1905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132" name="Connector 113">
            <a:extLst xmlns:a="http://schemas.openxmlformats.org/drawingml/2006/main">
              <a:ext uri="{FF2B5EF4-FFF2-40B4-BE49-F238E27FC236}">
                <a16:creationId xmlns:a16="http://schemas.microsoft.com/office/drawing/2014/main" id="{B76BBF25-9466-4AE5-8FBA-A3D155F709C1}"/>
              </a:ext>
            </a:extLst>
          </p:cNvPr>
          <p:cNvSpPr>
            <a:spLocks xmlns:a="http://schemas.openxmlformats.org/drawingml/2006/main" noGrp="1"/>
          </p:cNvSpPr>
          <p:nvPr/>
        </p:nvSpPr>
        <p:spPr>
          <a:xfrm xmlns:a="http://schemas.openxmlformats.org/drawingml/2006/main">
            <a:off x="3951304" y="3652844"/>
            <a:ext cx="184350" cy="7"/>
          </a:xfrm>
          <a:prstGeom xmlns:a="http://schemas.openxmlformats.org/drawingml/2006/main" prst="line">
            <a:avLst/>
          </a:prstGeom>
          <a:ln xmlns:a="http://schemas.openxmlformats.org/drawingml/2006/main" w="1905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133" name="Connector 115">
            <a:extLst xmlns:a="http://schemas.openxmlformats.org/drawingml/2006/main">
              <a:ext uri="{FF2B5EF4-FFF2-40B4-BE49-F238E27FC236}">
                <a16:creationId xmlns:a16="http://schemas.microsoft.com/office/drawing/2014/main" id="{4E4FAA6F-1B21-4213-902D-BD482335FFF0}"/>
              </a:ext>
            </a:extLst>
          </p:cNvPr>
          <p:cNvSpPr>
            <a:spLocks xmlns:a="http://schemas.openxmlformats.org/drawingml/2006/main" noGrp="1"/>
          </p:cNvSpPr>
          <p:nvPr/>
        </p:nvSpPr>
        <p:spPr>
          <a:xfrm xmlns:a="http://schemas.openxmlformats.org/drawingml/2006/main" flipH="1">
            <a:off x="3957884" y="3777934"/>
            <a:ext cx="85596" cy="138264"/>
          </a:xfrm>
          <a:prstGeom xmlns:a="http://schemas.openxmlformats.org/drawingml/2006/main" prst="line">
            <a:avLst/>
          </a:prstGeom>
          <a:ln xmlns:a="http://schemas.openxmlformats.org/drawingml/2006/main" w="1905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134" name="Connector 116">
            <a:extLst xmlns:a="http://schemas.openxmlformats.org/drawingml/2006/main">
              <a:ext uri="{FF2B5EF4-FFF2-40B4-BE49-F238E27FC236}">
                <a16:creationId xmlns:a16="http://schemas.microsoft.com/office/drawing/2014/main" id="{56BDB1AE-32C7-43A7-8AD1-C898978ADC7C}"/>
              </a:ext>
            </a:extLst>
          </p:cNvPr>
          <p:cNvSpPr>
            <a:spLocks xmlns:a="http://schemas.openxmlformats.org/drawingml/2006/main" noGrp="1"/>
          </p:cNvSpPr>
          <p:nvPr/>
        </p:nvSpPr>
        <p:spPr>
          <a:xfrm xmlns:a="http://schemas.openxmlformats.org/drawingml/2006/main">
            <a:off x="4043473" y="3777934"/>
            <a:ext cx="85595" cy="138264"/>
          </a:xfrm>
          <a:prstGeom xmlns:a="http://schemas.openxmlformats.org/drawingml/2006/main" prst="line">
            <a:avLst/>
          </a:prstGeom>
          <a:ln xmlns:a="http://schemas.openxmlformats.org/drawingml/2006/main" w="1905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135" name="Oval 121">
            <a:extLst xmlns:a="http://schemas.openxmlformats.org/drawingml/2006/main">
              <a:ext uri="{FF2B5EF4-FFF2-40B4-BE49-F238E27FC236}">
                <a16:creationId xmlns:a16="http://schemas.microsoft.com/office/drawing/2014/main" id="{C17B26DF-C168-45D8-8D29-C8DF6F3546A3}"/>
              </a:ext>
            </a:extLst>
          </p:cNvPr>
          <p:cNvSpPr>
            <a:spLocks xmlns:a="http://schemas.openxmlformats.org/drawingml/2006/main" noGrp="1"/>
          </p:cNvSpPr>
          <p:nvPr/>
        </p:nvSpPr>
        <p:spPr>
          <a:xfrm xmlns:a="http://schemas.openxmlformats.org/drawingml/2006/main">
            <a:off x="4599432" y="3428998"/>
            <a:ext cx="131687" cy="131685"/>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136" name="Connector 122">
            <a:extLst xmlns:a="http://schemas.openxmlformats.org/drawingml/2006/main">
              <a:ext uri="{FF2B5EF4-FFF2-40B4-BE49-F238E27FC236}">
                <a16:creationId xmlns:a16="http://schemas.microsoft.com/office/drawing/2014/main" id="{A2BF13C4-A8A3-4C29-9566-037B519290CA}"/>
              </a:ext>
            </a:extLst>
          </p:cNvPr>
          <p:cNvSpPr>
            <a:spLocks xmlns:a="http://schemas.openxmlformats.org/drawingml/2006/main" noGrp="1"/>
          </p:cNvSpPr>
          <p:nvPr/>
        </p:nvSpPr>
        <p:spPr>
          <a:xfrm xmlns:a="http://schemas.openxmlformats.org/drawingml/2006/main">
            <a:off x="4665267" y="3560668"/>
            <a:ext cx="7"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137" name="Connector 123">
            <a:extLst xmlns:a="http://schemas.openxmlformats.org/drawingml/2006/main">
              <a:ext uri="{FF2B5EF4-FFF2-40B4-BE49-F238E27FC236}">
                <a16:creationId xmlns:a16="http://schemas.microsoft.com/office/drawing/2014/main" id="{BC333AFB-8A6C-4D2F-9D68-8370BCFF3E35}"/>
              </a:ext>
            </a:extLst>
          </p:cNvPr>
          <p:cNvSpPr>
            <a:spLocks xmlns:a="http://schemas.openxmlformats.org/drawingml/2006/main" noGrp="1"/>
          </p:cNvSpPr>
          <p:nvPr/>
        </p:nvSpPr>
        <p:spPr>
          <a:xfrm xmlns:a="http://schemas.openxmlformats.org/drawingml/2006/main">
            <a:off x="4573096" y="3652844"/>
            <a:ext cx="184350" cy="7"/>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138" name="Connector 124">
            <a:extLst xmlns:a="http://schemas.openxmlformats.org/drawingml/2006/main">
              <a:ext uri="{FF2B5EF4-FFF2-40B4-BE49-F238E27FC236}">
                <a16:creationId xmlns:a16="http://schemas.microsoft.com/office/drawing/2014/main" id="{F54179AF-A3C4-46E9-9B89-CA8FF6330173}"/>
              </a:ext>
            </a:extLst>
          </p:cNvPr>
          <p:cNvSpPr>
            <a:spLocks xmlns:a="http://schemas.openxmlformats.org/drawingml/2006/main" noGrp="1"/>
          </p:cNvSpPr>
          <p:nvPr/>
        </p:nvSpPr>
        <p:spPr>
          <a:xfrm xmlns:a="http://schemas.openxmlformats.org/drawingml/2006/main" flipH="1">
            <a:off x="4579679" y="3777934"/>
            <a:ext cx="85596"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139" name="Connector 125">
            <a:extLst xmlns:a="http://schemas.openxmlformats.org/drawingml/2006/main">
              <a:ext uri="{FF2B5EF4-FFF2-40B4-BE49-F238E27FC236}">
                <a16:creationId xmlns:a16="http://schemas.microsoft.com/office/drawing/2014/main" id="{42846FBC-7830-45BB-97C9-5272FCCFE0F2}"/>
              </a:ext>
            </a:extLst>
          </p:cNvPr>
          <p:cNvSpPr>
            <a:spLocks xmlns:a="http://schemas.openxmlformats.org/drawingml/2006/main" noGrp="1"/>
          </p:cNvSpPr>
          <p:nvPr/>
        </p:nvSpPr>
        <p:spPr>
          <a:xfrm xmlns:a="http://schemas.openxmlformats.org/drawingml/2006/main">
            <a:off x="4665267" y="3777934"/>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140" name="Oval 126">
            <a:extLst xmlns:a="http://schemas.openxmlformats.org/drawingml/2006/main">
              <a:ext uri="{FF2B5EF4-FFF2-40B4-BE49-F238E27FC236}">
                <a16:creationId xmlns:a16="http://schemas.microsoft.com/office/drawing/2014/main" id="{E6A42E41-B7D2-4DC4-AC43-CF1248A6E29F}"/>
              </a:ext>
            </a:extLst>
          </p:cNvPr>
          <p:cNvSpPr>
            <a:spLocks xmlns:a="http://schemas.openxmlformats.org/drawingml/2006/main" noGrp="1"/>
          </p:cNvSpPr>
          <p:nvPr/>
        </p:nvSpPr>
        <p:spPr>
          <a:xfrm xmlns:a="http://schemas.openxmlformats.org/drawingml/2006/main">
            <a:off x="1033271" y="4160520"/>
            <a:ext cx="131687" cy="13168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141" name="Connector 127">
            <a:extLst xmlns:a="http://schemas.openxmlformats.org/drawingml/2006/main">
              <a:ext uri="{FF2B5EF4-FFF2-40B4-BE49-F238E27FC236}">
                <a16:creationId xmlns:a16="http://schemas.microsoft.com/office/drawing/2014/main" id="{3A130464-B986-4472-8623-C333D2E14688}"/>
              </a:ext>
            </a:extLst>
          </p:cNvPr>
          <p:cNvSpPr>
            <a:spLocks xmlns:a="http://schemas.openxmlformats.org/drawingml/2006/main" noGrp="1"/>
          </p:cNvSpPr>
          <p:nvPr/>
        </p:nvSpPr>
        <p:spPr>
          <a:xfrm xmlns:a="http://schemas.openxmlformats.org/drawingml/2006/main">
            <a:off x="1099107" y="4292190"/>
            <a:ext cx="7"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142" name="Connector 128">
            <a:extLst xmlns:a="http://schemas.openxmlformats.org/drawingml/2006/main">
              <a:ext uri="{FF2B5EF4-FFF2-40B4-BE49-F238E27FC236}">
                <a16:creationId xmlns:a16="http://schemas.microsoft.com/office/drawing/2014/main" id="{6ED15763-1F4A-4A1F-A10E-F8AB3A73F0CF}"/>
              </a:ext>
            </a:extLst>
          </p:cNvPr>
          <p:cNvSpPr>
            <a:spLocks xmlns:a="http://schemas.openxmlformats.org/drawingml/2006/main" noGrp="1"/>
          </p:cNvSpPr>
          <p:nvPr/>
        </p:nvSpPr>
        <p:spPr>
          <a:xfrm xmlns:a="http://schemas.openxmlformats.org/drawingml/2006/main">
            <a:off x="1006936" y="4384364"/>
            <a:ext cx="184350" cy="7"/>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143" name="Connector 129">
            <a:extLst xmlns:a="http://schemas.openxmlformats.org/drawingml/2006/main">
              <a:ext uri="{FF2B5EF4-FFF2-40B4-BE49-F238E27FC236}">
                <a16:creationId xmlns:a16="http://schemas.microsoft.com/office/drawing/2014/main" id="{A225CEBA-2DE5-4E71-8610-A565A1C32E67}"/>
              </a:ext>
            </a:extLst>
          </p:cNvPr>
          <p:cNvSpPr>
            <a:spLocks xmlns:a="http://schemas.openxmlformats.org/drawingml/2006/main" noGrp="1"/>
          </p:cNvSpPr>
          <p:nvPr/>
        </p:nvSpPr>
        <p:spPr>
          <a:xfrm xmlns:a="http://schemas.openxmlformats.org/drawingml/2006/main" flipH="1">
            <a:off x="1013519" y="4509452"/>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144" name="Connector 130">
            <a:extLst xmlns:a="http://schemas.openxmlformats.org/drawingml/2006/main">
              <a:ext uri="{FF2B5EF4-FFF2-40B4-BE49-F238E27FC236}">
                <a16:creationId xmlns:a16="http://schemas.microsoft.com/office/drawing/2014/main" id="{4553435C-F76C-45C3-89F6-8C2D4FD89814}"/>
              </a:ext>
            </a:extLst>
          </p:cNvPr>
          <p:cNvSpPr>
            <a:spLocks xmlns:a="http://schemas.openxmlformats.org/drawingml/2006/main" noGrp="1"/>
          </p:cNvSpPr>
          <p:nvPr/>
        </p:nvSpPr>
        <p:spPr>
          <a:xfrm xmlns:a="http://schemas.openxmlformats.org/drawingml/2006/main">
            <a:off x="1099107" y="4509452"/>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145" name="Oval 131">
            <a:extLst xmlns:a="http://schemas.openxmlformats.org/drawingml/2006/main">
              <a:ext uri="{FF2B5EF4-FFF2-40B4-BE49-F238E27FC236}">
                <a16:creationId xmlns:a16="http://schemas.microsoft.com/office/drawing/2014/main" id="{669F83D6-A932-48BA-8910-A867B040DC53}"/>
              </a:ext>
            </a:extLst>
          </p:cNvPr>
          <p:cNvSpPr>
            <a:spLocks xmlns:a="http://schemas.openxmlformats.org/drawingml/2006/main" noGrp="1"/>
          </p:cNvSpPr>
          <p:nvPr/>
        </p:nvSpPr>
        <p:spPr>
          <a:xfrm xmlns:a="http://schemas.openxmlformats.org/drawingml/2006/main">
            <a:off x="1655060" y="4160520"/>
            <a:ext cx="131687" cy="13168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146" name="Connector 132">
            <a:extLst xmlns:a="http://schemas.openxmlformats.org/drawingml/2006/main">
              <a:ext uri="{FF2B5EF4-FFF2-40B4-BE49-F238E27FC236}">
                <a16:creationId xmlns:a16="http://schemas.microsoft.com/office/drawing/2014/main" id="{6D6FBFDD-094C-43EA-BC1C-903014494DB3}"/>
              </a:ext>
            </a:extLst>
          </p:cNvPr>
          <p:cNvSpPr>
            <a:spLocks xmlns:a="http://schemas.openxmlformats.org/drawingml/2006/main" noGrp="1"/>
          </p:cNvSpPr>
          <p:nvPr/>
        </p:nvSpPr>
        <p:spPr>
          <a:xfrm xmlns:a="http://schemas.openxmlformats.org/drawingml/2006/main">
            <a:off x="1720898" y="4292190"/>
            <a:ext cx="7"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147" name="Connector 133">
            <a:extLst xmlns:a="http://schemas.openxmlformats.org/drawingml/2006/main">
              <a:ext uri="{FF2B5EF4-FFF2-40B4-BE49-F238E27FC236}">
                <a16:creationId xmlns:a16="http://schemas.microsoft.com/office/drawing/2014/main" id="{1FAFB697-4EE6-4EFA-A6C0-3C98055EA66F}"/>
              </a:ext>
            </a:extLst>
          </p:cNvPr>
          <p:cNvSpPr>
            <a:spLocks xmlns:a="http://schemas.openxmlformats.org/drawingml/2006/main" noGrp="1"/>
          </p:cNvSpPr>
          <p:nvPr/>
        </p:nvSpPr>
        <p:spPr>
          <a:xfrm xmlns:a="http://schemas.openxmlformats.org/drawingml/2006/main">
            <a:off x="1628729" y="4384364"/>
            <a:ext cx="184350" cy="7"/>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148" name="Connector 134">
            <a:extLst xmlns:a="http://schemas.openxmlformats.org/drawingml/2006/main">
              <a:ext uri="{FF2B5EF4-FFF2-40B4-BE49-F238E27FC236}">
                <a16:creationId xmlns:a16="http://schemas.microsoft.com/office/drawing/2014/main" id="{772F0299-10DB-47BF-B1D9-911EB809EDFA}"/>
              </a:ext>
            </a:extLst>
          </p:cNvPr>
          <p:cNvSpPr>
            <a:spLocks xmlns:a="http://schemas.openxmlformats.org/drawingml/2006/main" noGrp="1"/>
          </p:cNvSpPr>
          <p:nvPr/>
        </p:nvSpPr>
        <p:spPr>
          <a:xfrm xmlns:a="http://schemas.openxmlformats.org/drawingml/2006/main" flipH="1">
            <a:off x="1635311" y="4509452"/>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149" name="Connector 135">
            <a:extLst xmlns:a="http://schemas.openxmlformats.org/drawingml/2006/main">
              <a:ext uri="{FF2B5EF4-FFF2-40B4-BE49-F238E27FC236}">
                <a16:creationId xmlns:a16="http://schemas.microsoft.com/office/drawing/2014/main" id="{AE3BBE67-A41C-4D73-9452-C308E7672A01}"/>
              </a:ext>
            </a:extLst>
          </p:cNvPr>
          <p:cNvSpPr>
            <a:spLocks xmlns:a="http://schemas.openxmlformats.org/drawingml/2006/main" noGrp="1"/>
          </p:cNvSpPr>
          <p:nvPr/>
        </p:nvSpPr>
        <p:spPr>
          <a:xfrm xmlns:a="http://schemas.openxmlformats.org/drawingml/2006/main">
            <a:off x="1720899" y="4509452"/>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150" name="Oval 136">
            <a:extLst xmlns:a="http://schemas.openxmlformats.org/drawingml/2006/main">
              <a:ext uri="{FF2B5EF4-FFF2-40B4-BE49-F238E27FC236}">
                <a16:creationId xmlns:a16="http://schemas.microsoft.com/office/drawing/2014/main" id="{0F385CBA-A667-4CBD-9D43-B86C4AF6788C}"/>
              </a:ext>
            </a:extLst>
          </p:cNvPr>
          <p:cNvSpPr>
            <a:spLocks xmlns:a="http://schemas.openxmlformats.org/drawingml/2006/main" noGrp="1"/>
          </p:cNvSpPr>
          <p:nvPr/>
        </p:nvSpPr>
        <p:spPr>
          <a:xfrm xmlns:a="http://schemas.openxmlformats.org/drawingml/2006/main">
            <a:off x="2276855" y="4160520"/>
            <a:ext cx="131687" cy="13168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151" name="Connector 137">
            <a:extLst xmlns:a="http://schemas.openxmlformats.org/drawingml/2006/main">
              <a:ext uri="{FF2B5EF4-FFF2-40B4-BE49-F238E27FC236}">
                <a16:creationId xmlns:a16="http://schemas.microsoft.com/office/drawing/2014/main" id="{D718D7F4-33F7-4522-9004-92FC129CB4C7}"/>
              </a:ext>
            </a:extLst>
          </p:cNvPr>
          <p:cNvSpPr>
            <a:spLocks xmlns:a="http://schemas.openxmlformats.org/drawingml/2006/main" noGrp="1"/>
          </p:cNvSpPr>
          <p:nvPr/>
        </p:nvSpPr>
        <p:spPr>
          <a:xfrm xmlns:a="http://schemas.openxmlformats.org/drawingml/2006/main">
            <a:off x="2342692" y="4292190"/>
            <a:ext cx="6"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152" name="Connector 138">
            <a:extLst xmlns:a="http://schemas.openxmlformats.org/drawingml/2006/main">
              <a:ext uri="{FF2B5EF4-FFF2-40B4-BE49-F238E27FC236}">
                <a16:creationId xmlns:a16="http://schemas.microsoft.com/office/drawing/2014/main" id="{C8BB0092-88D2-4672-8BEE-9F5DF2E6D9F7}"/>
              </a:ext>
            </a:extLst>
          </p:cNvPr>
          <p:cNvSpPr>
            <a:spLocks xmlns:a="http://schemas.openxmlformats.org/drawingml/2006/main" noGrp="1"/>
          </p:cNvSpPr>
          <p:nvPr/>
        </p:nvSpPr>
        <p:spPr>
          <a:xfrm xmlns:a="http://schemas.openxmlformats.org/drawingml/2006/main">
            <a:off x="2250519" y="4384364"/>
            <a:ext cx="184350" cy="7"/>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153" name="Connector 139">
            <a:extLst xmlns:a="http://schemas.openxmlformats.org/drawingml/2006/main">
              <a:ext uri="{FF2B5EF4-FFF2-40B4-BE49-F238E27FC236}">
                <a16:creationId xmlns:a16="http://schemas.microsoft.com/office/drawing/2014/main" id="{3ED84FA2-1ED2-4E03-904C-9FCED7A18F58}"/>
              </a:ext>
            </a:extLst>
          </p:cNvPr>
          <p:cNvSpPr>
            <a:spLocks xmlns:a="http://schemas.openxmlformats.org/drawingml/2006/main" noGrp="1"/>
          </p:cNvSpPr>
          <p:nvPr/>
        </p:nvSpPr>
        <p:spPr>
          <a:xfrm xmlns:a="http://schemas.openxmlformats.org/drawingml/2006/main" flipH="1">
            <a:off x="2257104" y="4509452"/>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154" name="Connector 140">
            <a:extLst xmlns:a="http://schemas.openxmlformats.org/drawingml/2006/main">
              <a:ext uri="{FF2B5EF4-FFF2-40B4-BE49-F238E27FC236}">
                <a16:creationId xmlns:a16="http://schemas.microsoft.com/office/drawing/2014/main" id="{6FFC785F-1D74-4CB9-A9BD-A34D818B5C45}"/>
              </a:ext>
            </a:extLst>
          </p:cNvPr>
          <p:cNvSpPr>
            <a:spLocks xmlns:a="http://schemas.openxmlformats.org/drawingml/2006/main" noGrp="1"/>
          </p:cNvSpPr>
          <p:nvPr/>
        </p:nvSpPr>
        <p:spPr>
          <a:xfrm xmlns:a="http://schemas.openxmlformats.org/drawingml/2006/main">
            <a:off x="2342692" y="4509452"/>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155" name="Oval 141">
            <a:extLst xmlns:a="http://schemas.openxmlformats.org/drawingml/2006/main">
              <a:ext uri="{FF2B5EF4-FFF2-40B4-BE49-F238E27FC236}">
                <a16:creationId xmlns:a16="http://schemas.microsoft.com/office/drawing/2014/main" id="{C2BD8B2C-AB3B-4BCB-B5FE-DD056D035363}"/>
              </a:ext>
            </a:extLst>
          </p:cNvPr>
          <p:cNvSpPr>
            <a:spLocks xmlns:a="http://schemas.openxmlformats.org/drawingml/2006/main" noGrp="1"/>
          </p:cNvSpPr>
          <p:nvPr/>
        </p:nvSpPr>
        <p:spPr>
          <a:xfrm xmlns:a="http://schemas.openxmlformats.org/drawingml/2006/main">
            <a:off x="2898648" y="4160520"/>
            <a:ext cx="131687" cy="13168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156" name="Connector 142">
            <a:extLst xmlns:a="http://schemas.openxmlformats.org/drawingml/2006/main">
              <a:ext uri="{FF2B5EF4-FFF2-40B4-BE49-F238E27FC236}">
                <a16:creationId xmlns:a16="http://schemas.microsoft.com/office/drawing/2014/main" id="{B5B4CE81-B138-4147-9C2E-9B226199536E}"/>
              </a:ext>
            </a:extLst>
          </p:cNvPr>
          <p:cNvSpPr>
            <a:spLocks xmlns:a="http://schemas.openxmlformats.org/drawingml/2006/main" noGrp="1"/>
          </p:cNvSpPr>
          <p:nvPr/>
        </p:nvSpPr>
        <p:spPr>
          <a:xfrm xmlns:a="http://schemas.openxmlformats.org/drawingml/2006/main">
            <a:off x="2964482" y="4292190"/>
            <a:ext cx="7"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157" name="Connector 143">
            <a:extLst xmlns:a="http://schemas.openxmlformats.org/drawingml/2006/main">
              <a:ext uri="{FF2B5EF4-FFF2-40B4-BE49-F238E27FC236}">
                <a16:creationId xmlns:a16="http://schemas.microsoft.com/office/drawing/2014/main" id="{D2640792-71B2-4F6A-863D-BA922B1263A5}"/>
              </a:ext>
            </a:extLst>
          </p:cNvPr>
          <p:cNvSpPr>
            <a:spLocks xmlns:a="http://schemas.openxmlformats.org/drawingml/2006/main" noGrp="1"/>
          </p:cNvSpPr>
          <p:nvPr/>
        </p:nvSpPr>
        <p:spPr>
          <a:xfrm xmlns:a="http://schemas.openxmlformats.org/drawingml/2006/main">
            <a:off x="2872313" y="4384364"/>
            <a:ext cx="184350" cy="7"/>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158" name="Connector 144">
            <a:extLst xmlns:a="http://schemas.openxmlformats.org/drawingml/2006/main">
              <a:ext uri="{FF2B5EF4-FFF2-40B4-BE49-F238E27FC236}">
                <a16:creationId xmlns:a16="http://schemas.microsoft.com/office/drawing/2014/main" id="{FD76CBBA-76E1-4FDB-B66B-A2C51E6CF43A}"/>
              </a:ext>
            </a:extLst>
          </p:cNvPr>
          <p:cNvSpPr>
            <a:spLocks xmlns:a="http://schemas.openxmlformats.org/drawingml/2006/main" noGrp="1"/>
          </p:cNvSpPr>
          <p:nvPr/>
        </p:nvSpPr>
        <p:spPr>
          <a:xfrm xmlns:a="http://schemas.openxmlformats.org/drawingml/2006/main" flipH="1">
            <a:off x="2878895" y="4509452"/>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159" name="Connector 145">
            <a:extLst xmlns:a="http://schemas.openxmlformats.org/drawingml/2006/main">
              <a:ext uri="{FF2B5EF4-FFF2-40B4-BE49-F238E27FC236}">
                <a16:creationId xmlns:a16="http://schemas.microsoft.com/office/drawing/2014/main" id="{D30F3099-F195-47DB-A3B3-85ACBE2C724D}"/>
              </a:ext>
            </a:extLst>
          </p:cNvPr>
          <p:cNvSpPr>
            <a:spLocks xmlns:a="http://schemas.openxmlformats.org/drawingml/2006/main" noGrp="1"/>
          </p:cNvSpPr>
          <p:nvPr/>
        </p:nvSpPr>
        <p:spPr>
          <a:xfrm xmlns:a="http://schemas.openxmlformats.org/drawingml/2006/main">
            <a:off x="2964483" y="4509452"/>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160" name="Oval 146">
            <a:extLst xmlns:a="http://schemas.openxmlformats.org/drawingml/2006/main">
              <a:ext uri="{FF2B5EF4-FFF2-40B4-BE49-F238E27FC236}">
                <a16:creationId xmlns:a16="http://schemas.microsoft.com/office/drawing/2014/main" id="{6170B227-E76E-441D-9A1E-810FFF634CE5}"/>
              </a:ext>
            </a:extLst>
          </p:cNvPr>
          <p:cNvSpPr>
            <a:spLocks xmlns:a="http://schemas.openxmlformats.org/drawingml/2006/main" noGrp="1"/>
          </p:cNvSpPr>
          <p:nvPr/>
        </p:nvSpPr>
        <p:spPr>
          <a:xfrm xmlns:a="http://schemas.openxmlformats.org/drawingml/2006/main">
            <a:off x="3520440" y="4160520"/>
            <a:ext cx="131687" cy="13168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161" name="Connector 147">
            <a:extLst xmlns:a="http://schemas.openxmlformats.org/drawingml/2006/main">
              <a:ext uri="{FF2B5EF4-FFF2-40B4-BE49-F238E27FC236}">
                <a16:creationId xmlns:a16="http://schemas.microsoft.com/office/drawing/2014/main" id="{304EBD2E-25BF-4EFD-B64F-CE3B93AA0EB4}"/>
              </a:ext>
            </a:extLst>
          </p:cNvPr>
          <p:cNvSpPr>
            <a:spLocks xmlns:a="http://schemas.openxmlformats.org/drawingml/2006/main" noGrp="1"/>
          </p:cNvSpPr>
          <p:nvPr/>
        </p:nvSpPr>
        <p:spPr>
          <a:xfrm xmlns:a="http://schemas.openxmlformats.org/drawingml/2006/main">
            <a:off x="3586273" y="4292190"/>
            <a:ext cx="7"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162" name="Connector 148">
            <a:extLst xmlns:a="http://schemas.openxmlformats.org/drawingml/2006/main">
              <a:ext uri="{FF2B5EF4-FFF2-40B4-BE49-F238E27FC236}">
                <a16:creationId xmlns:a16="http://schemas.microsoft.com/office/drawing/2014/main" id="{E5CAF2E6-8169-4B10-A48B-8E24E3BD6E48}"/>
              </a:ext>
            </a:extLst>
          </p:cNvPr>
          <p:cNvSpPr>
            <a:spLocks xmlns:a="http://schemas.openxmlformats.org/drawingml/2006/main" noGrp="1"/>
          </p:cNvSpPr>
          <p:nvPr/>
        </p:nvSpPr>
        <p:spPr>
          <a:xfrm xmlns:a="http://schemas.openxmlformats.org/drawingml/2006/main">
            <a:off x="3494104" y="4384364"/>
            <a:ext cx="184350" cy="7"/>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163" name="Connector 149">
            <a:extLst xmlns:a="http://schemas.openxmlformats.org/drawingml/2006/main">
              <a:ext uri="{FF2B5EF4-FFF2-40B4-BE49-F238E27FC236}">
                <a16:creationId xmlns:a16="http://schemas.microsoft.com/office/drawing/2014/main" id="{29478E85-F342-4618-8C80-E33675BCB4A1}"/>
              </a:ext>
            </a:extLst>
          </p:cNvPr>
          <p:cNvSpPr>
            <a:spLocks xmlns:a="http://schemas.openxmlformats.org/drawingml/2006/main" noGrp="1"/>
          </p:cNvSpPr>
          <p:nvPr/>
        </p:nvSpPr>
        <p:spPr>
          <a:xfrm xmlns:a="http://schemas.openxmlformats.org/drawingml/2006/main" flipH="1">
            <a:off x="3500684" y="4509452"/>
            <a:ext cx="85596"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164" name="Connector 150">
            <a:extLst xmlns:a="http://schemas.openxmlformats.org/drawingml/2006/main">
              <a:ext uri="{FF2B5EF4-FFF2-40B4-BE49-F238E27FC236}">
                <a16:creationId xmlns:a16="http://schemas.microsoft.com/office/drawing/2014/main" id="{CA58D26D-892D-476E-A228-2F656527B66F}"/>
              </a:ext>
            </a:extLst>
          </p:cNvPr>
          <p:cNvSpPr>
            <a:spLocks xmlns:a="http://schemas.openxmlformats.org/drawingml/2006/main" noGrp="1"/>
          </p:cNvSpPr>
          <p:nvPr/>
        </p:nvSpPr>
        <p:spPr>
          <a:xfrm xmlns:a="http://schemas.openxmlformats.org/drawingml/2006/main">
            <a:off x="3586273" y="4509452"/>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165" name="Oval 151">
            <a:extLst xmlns:a="http://schemas.openxmlformats.org/drawingml/2006/main">
              <a:ext uri="{FF2B5EF4-FFF2-40B4-BE49-F238E27FC236}">
                <a16:creationId xmlns:a16="http://schemas.microsoft.com/office/drawing/2014/main" id="{4E29D023-F2E3-431C-97B3-2D31BC4FC384}"/>
              </a:ext>
            </a:extLst>
          </p:cNvPr>
          <p:cNvSpPr>
            <a:spLocks xmlns:a="http://schemas.openxmlformats.org/drawingml/2006/main" noGrp="1"/>
          </p:cNvSpPr>
          <p:nvPr/>
        </p:nvSpPr>
        <p:spPr>
          <a:xfrm xmlns:a="http://schemas.openxmlformats.org/drawingml/2006/main">
            <a:off x="4142232" y="4160520"/>
            <a:ext cx="131687" cy="13168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166" name="Connector 152">
            <a:extLst xmlns:a="http://schemas.openxmlformats.org/drawingml/2006/main">
              <a:ext uri="{FF2B5EF4-FFF2-40B4-BE49-F238E27FC236}">
                <a16:creationId xmlns:a16="http://schemas.microsoft.com/office/drawing/2014/main" id="{99D7BBEB-7C48-468B-A3C7-363802C946DF}"/>
              </a:ext>
            </a:extLst>
          </p:cNvPr>
          <p:cNvSpPr>
            <a:spLocks xmlns:a="http://schemas.openxmlformats.org/drawingml/2006/main" noGrp="1"/>
          </p:cNvSpPr>
          <p:nvPr/>
        </p:nvSpPr>
        <p:spPr>
          <a:xfrm xmlns:a="http://schemas.openxmlformats.org/drawingml/2006/main">
            <a:off x="4208067" y="4292190"/>
            <a:ext cx="7"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167" name="Connector 153">
            <a:extLst xmlns:a="http://schemas.openxmlformats.org/drawingml/2006/main">
              <a:ext uri="{FF2B5EF4-FFF2-40B4-BE49-F238E27FC236}">
                <a16:creationId xmlns:a16="http://schemas.microsoft.com/office/drawing/2014/main" id="{949D62BD-E906-4969-B2C0-FA3AA4CA2FDF}"/>
              </a:ext>
            </a:extLst>
          </p:cNvPr>
          <p:cNvSpPr>
            <a:spLocks xmlns:a="http://schemas.openxmlformats.org/drawingml/2006/main" noGrp="1"/>
          </p:cNvSpPr>
          <p:nvPr/>
        </p:nvSpPr>
        <p:spPr>
          <a:xfrm xmlns:a="http://schemas.openxmlformats.org/drawingml/2006/main">
            <a:off x="4115896" y="4384364"/>
            <a:ext cx="184350" cy="7"/>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168" name="Connector 154">
            <a:extLst xmlns:a="http://schemas.openxmlformats.org/drawingml/2006/main">
              <a:ext uri="{FF2B5EF4-FFF2-40B4-BE49-F238E27FC236}">
                <a16:creationId xmlns:a16="http://schemas.microsoft.com/office/drawing/2014/main" id="{C018F139-2EEB-47C9-9775-D91262950F1A}"/>
              </a:ext>
            </a:extLst>
          </p:cNvPr>
          <p:cNvSpPr>
            <a:spLocks xmlns:a="http://schemas.openxmlformats.org/drawingml/2006/main" noGrp="1"/>
          </p:cNvSpPr>
          <p:nvPr/>
        </p:nvSpPr>
        <p:spPr>
          <a:xfrm xmlns:a="http://schemas.openxmlformats.org/drawingml/2006/main" flipH="1">
            <a:off x="4122479" y="4509452"/>
            <a:ext cx="85596"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169" name="Connector 155">
            <a:extLst xmlns:a="http://schemas.openxmlformats.org/drawingml/2006/main">
              <a:ext uri="{FF2B5EF4-FFF2-40B4-BE49-F238E27FC236}">
                <a16:creationId xmlns:a16="http://schemas.microsoft.com/office/drawing/2014/main" id="{4B0E124F-36F1-46A5-ADEB-776ECC08B0E2}"/>
              </a:ext>
            </a:extLst>
          </p:cNvPr>
          <p:cNvSpPr>
            <a:spLocks xmlns:a="http://schemas.openxmlformats.org/drawingml/2006/main" noGrp="1"/>
          </p:cNvSpPr>
          <p:nvPr/>
        </p:nvSpPr>
        <p:spPr>
          <a:xfrm xmlns:a="http://schemas.openxmlformats.org/drawingml/2006/main">
            <a:off x="4208067" y="4509452"/>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170" name="Oval 156">
            <a:extLst xmlns:a="http://schemas.openxmlformats.org/drawingml/2006/main">
              <a:ext uri="{FF2B5EF4-FFF2-40B4-BE49-F238E27FC236}">
                <a16:creationId xmlns:a16="http://schemas.microsoft.com/office/drawing/2014/main" id="{BC1B893B-99EE-4561-9928-CF3C77AD232C}"/>
              </a:ext>
            </a:extLst>
          </p:cNvPr>
          <p:cNvSpPr>
            <a:spLocks xmlns:a="http://schemas.openxmlformats.org/drawingml/2006/main" noGrp="1"/>
          </p:cNvSpPr>
          <p:nvPr/>
        </p:nvSpPr>
        <p:spPr>
          <a:xfrm xmlns:a="http://schemas.openxmlformats.org/drawingml/2006/main">
            <a:off x="4764023" y="4160520"/>
            <a:ext cx="131687" cy="13168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171" name="Connector 157">
            <a:extLst xmlns:a="http://schemas.openxmlformats.org/drawingml/2006/main">
              <a:ext uri="{FF2B5EF4-FFF2-40B4-BE49-F238E27FC236}">
                <a16:creationId xmlns:a16="http://schemas.microsoft.com/office/drawing/2014/main" id="{02959A50-A275-4496-9838-733F72CFA845}"/>
              </a:ext>
            </a:extLst>
          </p:cNvPr>
          <p:cNvSpPr>
            <a:spLocks xmlns:a="http://schemas.openxmlformats.org/drawingml/2006/main" noGrp="1"/>
          </p:cNvSpPr>
          <p:nvPr/>
        </p:nvSpPr>
        <p:spPr>
          <a:xfrm xmlns:a="http://schemas.openxmlformats.org/drawingml/2006/main">
            <a:off x="4829859" y="4292190"/>
            <a:ext cx="6"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172" name="Connector 158">
            <a:extLst xmlns:a="http://schemas.openxmlformats.org/drawingml/2006/main">
              <a:ext uri="{FF2B5EF4-FFF2-40B4-BE49-F238E27FC236}">
                <a16:creationId xmlns:a16="http://schemas.microsoft.com/office/drawing/2014/main" id="{7D07421F-7826-4027-A03F-692C54A302E1}"/>
              </a:ext>
            </a:extLst>
          </p:cNvPr>
          <p:cNvSpPr>
            <a:spLocks xmlns:a="http://schemas.openxmlformats.org/drawingml/2006/main" noGrp="1"/>
          </p:cNvSpPr>
          <p:nvPr/>
        </p:nvSpPr>
        <p:spPr>
          <a:xfrm xmlns:a="http://schemas.openxmlformats.org/drawingml/2006/main">
            <a:off x="4737689" y="4384364"/>
            <a:ext cx="184350" cy="7"/>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173" name="Connector 159">
            <a:extLst xmlns:a="http://schemas.openxmlformats.org/drawingml/2006/main">
              <a:ext uri="{FF2B5EF4-FFF2-40B4-BE49-F238E27FC236}">
                <a16:creationId xmlns:a16="http://schemas.microsoft.com/office/drawing/2014/main" id="{9D2530D1-9D04-4DD3-A429-D2C052D3F63D}"/>
              </a:ext>
            </a:extLst>
          </p:cNvPr>
          <p:cNvSpPr>
            <a:spLocks xmlns:a="http://schemas.openxmlformats.org/drawingml/2006/main" noGrp="1"/>
          </p:cNvSpPr>
          <p:nvPr/>
        </p:nvSpPr>
        <p:spPr>
          <a:xfrm xmlns:a="http://schemas.openxmlformats.org/drawingml/2006/main" flipH="1">
            <a:off x="4744269" y="4509452"/>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174" name="Connector 160">
            <a:extLst xmlns:a="http://schemas.openxmlformats.org/drawingml/2006/main">
              <a:ext uri="{FF2B5EF4-FFF2-40B4-BE49-F238E27FC236}">
                <a16:creationId xmlns:a16="http://schemas.microsoft.com/office/drawing/2014/main" id="{17D2777D-19CB-42D2-8E43-566E73724AB4}"/>
              </a:ext>
            </a:extLst>
          </p:cNvPr>
          <p:cNvSpPr>
            <a:spLocks xmlns:a="http://schemas.openxmlformats.org/drawingml/2006/main" noGrp="1"/>
          </p:cNvSpPr>
          <p:nvPr/>
        </p:nvSpPr>
        <p:spPr>
          <a:xfrm xmlns:a="http://schemas.openxmlformats.org/drawingml/2006/main">
            <a:off x="4829856" y="4509452"/>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175" name="Connector 184">
            <a:extLst xmlns:a="http://schemas.openxmlformats.org/drawingml/2006/main">
              <a:ext uri="{FF2B5EF4-FFF2-40B4-BE49-F238E27FC236}">
                <a16:creationId xmlns:a16="http://schemas.microsoft.com/office/drawing/2014/main" id="{FBC3DEE5-73A2-4216-86C5-ED7C7858F2E9}"/>
              </a:ext>
            </a:extLst>
          </p:cNvPr>
          <p:cNvSpPr>
            <a:spLocks xmlns:a="http://schemas.openxmlformats.org/drawingml/2006/main" noGrp="1"/>
          </p:cNvSpPr>
          <p:nvPr/>
        </p:nvSpPr>
        <p:spPr>
          <a:xfrm xmlns:a="http://schemas.openxmlformats.org/drawingml/2006/main">
            <a:off x="749804" y="5257800"/>
            <a:ext cx="10680201" cy="0"/>
          </a:xfrm>
          <a:prstGeom xmlns:a="http://schemas.openxmlformats.org/drawingml/2006/main" prst="line">
            <a:avLst/>
          </a:prstGeom>
          <a:ln xmlns:a="http://schemas.openxmlformats.org/drawingml/2006/main" w="1397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176" name="TextBox 185">
            <a:extLst xmlns:a="http://schemas.openxmlformats.org/drawingml/2006/main">
              <a:ext uri="{FF2B5EF4-FFF2-40B4-BE49-F238E27FC236}">
                <a16:creationId xmlns:a16="http://schemas.microsoft.com/office/drawing/2014/main" id="{406ADBC7-5C63-4C4F-92F8-6B3202AB7D3A}"/>
              </a:ext>
            </a:extLst>
          </p:cNvPr>
          <p:cNvSpPr>
            <a:spLocks xmlns:a="http://schemas.openxmlformats.org/drawingml/2006/main" noGrp="1"/>
          </p:cNvSpPr>
          <p:nvPr/>
        </p:nvSpPr>
        <p:spPr>
          <a:xfrm xmlns:a="http://schemas.openxmlformats.org/drawingml/2006/main">
            <a:off x="841244" y="5577840"/>
            <a:ext cx="4389128" cy="235406"/>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600" b="1">
                <a:solidFill>
                  <a:srgbClr val="FF705B"/>
                </a:solidFill>
                <a:latin typeface="Helvetica Neue"/>
                <a:ea typeface="Helvetica Neue"/>
                <a:cs typeface="Helvetica Neue"/>
              </a:defRPr>
            </a:pPr>
            <a:r>
              <a:t>• </a:t>
            </a:r>
            <a:r>
              <a:rPr>
                <a:solidFill>
                  <a:srgbClr val="111318"/>
                </a:solidFill>
              </a:rPr>
              <a:t>A few users supply most of the map</a:t>
            </a:r>
          </a:p>
        </p:txBody>
      </p:sp>
      <p:sp>
        <p:nvSpPr>
          <p:cNvPr id="1177" name="TextBox 186">
            <a:extLst xmlns:a="http://schemas.openxmlformats.org/drawingml/2006/main">
              <a:ext uri="{FF2B5EF4-FFF2-40B4-BE49-F238E27FC236}">
                <a16:creationId xmlns:a16="http://schemas.microsoft.com/office/drawing/2014/main" id="{653B9381-371F-4A9A-A9E8-AED9D6537D1E}"/>
              </a:ext>
            </a:extLst>
          </p:cNvPr>
          <p:cNvSpPr>
            <a:spLocks xmlns:a="http://schemas.openxmlformats.org/drawingml/2006/main" noGrp="1"/>
          </p:cNvSpPr>
          <p:nvPr/>
        </p:nvSpPr>
        <p:spPr>
          <a:xfrm xmlns:a="http://schemas.openxmlformats.org/drawingml/2006/main">
            <a:off x="6748271" y="5577840"/>
            <a:ext cx="4389121" cy="235406"/>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600" b="1">
                <a:solidFill>
                  <a:srgbClr val="3977F6"/>
                </a:solidFill>
                <a:latin typeface="Helvetica Neue"/>
                <a:ea typeface="Helvetica Neue"/>
                <a:cs typeface="Helvetica Neue"/>
              </a:defRPr>
            </a:pPr>
            <a:r>
              <a:t>• </a:t>
            </a:r>
            <a:r>
              <a:rPr>
                <a:solidFill>
                  <a:srgbClr val="111318"/>
                </a:solidFill>
              </a:rPr>
              <a:t>The active core becomes ‘the community’</a:t>
            </a:r>
          </a:p>
        </p:txBody>
      </p:sp>
      <p:sp>
        <p:nvSpPr>
          <p:cNvPr id="1178" name="TextBox 187">
            <a:extLst xmlns:a="http://schemas.openxmlformats.org/drawingml/2006/main">
              <a:ext uri="{FF2B5EF4-FFF2-40B4-BE49-F238E27FC236}">
                <a16:creationId xmlns:a16="http://schemas.microsoft.com/office/drawing/2014/main" id="{10E88D80-85D3-49B6-A7BA-50E8831081A5}"/>
              </a:ext>
            </a:extLst>
          </p:cNvPr>
          <p:cNvSpPr>
            <a:spLocks xmlns:a="http://schemas.openxmlformats.org/drawingml/2006/main" noGrp="1"/>
          </p:cNvSpPr>
          <p:nvPr/>
        </p:nvSpPr>
        <p:spPr>
          <a:xfrm xmlns:a="http://schemas.openxmlformats.org/drawingml/2006/main">
            <a:off x="621792" y="6437376"/>
            <a:ext cx="10881360"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800">
                <a:solidFill>
                  <a:srgbClr val="73777F"/>
                </a:solidFill>
                <a:latin typeface="Helvetica Neue"/>
                <a:ea typeface="Helvetica Neue"/>
                <a:cs typeface="Helvetica Neue"/>
              </a:defRPr>
            </a:lvl1pPr>
          </a:lstStyle>
          <a:p xmlns:a="http://schemas.openxmlformats.org/drawingml/2006/main">
            <a:pPr>
              <a:buNone/>
            </a:pPr>
            <a:r>
              <a:t>• Nudo et al. (2026); authors’ 200k analysis</a:t>
            </a:r>
          </a:p>
        </p:txBody>
      </p:sp>
      <p:sp>
        <p:nvSpPr>
          <p:cNvPr id="1179" name="TextBox 1">
            <a:extLst xmlns:a="http://schemas.openxmlformats.org/drawingml/2006/main">
              <a:ext uri="{FF2B5EF4-FFF2-40B4-BE49-F238E27FC236}">
                <a16:creationId xmlns:a16="http://schemas.microsoft.com/office/drawing/2014/main" id="{74BC3056-7F5B-41D9-A2CB-74921FE5501F}"/>
              </a:ext>
            </a:extLst>
          </p:cNvPr>
          <p:cNvSpPr>
            <a:spLocks xmlns:a="http://schemas.openxmlformats.org/drawingml/2006/main" noGrp="1"/>
          </p:cNvSpPr>
          <p:nvPr/>
        </p:nvSpPr>
        <p:spPr>
          <a:xfrm xmlns:a="http://schemas.openxmlformats.org/drawingml/2006/main">
            <a:off x="603504" y="420623"/>
            <a:ext cx="2149208" cy="14871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000" b="1">
                <a:solidFill>
                  <a:srgbClr val="73777F"/>
                </a:solidFill>
                <a:latin typeface="Helvetica Neue"/>
                <a:ea typeface="Helvetica Neue"/>
                <a:cs typeface="Helvetica Neue"/>
              </a:defRPr>
            </a:lvl1pPr>
          </a:lstStyle>
          <a:p xmlns:a="http://schemas.openxmlformats.org/drawingml/2006/main">
            <a:pPr>
              <a:buNone/>
            </a:pPr>
            <a:r>
              <a:t>HOW SYSTEM WORKS 3</a:t>
            </a:r>
          </a:p>
        </p:txBody>
      </p:sp>
    </p:spTree>
    <p:extLst>
      <p:ext uri="{BB962C8B-B14F-4D97-AF65-F5344CB8AC3E}">
        <p14:creationId xmlns:p14="http://schemas.microsoft.com/office/powerpoint/2010/main" val="1515576660"/>
      </p:ext>
    </p:extLst>
  </p:cSld>
</p:sld>
</file>

<file path=ppt/slides/slide15.xml><?xml version="1.0" encoding="utf-8"?>
<p:sld xmlns:p="http://schemas.openxmlformats.org/presentationml/2006/main" showMasterSp="1">
  <p:cSld>
    <p:spTree>
      <p:nvGrpSpPr>
        <p:cNvPr id="1" name=""/>
        <p:cNvGrpSpPr/>
        <p:nvPr/>
      </p:nvGrpSpPr>
      <p:grpSpPr>
        <a:xfrm xmlns:a="http://schemas.openxmlformats.org/drawingml/2006/main"/>
      </p:grpSpPr>
      <p:sp>
        <p:nvSpPr>
          <p:cNvPr id="1181" name="TextBox 3">
            <a:extLst xmlns:a="http://schemas.openxmlformats.org/drawingml/2006/main">
              <a:ext uri="{FF2B5EF4-FFF2-40B4-BE49-F238E27FC236}">
                <a16:creationId xmlns:a16="http://schemas.microsoft.com/office/drawing/2014/main" id="{22C7D701-D283-4017-A040-3ACA12DCA5AB}"/>
              </a:ext>
            </a:extLst>
          </p:cNvPr>
          <p:cNvSpPr>
            <a:spLocks xmlns:a="http://schemas.openxmlformats.org/drawingml/2006/main" noGrp="1"/>
          </p:cNvSpPr>
          <p:nvPr/>
        </p:nvSpPr>
        <p:spPr>
          <a:xfrm xmlns:a="http://schemas.openxmlformats.org/drawingml/2006/main">
            <a:off x="603504" y="786383"/>
            <a:ext cx="10515601" cy="458849"/>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3000" b="1">
                <a:solidFill>
                  <a:srgbClr val="111318"/>
                </a:solidFill>
                <a:latin typeface="Helvetica Neue"/>
                <a:ea typeface="Helvetica Neue"/>
                <a:cs typeface="Helvetica Neue"/>
              </a:defRPr>
            </a:lvl1pPr>
          </a:lstStyle>
          <a:p xmlns:a="http://schemas.openxmlformats.org/drawingml/2006/main">
            <a:pPr>
              <a:buNone/>
            </a:pPr>
            <a:r>
              <a:t>The same hands draw the map</a:t>
            </a:r>
          </a:p>
        </p:txBody>
      </p:sp>
      <p:sp>
        <p:nvSpPr>
          <p:cNvPr id="1182" name="TextBox 4">
            <a:extLst xmlns:a="http://schemas.openxmlformats.org/drawingml/2006/main">
              <a:ext uri="{FF2B5EF4-FFF2-40B4-BE49-F238E27FC236}">
                <a16:creationId xmlns:a16="http://schemas.microsoft.com/office/drawing/2014/main" id="{F2929EFD-29B6-454B-92DB-EAE517D2F68E}"/>
              </a:ext>
            </a:extLst>
          </p:cNvPr>
          <p:cNvSpPr>
            <a:spLocks xmlns:a="http://schemas.openxmlformats.org/drawingml/2006/main" noGrp="1"/>
          </p:cNvSpPr>
          <p:nvPr/>
        </p:nvSpPr>
        <p:spPr>
          <a:xfrm xmlns:a="http://schemas.openxmlformats.org/drawingml/2006/main">
            <a:off x="11082528" y="457198"/>
            <a:ext cx="438918" cy="136385"/>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r">
              <a:buNone/>
              <a:defRPr sz="900" b="1">
                <a:solidFill>
                  <a:srgbClr val="73777F"/>
                </a:solidFill>
                <a:latin typeface="Helvetica Neue"/>
                <a:ea typeface="Helvetica Neue"/>
                <a:cs typeface="Helvetica Neue"/>
              </a:defRPr>
            </a:lvl1pPr>
          </a:lstStyle>
          <a:p xmlns:a="http://schemas.openxmlformats.org/drawingml/2006/main">
            <a:pPr>
              <a:buNone/>
            </a:pPr>
            <a:r>
              <a:t>05</a:t>
            </a:r>
          </a:p>
        </p:txBody>
      </p:sp>
      <p:sp>
        <p:nvSpPr>
          <p:cNvPr id="1183" name="TextBox 5">
            <a:extLst xmlns:a="http://schemas.openxmlformats.org/drawingml/2006/main">
              <a:ext uri="{FF2B5EF4-FFF2-40B4-BE49-F238E27FC236}">
                <a16:creationId xmlns:a16="http://schemas.microsoft.com/office/drawing/2014/main" id="{9B70D6A2-6F57-4321-8D53-70778AD6588F}"/>
              </a:ext>
            </a:extLst>
          </p:cNvPr>
          <p:cNvSpPr>
            <a:spLocks xmlns:a="http://schemas.openxmlformats.org/drawingml/2006/main" noGrp="1"/>
          </p:cNvSpPr>
          <p:nvPr/>
        </p:nvSpPr>
        <p:spPr>
          <a:xfrm xmlns:a="http://schemas.openxmlformats.org/drawingml/2006/main">
            <a:off x="804670" y="1554480"/>
            <a:ext cx="2103124" cy="14871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000" b="1">
                <a:solidFill>
                  <a:srgbClr val="73777F"/>
                </a:solidFill>
                <a:latin typeface="Helvetica Neue"/>
                <a:ea typeface="Helvetica Neue"/>
                <a:cs typeface="Helvetica Neue"/>
              </a:defRPr>
            </a:lvl1pPr>
          </a:lstStyle>
          <a:p xmlns:a="http://schemas.openxmlformats.org/drawingml/2006/main">
            <a:pPr>
              <a:buNone/>
            </a:pPr>
            <a:r>
              <a:t>CLASSROOM METAPHOR</a:t>
            </a:r>
          </a:p>
        </p:txBody>
      </p:sp>
      <p:sp>
        <p:nvSpPr>
          <p:cNvPr id="1184" name="Oval 6">
            <a:extLst xmlns:a="http://schemas.openxmlformats.org/drawingml/2006/main">
              <a:ext uri="{FF2B5EF4-FFF2-40B4-BE49-F238E27FC236}">
                <a16:creationId xmlns:a16="http://schemas.microsoft.com/office/drawing/2014/main" id="{1BA3419C-7CE9-4C62-818C-14C4AB22CF70}"/>
              </a:ext>
            </a:extLst>
          </p:cNvPr>
          <p:cNvSpPr>
            <a:spLocks xmlns:a="http://schemas.openxmlformats.org/drawingml/2006/main" noGrp="1"/>
          </p:cNvSpPr>
          <p:nvPr/>
        </p:nvSpPr>
        <p:spPr>
          <a:xfrm xmlns:a="http://schemas.openxmlformats.org/drawingml/2006/main">
            <a:off x="868680" y="1965960"/>
            <a:ext cx="131687" cy="13168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185" name="Connector 7">
            <a:extLst xmlns:a="http://schemas.openxmlformats.org/drawingml/2006/main">
              <a:ext uri="{FF2B5EF4-FFF2-40B4-BE49-F238E27FC236}">
                <a16:creationId xmlns:a16="http://schemas.microsoft.com/office/drawing/2014/main" id="{77883368-D40F-48A8-A030-61E77BAC2E91}"/>
              </a:ext>
            </a:extLst>
          </p:cNvPr>
          <p:cNvSpPr>
            <a:spLocks xmlns:a="http://schemas.openxmlformats.org/drawingml/2006/main" noGrp="1"/>
          </p:cNvSpPr>
          <p:nvPr/>
        </p:nvSpPr>
        <p:spPr>
          <a:xfrm xmlns:a="http://schemas.openxmlformats.org/drawingml/2006/main">
            <a:off x="934515" y="2097633"/>
            <a:ext cx="7"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186" name="Connector 8">
            <a:extLst xmlns:a="http://schemas.openxmlformats.org/drawingml/2006/main">
              <a:ext uri="{FF2B5EF4-FFF2-40B4-BE49-F238E27FC236}">
                <a16:creationId xmlns:a16="http://schemas.microsoft.com/office/drawing/2014/main" id="{7FC0EA2C-23A4-4B1A-B735-D6CC217A7D10}"/>
              </a:ext>
            </a:extLst>
          </p:cNvPr>
          <p:cNvSpPr>
            <a:spLocks xmlns:a="http://schemas.openxmlformats.org/drawingml/2006/main" noGrp="1"/>
          </p:cNvSpPr>
          <p:nvPr/>
        </p:nvSpPr>
        <p:spPr>
          <a:xfrm xmlns:a="http://schemas.openxmlformats.org/drawingml/2006/main">
            <a:off x="842344" y="2189805"/>
            <a:ext cx="184351" cy="6"/>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187" name="Connector 9">
            <a:extLst xmlns:a="http://schemas.openxmlformats.org/drawingml/2006/main">
              <a:ext uri="{FF2B5EF4-FFF2-40B4-BE49-F238E27FC236}">
                <a16:creationId xmlns:a16="http://schemas.microsoft.com/office/drawing/2014/main" id="{2A1B5DBE-A663-4467-AFB7-43CD7540D32B}"/>
              </a:ext>
            </a:extLst>
          </p:cNvPr>
          <p:cNvSpPr>
            <a:spLocks xmlns:a="http://schemas.openxmlformats.org/drawingml/2006/main" noGrp="1"/>
          </p:cNvSpPr>
          <p:nvPr/>
        </p:nvSpPr>
        <p:spPr>
          <a:xfrm xmlns:a="http://schemas.openxmlformats.org/drawingml/2006/main" flipH="1">
            <a:off x="848928" y="2314892"/>
            <a:ext cx="85595" cy="138265"/>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188" name="Connector 10">
            <a:extLst xmlns:a="http://schemas.openxmlformats.org/drawingml/2006/main">
              <a:ext uri="{FF2B5EF4-FFF2-40B4-BE49-F238E27FC236}">
                <a16:creationId xmlns:a16="http://schemas.microsoft.com/office/drawing/2014/main" id="{AB376234-552A-4D2B-B3B3-E2753533EF0C}"/>
              </a:ext>
            </a:extLst>
          </p:cNvPr>
          <p:cNvSpPr>
            <a:spLocks xmlns:a="http://schemas.openxmlformats.org/drawingml/2006/main" noGrp="1"/>
          </p:cNvSpPr>
          <p:nvPr/>
        </p:nvSpPr>
        <p:spPr>
          <a:xfrm xmlns:a="http://schemas.openxmlformats.org/drawingml/2006/main">
            <a:off x="934513" y="2314892"/>
            <a:ext cx="85594" cy="138265"/>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189" name="Oval 11">
            <a:extLst xmlns:a="http://schemas.openxmlformats.org/drawingml/2006/main">
              <a:ext uri="{FF2B5EF4-FFF2-40B4-BE49-F238E27FC236}">
                <a16:creationId xmlns:a16="http://schemas.microsoft.com/office/drawing/2014/main" id="{77C0A45E-BA9B-4757-89FA-4FABB71C89A6}"/>
              </a:ext>
            </a:extLst>
          </p:cNvPr>
          <p:cNvSpPr>
            <a:spLocks xmlns:a="http://schemas.openxmlformats.org/drawingml/2006/main" noGrp="1"/>
          </p:cNvSpPr>
          <p:nvPr/>
        </p:nvSpPr>
        <p:spPr>
          <a:xfrm xmlns:a="http://schemas.openxmlformats.org/drawingml/2006/main">
            <a:off x="1490472" y="1965960"/>
            <a:ext cx="131687" cy="13168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190" name="Connector 12">
            <a:extLst xmlns:a="http://schemas.openxmlformats.org/drawingml/2006/main">
              <a:ext uri="{FF2B5EF4-FFF2-40B4-BE49-F238E27FC236}">
                <a16:creationId xmlns:a16="http://schemas.microsoft.com/office/drawing/2014/main" id="{946C13E4-E988-4F82-9FE3-240908BE0649}"/>
              </a:ext>
            </a:extLst>
          </p:cNvPr>
          <p:cNvSpPr>
            <a:spLocks xmlns:a="http://schemas.openxmlformats.org/drawingml/2006/main" noGrp="1"/>
          </p:cNvSpPr>
          <p:nvPr/>
        </p:nvSpPr>
        <p:spPr>
          <a:xfrm xmlns:a="http://schemas.openxmlformats.org/drawingml/2006/main">
            <a:off x="1556307" y="2097633"/>
            <a:ext cx="7"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191" name="Connector 13">
            <a:extLst xmlns:a="http://schemas.openxmlformats.org/drawingml/2006/main">
              <a:ext uri="{FF2B5EF4-FFF2-40B4-BE49-F238E27FC236}">
                <a16:creationId xmlns:a16="http://schemas.microsoft.com/office/drawing/2014/main" id="{CF0EEE2C-3500-4060-A50D-5894B3316AA9}"/>
              </a:ext>
            </a:extLst>
          </p:cNvPr>
          <p:cNvSpPr>
            <a:spLocks xmlns:a="http://schemas.openxmlformats.org/drawingml/2006/main" noGrp="1"/>
          </p:cNvSpPr>
          <p:nvPr/>
        </p:nvSpPr>
        <p:spPr>
          <a:xfrm xmlns:a="http://schemas.openxmlformats.org/drawingml/2006/main">
            <a:off x="1464136" y="2189805"/>
            <a:ext cx="184350" cy="6"/>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192" name="Connector 14">
            <a:extLst xmlns:a="http://schemas.openxmlformats.org/drawingml/2006/main">
              <a:ext uri="{FF2B5EF4-FFF2-40B4-BE49-F238E27FC236}">
                <a16:creationId xmlns:a16="http://schemas.microsoft.com/office/drawing/2014/main" id="{FBA44F5B-FE91-460D-8739-B2772D8D228C}"/>
              </a:ext>
            </a:extLst>
          </p:cNvPr>
          <p:cNvSpPr>
            <a:spLocks xmlns:a="http://schemas.openxmlformats.org/drawingml/2006/main" noGrp="1"/>
          </p:cNvSpPr>
          <p:nvPr/>
        </p:nvSpPr>
        <p:spPr>
          <a:xfrm xmlns:a="http://schemas.openxmlformats.org/drawingml/2006/main" flipH="1">
            <a:off x="1470719" y="2314892"/>
            <a:ext cx="85595" cy="138265"/>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193" name="Connector 15">
            <a:extLst xmlns:a="http://schemas.openxmlformats.org/drawingml/2006/main">
              <a:ext uri="{FF2B5EF4-FFF2-40B4-BE49-F238E27FC236}">
                <a16:creationId xmlns:a16="http://schemas.microsoft.com/office/drawing/2014/main" id="{38BC84D4-F589-4932-97EF-5939EAF7AC8F}"/>
              </a:ext>
            </a:extLst>
          </p:cNvPr>
          <p:cNvSpPr>
            <a:spLocks xmlns:a="http://schemas.openxmlformats.org/drawingml/2006/main" noGrp="1"/>
          </p:cNvSpPr>
          <p:nvPr/>
        </p:nvSpPr>
        <p:spPr>
          <a:xfrm xmlns:a="http://schemas.openxmlformats.org/drawingml/2006/main">
            <a:off x="1556307" y="2314892"/>
            <a:ext cx="85595" cy="138265"/>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194" name="Oval 16">
            <a:extLst xmlns:a="http://schemas.openxmlformats.org/drawingml/2006/main">
              <a:ext uri="{FF2B5EF4-FFF2-40B4-BE49-F238E27FC236}">
                <a16:creationId xmlns:a16="http://schemas.microsoft.com/office/drawing/2014/main" id="{71E501B7-AC95-47F8-AFB6-18FAC0933059}"/>
              </a:ext>
            </a:extLst>
          </p:cNvPr>
          <p:cNvSpPr>
            <a:spLocks xmlns:a="http://schemas.openxmlformats.org/drawingml/2006/main" noGrp="1"/>
          </p:cNvSpPr>
          <p:nvPr/>
        </p:nvSpPr>
        <p:spPr>
          <a:xfrm xmlns:a="http://schemas.openxmlformats.org/drawingml/2006/main">
            <a:off x="2112264" y="1965960"/>
            <a:ext cx="131687" cy="13168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195" name="Connector 17">
            <a:extLst xmlns:a="http://schemas.openxmlformats.org/drawingml/2006/main">
              <a:ext uri="{FF2B5EF4-FFF2-40B4-BE49-F238E27FC236}">
                <a16:creationId xmlns:a16="http://schemas.microsoft.com/office/drawing/2014/main" id="{1A6707F3-C99C-423B-8EB8-1310C80E6E3A}"/>
              </a:ext>
            </a:extLst>
          </p:cNvPr>
          <p:cNvSpPr>
            <a:spLocks xmlns:a="http://schemas.openxmlformats.org/drawingml/2006/main" noGrp="1"/>
          </p:cNvSpPr>
          <p:nvPr/>
        </p:nvSpPr>
        <p:spPr>
          <a:xfrm xmlns:a="http://schemas.openxmlformats.org/drawingml/2006/main">
            <a:off x="2178098" y="2097633"/>
            <a:ext cx="7"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196" name="Connector 18">
            <a:extLst xmlns:a="http://schemas.openxmlformats.org/drawingml/2006/main">
              <a:ext uri="{FF2B5EF4-FFF2-40B4-BE49-F238E27FC236}">
                <a16:creationId xmlns:a16="http://schemas.microsoft.com/office/drawing/2014/main" id="{CE6F4CBA-8787-4BAF-9CFE-E45D9AFFF49C}"/>
              </a:ext>
            </a:extLst>
          </p:cNvPr>
          <p:cNvSpPr>
            <a:spLocks xmlns:a="http://schemas.openxmlformats.org/drawingml/2006/main" noGrp="1"/>
          </p:cNvSpPr>
          <p:nvPr/>
        </p:nvSpPr>
        <p:spPr>
          <a:xfrm xmlns:a="http://schemas.openxmlformats.org/drawingml/2006/main">
            <a:off x="2085929" y="2189805"/>
            <a:ext cx="184350" cy="6"/>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197" name="Connector 19">
            <a:extLst xmlns:a="http://schemas.openxmlformats.org/drawingml/2006/main">
              <a:ext uri="{FF2B5EF4-FFF2-40B4-BE49-F238E27FC236}">
                <a16:creationId xmlns:a16="http://schemas.microsoft.com/office/drawing/2014/main" id="{DF2191ED-0AB1-4EF5-BB12-781D329D469B}"/>
              </a:ext>
            </a:extLst>
          </p:cNvPr>
          <p:cNvSpPr>
            <a:spLocks xmlns:a="http://schemas.openxmlformats.org/drawingml/2006/main" noGrp="1"/>
          </p:cNvSpPr>
          <p:nvPr/>
        </p:nvSpPr>
        <p:spPr>
          <a:xfrm xmlns:a="http://schemas.openxmlformats.org/drawingml/2006/main" flipH="1">
            <a:off x="2092512" y="2314892"/>
            <a:ext cx="85595" cy="138265"/>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198" name="Connector 20">
            <a:extLst xmlns:a="http://schemas.openxmlformats.org/drawingml/2006/main">
              <a:ext uri="{FF2B5EF4-FFF2-40B4-BE49-F238E27FC236}">
                <a16:creationId xmlns:a16="http://schemas.microsoft.com/office/drawing/2014/main" id="{D9750A9C-7D51-4CFF-8993-558CEF3FB658}"/>
              </a:ext>
            </a:extLst>
          </p:cNvPr>
          <p:cNvSpPr>
            <a:spLocks xmlns:a="http://schemas.openxmlformats.org/drawingml/2006/main" noGrp="1"/>
          </p:cNvSpPr>
          <p:nvPr/>
        </p:nvSpPr>
        <p:spPr>
          <a:xfrm xmlns:a="http://schemas.openxmlformats.org/drawingml/2006/main">
            <a:off x="2178099" y="2314892"/>
            <a:ext cx="85595" cy="138265"/>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199" name="Oval 21">
            <a:extLst xmlns:a="http://schemas.openxmlformats.org/drawingml/2006/main">
              <a:ext uri="{FF2B5EF4-FFF2-40B4-BE49-F238E27FC236}">
                <a16:creationId xmlns:a16="http://schemas.microsoft.com/office/drawing/2014/main" id="{FFDA3F58-85BA-4BAF-AFD7-9B0A536DC5C4}"/>
              </a:ext>
            </a:extLst>
          </p:cNvPr>
          <p:cNvSpPr>
            <a:spLocks xmlns:a="http://schemas.openxmlformats.org/drawingml/2006/main" noGrp="1"/>
          </p:cNvSpPr>
          <p:nvPr/>
        </p:nvSpPr>
        <p:spPr>
          <a:xfrm xmlns:a="http://schemas.openxmlformats.org/drawingml/2006/main">
            <a:off x="2734055" y="1965960"/>
            <a:ext cx="131687" cy="13168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200" name="Connector 22">
            <a:extLst xmlns:a="http://schemas.openxmlformats.org/drawingml/2006/main">
              <a:ext uri="{FF2B5EF4-FFF2-40B4-BE49-F238E27FC236}">
                <a16:creationId xmlns:a16="http://schemas.microsoft.com/office/drawing/2014/main" id="{C3BB0DF4-7D02-4440-9F40-23E3BCBE545F}"/>
              </a:ext>
            </a:extLst>
          </p:cNvPr>
          <p:cNvSpPr>
            <a:spLocks xmlns:a="http://schemas.openxmlformats.org/drawingml/2006/main" noGrp="1"/>
          </p:cNvSpPr>
          <p:nvPr/>
        </p:nvSpPr>
        <p:spPr>
          <a:xfrm xmlns:a="http://schemas.openxmlformats.org/drawingml/2006/main">
            <a:off x="2799892" y="2097633"/>
            <a:ext cx="6"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201" name="Connector 23">
            <a:extLst xmlns:a="http://schemas.openxmlformats.org/drawingml/2006/main">
              <a:ext uri="{FF2B5EF4-FFF2-40B4-BE49-F238E27FC236}">
                <a16:creationId xmlns:a16="http://schemas.microsoft.com/office/drawing/2014/main" id="{1AB2F9AC-59F5-43B2-BA66-75FB939A0D1E}"/>
              </a:ext>
            </a:extLst>
          </p:cNvPr>
          <p:cNvSpPr>
            <a:spLocks xmlns:a="http://schemas.openxmlformats.org/drawingml/2006/main" noGrp="1"/>
          </p:cNvSpPr>
          <p:nvPr/>
        </p:nvSpPr>
        <p:spPr>
          <a:xfrm xmlns:a="http://schemas.openxmlformats.org/drawingml/2006/main">
            <a:off x="2707719" y="2189805"/>
            <a:ext cx="184350" cy="6"/>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202" name="Connector 24">
            <a:extLst xmlns:a="http://schemas.openxmlformats.org/drawingml/2006/main">
              <a:ext uri="{FF2B5EF4-FFF2-40B4-BE49-F238E27FC236}">
                <a16:creationId xmlns:a16="http://schemas.microsoft.com/office/drawing/2014/main" id="{379C3998-F2D6-4BBF-AA65-EB7E60A13E02}"/>
              </a:ext>
            </a:extLst>
          </p:cNvPr>
          <p:cNvSpPr>
            <a:spLocks xmlns:a="http://schemas.openxmlformats.org/drawingml/2006/main" noGrp="1"/>
          </p:cNvSpPr>
          <p:nvPr/>
        </p:nvSpPr>
        <p:spPr>
          <a:xfrm xmlns:a="http://schemas.openxmlformats.org/drawingml/2006/main" flipH="1">
            <a:off x="2714304" y="2314892"/>
            <a:ext cx="85595" cy="138265"/>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203" name="Connector 25">
            <a:extLst xmlns:a="http://schemas.openxmlformats.org/drawingml/2006/main">
              <a:ext uri="{FF2B5EF4-FFF2-40B4-BE49-F238E27FC236}">
                <a16:creationId xmlns:a16="http://schemas.microsoft.com/office/drawing/2014/main" id="{56630930-DB74-4EB7-A9A7-37AE743DFEC1}"/>
              </a:ext>
            </a:extLst>
          </p:cNvPr>
          <p:cNvSpPr>
            <a:spLocks xmlns:a="http://schemas.openxmlformats.org/drawingml/2006/main" noGrp="1"/>
          </p:cNvSpPr>
          <p:nvPr/>
        </p:nvSpPr>
        <p:spPr>
          <a:xfrm xmlns:a="http://schemas.openxmlformats.org/drawingml/2006/main">
            <a:off x="2799892" y="2314892"/>
            <a:ext cx="85595" cy="138265"/>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204" name="Oval 26">
            <a:extLst xmlns:a="http://schemas.openxmlformats.org/drawingml/2006/main">
              <a:ext uri="{FF2B5EF4-FFF2-40B4-BE49-F238E27FC236}">
                <a16:creationId xmlns:a16="http://schemas.microsoft.com/office/drawing/2014/main" id="{4F4A8332-F30D-4D34-B278-BCF30219B694}"/>
              </a:ext>
            </a:extLst>
          </p:cNvPr>
          <p:cNvSpPr>
            <a:spLocks xmlns:a="http://schemas.openxmlformats.org/drawingml/2006/main" noGrp="1"/>
          </p:cNvSpPr>
          <p:nvPr/>
        </p:nvSpPr>
        <p:spPr>
          <a:xfrm xmlns:a="http://schemas.openxmlformats.org/drawingml/2006/main">
            <a:off x="3355847" y="1965960"/>
            <a:ext cx="131687" cy="131687"/>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205" name="Connector 27">
            <a:extLst xmlns:a="http://schemas.openxmlformats.org/drawingml/2006/main">
              <a:ext uri="{FF2B5EF4-FFF2-40B4-BE49-F238E27FC236}">
                <a16:creationId xmlns:a16="http://schemas.microsoft.com/office/drawing/2014/main" id="{20C248D1-36FE-4489-9E87-1A44D2745932}"/>
              </a:ext>
            </a:extLst>
          </p:cNvPr>
          <p:cNvSpPr>
            <a:spLocks xmlns:a="http://schemas.openxmlformats.org/drawingml/2006/main" noGrp="1"/>
          </p:cNvSpPr>
          <p:nvPr/>
        </p:nvSpPr>
        <p:spPr>
          <a:xfrm xmlns:a="http://schemas.openxmlformats.org/drawingml/2006/main">
            <a:off x="3421684" y="2097633"/>
            <a:ext cx="7" cy="217264"/>
          </a:xfrm>
          <a:prstGeom xmlns:a="http://schemas.openxmlformats.org/drawingml/2006/main" prst="line">
            <a:avLst/>
          </a:prstGeom>
          <a:ln xmlns:a="http://schemas.openxmlformats.org/drawingml/2006/main" w="1905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206" name="Connector 28">
            <a:extLst xmlns:a="http://schemas.openxmlformats.org/drawingml/2006/main">
              <a:ext uri="{FF2B5EF4-FFF2-40B4-BE49-F238E27FC236}">
                <a16:creationId xmlns:a16="http://schemas.microsoft.com/office/drawing/2014/main" id="{5858FC0F-6E8C-4601-9002-B6C874D8E555}"/>
              </a:ext>
            </a:extLst>
          </p:cNvPr>
          <p:cNvSpPr>
            <a:spLocks xmlns:a="http://schemas.openxmlformats.org/drawingml/2006/main" noGrp="1"/>
          </p:cNvSpPr>
          <p:nvPr/>
        </p:nvSpPr>
        <p:spPr>
          <a:xfrm xmlns:a="http://schemas.openxmlformats.org/drawingml/2006/main">
            <a:off x="3329513" y="2189805"/>
            <a:ext cx="184350" cy="6"/>
          </a:xfrm>
          <a:prstGeom xmlns:a="http://schemas.openxmlformats.org/drawingml/2006/main" prst="line">
            <a:avLst/>
          </a:prstGeom>
          <a:ln xmlns:a="http://schemas.openxmlformats.org/drawingml/2006/main" w="1905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207" name="Connector 29">
            <a:extLst xmlns:a="http://schemas.openxmlformats.org/drawingml/2006/main">
              <a:ext uri="{FF2B5EF4-FFF2-40B4-BE49-F238E27FC236}">
                <a16:creationId xmlns:a16="http://schemas.microsoft.com/office/drawing/2014/main" id="{F8A5E7DB-DBD7-4753-80F3-7265A6A956AD}"/>
              </a:ext>
            </a:extLst>
          </p:cNvPr>
          <p:cNvSpPr>
            <a:spLocks xmlns:a="http://schemas.openxmlformats.org/drawingml/2006/main" noGrp="1"/>
          </p:cNvSpPr>
          <p:nvPr/>
        </p:nvSpPr>
        <p:spPr>
          <a:xfrm xmlns:a="http://schemas.openxmlformats.org/drawingml/2006/main" flipV="1">
            <a:off x="3474353" y="1998876"/>
            <a:ext cx="98762" cy="190934"/>
          </a:xfrm>
          <a:prstGeom xmlns:a="http://schemas.openxmlformats.org/drawingml/2006/main" prst="line">
            <a:avLst/>
          </a:prstGeom>
          <a:ln xmlns:a="http://schemas.openxmlformats.org/drawingml/2006/main" w="228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208" name="Connector 30">
            <a:extLst xmlns:a="http://schemas.openxmlformats.org/drawingml/2006/main">
              <a:ext uri="{FF2B5EF4-FFF2-40B4-BE49-F238E27FC236}">
                <a16:creationId xmlns:a16="http://schemas.microsoft.com/office/drawing/2014/main" id="{5D44CD0D-F0FE-4B49-A6E9-8BD3CB492C16}"/>
              </a:ext>
            </a:extLst>
          </p:cNvPr>
          <p:cNvSpPr>
            <a:spLocks xmlns:a="http://schemas.openxmlformats.org/drawingml/2006/main" noGrp="1"/>
          </p:cNvSpPr>
          <p:nvPr/>
        </p:nvSpPr>
        <p:spPr>
          <a:xfrm xmlns:a="http://schemas.openxmlformats.org/drawingml/2006/main" flipH="1">
            <a:off x="3336091" y="2314892"/>
            <a:ext cx="85595" cy="138265"/>
          </a:xfrm>
          <a:prstGeom xmlns:a="http://schemas.openxmlformats.org/drawingml/2006/main" prst="line">
            <a:avLst/>
          </a:prstGeom>
          <a:ln xmlns:a="http://schemas.openxmlformats.org/drawingml/2006/main" w="1905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209" name="Connector 31">
            <a:extLst xmlns:a="http://schemas.openxmlformats.org/drawingml/2006/main">
              <a:ext uri="{FF2B5EF4-FFF2-40B4-BE49-F238E27FC236}">
                <a16:creationId xmlns:a16="http://schemas.microsoft.com/office/drawing/2014/main" id="{60CBBE8C-B493-4FB3-ABA7-6541613D1260}"/>
              </a:ext>
            </a:extLst>
          </p:cNvPr>
          <p:cNvSpPr>
            <a:spLocks xmlns:a="http://schemas.openxmlformats.org/drawingml/2006/main" noGrp="1"/>
          </p:cNvSpPr>
          <p:nvPr/>
        </p:nvSpPr>
        <p:spPr>
          <a:xfrm xmlns:a="http://schemas.openxmlformats.org/drawingml/2006/main">
            <a:off x="3421684" y="2314892"/>
            <a:ext cx="85595" cy="138265"/>
          </a:xfrm>
          <a:prstGeom xmlns:a="http://schemas.openxmlformats.org/drawingml/2006/main" prst="line">
            <a:avLst/>
          </a:prstGeom>
          <a:ln xmlns:a="http://schemas.openxmlformats.org/drawingml/2006/main" w="1905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210" name="Connector 32">
            <a:extLst xmlns:a="http://schemas.openxmlformats.org/drawingml/2006/main">
              <a:ext uri="{FF2B5EF4-FFF2-40B4-BE49-F238E27FC236}">
                <a16:creationId xmlns:a16="http://schemas.microsoft.com/office/drawing/2014/main" id="{EB7B43E5-C20D-4B3D-B810-14C7ADF9C293}"/>
              </a:ext>
            </a:extLst>
          </p:cNvPr>
          <p:cNvSpPr>
            <a:spLocks xmlns:a="http://schemas.openxmlformats.org/drawingml/2006/main" noGrp="1"/>
          </p:cNvSpPr>
          <p:nvPr/>
        </p:nvSpPr>
        <p:spPr>
          <a:xfrm xmlns:a="http://schemas.openxmlformats.org/drawingml/2006/main">
            <a:off x="3647434" y="1993388"/>
            <a:ext cx="7" cy="100592"/>
          </a:xfrm>
          <a:prstGeom xmlns:a="http://schemas.openxmlformats.org/drawingml/2006/main" prst="line">
            <a:avLst/>
          </a:prstGeom>
          <a:ln xmlns:a="http://schemas.openxmlformats.org/drawingml/2006/main" w="1524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211" name="Connector 33">
            <a:extLst xmlns:a="http://schemas.openxmlformats.org/drawingml/2006/main">
              <a:ext uri="{FF2B5EF4-FFF2-40B4-BE49-F238E27FC236}">
                <a16:creationId xmlns:a16="http://schemas.microsoft.com/office/drawing/2014/main" id="{079777DB-6179-4EB2-8713-087890638655}"/>
              </a:ext>
            </a:extLst>
          </p:cNvPr>
          <p:cNvSpPr>
            <a:spLocks xmlns:a="http://schemas.openxmlformats.org/drawingml/2006/main" noGrp="1"/>
          </p:cNvSpPr>
          <p:nvPr/>
        </p:nvSpPr>
        <p:spPr>
          <a:xfrm xmlns:a="http://schemas.openxmlformats.org/drawingml/2006/main">
            <a:off x="3711444" y="1993388"/>
            <a:ext cx="7" cy="100592"/>
          </a:xfrm>
          <a:prstGeom xmlns:a="http://schemas.openxmlformats.org/drawingml/2006/main" prst="line">
            <a:avLst/>
          </a:prstGeom>
          <a:ln xmlns:a="http://schemas.openxmlformats.org/drawingml/2006/main" w="1524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212" name="Connector 34">
            <a:extLst xmlns:a="http://schemas.openxmlformats.org/drawingml/2006/main">
              <a:ext uri="{FF2B5EF4-FFF2-40B4-BE49-F238E27FC236}">
                <a16:creationId xmlns:a16="http://schemas.microsoft.com/office/drawing/2014/main" id="{74392167-288E-49E1-966B-479C19C0D74C}"/>
              </a:ext>
            </a:extLst>
          </p:cNvPr>
          <p:cNvSpPr>
            <a:spLocks xmlns:a="http://schemas.openxmlformats.org/drawingml/2006/main" noGrp="1"/>
          </p:cNvSpPr>
          <p:nvPr/>
        </p:nvSpPr>
        <p:spPr>
          <a:xfrm xmlns:a="http://schemas.openxmlformats.org/drawingml/2006/main">
            <a:off x="3775451" y="1993388"/>
            <a:ext cx="7" cy="100592"/>
          </a:xfrm>
          <a:prstGeom xmlns:a="http://schemas.openxmlformats.org/drawingml/2006/main" prst="line">
            <a:avLst/>
          </a:prstGeom>
          <a:ln xmlns:a="http://schemas.openxmlformats.org/drawingml/2006/main" w="1524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213" name="Connector 35">
            <a:extLst xmlns:a="http://schemas.openxmlformats.org/drawingml/2006/main">
              <a:ext uri="{FF2B5EF4-FFF2-40B4-BE49-F238E27FC236}">
                <a16:creationId xmlns:a16="http://schemas.microsoft.com/office/drawing/2014/main" id="{24A406C5-A515-4895-B3FC-70668EEDBB34}"/>
              </a:ext>
            </a:extLst>
          </p:cNvPr>
          <p:cNvSpPr>
            <a:spLocks xmlns:a="http://schemas.openxmlformats.org/drawingml/2006/main" noGrp="1"/>
          </p:cNvSpPr>
          <p:nvPr/>
        </p:nvSpPr>
        <p:spPr>
          <a:xfrm xmlns:a="http://schemas.openxmlformats.org/drawingml/2006/main">
            <a:off x="3839458" y="1993388"/>
            <a:ext cx="7" cy="100592"/>
          </a:xfrm>
          <a:prstGeom xmlns:a="http://schemas.openxmlformats.org/drawingml/2006/main" prst="line">
            <a:avLst/>
          </a:prstGeom>
          <a:ln xmlns:a="http://schemas.openxmlformats.org/drawingml/2006/main" w="1524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214" name="Oval 36">
            <a:extLst xmlns:a="http://schemas.openxmlformats.org/drawingml/2006/main">
              <a:ext uri="{FF2B5EF4-FFF2-40B4-BE49-F238E27FC236}">
                <a16:creationId xmlns:a16="http://schemas.microsoft.com/office/drawing/2014/main" id="{E0B78436-A8E8-48C1-838F-861978A9AE86}"/>
              </a:ext>
            </a:extLst>
          </p:cNvPr>
          <p:cNvSpPr>
            <a:spLocks xmlns:a="http://schemas.openxmlformats.org/drawingml/2006/main" noGrp="1"/>
          </p:cNvSpPr>
          <p:nvPr/>
        </p:nvSpPr>
        <p:spPr>
          <a:xfrm xmlns:a="http://schemas.openxmlformats.org/drawingml/2006/main">
            <a:off x="3977640" y="1965960"/>
            <a:ext cx="131687" cy="13168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215" name="Connector 37">
            <a:extLst xmlns:a="http://schemas.openxmlformats.org/drawingml/2006/main">
              <a:ext uri="{FF2B5EF4-FFF2-40B4-BE49-F238E27FC236}">
                <a16:creationId xmlns:a16="http://schemas.microsoft.com/office/drawing/2014/main" id="{FE344773-D20B-4BEA-8B43-177759E3126D}"/>
              </a:ext>
            </a:extLst>
          </p:cNvPr>
          <p:cNvSpPr>
            <a:spLocks xmlns:a="http://schemas.openxmlformats.org/drawingml/2006/main" noGrp="1"/>
          </p:cNvSpPr>
          <p:nvPr/>
        </p:nvSpPr>
        <p:spPr>
          <a:xfrm xmlns:a="http://schemas.openxmlformats.org/drawingml/2006/main">
            <a:off x="4043473" y="2097633"/>
            <a:ext cx="7"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216" name="Connector 38">
            <a:extLst xmlns:a="http://schemas.openxmlformats.org/drawingml/2006/main">
              <a:ext uri="{FF2B5EF4-FFF2-40B4-BE49-F238E27FC236}">
                <a16:creationId xmlns:a16="http://schemas.microsoft.com/office/drawing/2014/main" id="{3F64C0B4-8DD0-4C02-8395-810077C6404B}"/>
              </a:ext>
            </a:extLst>
          </p:cNvPr>
          <p:cNvSpPr>
            <a:spLocks xmlns:a="http://schemas.openxmlformats.org/drawingml/2006/main" noGrp="1"/>
          </p:cNvSpPr>
          <p:nvPr/>
        </p:nvSpPr>
        <p:spPr>
          <a:xfrm xmlns:a="http://schemas.openxmlformats.org/drawingml/2006/main">
            <a:off x="3951304" y="2189805"/>
            <a:ext cx="184350" cy="6"/>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217" name="Connector 39">
            <a:extLst xmlns:a="http://schemas.openxmlformats.org/drawingml/2006/main">
              <a:ext uri="{FF2B5EF4-FFF2-40B4-BE49-F238E27FC236}">
                <a16:creationId xmlns:a16="http://schemas.microsoft.com/office/drawing/2014/main" id="{D19E569E-D815-4E70-B207-450C6702459B}"/>
              </a:ext>
            </a:extLst>
          </p:cNvPr>
          <p:cNvSpPr>
            <a:spLocks xmlns:a="http://schemas.openxmlformats.org/drawingml/2006/main" noGrp="1"/>
          </p:cNvSpPr>
          <p:nvPr/>
        </p:nvSpPr>
        <p:spPr>
          <a:xfrm xmlns:a="http://schemas.openxmlformats.org/drawingml/2006/main" flipH="1">
            <a:off x="3957885" y="2314892"/>
            <a:ext cx="85595" cy="138265"/>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218" name="Connector 40">
            <a:extLst xmlns:a="http://schemas.openxmlformats.org/drawingml/2006/main">
              <a:ext uri="{FF2B5EF4-FFF2-40B4-BE49-F238E27FC236}">
                <a16:creationId xmlns:a16="http://schemas.microsoft.com/office/drawing/2014/main" id="{25D17C1A-99BB-4A9C-8537-7E32145863DA}"/>
              </a:ext>
            </a:extLst>
          </p:cNvPr>
          <p:cNvSpPr>
            <a:spLocks xmlns:a="http://schemas.openxmlformats.org/drawingml/2006/main" noGrp="1"/>
          </p:cNvSpPr>
          <p:nvPr/>
        </p:nvSpPr>
        <p:spPr>
          <a:xfrm xmlns:a="http://schemas.openxmlformats.org/drawingml/2006/main">
            <a:off x="4043474" y="2314892"/>
            <a:ext cx="85594" cy="138265"/>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219" name="Oval 41">
            <a:extLst xmlns:a="http://schemas.openxmlformats.org/drawingml/2006/main">
              <a:ext uri="{FF2B5EF4-FFF2-40B4-BE49-F238E27FC236}">
                <a16:creationId xmlns:a16="http://schemas.microsoft.com/office/drawing/2014/main" id="{F6E75084-0EE8-467F-90EC-648F834F4366}"/>
              </a:ext>
            </a:extLst>
          </p:cNvPr>
          <p:cNvSpPr>
            <a:spLocks xmlns:a="http://schemas.openxmlformats.org/drawingml/2006/main" noGrp="1"/>
          </p:cNvSpPr>
          <p:nvPr/>
        </p:nvSpPr>
        <p:spPr>
          <a:xfrm xmlns:a="http://schemas.openxmlformats.org/drawingml/2006/main">
            <a:off x="4599432" y="1965960"/>
            <a:ext cx="131687" cy="13168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220" name="Connector 42">
            <a:extLst xmlns:a="http://schemas.openxmlformats.org/drawingml/2006/main">
              <a:ext uri="{FF2B5EF4-FFF2-40B4-BE49-F238E27FC236}">
                <a16:creationId xmlns:a16="http://schemas.microsoft.com/office/drawing/2014/main" id="{579BB79A-A986-48DB-B16E-4F31ACDEB7D2}"/>
              </a:ext>
            </a:extLst>
          </p:cNvPr>
          <p:cNvSpPr>
            <a:spLocks xmlns:a="http://schemas.openxmlformats.org/drawingml/2006/main" noGrp="1"/>
          </p:cNvSpPr>
          <p:nvPr/>
        </p:nvSpPr>
        <p:spPr>
          <a:xfrm xmlns:a="http://schemas.openxmlformats.org/drawingml/2006/main">
            <a:off x="4665267" y="2097633"/>
            <a:ext cx="7"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221" name="Connector 43">
            <a:extLst xmlns:a="http://schemas.openxmlformats.org/drawingml/2006/main">
              <a:ext uri="{FF2B5EF4-FFF2-40B4-BE49-F238E27FC236}">
                <a16:creationId xmlns:a16="http://schemas.microsoft.com/office/drawing/2014/main" id="{CC1F75BB-1245-4ADC-8F1B-5ABDC8F5CBC7}"/>
              </a:ext>
            </a:extLst>
          </p:cNvPr>
          <p:cNvSpPr>
            <a:spLocks xmlns:a="http://schemas.openxmlformats.org/drawingml/2006/main" noGrp="1"/>
          </p:cNvSpPr>
          <p:nvPr/>
        </p:nvSpPr>
        <p:spPr>
          <a:xfrm xmlns:a="http://schemas.openxmlformats.org/drawingml/2006/main">
            <a:off x="4573096" y="2189805"/>
            <a:ext cx="184350" cy="6"/>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222" name="Connector 44">
            <a:extLst xmlns:a="http://schemas.openxmlformats.org/drawingml/2006/main">
              <a:ext uri="{FF2B5EF4-FFF2-40B4-BE49-F238E27FC236}">
                <a16:creationId xmlns:a16="http://schemas.microsoft.com/office/drawing/2014/main" id="{54E3DFF0-60B8-4877-A63D-03A9F6BF2EA3}"/>
              </a:ext>
            </a:extLst>
          </p:cNvPr>
          <p:cNvSpPr>
            <a:spLocks xmlns:a="http://schemas.openxmlformats.org/drawingml/2006/main" noGrp="1"/>
          </p:cNvSpPr>
          <p:nvPr/>
        </p:nvSpPr>
        <p:spPr>
          <a:xfrm xmlns:a="http://schemas.openxmlformats.org/drawingml/2006/main" flipH="1">
            <a:off x="4579680" y="2314892"/>
            <a:ext cx="85595" cy="138265"/>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223" name="Connector 45">
            <a:extLst xmlns:a="http://schemas.openxmlformats.org/drawingml/2006/main">
              <a:ext uri="{FF2B5EF4-FFF2-40B4-BE49-F238E27FC236}">
                <a16:creationId xmlns:a16="http://schemas.microsoft.com/office/drawing/2014/main" id="{1181C041-EDE6-49C0-906E-5AD4BD85CF6C}"/>
              </a:ext>
            </a:extLst>
          </p:cNvPr>
          <p:cNvSpPr>
            <a:spLocks xmlns:a="http://schemas.openxmlformats.org/drawingml/2006/main" noGrp="1"/>
          </p:cNvSpPr>
          <p:nvPr/>
        </p:nvSpPr>
        <p:spPr>
          <a:xfrm xmlns:a="http://schemas.openxmlformats.org/drawingml/2006/main">
            <a:off x="4665267" y="2314892"/>
            <a:ext cx="85595" cy="138265"/>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224" name="Oval 46">
            <a:extLst xmlns:a="http://schemas.openxmlformats.org/drawingml/2006/main">
              <a:ext uri="{FF2B5EF4-FFF2-40B4-BE49-F238E27FC236}">
                <a16:creationId xmlns:a16="http://schemas.microsoft.com/office/drawing/2014/main" id="{29D8CCD8-6DD2-4F87-88C5-C0BAC73075B2}"/>
              </a:ext>
            </a:extLst>
          </p:cNvPr>
          <p:cNvSpPr>
            <a:spLocks xmlns:a="http://schemas.openxmlformats.org/drawingml/2006/main" noGrp="1"/>
          </p:cNvSpPr>
          <p:nvPr/>
        </p:nvSpPr>
        <p:spPr>
          <a:xfrm xmlns:a="http://schemas.openxmlformats.org/drawingml/2006/main">
            <a:off x="1033271" y="2697477"/>
            <a:ext cx="131687" cy="13168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225" name="Connector 47">
            <a:extLst xmlns:a="http://schemas.openxmlformats.org/drawingml/2006/main">
              <a:ext uri="{FF2B5EF4-FFF2-40B4-BE49-F238E27FC236}">
                <a16:creationId xmlns:a16="http://schemas.microsoft.com/office/drawing/2014/main" id="{13E84211-4A5D-4CB8-8E4C-874AF5471DC6}"/>
              </a:ext>
            </a:extLst>
          </p:cNvPr>
          <p:cNvSpPr>
            <a:spLocks xmlns:a="http://schemas.openxmlformats.org/drawingml/2006/main" noGrp="1"/>
          </p:cNvSpPr>
          <p:nvPr/>
        </p:nvSpPr>
        <p:spPr>
          <a:xfrm xmlns:a="http://schemas.openxmlformats.org/drawingml/2006/main">
            <a:off x="1099107" y="2829153"/>
            <a:ext cx="7"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226" name="Connector 48">
            <a:extLst xmlns:a="http://schemas.openxmlformats.org/drawingml/2006/main">
              <a:ext uri="{FF2B5EF4-FFF2-40B4-BE49-F238E27FC236}">
                <a16:creationId xmlns:a16="http://schemas.microsoft.com/office/drawing/2014/main" id="{5D16EAC8-D457-4544-86D0-E23FC9518BC4}"/>
              </a:ext>
            </a:extLst>
          </p:cNvPr>
          <p:cNvSpPr>
            <a:spLocks xmlns:a="http://schemas.openxmlformats.org/drawingml/2006/main" noGrp="1"/>
          </p:cNvSpPr>
          <p:nvPr/>
        </p:nvSpPr>
        <p:spPr>
          <a:xfrm xmlns:a="http://schemas.openxmlformats.org/drawingml/2006/main">
            <a:off x="1006936" y="2921322"/>
            <a:ext cx="184350" cy="7"/>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227" name="Connector 49">
            <a:extLst xmlns:a="http://schemas.openxmlformats.org/drawingml/2006/main">
              <a:ext uri="{FF2B5EF4-FFF2-40B4-BE49-F238E27FC236}">
                <a16:creationId xmlns:a16="http://schemas.microsoft.com/office/drawing/2014/main" id="{3EF344CA-248E-4C84-9188-9958F4546DEF}"/>
              </a:ext>
            </a:extLst>
          </p:cNvPr>
          <p:cNvSpPr>
            <a:spLocks xmlns:a="http://schemas.openxmlformats.org/drawingml/2006/main" noGrp="1"/>
          </p:cNvSpPr>
          <p:nvPr/>
        </p:nvSpPr>
        <p:spPr>
          <a:xfrm xmlns:a="http://schemas.openxmlformats.org/drawingml/2006/main" flipH="1">
            <a:off x="1013519" y="3046414"/>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228" name="Connector 50">
            <a:extLst xmlns:a="http://schemas.openxmlformats.org/drawingml/2006/main">
              <a:ext uri="{FF2B5EF4-FFF2-40B4-BE49-F238E27FC236}">
                <a16:creationId xmlns:a16="http://schemas.microsoft.com/office/drawing/2014/main" id="{94DC3FA5-FC2D-4CC7-8884-EAFD32A62E93}"/>
              </a:ext>
            </a:extLst>
          </p:cNvPr>
          <p:cNvSpPr>
            <a:spLocks xmlns:a="http://schemas.openxmlformats.org/drawingml/2006/main" noGrp="1"/>
          </p:cNvSpPr>
          <p:nvPr/>
        </p:nvSpPr>
        <p:spPr>
          <a:xfrm xmlns:a="http://schemas.openxmlformats.org/drawingml/2006/main">
            <a:off x="1099107" y="3046414"/>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229" name="Oval 51">
            <a:extLst xmlns:a="http://schemas.openxmlformats.org/drawingml/2006/main">
              <a:ext uri="{FF2B5EF4-FFF2-40B4-BE49-F238E27FC236}">
                <a16:creationId xmlns:a16="http://schemas.microsoft.com/office/drawing/2014/main" id="{97C95346-223E-4BAC-85FD-9B4202725A8E}"/>
              </a:ext>
            </a:extLst>
          </p:cNvPr>
          <p:cNvSpPr>
            <a:spLocks xmlns:a="http://schemas.openxmlformats.org/drawingml/2006/main" noGrp="1"/>
          </p:cNvSpPr>
          <p:nvPr/>
        </p:nvSpPr>
        <p:spPr>
          <a:xfrm xmlns:a="http://schemas.openxmlformats.org/drawingml/2006/main">
            <a:off x="1655060" y="2697477"/>
            <a:ext cx="131687" cy="131687"/>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230" name="Connector 52">
            <a:extLst xmlns:a="http://schemas.openxmlformats.org/drawingml/2006/main">
              <a:ext uri="{FF2B5EF4-FFF2-40B4-BE49-F238E27FC236}">
                <a16:creationId xmlns:a16="http://schemas.microsoft.com/office/drawing/2014/main" id="{C2ACFF18-C585-49A3-B294-D10D69743AC2}"/>
              </a:ext>
            </a:extLst>
          </p:cNvPr>
          <p:cNvSpPr>
            <a:spLocks xmlns:a="http://schemas.openxmlformats.org/drawingml/2006/main" noGrp="1"/>
          </p:cNvSpPr>
          <p:nvPr/>
        </p:nvSpPr>
        <p:spPr>
          <a:xfrm xmlns:a="http://schemas.openxmlformats.org/drawingml/2006/main">
            <a:off x="1720898" y="2829153"/>
            <a:ext cx="7" cy="217264"/>
          </a:xfrm>
          <a:prstGeom xmlns:a="http://schemas.openxmlformats.org/drawingml/2006/main" prst="line">
            <a:avLst/>
          </a:prstGeom>
          <a:ln xmlns:a="http://schemas.openxmlformats.org/drawingml/2006/main" w="1905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231" name="Connector 53">
            <a:extLst xmlns:a="http://schemas.openxmlformats.org/drawingml/2006/main">
              <a:ext uri="{FF2B5EF4-FFF2-40B4-BE49-F238E27FC236}">
                <a16:creationId xmlns:a16="http://schemas.microsoft.com/office/drawing/2014/main" id="{41DBB152-47F7-4090-997A-127E8FB75372}"/>
              </a:ext>
            </a:extLst>
          </p:cNvPr>
          <p:cNvSpPr>
            <a:spLocks xmlns:a="http://schemas.openxmlformats.org/drawingml/2006/main" noGrp="1"/>
          </p:cNvSpPr>
          <p:nvPr/>
        </p:nvSpPr>
        <p:spPr>
          <a:xfrm xmlns:a="http://schemas.openxmlformats.org/drawingml/2006/main">
            <a:off x="1628729" y="2921322"/>
            <a:ext cx="184350" cy="7"/>
          </a:xfrm>
          <a:prstGeom xmlns:a="http://schemas.openxmlformats.org/drawingml/2006/main" prst="line">
            <a:avLst/>
          </a:prstGeom>
          <a:ln xmlns:a="http://schemas.openxmlformats.org/drawingml/2006/main" w="1905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232" name="Connector 54">
            <a:extLst xmlns:a="http://schemas.openxmlformats.org/drawingml/2006/main">
              <a:ext uri="{FF2B5EF4-FFF2-40B4-BE49-F238E27FC236}">
                <a16:creationId xmlns:a16="http://schemas.microsoft.com/office/drawing/2014/main" id="{B0C7C3AA-9FB0-402E-B996-2F8C4B142ED4}"/>
              </a:ext>
            </a:extLst>
          </p:cNvPr>
          <p:cNvSpPr>
            <a:spLocks xmlns:a="http://schemas.openxmlformats.org/drawingml/2006/main" noGrp="1"/>
          </p:cNvSpPr>
          <p:nvPr/>
        </p:nvSpPr>
        <p:spPr>
          <a:xfrm xmlns:a="http://schemas.openxmlformats.org/drawingml/2006/main" flipV="1">
            <a:off x="1773570" y="2730398"/>
            <a:ext cx="98762" cy="190934"/>
          </a:xfrm>
          <a:prstGeom xmlns:a="http://schemas.openxmlformats.org/drawingml/2006/main" prst="line">
            <a:avLst/>
          </a:prstGeom>
          <a:ln xmlns:a="http://schemas.openxmlformats.org/drawingml/2006/main" w="228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233" name="Connector 55">
            <a:extLst xmlns:a="http://schemas.openxmlformats.org/drawingml/2006/main">
              <a:ext uri="{FF2B5EF4-FFF2-40B4-BE49-F238E27FC236}">
                <a16:creationId xmlns:a16="http://schemas.microsoft.com/office/drawing/2014/main" id="{3615F387-FE2D-4751-9A9D-E93DBAD8B312}"/>
              </a:ext>
            </a:extLst>
          </p:cNvPr>
          <p:cNvSpPr>
            <a:spLocks xmlns:a="http://schemas.openxmlformats.org/drawingml/2006/main" noGrp="1"/>
          </p:cNvSpPr>
          <p:nvPr/>
        </p:nvSpPr>
        <p:spPr>
          <a:xfrm xmlns:a="http://schemas.openxmlformats.org/drawingml/2006/main" flipH="1">
            <a:off x="1635311" y="3046414"/>
            <a:ext cx="85595" cy="138264"/>
          </a:xfrm>
          <a:prstGeom xmlns:a="http://schemas.openxmlformats.org/drawingml/2006/main" prst="line">
            <a:avLst/>
          </a:prstGeom>
          <a:ln xmlns:a="http://schemas.openxmlformats.org/drawingml/2006/main" w="1905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234" name="Connector 56">
            <a:extLst xmlns:a="http://schemas.openxmlformats.org/drawingml/2006/main">
              <a:ext uri="{FF2B5EF4-FFF2-40B4-BE49-F238E27FC236}">
                <a16:creationId xmlns:a16="http://schemas.microsoft.com/office/drawing/2014/main" id="{B665DA65-53E7-43C5-993F-EA2A3E102602}"/>
              </a:ext>
            </a:extLst>
          </p:cNvPr>
          <p:cNvSpPr>
            <a:spLocks xmlns:a="http://schemas.openxmlformats.org/drawingml/2006/main" noGrp="1"/>
          </p:cNvSpPr>
          <p:nvPr/>
        </p:nvSpPr>
        <p:spPr>
          <a:xfrm xmlns:a="http://schemas.openxmlformats.org/drawingml/2006/main">
            <a:off x="1720899" y="3046414"/>
            <a:ext cx="85595" cy="138264"/>
          </a:xfrm>
          <a:prstGeom xmlns:a="http://schemas.openxmlformats.org/drawingml/2006/main" prst="line">
            <a:avLst/>
          </a:prstGeom>
          <a:ln xmlns:a="http://schemas.openxmlformats.org/drawingml/2006/main" w="1905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235" name="Connector 57">
            <a:extLst xmlns:a="http://schemas.openxmlformats.org/drawingml/2006/main">
              <a:ext uri="{FF2B5EF4-FFF2-40B4-BE49-F238E27FC236}">
                <a16:creationId xmlns:a16="http://schemas.microsoft.com/office/drawing/2014/main" id="{3A5D6EE7-E987-40A2-9FB0-E1D47BD799E4}"/>
              </a:ext>
            </a:extLst>
          </p:cNvPr>
          <p:cNvSpPr>
            <a:spLocks xmlns:a="http://schemas.openxmlformats.org/drawingml/2006/main" noGrp="1"/>
          </p:cNvSpPr>
          <p:nvPr/>
        </p:nvSpPr>
        <p:spPr>
          <a:xfrm xmlns:a="http://schemas.openxmlformats.org/drawingml/2006/main">
            <a:off x="1946655" y="2724909"/>
            <a:ext cx="7" cy="100592"/>
          </a:xfrm>
          <a:prstGeom xmlns:a="http://schemas.openxmlformats.org/drawingml/2006/main" prst="line">
            <a:avLst/>
          </a:prstGeom>
          <a:ln xmlns:a="http://schemas.openxmlformats.org/drawingml/2006/main" w="1524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236" name="Connector 58">
            <a:extLst xmlns:a="http://schemas.openxmlformats.org/drawingml/2006/main">
              <a:ext uri="{FF2B5EF4-FFF2-40B4-BE49-F238E27FC236}">
                <a16:creationId xmlns:a16="http://schemas.microsoft.com/office/drawing/2014/main" id="{618DE49E-38B6-4150-8285-78D64B4BD0B3}"/>
              </a:ext>
            </a:extLst>
          </p:cNvPr>
          <p:cNvSpPr>
            <a:spLocks xmlns:a="http://schemas.openxmlformats.org/drawingml/2006/main" noGrp="1"/>
          </p:cNvSpPr>
          <p:nvPr/>
        </p:nvSpPr>
        <p:spPr>
          <a:xfrm xmlns:a="http://schemas.openxmlformats.org/drawingml/2006/main">
            <a:off x="2010660" y="2724909"/>
            <a:ext cx="7" cy="100592"/>
          </a:xfrm>
          <a:prstGeom xmlns:a="http://schemas.openxmlformats.org/drawingml/2006/main" prst="line">
            <a:avLst/>
          </a:prstGeom>
          <a:ln xmlns:a="http://schemas.openxmlformats.org/drawingml/2006/main" w="1524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237" name="Connector 59">
            <a:extLst xmlns:a="http://schemas.openxmlformats.org/drawingml/2006/main">
              <a:ext uri="{FF2B5EF4-FFF2-40B4-BE49-F238E27FC236}">
                <a16:creationId xmlns:a16="http://schemas.microsoft.com/office/drawing/2014/main" id="{C13332F5-DBA4-4074-8005-120558CF68ED}"/>
              </a:ext>
            </a:extLst>
          </p:cNvPr>
          <p:cNvSpPr>
            <a:spLocks xmlns:a="http://schemas.openxmlformats.org/drawingml/2006/main" noGrp="1"/>
          </p:cNvSpPr>
          <p:nvPr/>
        </p:nvSpPr>
        <p:spPr>
          <a:xfrm xmlns:a="http://schemas.openxmlformats.org/drawingml/2006/main">
            <a:off x="2074672" y="2724909"/>
            <a:ext cx="7" cy="100592"/>
          </a:xfrm>
          <a:prstGeom xmlns:a="http://schemas.openxmlformats.org/drawingml/2006/main" prst="line">
            <a:avLst/>
          </a:prstGeom>
          <a:ln xmlns:a="http://schemas.openxmlformats.org/drawingml/2006/main" w="1524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238" name="Connector 60">
            <a:extLst xmlns:a="http://schemas.openxmlformats.org/drawingml/2006/main">
              <a:ext uri="{FF2B5EF4-FFF2-40B4-BE49-F238E27FC236}">
                <a16:creationId xmlns:a16="http://schemas.microsoft.com/office/drawing/2014/main" id="{793FA7A1-25DD-43AD-BD4B-C8F93AD45B38}"/>
              </a:ext>
            </a:extLst>
          </p:cNvPr>
          <p:cNvSpPr>
            <a:spLocks xmlns:a="http://schemas.openxmlformats.org/drawingml/2006/main" noGrp="1"/>
          </p:cNvSpPr>
          <p:nvPr/>
        </p:nvSpPr>
        <p:spPr>
          <a:xfrm xmlns:a="http://schemas.openxmlformats.org/drawingml/2006/main">
            <a:off x="2138677" y="2724909"/>
            <a:ext cx="7" cy="100592"/>
          </a:xfrm>
          <a:prstGeom xmlns:a="http://schemas.openxmlformats.org/drawingml/2006/main" prst="line">
            <a:avLst/>
          </a:prstGeom>
          <a:ln xmlns:a="http://schemas.openxmlformats.org/drawingml/2006/main" w="1524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239" name="Oval 61">
            <a:extLst xmlns:a="http://schemas.openxmlformats.org/drawingml/2006/main">
              <a:ext uri="{FF2B5EF4-FFF2-40B4-BE49-F238E27FC236}">
                <a16:creationId xmlns:a16="http://schemas.microsoft.com/office/drawing/2014/main" id="{73B33246-9733-4769-8F02-731442DFE115}"/>
              </a:ext>
            </a:extLst>
          </p:cNvPr>
          <p:cNvSpPr>
            <a:spLocks xmlns:a="http://schemas.openxmlformats.org/drawingml/2006/main" noGrp="1"/>
          </p:cNvSpPr>
          <p:nvPr/>
        </p:nvSpPr>
        <p:spPr>
          <a:xfrm xmlns:a="http://schemas.openxmlformats.org/drawingml/2006/main">
            <a:off x="2276855" y="2697477"/>
            <a:ext cx="131687" cy="13168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240" name="Connector 62">
            <a:extLst xmlns:a="http://schemas.openxmlformats.org/drawingml/2006/main">
              <a:ext uri="{FF2B5EF4-FFF2-40B4-BE49-F238E27FC236}">
                <a16:creationId xmlns:a16="http://schemas.microsoft.com/office/drawing/2014/main" id="{E4B2DB37-9CAE-48A2-90F9-ABCE7A73DFB0}"/>
              </a:ext>
            </a:extLst>
          </p:cNvPr>
          <p:cNvSpPr>
            <a:spLocks xmlns:a="http://schemas.openxmlformats.org/drawingml/2006/main" noGrp="1"/>
          </p:cNvSpPr>
          <p:nvPr/>
        </p:nvSpPr>
        <p:spPr>
          <a:xfrm xmlns:a="http://schemas.openxmlformats.org/drawingml/2006/main">
            <a:off x="2342692" y="2829153"/>
            <a:ext cx="6"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241" name="Connector 63">
            <a:extLst xmlns:a="http://schemas.openxmlformats.org/drawingml/2006/main">
              <a:ext uri="{FF2B5EF4-FFF2-40B4-BE49-F238E27FC236}">
                <a16:creationId xmlns:a16="http://schemas.microsoft.com/office/drawing/2014/main" id="{9F7A29A0-BFD0-405B-91B3-E4F8D2C98DB1}"/>
              </a:ext>
            </a:extLst>
          </p:cNvPr>
          <p:cNvSpPr>
            <a:spLocks xmlns:a="http://schemas.openxmlformats.org/drawingml/2006/main" noGrp="1"/>
          </p:cNvSpPr>
          <p:nvPr/>
        </p:nvSpPr>
        <p:spPr>
          <a:xfrm xmlns:a="http://schemas.openxmlformats.org/drawingml/2006/main">
            <a:off x="2250519" y="2921322"/>
            <a:ext cx="184350" cy="7"/>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242" name="Connector 64">
            <a:extLst xmlns:a="http://schemas.openxmlformats.org/drawingml/2006/main">
              <a:ext uri="{FF2B5EF4-FFF2-40B4-BE49-F238E27FC236}">
                <a16:creationId xmlns:a16="http://schemas.microsoft.com/office/drawing/2014/main" id="{EE93325B-BE7F-418E-A3CE-19A224D7D930}"/>
              </a:ext>
            </a:extLst>
          </p:cNvPr>
          <p:cNvSpPr>
            <a:spLocks xmlns:a="http://schemas.openxmlformats.org/drawingml/2006/main" noGrp="1"/>
          </p:cNvSpPr>
          <p:nvPr/>
        </p:nvSpPr>
        <p:spPr>
          <a:xfrm xmlns:a="http://schemas.openxmlformats.org/drawingml/2006/main" flipH="1">
            <a:off x="2257104" y="3046414"/>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243" name="Connector 65">
            <a:extLst xmlns:a="http://schemas.openxmlformats.org/drawingml/2006/main">
              <a:ext uri="{FF2B5EF4-FFF2-40B4-BE49-F238E27FC236}">
                <a16:creationId xmlns:a16="http://schemas.microsoft.com/office/drawing/2014/main" id="{B563D62E-5A6D-43EE-BB87-F715808C2A50}"/>
              </a:ext>
            </a:extLst>
          </p:cNvPr>
          <p:cNvSpPr>
            <a:spLocks xmlns:a="http://schemas.openxmlformats.org/drawingml/2006/main" noGrp="1"/>
          </p:cNvSpPr>
          <p:nvPr/>
        </p:nvSpPr>
        <p:spPr>
          <a:xfrm xmlns:a="http://schemas.openxmlformats.org/drawingml/2006/main">
            <a:off x="2342692" y="3046414"/>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244" name="Oval 66">
            <a:extLst xmlns:a="http://schemas.openxmlformats.org/drawingml/2006/main">
              <a:ext uri="{FF2B5EF4-FFF2-40B4-BE49-F238E27FC236}">
                <a16:creationId xmlns:a16="http://schemas.microsoft.com/office/drawing/2014/main" id="{4E376F27-FBB8-4352-B772-DD206C7A19AC}"/>
              </a:ext>
            </a:extLst>
          </p:cNvPr>
          <p:cNvSpPr>
            <a:spLocks xmlns:a="http://schemas.openxmlformats.org/drawingml/2006/main" noGrp="1"/>
          </p:cNvSpPr>
          <p:nvPr/>
        </p:nvSpPr>
        <p:spPr>
          <a:xfrm xmlns:a="http://schemas.openxmlformats.org/drawingml/2006/main">
            <a:off x="2898648" y="2697477"/>
            <a:ext cx="131687" cy="13168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245" name="Connector 67">
            <a:extLst xmlns:a="http://schemas.openxmlformats.org/drawingml/2006/main">
              <a:ext uri="{FF2B5EF4-FFF2-40B4-BE49-F238E27FC236}">
                <a16:creationId xmlns:a16="http://schemas.microsoft.com/office/drawing/2014/main" id="{A5041815-7A83-4496-A2E9-4E0258688F8E}"/>
              </a:ext>
            </a:extLst>
          </p:cNvPr>
          <p:cNvSpPr>
            <a:spLocks xmlns:a="http://schemas.openxmlformats.org/drawingml/2006/main" noGrp="1"/>
          </p:cNvSpPr>
          <p:nvPr/>
        </p:nvSpPr>
        <p:spPr>
          <a:xfrm xmlns:a="http://schemas.openxmlformats.org/drawingml/2006/main">
            <a:off x="2964482" y="2829153"/>
            <a:ext cx="7"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246" name="Connector 68">
            <a:extLst xmlns:a="http://schemas.openxmlformats.org/drawingml/2006/main">
              <a:ext uri="{FF2B5EF4-FFF2-40B4-BE49-F238E27FC236}">
                <a16:creationId xmlns:a16="http://schemas.microsoft.com/office/drawing/2014/main" id="{EED214FB-509A-4AC7-9796-B22DE450BDCE}"/>
              </a:ext>
            </a:extLst>
          </p:cNvPr>
          <p:cNvSpPr>
            <a:spLocks xmlns:a="http://schemas.openxmlformats.org/drawingml/2006/main" noGrp="1"/>
          </p:cNvSpPr>
          <p:nvPr/>
        </p:nvSpPr>
        <p:spPr>
          <a:xfrm xmlns:a="http://schemas.openxmlformats.org/drawingml/2006/main">
            <a:off x="2872313" y="2921322"/>
            <a:ext cx="184350" cy="7"/>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247" name="Connector 69">
            <a:extLst xmlns:a="http://schemas.openxmlformats.org/drawingml/2006/main">
              <a:ext uri="{FF2B5EF4-FFF2-40B4-BE49-F238E27FC236}">
                <a16:creationId xmlns:a16="http://schemas.microsoft.com/office/drawing/2014/main" id="{53FA8D8C-0A48-48E8-9337-DEEA3C92E1CF}"/>
              </a:ext>
            </a:extLst>
          </p:cNvPr>
          <p:cNvSpPr>
            <a:spLocks xmlns:a="http://schemas.openxmlformats.org/drawingml/2006/main" noGrp="1"/>
          </p:cNvSpPr>
          <p:nvPr/>
        </p:nvSpPr>
        <p:spPr>
          <a:xfrm xmlns:a="http://schemas.openxmlformats.org/drawingml/2006/main" flipH="1">
            <a:off x="2878895" y="3046414"/>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248" name="Connector 70">
            <a:extLst xmlns:a="http://schemas.openxmlformats.org/drawingml/2006/main">
              <a:ext uri="{FF2B5EF4-FFF2-40B4-BE49-F238E27FC236}">
                <a16:creationId xmlns:a16="http://schemas.microsoft.com/office/drawing/2014/main" id="{6DB8DBF2-22E4-4B5F-8817-52AC66B91FDB}"/>
              </a:ext>
            </a:extLst>
          </p:cNvPr>
          <p:cNvSpPr>
            <a:spLocks xmlns:a="http://schemas.openxmlformats.org/drawingml/2006/main" noGrp="1"/>
          </p:cNvSpPr>
          <p:nvPr/>
        </p:nvSpPr>
        <p:spPr>
          <a:xfrm xmlns:a="http://schemas.openxmlformats.org/drawingml/2006/main">
            <a:off x="2964483" y="3046414"/>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249" name="Oval 71">
            <a:extLst xmlns:a="http://schemas.openxmlformats.org/drawingml/2006/main">
              <a:ext uri="{FF2B5EF4-FFF2-40B4-BE49-F238E27FC236}">
                <a16:creationId xmlns:a16="http://schemas.microsoft.com/office/drawing/2014/main" id="{20AEFA01-DEDB-40E6-A824-DE9BB66F29BF}"/>
              </a:ext>
            </a:extLst>
          </p:cNvPr>
          <p:cNvSpPr>
            <a:spLocks xmlns:a="http://schemas.openxmlformats.org/drawingml/2006/main" noGrp="1"/>
          </p:cNvSpPr>
          <p:nvPr/>
        </p:nvSpPr>
        <p:spPr>
          <a:xfrm xmlns:a="http://schemas.openxmlformats.org/drawingml/2006/main">
            <a:off x="3520440" y="2697477"/>
            <a:ext cx="131687" cy="13168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250" name="Connector 72">
            <a:extLst xmlns:a="http://schemas.openxmlformats.org/drawingml/2006/main">
              <a:ext uri="{FF2B5EF4-FFF2-40B4-BE49-F238E27FC236}">
                <a16:creationId xmlns:a16="http://schemas.microsoft.com/office/drawing/2014/main" id="{625D9DDD-61FF-446F-A684-2C2FAAE4CAF0}"/>
              </a:ext>
            </a:extLst>
          </p:cNvPr>
          <p:cNvSpPr>
            <a:spLocks xmlns:a="http://schemas.openxmlformats.org/drawingml/2006/main" noGrp="1"/>
          </p:cNvSpPr>
          <p:nvPr/>
        </p:nvSpPr>
        <p:spPr>
          <a:xfrm xmlns:a="http://schemas.openxmlformats.org/drawingml/2006/main">
            <a:off x="3586273" y="2829153"/>
            <a:ext cx="7"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251" name="Connector 73">
            <a:extLst xmlns:a="http://schemas.openxmlformats.org/drawingml/2006/main">
              <a:ext uri="{FF2B5EF4-FFF2-40B4-BE49-F238E27FC236}">
                <a16:creationId xmlns:a16="http://schemas.microsoft.com/office/drawing/2014/main" id="{D7B397BF-A88B-4648-B0E8-8F629A7FAD01}"/>
              </a:ext>
            </a:extLst>
          </p:cNvPr>
          <p:cNvSpPr>
            <a:spLocks xmlns:a="http://schemas.openxmlformats.org/drawingml/2006/main" noGrp="1"/>
          </p:cNvSpPr>
          <p:nvPr/>
        </p:nvSpPr>
        <p:spPr>
          <a:xfrm xmlns:a="http://schemas.openxmlformats.org/drawingml/2006/main">
            <a:off x="3494104" y="2921322"/>
            <a:ext cx="184350" cy="7"/>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252" name="Connector 74">
            <a:extLst xmlns:a="http://schemas.openxmlformats.org/drawingml/2006/main">
              <a:ext uri="{FF2B5EF4-FFF2-40B4-BE49-F238E27FC236}">
                <a16:creationId xmlns:a16="http://schemas.microsoft.com/office/drawing/2014/main" id="{1158303C-F1D9-4BCA-AB30-A740DCB514F5}"/>
              </a:ext>
            </a:extLst>
          </p:cNvPr>
          <p:cNvSpPr>
            <a:spLocks xmlns:a="http://schemas.openxmlformats.org/drawingml/2006/main" noGrp="1"/>
          </p:cNvSpPr>
          <p:nvPr/>
        </p:nvSpPr>
        <p:spPr>
          <a:xfrm xmlns:a="http://schemas.openxmlformats.org/drawingml/2006/main" flipH="1">
            <a:off x="3500684" y="3046414"/>
            <a:ext cx="85596"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253" name="Connector 75">
            <a:extLst xmlns:a="http://schemas.openxmlformats.org/drawingml/2006/main">
              <a:ext uri="{FF2B5EF4-FFF2-40B4-BE49-F238E27FC236}">
                <a16:creationId xmlns:a16="http://schemas.microsoft.com/office/drawing/2014/main" id="{89408D93-0C61-4A40-919E-21B54DB3BEB0}"/>
              </a:ext>
            </a:extLst>
          </p:cNvPr>
          <p:cNvSpPr>
            <a:spLocks xmlns:a="http://schemas.openxmlformats.org/drawingml/2006/main" noGrp="1"/>
          </p:cNvSpPr>
          <p:nvPr/>
        </p:nvSpPr>
        <p:spPr>
          <a:xfrm xmlns:a="http://schemas.openxmlformats.org/drawingml/2006/main">
            <a:off x="3586273" y="3046414"/>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254" name="Oval 76">
            <a:extLst xmlns:a="http://schemas.openxmlformats.org/drawingml/2006/main">
              <a:ext uri="{FF2B5EF4-FFF2-40B4-BE49-F238E27FC236}">
                <a16:creationId xmlns:a16="http://schemas.microsoft.com/office/drawing/2014/main" id="{EDCD008C-2B60-414C-99B9-AC9456585F22}"/>
              </a:ext>
            </a:extLst>
          </p:cNvPr>
          <p:cNvSpPr>
            <a:spLocks xmlns:a="http://schemas.openxmlformats.org/drawingml/2006/main" noGrp="1"/>
          </p:cNvSpPr>
          <p:nvPr/>
        </p:nvSpPr>
        <p:spPr>
          <a:xfrm xmlns:a="http://schemas.openxmlformats.org/drawingml/2006/main">
            <a:off x="4142232" y="2697477"/>
            <a:ext cx="131687" cy="13168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255" name="Connector 77">
            <a:extLst xmlns:a="http://schemas.openxmlformats.org/drawingml/2006/main">
              <a:ext uri="{FF2B5EF4-FFF2-40B4-BE49-F238E27FC236}">
                <a16:creationId xmlns:a16="http://schemas.microsoft.com/office/drawing/2014/main" id="{CABCF765-11E6-46D1-BF6D-DD1D094437C3}"/>
              </a:ext>
            </a:extLst>
          </p:cNvPr>
          <p:cNvSpPr>
            <a:spLocks xmlns:a="http://schemas.openxmlformats.org/drawingml/2006/main" noGrp="1"/>
          </p:cNvSpPr>
          <p:nvPr/>
        </p:nvSpPr>
        <p:spPr>
          <a:xfrm xmlns:a="http://schemas.openxmlformats.org/drawingml/2006/main">
            <a:off x="4208067" y="2829153"/>
            <a:ext cx="7"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256" name="Connector 78">
            <a:extLst xmlns:a="http://schemas.openxmlformats.org/drawingml/2006/main">
              <a:ext uri="{FF2B5EF4-FFF2-40B4-BE49-F238E27FC236}">
                <a16:creationId xmlns:a16="http://schemas.microsoft.com/office/drawing/2014/main" id="{B4FB259D-DB45-4C87-9807-6C3C862E743B}"/>
              </a:ext>
            </a:extLst>
          </p:cNvPr>
          <p:cNvSpPr>
            <a:spLocks xmlns:a="http://schemas.openxmlformats.org/drawingml/2006/main" noGrp="1"/>
          </p:cNvSpPr>
          <p:nvPr/>
        </p:nvSpPr>
        <p:spPr>
          <a:xfrm xmlns:a="http://schemas.openxmlformats.org/drawingml/2006/main">
            <a:off x="4115896" y="2921322"/>
            <a:ext cx="184350" cy="7"/>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257" name="Connector 79">
            <a:extLst xmlns:a="http://schemas.openxmlformats.org/drawingml/2006/main">
              <a:ext uri="{FF2B5EF4-FFF2-40B4-BE49-F238E27FC236}">
                <a16:creationId xmlns:a16="http://schemas.microsoft.com/office/drawing/2014/main" id="{1D8B0D74-E686-4173-BB22-2B7D678ED9E6}"/>
              </a:ext>
            </a:extLst>
          </p:cNvPr>
          <p:cNvSpPr>
            <a:spLocks xmlns:a="http://schemas.openxmlformats.org/drawingml/2006/main" noGrp="1"/>
          </p:cNvSpPr>
          <p:nvPr/>
        </p:nvSpPr>
        <p:spPr>
          <a:xfrm xmlns:a="http://schemas.openxmlformats.org/drawingml/2006/main" flipH="1">
            <a:off x="4122479" y="3046414"/>
            <a:ext cx="85596"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258" name="Connector 80">
            <a:extLst xmlns:a="http://schemas.openxmlformats.org/drawingml/2006/main">
              <a:ext uri="{FF2B5EF4-FFF2-40B4-BE49-F238E27FC236}">
                <a16:creationId xmlns:a16="http://schemas.microsoft.com/office/drawing/2014/main" id="{E2BE4212-48A3-4DC3-948A-0E96C34553C9}"/>
              </a:ext>
            </a:extLst>
          </p:cNvPr>
          <p:cNvSpPr>
            <a:spLocks xmlns:a="http://schemas.openxmlformats.org/drawingml/2006/main" noGrp="1"/>
          </p:cNvSpPr>
          <p:nvPr/>
        </p:nvSpPr>
        <p:spPr>
          <a:xfrm xmlns:a="http://schemas.openxmlformats.org/drawingml/2006/main">
            <a:off x="4208067" y="3046414"/>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259" name="Oval 81">
            <a:extLst xmlns:a="http://schemas.openxmlformats.org/drawingml/2006/main">
              <a:ext uri="{FF2B5EF4-FFF2-40B4-BE49-F238E27FC236}">
                <a16:creationId xmlns:a16="http://schemas.microsoft.com/office/drawing/2014/main" id="{F9AC6F68-F9CA-4364-A566-145BDBDA9025}"/>
              </a:ext>
            </a:extLst>
          </p:cNvPr>
          <p:cNvSpPr>
            <a:spLocks xmlns:a="http://schemas.openxmlformats.org/drawingml/2006/main" noGrp="1"/>
          </p:cNvSpPr>
          <p:nvPr/>
        </p:nvSpPr>
        <p:spPr>
          <a:xfrm xmlns:a="http://schemas.openxmlformats.org/drawingml/2006/main">
            <a:off x="4764023" y="2697477"/>
            <a:ext cx="131687" cy="13168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260" name="Connector 82">
            <a:extLst xmlns:a="http://schemas.openxmlformats.org/drawingml/2006/main">
              <a:ext uri="{FF2B5EF4-FFF2-40B4-BE49-F238E27FC236}">
                <a16:creationId xmlns:a16="http://schemas.microsoft.com/office/drawing/2014/main" id="{94F08B35-0F80-477F-A308-32101CED6B68}"/>
              </a:ext>
            </a:extLst>
          </p:cNvPr>
          <p:cNvSpPr>
            <a:spLocks xmlns:a="http://schemas.openxmlformats.org/drawingml/2006/main" noGrp="1"/>
          </p:cNvSpPr>
          <p:nvPr/>
        </p:nvSpPr>
        <p:spPr>
          <a:xfrm xmlns:a="http://schemas.openxmlformats.org/drawingml/2006/main">
            <a:off x="4829859" y="2829153"/>
            <a:ext cx="6"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261" name="Connector 83">
            <a:extLst xmlns:a="http://schemas.openxmlformats.org/drawingml/2006/main">
              <a:ext uri="{FF2B5EF4-FFF2-40B4-BE49-F238E27FC236}">
                <a16:creationId xmlns:a16="http://schemas.microsoft.com/office/drawing/2014/main" id="{66B826CF-D0D8-4BAA-B4CC-958FC7BE019F}"/>
              </a:ext>
            </a:extLst>
          </p:cNvPr>
          <p:cNvSpPr>
            <a:spLocks xmlns:a="http://schemas.openxmlformats.org/drawingml/2006/main" noGrp="1"/>
          </p:cNvSpPr>
          <p:nvPr/>
        </p:nvSpPr>
        <p:spPr>
          <a:xfrm xmlns:a="http://schemas.openxmlformats.org/drawingml/2006/main">
            <a:off x="4737689" y="2921322"/>
            <a:ext cx="184350" cy="7"/>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262" name="Connector 84">
            <a:extLst xmlns:a="http://schemas.openxmlformats.org/drawingml/2006/main">
              <a:ext uri="{FF2B5EF4-FFF2-40B4-BE49-F238E27FC236}">
                <a16:creationId xmlns:a16="http://schemas.microsoft.com/office/drawing/2014/main" id="{A9C21EC4-EB23-4E64-B559-F32FC09B18F8}"/>
              </a:ext>
            </a:extLst>
          </p:cNvPr>
          <p:cNvSpPr>
            <a:spLocks xmlns:a="http://schemas.openxmlformats.org/drawingml/2006/main" noGrp="1"/>
          </p:cNvSpPr>
          <p:nvPr/>
        </p:nvSpPr>
        <p:spPr>
          <a:xfrm xmlns:a="http://schemas.openxmlformats.org/drawingml/2006/main" flipH="1">
            <a:off x="4744269" y="3046414"/>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263" name="Connector 85">
            <a:extLst xmlns:a="http://schemas.openxmlformats.org/drawingml/2006/main">
              <a:ext uri="{FF2B5EF4-FFF2-40B4-BE49-F238E27FC236}">
                <a16:creationId xmlns:a16="http://schemas.microsoft.com/office/drawing/2014/main" id="{C9B6AE26-3F63-407A-8939-441C470A1B5E}"/>
              </a:ext>
            </a:extLst>
          </p:cNvPr>
          <p:cNvSpPr>
            <a:spLocks xmlns:a="http://schemas.openxmlformats.org/drawingml/2006/main" noGrp="1"/>
          </p:cNvSpPr>
          <p:nvPr/>
        </p:nvSpPr>
        <p:spPr>
          <a:xfrm xmlns:a="http://schemas.openxmlformats.org/drawingml/2006/main">
            <a:off x="4829856" y="3046414"/>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264" name="Oval 86">
            <a:extLst xmlns:a="http://schemas.openxmlformats.org/drawingml/2006/main">
              <a:ext uri="{FF2B5EF4-FFF2-40B4-BE49-F238E27FC236}">
                <a16:creationId xmlns:a16="http://schemas.microsoft.com/office/drawing/2014/main" id="{870D41CD-F67B-4A64-B3B4-554F950E4B2E}"/>
              </a:ext>
            </a:extLst>
          </p:cNvPr>
          <p:cNvSpPr>
            <a:spLocks xmlns:a="http://schemas.openxmlformats.org/drawingml/2006/main" noGrp="1"/>
          </p:cNvSpPr>
          <p:nvPr/>
        </p:nvSpPr>
        <p:spPr>
          <a:xfrm xmlns:a="http://schemas.openxmlformats.org/drawingml/2006/main">
            <a:off x="868680" y="3428998"/>
            <a:ext cx="131687" cy="131685"/>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265" name="Connector 87">
            <a:extLst xmlns:a="http://schemas.openxmlformats.org/drawingml/2006/main">
              <a:ext uri="{FF2B5EF4-FFF2-40B4-BE49-F238E27FC236}">
                <a16:creationId xmlns:a16="http://schemas.microsoft.com/office/drawing/2014/main" id="{C2D5A1BC-7D02-4605-BD36-0E55324513B7}"/>
              </a:ext>
            </a:extLst>
          </p:cNvPr>
          <p:cNvSpPr>
            <a:spLocks xmlns:a="http://schemas.openxmlformats.org/drawingml/2006/main" noGrp="1"/>
          </p:cNvSpPr>
          <p:nvPr/>
        </p:nvSpPr>
        <p:spPr>
          <a:xfrm xmlns:a="http://schemas.openxmlformats.org/drawingml/2006/main">
            <a:off x="934515" y="3560668"/>
            <a:ext cx="7"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266" name="Connector 88">
            <a:extLst xmlns:a="http://schemas.openxmlformats.org/drawingml/2006/main">
              <a:ext uri="{FF2B5EF4-FFF2-40B4-BE49-F238E27FC236}">
                <a16:creationId xmlns:a16="http://schemas.microsoft.com/office/drawing/2014/main" id="{7C3B9A20-0835-4CE8-BC40-D6CCB46D7263}"/>
              </a:ext>
            </a:extLst>
          </p:cNvPr>
          <p:cNvSpPr>
            <a:spLocks xmlns:a="http://schemas.openxmlformats.org/drawingml/2006/main" noGrp="1"/>
          </p:cNvSpPr>
          <p:nvPr/>
        </p:nvSpPr>
        <p:spPr>
          <a:xfrm xmlns:a="http://schemas.openxmlformats.org/drawingml/2006/main">
            <a:off x="842344" y="3652844"/>
            <a:ext cx="184351" cy="7"/>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267" name="Connector 89">
            <a:extLst xmlns:a="http://schemas.openxmlformats.org/drawingml/2006/main">
              <a:ext uri="{FF2B5EF4-FFF2-40B4-BE49-F238E27FC236}">
                <a16:creationId xmlns:a16="http://schemas.microsoft.com/office/drawing/2014/main" id="{CFA9D3B1-7E21-4206-BE6C-CC59CF36448D}"/>
              </a:ext>
            </a:extLst>
          </p:cNvPr>
          <p:cNvSpPr>
            <a:spLocks xmlns:a="http://schemas.openxmlformats.org/drawingml/2006/main" noGrp="1"/>
          </p:cNvSpPr>
          <p:nvPr/>
        </p:nvSpPr>
        <p:spPr>
          <a:xfrm xmlns:a="http://schemas.openxmlformats.org/drawingml/2006/main" flipH="1">
            <a:off x="848928" y="3777934"/>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268" name="Connector 90">
            <a:extLst xmlns:a="http://schemas.openxmlformats.org/drawingml/2006/main">
              <a:ext uri="{FF2B5EF4-FFF2-40B4-BE49-F238E27FC236}">
                <a16:creationId xmlns:a16="http://schemas.microsoft.com/office/drawing/2014/main" id="{75EB298F-810D-4A66-B7CF-658481403287}"/>
              </a:ext>
            </a:extLst>
          </p:cNvPr>
          <p:cNvSpPr>
            <a:spLocks xmlns:a="http://schemas.openxmlformats.org/drawingml/2006/main" noGrp="1"/>
          </p:cNvSpPr>
          <p:nvPr/>
        </p:nvSpPr>
        <p:spPr>
          <a:xfrm xmlns:a="http://schemas.openxmlformats.org/drawingml/2006/main">
            <a:off x="934513" y="3777934"/>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269" name="Oval 91">
            <a:extLst xmlns:a="http://schemas.openxmlformats.org/drawingml/2006/main">
              <a:ext uri="{FF2B5EF4-FFF2-40B4-BE49-F238E27FC236}">
                <a16:creationId xmlns:a16="http://schemas.microsoft.com/office/drawing/2014/main" id="{0A279F31-588F-48D0-8CF9-C63ED55AB503}"/>
              </a:ext>
            </a:extLst>
          </p:cNvPr>
          <p:cNvSpPr>
            <a:spLocks xmlns:a="http://schemas.openxmlformats.org/drawingml/2006/main" noGrp="1"/>
          </p:cNvSpPr>
          <p:nvPr/>
        </p:nvSpPr>
        <p:spPr>
          <a:xfrm xmlns:a="http://schemas.openxmlformats.org/drawingml/2006/main">
            <a:off x="1490472" y="3428998"/>
            <a:ext cx="131687" cy="131685"/>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270" name="Connector 92">
            <a:extLst xmlns:a="http://schemas.openxmlformats.org/drawingml/2006/main">
              <a:ext uri="{FF2B5EF4-FFF2-40B4-BE49-F238E27FC236}">
                <a16:creationId xmlns:a16="http://schemas.microsoft.com/office/drawing/2014/main" id="{3B5FD293-CEAF-4EC2-9D28-98FDA3A21BE8}"/>
              </a:ext>
            </a:extLst>
          </p:cNvPr>
          <p:cNvSpPr>
            <a:spLocks xmlns:a="http://schemas.openxmlformats.org/drawingml/2006/main" noGrp="1"/>
          </p:cNvSpPr>
          <p:nvPr/>
        </p:nvSpPr>
        <p:spPr>
          <a:xfrm xmlns:a="http://schemas.openxmlformats.org/drawingml/2006/main">
            <a:off x="1556307" y="3560668"/>
            <a:ext cx="7"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271" name="Connector 93">
            <a:extLst xmlns:a="http://schemas.openxmlformats.org/drawingml/2006/main">
              <a:ext uri="{FF2B5EF4-FFF2-40B4-BE49-F238E27FC236}">
                <a16:creationId xmlns:a16="http://schemas.microsoft.com/office/drawing/2014/main" id="{946434C6-28DB-489F-8D80-A6135758A8CD}"/>
              </a:ext>
            </a:extLst>
          </p:cNvPr>
          <p:cNvSpPr>
            <a:spLocks xmlns:a="http://schemas.openxmlformats.org/drawingml/2006/main" noGrp="1"/>
          </p:cNvSpPr>
          <p:nvPr/>
        </p:nvSpPr>
        <p:spPr>
          <a:xfrm xmlns:a="http://schemas.openxmlformats.org/drawingml/2006/main">
            <a:off x="1464136" y="3652844"/>
            <a:ext cx="184350" cy="7"/>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272" name="Connector 94">
            <a:extLst xmlns:a="http://schemas.openxmlformats.org/drawingml/2006/main">
              <a:ext uri="{FF2B5EF4-FFF2-40B4-BE49-F238E27FC236}">
                <a16:creationId xmlns:a16="http://schemas.microsoft.com/office/drawing/2014/main" id="{93A21B11-C784-43CA-BC53-40FE7A7F8998}"/>
              </a:ext>
            </a:extLst>
          </p:cNvPr>
          <p:cNvSpPr>
            <a:spLocks xmlns:a="http://schemas.openxmlformats.org/drawingml/2006/main" noGrp="1"/>
          </p:cNvSpPr>
          <p:nvPr/>
        </p:nvSpPr>
        <p:spPr>
          <a:xfrm xmlns:a="http://schemas.openxmlformats.org/drawingml/2006/main" flipH="1">
            <a:off x="1470719" y="3777934"/>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273" name="Connector 95">
            <a:extLst xmlns:a="http://schemas.openxmlformats.org/drawingml/2006/main">
              <a:ext uri="{FF2B5EF4-FFF2-40B4-BE49-F238E27FC236}">
                <a16:creationId xmlns:a16="http://schemas.microsoft.com/office/drawing/2014/main" id="{6D9AB614-070C-4026-AA51-4F5ECE698710}"/>
              </a:ext>
            </a:extLst>
          </p:cNvPr>
          <p:cNvSpPr>
            <a:spLocks xmlns:a="http://schemas.openxmlformats.org/drawingml/2006/main" noGrp="1"/>
          </p:cNvSpPr>
          <p:nvPr/>
        </p:nvSpPr>
        <p:spPr>
          <a:xfrm xmlns:a="http://schemas.openxmlformats.org/drawingml/2006/main">
            <a:off x="1556307" y="3777934"/>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274" name="Oval 96">
            <a:extLst xmlns:a="http://schemas.openxmlformats.org/drawingml/2006/main">
              <a:ext uri="{FF2B5EF4-FFF2-40B4-BE49-F238E27FC236}">
                <a16:creationId xmlns:a16="http://schemas.microsoft.com/office/drawing/2014/main" id="{87F43DDD-D194-4B0F-A77A-FFF4449085CD}"/>
              </a:ext>
            </a:extLst>
          </p:cNvPr>
          <p:cNvSpPr>
            <a:spLocks xmlns:a="http://schemas.openxmlformats.org/drawingml/2006/main" noGrp="1"/>
          </p:cNvSpPr>
          <p:nvPr/>
        </p:nvSpPr>
        <p:spPr>
          <a:xfrm xmlns:a="http://schemas.openxmlformats.org/drawingml/2006/main">
            <a:off x="2112264" y="3428998"/>
            <a:ext cx="131687" cy="131685"/>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275" name="Connector 97">
            <a:extLst xmlns:a="http://schemas.openxmlformats.org/drawingml/2006/main">
              <a:ext uri="{FF2B5EF4-FFF2-40B4-BE49-F238E27FC236}">
                <a16:creationId xmlns:a16="http://schemas.microsoft.com/office/drawing/2014/main" id="{4B7FDF0D-AEF6-4349-9548-F66840C4E0E2}"/>
              </a:ext>
            </a:extLst>
          </p:cNvPr>
          <p:cNvSpPr>
            <a:spLocks xmlns:a="http://schemas.openxmlformats.org/drawingml/2006/main" noGrp="1"/>
          </p:cNvSpPr>
          <p:nvPr/>
        </p:nvSpPr>
        <p:spPr>
          <a:xfrm xmlns:a="http://schemas.openxmlformats.org/drawingml/2006/main">
            <a:off x="2178098" y="3560668"/>
            <a:ext cx="7"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276" name="Connector 98">
            <a:extLst xmlns:a="http://schemas.openxmlformats.org/drawingml/2006/main">
              <a:ext uri="{FF2B5EF4-FFF2-40B4-BE49-F238E27FC236}">
                <a16:creationId xmlns:a16="http://schemas.microsoft.com/office/drawing/2014/main" id="{EA223F8F-156B-4E9A-A6F8-059FDC333C59}"/>
              </a:ext>
            </a:extLst>
          </p:cNvPr>
          <p:cNvSpPr>
            <a:spLocks xmlns:a="http://schemas.openxmlformats.org/drawingml/2006/main" noGrp="1"/>
          </p:cNvSpPr>
          <p:nvPr/>
        </p:nvSpPr>
        <p:spPr>
          <a:xfrm xmlns:a="http://schemas.openxmlformats.org/drawingml/2006/main">
            <a:off x="2085929" y="3652844"/>
            <a:ext cx="184350" cy="7"/>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277" name="Connector 99">
            <a:extLst xmlns:a="http://schemas.openxmlformats.org/drawingml/2006/main">
              <a:ext uri="{FF2B5EF4-FFF2-40B4-BE49-F238E27FC236}">
                <a16:creationId xmlns:a16="http://schemas.microsoft.com/office/drawing/2014/main" id="{5CC54DE5-15EC-4C8A-ADA7-F92CBF4AF8B9}"/>
              </a:ext>
            </a:extLst>
          </p:cNvPr>
          <p:cNvSpPr>
            <a:spLocks xmlns:a="http://schemas.openxmlformats.org/drawingml/2006/main" noGrp="1"/>
          </p:cNvSpPr>
          <p:nvPr/>
        </p:nvSpPr>
        <p:spPr>
          <a:xfrm xmlns:a="http://schemas.openxmlformats.org/drawingml/2006/main" flipH="1">
            <a:off x="2092512" y="3777934"/>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278" name="Connector 100">
            <a:extLst xmlns:a="http://schemas.openxmlformats.org/drawingml/2006/main">
              <a:ext uri="{FF2B5EF4-FFF2-40B4-BE49-F238E27FC236}">
                <a16:creationId xmlns:a16="http://schemas.microsoft.com/office/drawing/2014/main" id="{24E223D5-05A1-4533-B7E1-72A02D7E58A5}"/>
              </a:ext>
            </a:extLst>
          </p:cNvPr>
          <p:cNvSpPr>
            <a:spLocks xmlns:a="http://schemas.openxmlformats.org/drawingml/2006/main" noGrp="1"/>
          </p:cNvSpPr>
          <p:nvPr/>
        </p:nvSpPr>
        <p:spPr>
          <a:xfrm xmlns:a="http://schemas.openxmlformats.org/drawingml/2006/main">
            <a:off x="2178099" y="3777934"/>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279" name="Oval 101">
            <a:extLst xmlns:a="http://schemas.openxmlformats.org/drawingml/2006/main">
              <a:ext uri="{FF2B5EF4-FFF2-40B4-BE49-F238E27FC236}">
                <a16:creationId xmlns:a16="http://schemas.microsoft.com/office/drawing/2014/main" id="{C9208952-BCE0-4C4C-8439-54B7263F9C75}"/>
              </a:ext>
            </a:extLst>
          </p:cNvPr>
          <p:cNvSpPr>
            <a:spLocks xmlns:a="http://schemas.openxmlformats.org/drawingml/2006/main" noGrp="1"/>
          </p:cNvSpPr>
          <p:nvPr/>
        </p:nvSpPr>
        <p:spPr>
          <a:xfrm xmlns:a="http://schemas.openxmlformats.org/drawingml/2006/main">
            <a:off x="2734055" y="3428998"/>
            <a:ext cx="131687" cy="131685"/>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280" name="Connector 102">
            <a:extLst xmlns:a="http://schemas.openxmlformats.org/drawingml/2006/main">
              <a:ext uri="{FF2B5EF4-FFF2-40B4-BE49-F238E27FC236}">
                <a16:creationId xmlns:a16="http://schemas.microsoft.com/office/drawing/2014/main" id="{D323770C-2A54-4A65-935D-5FE45D5EC9D6}"/>
              </a:ext>
            </a:extLst>
          </p:cNvPr>
          <p:cNvSpPr>
            <a:spLocks xmlns:a="http://schemas.openxmlformats.org/drawingml/2006/main" noGrp="1"/>
          </p:cNvSpPr>
          <p:nvPr/>
        </p:nvSpPr>
        <p:spPr>
          <a:xfrm xmlns:a="http://schemas.openxmlformats.org/drawingml/2006/main">
            <a:off x="2799892" y="3560668"/>
            <a:ext cx="6"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281" name="Connector 103">
            <a:extLst xmlns:a="http://schemas.openxmlformats.org/drawingml/2006/main">
              <a:ext uri="{FF2B5EF4-FFF2-40B4-BE49-F238E27FC236}">
                <a16:creationId xmlns:a16="http://schemas.microsoft.com/office/drawing/2014/main" id="{B94A674A-93AB-41D7-8F15-AD38482BE5A3}"/>
              </a:ext>
            </a:extLst>
          </p:cNvPr>
          <p:cNvSpPr>
            <a:spLocks xmlns:a="http://schemas.openxmlformats.org/drawingml/2006/main" noGrp="1"/>
          </p:cNvSpPr>
          <p:nvPr/>
        </p:nvSpPr>
        <p:spPr>
          <a:xfrm xmlns:a="http://schemas.openxmlformats.org/drawingml/2006/main">
            <a:off x="2707719" y="3652844"/>
            <a:ext cx="184350" cy="7"/>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282" name="Connector 104">
            <a:extLst xmlns:a="http://schemas.openxmlformats.org/drawingml/2006/main">
              <a:ext uri="{FF2B5EF4-FFF2-40B4-BE49-F238E27FC236}">
                <a16:creationId xmlns:a16="http://schemas.microsoft.com/office/drawing/2014/main" id="{499832AB-4EAB-4CB8-A8E6-5686384FE171}"/>
              </a:ext>
            </a:extLst>
          </p:cNvPr>
          <p:cNvSpPr>
            <a:spLocks xmlns:a="http://schemas.openxmlformats.org/drawingml/2006/main" noGrp="1"/>
          </p:cNvSpPr>
          <p:nvPr/>
        </p:nvSpPr>
        <p:spPr>
          <a:xfrm xmlns:a="http://schemas.openxmlformats.org/drawingml/2006/main" flipH="1">
            <a:off x="2714304" y="3777934"/>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283" name="Connector 105">
            <a:extLst xmlns:a="http://schemas.openxmlformats.org/drawingml/2006/main">
              <a:ext uri="{FF2B5EF4-FFF2-40B4-BE49-F238E27FC236}">
                <a16:creationId xmlns:a16="http://schemas.microsoft.com/office/drawing/2014/main" id="{CCBDE044-1005-4F5E-AE6E-7B1239C98BA0}"/>
              </a:ext>
            </a:extLst>
          </p:cNvPr>
          <p:cNvSpPr>
            <a:spLocks xmlns:a="http://schemas.openxmlformats.org/drawingml/2006/main" noGrp="1"/>
          </p:cNvSpPr>
          <p:nvPr/>
        </p:nvSpPr>
        <p:spPr>
          <a:xfrm xmlns:a="http://schemas.openxmlformats.org/drawingml/2006/main">
            <a:off x="2799892" y="3777934"/>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284" name="Oval 106">
            <a:extLst xmlns:a="http://schemas.openxmlformats.org/drawingml/2006/main">
              <a:ext uri="{FF2B5EF4-FFF2-40B4-BE49-F238E27FC236}">
                <a16:creationId xmlns:a16="http://schemas.microsoft.com/office/drawing/2014/main" id="{E6837BE7-F293-405D-A779-0DD1180705A0}"/>
              </a:ext>
            </a:extLst>
          </p:cNvPr>
          <p:cNvSpPr>
            <a:spLocks xmlns:a="http://schemas.openxmlformats.org/drawingml/2006/main" noGrp="1"/>
          </p:cNvSpPr>
          <p:nvPr/>
        </p:nvSpPr>
        <p:spPr>
          <a:xfrm xmlns:a="http://schemas.openxmlformats.org/drawingml/2006/main">
            <a:off x="3355847" y="3428998"/>
            <a:ext cx="131687" cy="131685"/>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285" name="Connector 107">
            <a:extLst xmlns:a="http://schemas.openxmlformats.org/drawingml/2006/main">
              <a:ext uri="{FF2B5EF4-FFF2-40B4-BE49-F238E27FC236}">
                <a16:creationId xmlns:a16="http://schemas.microsoft.com/office/drawing/2014/main" id="{949C4C08-EEA0-4F1C-A539-AD8CEF7C5C5C}"/>
              </a:ext>
            </a:extLst>
          </p:cNvPr>
          <p:cNvSpPr>
            <a:spLocks xmlns:a="http://schemas.openxmlformats.org/drawingml/2006/main" noGrp="1"/>
          </p:cNvSpPr>
          <p:nvPr/>
        </p:nvSpPr>
        <p:spPr>
          <a:xfrm xmlns:a="http://schemas.openxmlformats.org/drawingml/2006/main">
            <a:off x="3421684" y="3560668"/>
            <a:ext cx="7"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286" name="Connector 108">
            <a:extLst xmlns:a="http://schemas.openxmlformats.org/drawingml/2006/main">
              <a:ext uri="{FF2B5EF4-FFF2-40B4-BE49-F238E27FC236}">
                <a16:creationId xmlns:a16="http://schemas.microsoft.com/office/drawing/2014/main" id="{EC4C58BC-68B2-4267-9C68-BFC5D8F1605A}"/>
              </a:ext>
            </a:extLst>
          </p:cNvPr>
          <p:cNvSpPr>
            <a:spLocks xmlns:a="http://schemas.openxmlformats.org/drawingml/2006/main" noGrp="1"/>
          </p:cNvSpPr>
          <p:nvPr/>
        </p:nvSpPr>
        <p:spPr>
          <a:xfrm xmlns:a="http://schemas.openxmlformats.org/drawingml/2006/main">
            <a:off x="3329513" y="3652844"/>
            <a:ext cx="184350" cy="7"/>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287" name="Connector 109">
            <a:extLst xmlns:a="http://schemas.openxmlformats.org/drawingml/2006/main">
              <a:ext uri="{FF2B5EF4-FFF2-40B4-BE49-F238E27FC236}">
                <a16:creationId xmlns:a16="http://schemas.microsoft.com/office/drawing/2014/main" id="{3DC2BFD3-A555-4533-AE0D-AA43A5669215}"/>
              </a:ext>
            </a:extLst>
          </p:cNvPr>
          <p:cNvSpPr>
            <a:spLocks xmlns:a="http://schemas.openxmlformats.org/drawingml/2006/main" noGrp="1"/>
          </p:cNvSpPr>
          <p:nvPr/>
        </p:nvSpPr>
        <p:spPr>
          <a:xfrm xmlns:a="http://schemas.openxmlformats.org/drawingml/2006/main" flipH="1">
            <a:off x="3336091" y="3777934"/>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288" name="Connector 110">
            <a:extLst xmlns:a="http://schemas.openxmlformats.org/drawingml/2006/main">
              <a:ext uri="{FF2B5EF4-FFF2-40B4-BE49-F238E27FC236}">
                <a16:creationId xmlns:a16="http://schemas.microsoft.com/office/drawing/2014/main" id="{3B9F7009-7497-4FBC-B3DB-AB2E40384F27}"/>
              </a:ext>
            </a:extLst>
          </p:cNvPr>
          <p:cNvSpPr>
            <a:spLocks xmlns:a="http://schemas.openxmlformats.org/drawingml/2006/main" noGrp="1"/>
          </p:cNvSpPr>
          <p:nvPr/>
        </p:nvSpPr>
        <p:spPr>
          <a:xfrm xmlns:a="http://schemas.openxmlformats.org/drawingml/2006/main">
            <a:off x="3421684" y="3777934"/>
            <a:ext cx="85594"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289" name="Oval 111">
            <a:extLst xmlns:a="http://schemas.openxmlformats.org/drawingml/2006/main">
              <a:ext uri="{FF2B5EF4-FFF2-40B4-BE49-F238E27FC236}">
                <a16:creationId xmlns:a16="http://schemas.microsoft.com/office/drawing/2014/main" id="{7B5FFDBF-4445-4E7F-94A5-15D8B8B7015E}"/>
              </a:ext>
            </a:extLst>
          </p:cNvPr>
          <p:cNvSpPr>
            <a:spLocks xmlns:a="http://schemas.openxmlformats.org/drawingml/2006/main" noGrp="1"/>
          </p:cNvSpPr>
          <p:nvPr/>
        </p:nvSpPr>
        <p:spPr>
          <a:xfrm xmlns:a="http://schemas.openxmlformats.org/drawingml/2006/main">
            <a:off x="3977640" y="3428998"/>
            <a:ext cx="131687" cy="131685"/>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290" name="Connector 112">
            <a:extLst xmlns:a="http://schemas.openxmlformats.org/drawingml/2006/main">
              <a:ext uri="{FF2B5EF4-FFF2-40B4-BE49-F238E27FC236}">
                <a16:creationId xmlns:a16="http://schemas.microsoft.com/office/drawing/2014/main" id="{2E4A6C1F-581D-4FCB-8BFE-03FE013CCB69}"/>
              </a:ext>
            </a:extLst>
          </p:cNvPr>
          <p:cNvSpPr>
            <a:spLocks xmlns:a="http://schemas.openxmlformats.org/drawingml/2006/main" noGrp="1"/>
          </p:cNvSpPr>
          <p:nvPr/>
        </p:nvSpPr>
        <p:spPr>
          <a:xfrm xmlns:a="http://schemas.openxmlformats.org/drawingml/2006/main">
            <a:off x="4043473" y="3560668"/>
            <a:ext cx="7" cy="217264"/>
          </a:xfrm>
          <a:prstGeom xmlns:a="http://schemas.openxmlformats.org/drawingml/2006/main" prst="line">
            <a:avLst/>
          </a:prstGeom>
          <a:ln xmlns:a="http://schemas.openxmlformats.org/drawingml/2006/main" w="1905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291" name="Connector 113">
            <a:extLst xmlns:a="http://schemas.openxmlformats.org/drawingml/2006/main">
              <a:ext uri="{FF2B5EF4-FFF2-40B4-BE49-F238E27FC236}">
                <a16:creationId xmlns:a16="http://schemas.microsoft.com/office/drawing/2014/main" id="{834F0E2C-2A51-41B9-97CC-B4C41434AA6F}"/>
              </a:ext>
            </a:extLst>
          </p:cNvPr>
          <p:cNvSpPr>
            <a:spLocks xmlns:a="http://schemas.openxmlformats.org/drawingml/2006/main" noGrp="1"/>
          </p:cNvSpPr>
          <p:nvPr/>
        </p:nvSpPr>
        <p:spPr>
          <a:xfrm xmlns:a="http://schemas.openxmlformats.org/drawingml/2006/main">
            <a:off x="3951304" y="3652844"/>
            <a:ext cx="184350" cy="7"/>
          </a:xfrm>
          <a:prstGeom xmlns:a="http://schemas.openxmlformats.org/drawingml/2006/main" prst="line">
            <a:avLst/>
          </a:prstGeom>
          <a:ln xmlns:a="http://schemas.openxmlformats.org/drawingml/2006/main" w="1905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292" name="Connector 114">
            <a:extLst xmlns:a="http://schemas.openxmlformats.org/drawingml/2006/main">
              <a:ext uri="{FF2B5EF4-FFF2-40B4-BE49-F238E27FC236}">
                <a16:creationId xmlns:a16="http://schemas.microsoft.com/office/drawing/2014/main" id="{F6029828-9CAC-4D6E-9724-D924B7E29F51}"/>
              </a:ext>
            </a:extLst>
          </p:cNvPr>
          <p:cNvSpPr>
            <a:spLocks xmlns:a="http://schemas.openxmlformats.org/drawingml/2006/main" noGrp="1"/>
          </p:cNvSpPr>
          <p:nvPr/>
        </p:nvSpPr>
        <p:spPr>
          <a:xfrm xmlns:a="http://schemas.openxmlformats.org/drawingml/2006/main" flipV="1">
            <a:off x="4096146" y="3461915"/>
            <a:ext cx="98762" cy="190934"/>
          </a:xfrm>
          <a:prstGeom xmlns:a="http://schemas.openxmlformats.org/drawingml/2006/main" prst="line">
            <a:avLst/>
          </a:prstGeom>
          <a:ln xmlns:a="http://schemas.openxmlformats.org/drawingml/2006/main" w="228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293" name="Connector 115">
            <a:extLst xmlns:a="http://schemas.openxmlformats.org/drawingml/2006/main">
              <a:ext uri="{FF2B5EF4-FFF2-40B4-BE49-F238E27FC236}">
                <a16:creationId xmlns:a16="http://schemas.microsoft.com/office/drawing/2014/main" id="{1314D634-8DCE-4D8D-93E9-74682B276C85}"/>
              </a:ext>
            </a:extLst>
          </p:cNvPr>
          <p:cNvSpPr>
            <a:spLocks xmlns:a="http://schemas.openxmlformats.org/drawingml/2006/main" noGrp="1"/>
          </p:cNvSpPr>
          <p:nvPr/>
        </p:nvSpPr>
        <p:spPr>
          <a:xfrm xmlns:a="http://schemas.openxmlformats.org/drawingml/2006/main" flipH="1">
            <a:off x="3957884" y="3777934"/>
            <a:ext cx="85596" cy="138264"/>
          </a:xfrm>
          <a:prstGeom xmlns:a="http://schemas.openxmlformats.org/drawingml/2006/main" prst="line">
            <a:avLst/>
          </a:prstGeom>
          <a:ln xmlns:a="http://schemas.openxmlformats.org/drawingml/2006/main" w="1905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294" name="Connector 116">
            <a:extLst xmlns:a="http://schemas.openxmlformats.org/drawingml/2006/main">
              <a:ext uri="{FF2B5EF4-FFF2-40B4-BE49-F238E27FC236}">
                <a16:creationId xmlns:a16="http://schemas.microsoft.com/office/drawing/2014/main" id="{F896A470-EDD2-4B03-89EF-6444F2B48C99}"/>
              </a:ext>
            </a:extLst>
          </p:cNvPr>
          <p:cNvSpPr>
            <a:spLocks xmlns:a="http://schemas.openxmlformats.org/drawingml/2006/main" noGrp="1"/>
          </p:cNvSpPr>
          <p:nvPr/>
        </p:nvSpPr>
        <p:spPr>
          <a:xfrm xmlns:a="http://schemas.openxmlformats.org/drawingml/2006/main">
            <a:off x="4043473" y="3777934"/>
            <a:ext cx="85595" cy="138264"/>
          </a:xfrm>
          <a:prstGeom xmlns:a="http://schemas.openxmlformats.org/drawingml/2006/main" prst="line">
            <a:avLst/>
          </a:prstGeom>
          <a:ln xmlns:a="http://schemas.openxmlformats.org/drawingml/2006/main" w="1905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295" name="Connector 117">
            <a:extLst xmlns:a="http://schemas.openxmlformats.org/drawingml/2006/main">
              <a:ext uri="{FF2B5EF4-FFF2-40B4-BE49-F238E27FC236}">
                <a16:creationId xmlns:a16="http://schemas.microsoft.com/office/drawing/2014/main" id="{4C64B915-B3DA-4D04-934F-C5C35DE3F9D4}"/>
              </a:ext>
            </a:extLst>
          </p:cNvPr>
          <p:cNvSpPr>
            <a:spLocks xmlns:a="http://schemas.openxmlformats.org/drawingml/2006/main" noGrp="1"/>
          </p:cNvSpPr>
          <p:nvPr/>
        </p:nvSpPr>
        <p:spPr>
          <a:xfrm xmlns:a="http://schemas.openxmlformats.org/drawingml/2006/main">
            <a:off x="4269232" y="3456432"/>
            <a:ext cx="7" cy="100591"/>
          </a:xfrm>
          <a:prstGeom xmlns:a="http://schemas.openxmlformats.org/drawingml/2006/main" prst="line">
            <a:avLst/>
          </a:prstGeom>
          <a:ln xmlns:a="http://schemas.openxmlformats.org/drawingml/2006/main" w="1524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296" name="Connector 118">
            <a:extLst xmlns:a="http://schemas.openxmlformats.org/drawingml/2006/main">
              <a:ext uri="{FF2B5EF4-FFF2-40B4-BE49-F238E27FC236}">
                <a16:creationId xmlns:a16="http://schemas.microsoft.com/office/drawing/2014/main" id="{0A46EA58-2C48-457D-9D87-BB45F4E1781B}"/>
              </a:ext>
            </a:extLst>
          </p:cNvPr>
          <p:cNvSpPr>
            <a:spLocks xmlns:a="http://schemas.openxmlformats.org/drawingml/2006/main" noGrp="1"/>
          </p:cNvSpPr>
          <p:nvPr/>
        </p:nvSpPr>
        <p:spPr>
          <a:xfrm xmlns:a="http://schemas.openxmlformats.org/drawingml/2006/main">
            <a:off x="4333240" y="3456432"/>
            <a:ext cx="7" cy="100591"/>
          </a:xfrm>
          <a:prstGeom xmlns:a="http://schemas.openxmlformats.org/drawingml/2006/main" prst="line">
            <a:avLst/>
          </a:prstGeom>
          <a:ln xmlns:a="http://schemas.openxmlformats.org/drawingml/2006/main" w="1524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297" name="Connector 119">
            <a:extLst xmlns:a="http://schemas.openxmlformats.org/drawingml/2006/main">
              <a:ext uri="{FF2B5EF4-FFF2-40B4-BE49-F238E27FC236}">
                <a16:creationId xmlns:a16="http://schemas.microsoft.com/office/drawing/2014/main" id="{98E568AD-4561-4FBF-B708-012807BC2AB8}"/>
              </a:ext>
            </a:extLst>
          </p:cNvPr>
          <p:cNvSpPr>
            <a:spLocks xmlns:a="http://schemas.openxmlformats.org/drawingml/2006/main" noGrp="1"/>
          </p:cNvSpPr>
          <p:nvPr/>
        </p:nvSpPr>
        <p:spPr>
          <a:xfrm xmlns:a="http://schemas.openxmlformats.org/drawingml/2006/main">
            <a:off x="4397247" y="3456432"/>
            <a:ext cx="7" cy="100591"/>
          </a:xfrm>
          <a:prstGeom xmlns:a="http://schemas.openxmlformats.org/drawingml/2006/main" prst="line">
            <a:avLst/>
          </a:prstGeom>
          <a:ln xmlns:a="http://schemas.openxmlformats.org/drawingml/2006/main" w="1524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298" name="Connector 120">
            <a:extLst xmlns:a="http://schemas.openxmlformats.org/drawingml/2006/main">
              <a:ext uri="{FF2B5EF4-FFF2-40B4-BE49-F238E27FC236}">
                <a16:creationId xmlns:a16="http://schemas.microsoft.com/office/drawing/2014/main" id="{4CA80610-524B-477A-9CF7-8C0C3576572E}"/>
              </a:ext>
            </a:extLst>
          </p:cNvPr>
          <p:cNvSpPr>
            <a:spLocks xmlns:a="http://schemas.openxmlformats.org/drawingml/2006/main" noGrp="1"/>
          </p:cNvSpPr>
          <p:nvPr/>
        </p:nvSpPr>
        <p:spPr>
          <a:xfrm xmlns:a="http://schemas.openxmlformats.org/drawingml/2006/main">
            <a:off x="4461254" y="3456432"/>
            <a:ext cx="7" cy="100591"/>
          </a:xfrm>
          <a:prstGeom xmlns:a="http://schemas.openxmlformats.org/drawingml/2006/main" prst="line">
            <a:avLst/>
          </a:prstGeom>
          <a:ln xmlns:a="http://schemas.openxmlformats.org/drawingml/2006/main" w="1524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299" name="Oval 121">
            <a:extLst xmlns:a="http://schemas.openxmlformats.org/drawingml/2006/main">
              <a:ext uri="{FF2B5EF4-FFF2-40B4-BE49-F238E27FC236}">
                <a16:creationId xmlns:a16="http://schemas.microsoft.com/office/drawing/2014/main" id="{6518FF3C-C615-4F0E-84B6-36E4DD9A9CEA}"/>
              </a:ext>
            </a:extLst>
          </p:cNvPr>
          <p:cNvSpPr>
            <a:spLocks xmlns:a="http://schemas.openxmlformats.org/drawingml/2006/main" noGrp="1"/>
          </p:cNvSpPr>
          <p:nvPr/>
        </p:nvSpPr>
        <p:spPr>
          <a:xfrm xmlns:a="http://schemas.openxmlformats.org/drawingml/2006/main">
            <a:off x="4599432" y="3428998"/>
            <a:ext cx="131687" cy="131685"/>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300" name="Connector 122">
            <a:extLst xmlns:a="http://schemas.openxmlformats.org/drawingml/2006/main">
              <a:ext uri="{FF2B5EF4-FFF2-40B4-BE49-F238E27FC236}">
                <a16:creationId xmlns:a16="http://schemas.microsoft.com/office/drawing/2014/main" id="{027659FC-97EC-47A5-B18E-5D4D0090E7F4}"/>
              </a:ext>
            </a:extLst>
          </p:cNvPr>
          <p:cNvSpPr>
            <a:spLocks xmlns:a="http://schemas.openxmlformats.org/drawingml/2006/main" noGrp="1"/>
          </p:cNvSpPr>
          <p:nvPr/>
        </p:nvSpPr>
        <p:spPr>
          <a:xfrm xmlns:a="http://schemas.openxmlformats.org/drawingml/2006/main">
            <a:off x="4665267" y="3560668"/>
            <a:ext cx="7"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301" name="Connector 123">
            <a:extLst xmlns:a="http://schemas.openxmlformats.org/drawingml/2006/main">
              <a:ext uri="{FF2B5EF4-FFF2-40B4-BE49-F238E27FC236}">
                <a16:creationId xmlns:a16="http://schemas.microsoft.com/office/drawing/2014/main" id="{34781B33-FE92-40EA-BD39-F352902A8F7F}"/>
              </a:ext>
            </a:extLst>
          </p:cNvPr>
          <p:cNvSpPr>
            <a:spLocks xmlns:a="http://schemas.openxmlformats.org/drawingml/2006/main" noGrp="1"/>
          </p:cNvSpPr>
          <p:nvPr/>
        </p:nvSpPr>
        <p:spPr>
          <a:xfrm xmlns:a="http://schemas.openxmlformats.org/drawingml/2006/main">
            <a:off x="4573096" y="3652844"/>
            <a:ext cx="184350" cy="7"/>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302" name="Connector 124">
            <a:extLst xmlns:a="http://schemas.openxmlformats.org/drawingml/2006/main">
              <a:ext uri="{FF2B5EF4-FFF2-40B4-BE49-F238E27FC236}">
                <a16:creationId xmlns:a16="http://schemas.microsoft.com/office/drawing/2014/main" id="{87BC5F7C-A7A4-4DBD-8E78-552849081ADD}"/>
              </a:ext>
            </a:extLst>
          </p:cNvPr>
          <p:cNvSpPr>
            <a:spLocks xmlns:a="http://schemas.openxmlformats.org/drawingml/2006/main" noGrp="1"/>
          </p:cNvSpPr>
          <p:nvPr/>
        </p:nvSpPr>
        <p:spPr>
          <a:xfrm xmlns:a="http://schemas.openxmlformats.org/drawingml/2006/main" flipH="1">
            <a:off x="4579679" y="3777934"/>
            <a:ext cx="85596"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303" name="Connector 125">
            <a:extLst xmlns:a="http://schemas.openxmlformats.org/drawingml/2006/main">
              <a:ext uri="{FF2B5EF4-FFF2-40B4-BE49-F238E27FC236}">
                <a16:creationId xmlns:a16="http://schemas.microsoft.com/office/drawing/2014/main" id="{784E8474-2B67-43DD-A8E8-969809E6B7B6}"/>
              </a:ext>
            </a:extLst>
          </p:cNvPr>
          <p:cNvSpPr>
            <a:spLocks xmlns:a="http://schemas.openxmlformats.org/drawingml/2006/main" noGrp="1"/>
          </p:cNvSpPr>
          <p:nvPr/>
        </p:nvSpPr>
        <p:spPr>
          <a:xfrm xmlns:a="http://schemas.openxmlformats.org/drawingml/2006/main">
            <a:off x="4665267" y="3777934"/>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304" name="Oval 126">
            <a:extLst xmlns:a="http://schemas.openxmlformats.org/drawingml/2006/main">
              <a:ext uri="{FF2B5EF4-FFF2-40B4-BE49-F238E27FC236}">
                <a16:creationId xmlns:a16="http://schemas.microsoft.com/office/drawing/2014/main" id="{A3EC499B-DD53-4860-BF44-F05088EE4E39}"/>
              </a:ext>
            </a:extLst>
          </p:cNvPr>
          <p:cNvSpPr>
            <a:spLocks xmlns:a="http://schemas.openxmlformats.org/drawingml/2006/main" noGrp="1"/>
          </p:cNvSpPr>
          <p:nvPr/>
        </p:nvSpPr>
        <p:spPr>
          <a:xfrm xmlns:a="http://schemas.openxmlformats.org/drawingml/2006/main">
            <a:off x="1033271" y="4160520"/>
            <a:ext cx="131687" cy="13168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305" name="Connector 127">
            <a:extLst xmlns:a="http://schemas.openxmlformats.org/drawingml/2006/main">
              <a:ext uri="{FF2B5EF4-FFF2-40B4-BE49-F238E27FC236}">
                <a16:creationId xmlns:a16="http://schemas.microsoft.com/office/drawing/2014/main" id="{B1B71214-9662-4E2D-8E84-FBA9DF499879}"/>
              </a:ext>
            </a:extLst>
          </p:cNvPr>
          <p:cNvSpPr>
            <a:spLocks xmlns:a="http://schemas.openxmlformats.org/drawingml/2006/main" noGrp="1"/>
          </p:cNvSpPr>
          <p:nvPr/>
        </p:nvSpPr>
        <p:spPr>
          <a:xfrm xmlns:a="http://schemas.openxmlformats.org/drawingml/2006/main">
            <a:off x="1099107" y="4292190"/>
            <a:ext cx="7"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306" name="Connector 128">
            <a:extLst xmlns:a="http://schemas.openxmlformats.org/drawingml/2006/main">
              <a:ext uri="{FF2B5EF4-FFF2-40B4-BE49-F238E27FC236}">
                <a16:creationId xmlns:a16="http://schemas.microsoft.com/office/drawing/2014/main" id="{6F9C28EB-9F57-450E-90D2-CF7B94AAB339}"/>
              </a:ext>
            </a:extLst>
          </p:cNvPr>
          <p:cNvSpPr>
            <a:spLocks xmlns:a="http://schemas.openxmlformats.org/drawingml/2006/main" noGrp="1"/>
          </p:cNvSpPr>
          <p:nvPr/>
        </p:nvSpPr>
        <p:spPr>
          <a:xfrm xmlns:a="http://schemas.openxmlformats.org/drawingml/2006/main">
            <a:off x="1006936" y="4384364"/>
            <a:ext cx="184350" cy="7"/>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307" name="Connector 129">
            <a:extLst xmlns:a="http://schemas.openxmlformats.org/drawingml/2006/main">
              <a:ext uri="{FF2B5EF4-FFF2-40B4-BE49-F238E27FC236}">
                <a16:creationId xmlns:a16="http://schemas.microsoft.com/office/drawing/2014/main" id="{2329BBC0-8872-4238-8281-3C589C23CB26}"/>
              </a:ext>
            </a:extLst>
          </p:cNvPr>
          <p:cNvSpPr>
            <a:spLocks xmlns:a="http://schemas.openxmlformats.org/drawingml/2006/main" noGrp="1"/>
          </p:cNvSpPr>
          <p:nvPr/>
        </p:nvSpPr>
        <p:spPr>
          <a:xfrm xmlns:a="http://schemas.openxmlformats.org/drawingml/2006/main" flipH="1">
            <a:off x="1013519" y="4509452"/>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308" name="Connector 130">
            <a:extLst xmlns:a="http://schemas.openxmlformats.org/drawingml/2006/main">
              <a:ext uri="{FF2B5EF4-FFF2-40B4-BE49-F238E27FC236}">
                <a16:creationId xmlns:a16="http://schemas.microsoft.com/office/drawing/2014/main" id="{F37D5BED-CECA-411E-906F-B2862A9A8872}"/>
              </a:ext>
            </a:extLst>
          </p:cNvPr>
          <p:cNvSpPr>
            <a:spLocks xmlns:a="http://schemas.openxmlformats.org/drawingml/2006/main" noGrp="1"/>
          </p:cNvSpPr>
          <p:nvPr/>
        </p:nvSpPr>
        <p:spPr>
          <a:xfrm xmlns:a="http://schemas.openxmlformats.org/drawingml/2006/main">
            <a:off x="1099107" y="4509452"/>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309" name="Oval 131">
            <a:extLst xmlns:a="http://schemas.openxmlformats.org/drawingml/2006/main">
              <a:ext uri="{FF2B5EF4-FFF2-40B4-BE49-F238E27FC236}">
                <a16:creationId xmlns:a16="http://schemas.microsoft.com/office/drawing/2014/main" id="{3CE2A426-84BD-4456-8327-26DC12F818F0}"/>
              </a:ext>
            </a:extLst>
          </p:cNvPr>
          <p:cNvSpPr>
            <a:spLocks xmlns:a="http://schemas.openxmlformats.org/drawingml/2006/main" noGrp="1"/>
          </p:cNvSpPr>
          <p:nvPr/>
        </p:nvSpPr>
        <p:spPr>
          <a:xfrm xmlns:a="http://schemas.openxmlformats.org/drawingml/2006/main">
            <a:off x="1655060" y="4160520"/>
            <a:ext cx="131687" cy="13168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310" name="Connector 132">
            <a:extLst xmlns:a="http://schemas.openxmlformats.org/drawingml/2006/main">
              <a:ext uri="{FF2B5EF4-FFF2-40B4-BE49-F238E27FC236}">
                <a16:creationId xmlns:a16="http://schemas.microsoft.com/office/drawing/2014/main" id="{91B6ABC2-69B5-4AFA-8466-BF9CC41E3658}"/>
              </a:ext>
            </a:extLst>
          </p:cNvPr>
          <p:cNvSpPr>
            <a:spLocks xmlns:a="http://schemas.openxmlformats.org/drawingml/2006/main" noGrp="1"/>
          </p:cNvSpPr>
          <p:nvPr/>
        </p:nvSpPr>
        <p:spPr>
          <a:xfrm xmlns:a="http://schemas.openxmlformats.org/drawingml/2006/main">
            <a:off x="1720898" y="4292190"/>
            <a:ext cx="7"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311" name="Connector 133">
            <a:extLst xmlns:a="http://schemas.openxmlformats.org/drawingml/2006/main">
              <a:ext uri="{FF2B5EF4-FFF2-40B4-BE49-F238E27FC236}">
                <a16:creationId xmlns:a16="http://schemas.microsoft.com/office/drawing/2014/main" id="{B590D10A-0B05-4820-9A90-71B766885EE7}"/>
              </a:ext>
            </a:extLst>
          </p:cNvPr>
          <p:cNvSpPr>
            <a:spLocks xmlns:a="http://schemas.openxmlformats.org/drawingml/2006/main" noGrp="1"/>
          </p:cNvSpPr>
          <p:nvPr/>
        </p:nvSpPr>
        <p:spPr>
          <a:xfrm xmlns:a="http://schemas.openxmlformats.org/drawingml/2006/main">
            <a:off x="1628729" y="4384364"/>
            <a:ext cx="184350" cy="7"/>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312" name="Connector 134">
            <a:extLst xmlns:a="http://schemas.openxmlformats.org/drawingml/2006/main">
              <a:ext uri="{FF2B5EF4-FFF2-40B4-BE49-F238E27FC236}">
                <a16:creationId xmlns:a16="http://schemas.microsoft.com/office/drawing/2014/main" id="{448F2979-C6D2-40AF-9AB5-5D5BD2AC7E52}"/>
              </a:ext>
            </a:extLst>
          </p:cNvPr>
          <p:cNvSpPr>
            <a:spLocks xmlns:a="http://schemas.openxmlformats.org/drawingml/2006/main" noGrp="1"/>
          </p:cNvSpPr>
          <p:nvPr/>
        </p:nvSpPr>
        <p:spPr>
          <a:xfrm xmlns:a="http://schemas.openxmlformats.org/drawingml/2006/main" flipH="1">
            <a:off x="1635311" y="4509452"/>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313" name="Connector 135">
            <a:extLst xmlns:a="http://schemas.openxmlformats.org/drawingml/2006/main">
              <a:ext uri="{FF2B5EF4-FFF2-40B4-BE49-F238E27FC236}">
                <a16:creationId xmlns:a16="http://schemas.microsoft.com/office/drawing/2014/main" id="{AF28356D-FC1F-468F-B9C4-2B11C66AE459}"/>
              </a:ext>
            </a:extLst>
          </p:cNvPr>
          <p:cNvSpPr>
            <a:spLocks xmlns:a="http://schemas.openxmlformats.org/drawingml/2006/main" noGrp="1"/>
          </p:cNvSpPr>
          <p:nvPr/>
        </p:nvSpPr>
        <p:spPr>
          <a:xfrm xmlns:a="http://schemas.openxmlformats.org/drawingml/2006/main">
            <a:off x="1720899" y="4509452"/>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314" name="Oval 136">
            <a:extLst xmlns:a="http://schemas.openxmlformats.org/drawingml/2006/main">
              <a:ext uri="{FF2B5EF4-FFF2-40B4-BE49-F238E27FC236}">
                <a16:creationId xmlns:a16="http://schemas.microsoft.com/office/drawing/2014/main" id="{DC92943B-A19E-4EA3-BB12-8E54653D70FE}"/>
              </a:ext>
            </a:extLst>
          </p:cNvPr>
          <p:cNvSpPr>
            <a:spLocks xmlns:a="http://schemas.openxmlformats.org/drawingml/2006/main" noGrp="1"/>
          </p:cNvSpPr>
          <p:nvPr/>
        </p:nvSpPr>
        <p:spPr>
          <a:xfrm xmlns:a="http://schemas.openxmlformats.org/drawingml/2006/main">
            <a:off x="2276855" y="4160520"/>
            <a:ext cx="131687" cy="13168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315" name="Connector 137">
            <a:extLst xmlns:a="http://schemas.openxmlformats.org/drawingml/2006/main">
              <a:ext uri="{FF2B5EF4-FFF2-40B4-BE49-F238E27FC236}">
                <a16:creationId xmlns:a16="http://schemas.microsoft.com/office/drawing/2014/main" id="{BC3DF47C-A84C-4A39-B75D-A8EFD017D39B}"/>
              </a:ext>
            </a:extLst>
          </p:cNvPr>
          <p:cNvSpPr>
            <a:spLocks xmlns:a="http://schemas.openxmlformats.org/drawingml/2006/main" noGrp="1"/>
          </p:cNvSpPr>
          <p:nvPr/>
        </p:nvSpPr>
        <p:spPr>
          <a:xfrm xmlns:a="http://schemas.openxmlformats.org/drawingml/2006/main">
            <a:off x="2342692" y="4292190"/>
            <a:ext cx="6"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316" name="Connector 138">
            <a:extLst xmlns:a="http://schemas.openxmlformats.org/drawingml/2006/main">
              <a:ext uri="{FF2B5EF4-FFF2-40B4-BE49-F238E27FC236}">
                <a16:creationId xmlns:a16="http://schemas.microsoft.com/office/drawing/2014/main" id="{5795A25E-92AB-4841-B5CA-66644E2197CB}"/>
              </a:ext>
            </a:extLst>
          </p:cNvPr>
          <p:cNvSpPr>
            <a:spLocks xmlns:a="http://schemas.openxmlformats.org/drawingml/2006/main" noGrp="1"/>
          </p:cNvSpPr>
          <p:nvPr/>
        </p:nvSpPr>
        <p:spPr>
          <a:xfrm xmlns:a="http://schemas.openxmlformats.org/drawingml/2006/main">
            <a:off x="2250519" y="4384364"/>
            <a:ext cx="184350" cy="7"/>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317" name="Connector 139">
            <a:extLst xmlns:a="http://schemas.openxmlformats.org/drawingml/2006/main">
              <a:ext uri="{FF2B5EF4-FFF2-40B4-BE49-F238E27FC236}">
                <a16:creationId xmlns:a16="http://schemas.microsoft.com/office/drawing/2014/main" id="{100E9911-900E-424C-A1DE-1EF04EC7A073}"/>
              </a:ext>
            </a:extLst>
          </p:cNvPr>
          <p:cNvSpPr>
            <a:spLocks xmlns:a="http://schemas.openxmlformats.org/drawingml/2006/main" noGrp="1"/>
          </p:cNvSpPr>
          <p:nvPr/>
        </p:nvSpPr>
        <p:spPr>
          <a:xfrm xmlns:a="http://schemas.openxmlformats.org/drawingml/2006/main" flipH="1">
            <a:off x="2257104" y="4509452"/>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318" name="Connector 140">
            <a:extLst xmlns:a="http://schemas.openxmlformats.org/drawingml/2006/main">
              <a:ext uri="{FF2B5EF4-FFF2-40B4-BE49-F238E27FC236}">
                <a16:creationId xmlns:a16="http://schemas.microsoft.com/office/drawing/2014/main" id="{65429700-09A7-4A6A-AC32-8204D962EEEE}"/>
              </a:ext>
            </a:extLst>
          </p:cNvPr>
          <p:cNvSpPr>
            <a:spLocks xmlns:a="http://schemas.openxmlformats.org/drawingml/2006/main" noGrp="1"/>
          </p:cNvSpPr>
          <p:nvPr/>
        </p:nvSpPr>
        <p:spPr>
          <a:xfrm xmlns:a="http://schemas.openxmlformats.org/drawingml/2006/main">
            <a:off x="2342692" y="4509452"/>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319" name="Oval 141">
            <a:extLst xmlns:a="http://schemas.openxmlformats.org/drawingml/2006/main">
              <a:ext uri="{FF2B5EF4-FFF2-40B4-BE49-F238E27FC236}">
                <a16:creationId xmlns:a16="http://schemas.microsoft.com/office/drawing/2014/main" id="{D2B3D38D-460E-4338-93ED-5923676111DF}"/>
              </a:ext>
            </a:extLst>
          </p:cNvPr>
          <p:cNvSpPr>
            <a:spLocks xmlns:a="http://schemas.openxmlformats.org/drawingml/2006/main" noGrp="1"/>
          </p:cNvSpPr>
          <p:nvPr/>
        </p:nvSpPr>
        <p:spPr>
          <a:xfrm xmlns:a="http://schemas.openxmlformats.org/drawingml/2006/main">
            <a:off x="2898648" y="4160520"/>
            <a:ext cx="131687" cy="13168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320" name="Connector 142">
            <a:extLst xmlns:a="http://schemas.openxmlformats.org/drawingml/2006/main">
              <a:ext uri="{FF2B5EF4-FFF2-40B4-BE49-F238E27FC236}">
                <a16:creationId xmlns:a16="http://schemas.microsoft.com/office/drawing/2014/main" id="{4D7928D1-65EC-4A46-A234-3AD5BD88E59B}"/>
              </a:ext>
            </a:extLst>
          </p:cNvPr>
          <p:cNvSpPr>
            <a:spLocks xmlns:a="http://schemas.openxmlformats.org/drawingml/2006/main" noGrp="1"/>
          </p:cNvSpPr>
          <p:nvPr/>
        </p:nvSpPr>
        <p:spPr>
          <a:xfrm xmlns:a="http://schemas.openxmlformats.org/drawingml/2006/main">
            <a:off x="2964482" y="4292190"/>
            <a:ext cx="7"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321" name="Connector 143">
            <a:extLst xmlns:a="http://schemas.openxmlformats.org/drawingml/2006/main">
              <a:ext uri="{FF2B5EF4-FFF2-40B4-BE49-F238E27FC236}">
                <a16:creationId xmlns:a16="http://schemas.microsoft.com/office/drawing/2014/main" id="{837AB27A-6EA3-4BBB-B745-DC4AFABF274A}"/>
              </a:ext>
            </a:extLst>
          </p:cNvPr>
          <p:cNvSpPr>
            <a:spLocks xmlns:a="http://schemas.openxmlformats.org/drawingml/2006/main" noGrp="1"/>
          </p:cNvSpPr>
          <p:nvPr/>
        </p:nvSpPr>
        <p:spPr>
          <a:xfrm xmlns:a="http://schemas.openxmlformats.org/drawingml/2006/main">
            <a:off x="2872313" y="4384364"/>
            <a:ext cx="184350" cy="7"/>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322" name="Connector 144">
            <a:extLst xmlns:a="http://schemas.openxmlformats.org/drawingml/2006/main">
              <a:ext uri="{FF2B5EF4-FFF2-40B4-BE49-F238E27FC236}">
                <a16:creationId xmlns:a16="http://schemas.microsoft.com/office/drawing/2014/main" id="{212AC8EF-CEA5-46BA-A15F-BC60B3BA27F6}"/>
              </a:ext>
            </a:extLst>
          </p:cNvPr>
          <p:cNvSpPr>
            <a:spLocks xmlns:a="http://schemas.openxmlformats.org/drawingml/2006/main" noGrp="1"/>
          </p:cNvSpPr>
          <p:nvPr/>
        </p:nvSpPr>
        <p:spPr>
          <a:xfrm xmlns:a="http://schemas.openxmlformats.org/drawingml/2006/main" flipH="1">
            <a:off x="2878895" y="4509452"/>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323" name="Connector 145">
            <a:extLst xmlns:a="http://schemas.openxmlformats.org/drawingml/2006/main">
              <a:ext uri="{FF2B5EF4-FFF2-40B4-BE49-F238E27FC236}">
                <a16:creationId xmlns:a16="http://schemas.microsoft.com/office/drawing/2014/main" id="{66685B35-4C26-4D01-A67F-8F96C5AC1A78}"/>
              </a:ext>
            </a:extLst>
          </p:cNvPr>
          <p:cNvSpPr>
            <a:spLocks xmlns:a="http://schemas.openxmlformats.org/drawingml/2006/main" noGrp="1"/>
          </p:cNvSpPr>
          <p:nvPr/>
        </p:nvSpPr>
        <p:spPr>
          <a:xfrm xmlns:a="http://schemas.openxmlformats.org/drawingml/2006/main">
            <a:off x="2964483" y="4509452"/>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324" name="Oval 146">
            <a:extLst xmlns:a="http://schemas.openxmlformats.org/drawingml/2006/main">
              <a:ext uri="{FF2B5EF4-FFF2-40B4-BE49-F238E27FC236}">
                <a16:creationId xmlns:a16="http://schemas.microsoft.com/office/drawing/2014/main" id="{9B2CA517-9357-4BD9-8547-ECD4352CCC0C}"/>
              </a:ext>
            </a:extLst>
          </p:cNvPr>
          <p:cNvSpPr>
            <a:spLocks xmlns:a="http://schemas.openxmlformats.org/drawingml/2006/main" noGrp="1"/>
          </p:cNvSpPr>
          <p:nvPr/>
        </p:nvSpPr>
        <p:spPr>
          <a:xfrm xmlns:a="http://schemas.openxmlformats.org/drawingml/2006/main">
            <a:off x="3520440" y="4160520"/>
            <a:ext cx="131687" cy="13168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325" name="Connector 147">
            <a:extLst xmlns:a="http://schemas.openxmlformats.org/drawingml/2006/main">
              <a:ext uri="{FF2B5EF4-FFF2-40B4-BE49-F238E27FC236}">
                <a16:creationId xmlns:a16="http://schemas.microsoft.com/office/drawing/2014/main" id="{86E188CA-6547-4687-9739-AAC6A77ECE2F}"/>
              </a:ext>
            </a:extLst>
          </p:cNvPr>
          <p:cNvSpPr>
            <a:spLocks xmlns:a="http://schemas.openxmlformats.org/drawingml/2006/main" noGrp="1"/>
          </p:cNvSpPr>
          <p:nvPr/>
        </p:nvSpPr>
        <p:spPr>
          <a:xfrm xmlns:a="http://schemas.openxmlformats.org/drawingml/2006/main">
            <a:off x="3586273" y="4292190"/>
            <a:ext cx="7"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326" name="Connector 148">
            <a:extLst xmlns:a="http://schemas.openxmlformats.org/drawingml/2006/main">
              <a:ext uri="{FF2B5EF4-FFF2-40B4-BE49-F238E27FC236}">
                <a16:creationId xmlns:a16="http://schemas.microsoft.com/office/drawing/2014/main" id="{6301BC21-E3C3-46EA-A890-D18237327312}"/>
              </a:ext>
            </a:extLst>
          </p:cNvPr>
          <p:cNvSpPr>
            <a:spLocks xmlns:a="http://schemas.openxmlformats.org/drawingml/2006/main" noGrp="1"/>
          </p:cNvSpPr>
          <p:nvPr/>
        </p:nvSpPr>
        <p:spPr>
          <a:xfrm xmlns:a="http://schemas.openxmlformats.org/drawingml/2006/main">
            <a:off x="3494104" y="4384364"/>
            <a:ext cx="184350" cy="7"/>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327" name="Connector 149">
            <a:extLst xmlns:a="http://schemas.openxmlformats.org/drawingml/2006/main">
              <a:ext uri="{FF2B5EF4-FFF2-40B4-BE49-F238E27FC236}">
                <a16:creationId xmlns:a16="http://schemas.microsoft.com/office/drawing/2014/main" id="{25A76DC7-AF37-4F6F-9BD9-275A8C9C35EF}"/>
              </a:ext>
            </a:extLst>
          </p:cNvPr>
          <p:cNvSpPr>
            <a:spLocks xmlns:a="http://schemas.openxmlformats.org/drawingml/2006/main" noGrp="1"/>
          </p:cNvSpPr>
          <p:nvPr/>
        </p:nvSpPr>
        <p:spPr>
          <a:xfrm xmlns:a="http://schemas.openxmlformats.org/drawingml/2006/main" flipH="1">
            <a:off x="3500684" y="4509452"/>
            <a:ext cx="85596"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328" name="Connector 150">
            <a:extLst xmlns:a="http://schemas.openxmlformats.org/drawingml/2006/main">
              <a:ext uri="{FF2B5EF4-FFF2-40B4-BE49-F238E27FC236}">
                <a16:creationId xmlns:a16="http://schemas.microsoft.com/office/drawing/2014/main" id="{E67CA7D2-CC20-422C-82F0-0FF5D3FA59B7}"/>
              </a:ext>
            </a:extLst>
          </p:cNvPr>
          <p:cNvSpPr>
            <a:spLocks xmlns:a="http://schemas.openxmlformats.org/drawingml/2006/main" noGrp="1"/>
          </p:cNvSpPr>
          <p:nvPr/>
        </p:nvSpPr>
        <p:spPr>
          <a:xfrm xmlns:a="http://schemas.openxmlformats.org/drawingml/2006/main">
            <a:off x="3586273" y="4509452"/>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329" name="Oval 151">
            <a:extLst xmlns:a="http://schemas.openxmlformats.org/drawingml/2006/main">
              <a:ext uri="{FF2B5EF4-FFF2-40B4-BE49-F238E27FC236}">
                <a16:creationId xmlns:a16="http://schemas.microsoft.com/office/drawing/2014/main" id="{08A90764-011E-4783-BB7D-68967ED3FBB1}"/>
              </a:ext>
            </a:extLst>
          </p:cNvPr>
          <p:cNvSpPr>
            <a:spLocks xmlns:a="http://schemas.openxmlformats.org/drawingml/2006/main" noGrp="1"/>
          </p:cNvSpPr>
          <p:nvPr/>
        </p:nvSpPr>
        <p:spPr>
          <a:xfrm xmlns:a="http://schemas.openxmlformats.org/drawingml/2006/main">
            <a:off x="4142232" y="4160520"/>
            <a:ext cx="131687" cy="13168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330" name="Connector 152">
            <a:extLst xmlns:a="http://schemas.openxmlformats.org/drawingml/2006/main">
              <a:ext uri="{FF2B5EF4-FFF2-40B4-BE49-F238E27FC236}">
                <a16:creationId xmlns:a16="http://schemas.microsoft.com/office/drawing/2014/main" id="{CC8298F1-48CA-4363-A39F-259C59BC0E2D}"/>
              </a:ext>
            </a:extLst>
          </p:cNvPr>
          <p:cNvSpPr>
            <a:spLocks xmlns:a="http://schemas.openxmlformats.org/drawingml/2006/main" noGrp="1"/>
          </p:cNvSpPr>
          <p:nvPr/>
        </p:nvSpPr>
        <p:spPr>
          <a:xfrm xmlns:a="http://schemas.openxmlformats.org/drawingml/2006/main">
            <a:off x="4208067" y="4292190"/>
            <a:ext cx="7"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331" name="Connector 153">
            <a:extLst xmlns:a="http://schemas.openxmlformats.org/drawingml/2006/main">
              <a:ext uri="{FF2B5EF4-FFF2-40B4-BE49-F238E27FC236}">
                <a16:creationId xmlns:a16="http://schemas.microsoft.com/office/drawing/2014/main" id="{D9B1419E-765A-41DA-86C3-9E3B4913FB3F}"/>
              </a:ext>
            </a:extLst>
          </p:cNvPr>
          <p:cNvSpPr>
            <a:spLocks xmlns:a="http://schemas.openxmlformats.org/drawingml/2006/main" noGrp="1"/>
          </p:cNvSpPr>
          <p:nvPr/>
        </p:nvSpPr>
        <p:spPr>
          <a:xfrm xmlns:a="http://schemas.openxmlformats.org/drawingml/2006/main">
            <a:off x="4115896" y="4384364"/>
            <a:ext cx="184350" cy="7"/>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332" name="Connector 154">
            <a:extLst xmlns:a="http://schemas.openxmlformats.org/drawingml/2006/main">
              <a:ext uri="{FF2B5EF4-FFF2-40B4-BE49-F238E27FC236}">
                <a16:creationId xmlns:a16="http://schemas.microsoft.com/office/drawing/2014/main" id="{351A4587-4DC4-4CDA-9120-3618CE6AEC8A}"/>
              </a:ext>
            </a:extLst>
          </p:cNvPr>
          <p:cNvSpPr>
            <a:spLocks xmlns:a="http://schemas.openxmlformats.org/drawingml/2006/main" noGrp="1"/>
          </p:cNvSpPr>
          <p:nvPr/>
        </p:nvSpPr>
        <p:spPr>
          <a:xfrm xmlns:a="http://schemas.openxmlformats.org/drawingml/2006/main" flipH="1">
            <a:off x="4122479" y="4509452"/>
            <a:ext cx="85596"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333" name="Connector 155">
            <a:extLst xmlns:a="http://schemas.openxmlformats.org/drawingml/2006/main">
              <a:ext uri="{FF2B5EF4-FFF2-40B4-BE49-F238E27FC236}">
                <a16:creationId xmlns:a16="http://schemas.microsoft.com/office/drawing/2014/main" id="{15E24C70-DA1E-40C9-8562-F27727F01265}"/>
              </a:ext>
            </a:extLst>
          </p:cNvPr>
          <p:cNvSpPr>
            <a:spLocks xmlns:a="http://schemas.openxmlformats.org/drawingml/2006/main" noGrp="1"/>
          </p:cNvSpPr>
          <p:nvPr/>
        </p:nvSpPr>
        <p:spPr>
          <a:xfrm xmlns:a="http://schemas.openxmlformats.org/drawingml/2006/main">
            <a:off x="4208067" y="4509452"/>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334" name="Oval 156">
            <a:extLst xmlns:a="http://schemas.openxmlformats.org/drawingml/2006/main">
              <a:ext uri="{FF2B5EF4-FFF2-40B4-BE49-F238E27FC236}">
                <a16:creationId xmlns:a16="http://schemas.microsoft.com/office/drawing/2014/main" id="{271A09FA-6BF0-4093-B62C-D2682EDC4038}"/>
              </a:ext>
            </a:extLst>
          </p:cNvPr>
          <p:cNvSpPr>
            <a:spLocks xmlns:a="http://schemas.openxmlformats.org/drawingml/2006/main" noGrp="1"/>
          </p:cNvSpPr>
          <p:nvPr/>
        </p:nvSpPr>
        <p:spPr>
          <a:xfrm xmlns:a="http://schemas.openxmlformats.org/drawingml/2006/main">
            <a:off x="4764023" y="4160520"/>
            <a:ext cx="131687" cy="13168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335" name="Connector 157">
            <a:extLst xmlns:a="http://schemas.openxmlformats.org/drawingml/2006/main">
              <a:ext uri="{FF2B5EF4-FFF2-40B4-BE49-F238E27FC236}">
                <a16:creationId xmlns:a16="http://schemas.microsoft.com/office/drawing/2014/main" id="{10E1F470-AB48-40AA-B75C-40D935E1693B}"/>
              </a:ext>
            </a:extLst>
          </p:cNvPr>
          <p:cNvSpPr>
            <a:spLocks xmlns:a="http://schemas.openxmlformats.org/drawingml/2006/main" noGrp="1"/>
          </p:cNvSpPr>
          <p:nvPr/>
        </p:nvSpPr>
        <p:spPr>
          <a:xfrm xmlns:a="http://schemas.openxmlformats.org/drawingml/2006/main">
            <a:off x="4829859" y="4292190"/>
            <a:ext cx="6"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336" name="Connector 158">
            <a:extLst xmlns:a="http://schemas.openxmlformats.org/drawingml/2006/main">
              <a:ext uri="{FF2B5EF4-FFF2-40B4-BE49-F238E27FC236}">
                <a16:creationId xmlns:a16="http://schemas.microsoft.com/office/drawing/2014/main" id="{382A1ACC-D6B0-427D-AA29-6D32AC7A46A8}"/>
              </a:ext>
            </a:extLst>
          </p:cNvPr>
          <p:cNvSpPr>
            <a:spLocks xmlns:a="http://schemas.openxmlformats.org/drawingml/2006/main" noGrp="1"/>
          </p:cNvSpPr>
          <p:nvPr/>
        </p:nvSpPr>
        <p:spPr>
          <a:xfrm xmlns:a="http://schemas.openxmlformats.org/drawingml/2006/main">
            <a:off x="4737689" y="4384364"/>
            <a:ext cx="184350" cy="7"/>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337" name="Connector 159">
            <a:extLst xmlns:a="http://schemas.openxmlformats.org/drawingml/2006/main">
              <a:ext uri="{FF2B5EF4-FFF2-40B4-BE49-F238E27FC236}">
                <a16:creationId xmlns:a16="http://schemas.microsoft.com/office/drawing/2014/main" id="{12B8CDC6-23E3-407E-96B0-5AD900CA48D9}"/>
              </a:ext>
            </a:extLst>
          </p:cNvPr>
          <p:cNvSpPr>
            <a:spLocks xmlns:a="http://schemas.openxmlformats.org/drawingml/2006/main" noGrp="1"/>
          </p:cNvSpPr>
          <p:nvPr/>
        </p:nvSpPr>
        <p:spPr>
          <a:xfrm xmlns:a="http://schemas.openxmlformats.org/drawingml/2006/main" flipH="1">
            <a:off x="4744269" y="4509452"/>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338" name="Connector 160">
            <a:extLst xmlns:a="http://schemas.openxmlformats.org/drawingml/2006/main">
              <a:ext uri="{FF2B5EF4-FFF2-40B4-BE49-F238E27FC236}">
                <a16:creationId xmlns:a16="http://schemas.microsoft.com/office/drawing/2014/main" id="{66D84564-AAD1-4FD9-BC45-D29FBD7D1662}"/>
              </a:ext>
            </a:extLst>
          </p:cNvPr>
          <p:cNvSpPr>
            <a:spLocks xmlns:a="http://schemas.openxmlformats.org/drawingml/2006/main" noGrp="1"/>
          </p:cNvSpPr>
          <p:nvPr/>
        </p:nvSpPr>
        <p:spPr>
          <a:xfrm xmlns:a="http://schemas.openxmlformats.org/drawingml/2006/main">
            <a:off x="4829856" y="4509452"/>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339" name="Connector 184">
            <a:extLst xmlns:a="http://schemas.openxmlformats.org/drawingml/2006/main">
              <a:ext uri="{FF2B5EF4-FFF2-40B4-BE49-F238E27FC236}">
                <a16:creationId xmlns:a16="http://schemas.microsoft.com/office/drawing/2014/main" id="{0828730E-84DF-46F7-84B1-4E960B2C6469}"/>
              </a:ext>
            </a:extLst>
          </p:cNvPr>
          <p:cNvSpPr>
            <a:spLocks xmlns:a="http://schemas.openxmlformats.org/drawingml/2006/main" noGrp="1"/>
          </p:cNvSpPr>
          <p:nvPr/>
        </p:nvSpPr>
        <p:spPr>
          <a:xfrm xmlns:a="http://schemas.openxmlformats.org/drawingml/2006/main">
            <a:off x="749804" y="5257800"/>
            <a:ext cx="10680201" cy="0"/>
          </a:xfrm>
          <a:prstGeom xmlns:a="http://schemas.openxmlformats.org/drawingml/2006/main" prst="line">
            <a:avLst/>
          </a:prstGeom>
          <a:ln xmlns:a="http://schemas.openxmlformats.org/drawingml/2006/main" w="1397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340" name="TextBox 185">
            <a:extLst xmlns:a="http://schemas.openxmlformats.org/drawingml/2006/main">
              <a:ext uri="{FF2B5EF4-FFF2-40B4-BE49-F238E27FC236}">
                <a16:creationId xmlns:a16="http://schemas.microsoft.com/office/drawing/2014/main" id="{8AADE170-1EB9-49CD-9DA3-85EE4DABD387}"/>
              </a:ext>
            </a:extLst>
          </p:cNvPr>
          <p:cNvSpPr>
            <a:spLocks xmlns:a="http://schemas.openxmlformats.org/drawingml/2006/main" noGrp="1"/>
          </p:cNvSpPr>
          <p:nvPr/>
        </p:nvSpPr>
        <p:spPr>
          <a:xfrm xmlns:a="http://schemas.openxmlformats.org/drawingml/2006/main">
            <a:off x="841244" y="5577840"/>
            <a:ext cx="4389128" cy="235406"/>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600" b="1">
                <a:solidFill>
                  <a:srgbClr val="FF705B"/>
                </a:solidFill>
                <a:latin typeface="Helvetica Neue"/>
                <a:ea typeface="Helvetica Neue"/>
                <a:cs typeface="Helvetica Neue"/>
              </a:defRPr>
            </a:pPr>
            <a:r>
              <a:t>• </a:t>
            </a:r>
            <a:r>
              <a:rPr>
                <a:solidFill>
                  <a:srgbClr val="111318"/>
                </a:solidFill>
              </a:rPr>
              <a:t>A few users supply most of the map</a:t>
            </a:r>
          </a:p>
        </p:txBody>
      </p:sp>
      <p:sp>
        <p:nvSpPr>
          <p:cNvPr id="1341" name="TextBox 186">
            <a:extLst xmlns:a="http://schemas.openxmlformats.org/drawingml/2006/main">
              <a:ext uri="{FF2B5EF4-FFF2-40B4-BE49-F238E27FC236}">
                <a16:creationId xmlns:a16="http://schemas.microsoft.com/office/drawing/2014/main" id="{60EFF740-D797-401E-8A5B-2DD4E9B6F4E6}"/>
              </a:ext>
            </a:extLst>
          </p:cNvPr>
          <p:cNvSpPr>
            <a:spLocks xmlns:a="http://schemas.openxmlformats.org/drawingml/2006/main" noGrp="1"/>
          </p:cNvSpPr>
          <p:nvPr/>
        </p:nvSpPr>
        <p:spPr>
          <a:xfrm xmlns:a="http://schemas.openxmlformats.org/drawingml/2006/main">
            <a:off x="6748271" y="5577840"/>
            <a:ext cx="4389121" cy="235406"/>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600" b="1">
                <a:solidFill>
                  <a:srgbClr val="3977F6"/>
                </a:solidFill>
                <a:latin typeface="Helvetica Neue"/>
                <a:ea typeface="Helvetica Neue"/>
                <a:cs typeface="Helvetica Neue"/>
              </a:defRPr>
            </a:pPr>
            <a:r>
              <a:t>• </a:t>
            </a:r>
            <a:r>
              <a:rPr>
                <a:solidFill>
                  <a:srgbClr val="111318"/>
                </a:solidFill>
              </a:rPr>
              <a:t>The active core becomes ‘the community’</a:t>
            </a:r>
          </a:p>
        </p:txBody>
      </p:sp>
      <p:sp>
        <p:nvSpPr>
          <p:cNvPr id="1342" name="TextBox 187">
            <a:extLst xmlns:a="http://schemas.openxmlformats.org/drawingml/2006/main">
              <a:ext uri="{FF2B5EF4-FFF2-40B4-BE49-F238E27FC236}">
                <a16:creationId xmlns:a16="http://schemas.microsoft.com/office/drawing/2014/main" id="{011ED2A4-3531-426D-9F03-7431FBF7944B}"/>
              </a:ext>
            </a:extLst>
          </p:cNvPr>
          <p:cNvSpPr>
            <a:spLocks xmlns:a="http://schemas.openxmlformats.org/drawingml/2006/main" noGrp="1"/>
          </p:cNvSpPr>
          <p:nvPr/>
        </p:nvSpPr>
        <p:spPr>
          <a:xfrm xmlns:a="http://schemas.openxmlformats.org/drawingml/2006/main">
            <a:off x="621792" y="6437376"/>
            <a:ext cx="10881360"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800">
                <a:solidFill>
                  <a:srgbClr val="73777F"/>
                </a:solidFill>
                <a:latin typeface="Helvetica Neue"/>
                <a:ea typeface="Helvetica Neue"/>
                <a:cs typeface="Helvetica Neue"/>
              </a:defRPr>
            </a:lvl1pPr>
          </a:lstStyle>
          <a:p xmlns:a="http://schemas.openxmlformats.org/drawingml/2006/main">
            <a:pPr>
              <a:buNone/>
            </a:pPr>
            <a:r>
              <a:t>• Nudo et al. (2026); authors’ 200k analysis</a:t>
            </a:r>
          </a:p>
        </p:txBody>
      </p:sp>
      <p:sp>
        <p:nvSpPr>
          <p:cNvPr id="1343" name="TextBox 1">
            <a:extLst xmlns:a="http://schemas.openxmlformats.org/drawingml/2006/main">
              <a:ext uri="{FF2B5EF4-FFF2-40B4-BE49-F238E27FC236}">
                <a16:creationId xmlns:a16="http://schemas.microsoft.com/office/drawing/2014/main" id="{ABAA4EAB-C7D2-49DE-9B11-F039BD8975BA}"/>
              </a:ext>
            </a:extLst>
          </p:cNvPr>
          <p:cNvSpPr>
            <a:spLocks xmlns:a="http://schemas.openxmlformats.org/drawingml/2006/main" noGrp="1"/>
          </p:cNvSpPr>
          <p:nvPr/>
        </p:nvSpPr>
        <p:spPr>
          <a:xfrm xmlns:a="http://schemas.openxmlformats.org/drawingml/2006/main">
            <a:off x="603504" y="420623"/>
            <a:ext cx="2149208" cy="14871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000" b="1">
                <a:solidFill>
                  <a:srgbClr val="73777F"/>
                </a:solidFill>
                <a:latin typeface="Helvetica Neue"/>
                <a:ea typeface="Helvetica Neue"/>
                <a:cs typeface="Helvetica Neue"/>
              </a:defRPr>
            </a:lvl1pPr>
          </a:lstStyle>
          <a:p xmlns:a="http://schemas.openxmlformats.org/drawingml/2006/main">
            <a:pPr>
              <a:buNone/>
            </a:pPr>
            <a:r>
              <a:t>HOW SYSTEM WORKS 3</a:t>
            </a:r>
          </a:p>
        </p:txBody>
      </p:sp>
    </p:spTree>
    <p:extLst>
      <p:ext uri="{BB962C8B-B14F-4D97-AF65-F5344CB8AC3E}">
        <p14:creationId xmlns:p14="http://schemas.microsoft.com/office/powerpoint/2010/main" val="206767621"/>
      </p:ext>
    </p:extLst>
  </p:cSld>
</p:sld>
</file>

<file path=ppt/slides/slide16.xml><?xml version="1.0" encoding="utf-8"?>
<p:sld xmlns:p="http://schemas.openxmlformats.org/presentationml/2006/main" showMasterSp="1">
  <p:cSld>
    <p:spTree>
      <p:nvGrpSpPr>
        <p:cNvPr id="1" name=""/>
        <p:cNvGrpSpPr/>
        <p:nvPr/>
      </p:nvGrpSpPr>
      <p:grpSpPr>
        <a:xfrm xmlns:a="http://schemas.openxmlformats.org/drawingml/2006/main"/>
      </p:grpSpPr>
      <p:sp>
        <p:nvSpPr>
          <p:cNvPr id="1345" name="TextBox 3">
            <a:extLst xmlns:a="http://schemas.openxmlformats.org/drawingml/2006/main">
              <a:ext uri="{FF2B5EF4-FFF2-40B4-BE49-F238E27FC236}">
                <a16:creationId xmlns:a16="http://schemas.microsoft.com/office/drawing/2014/main" id="{75233520-246B-4062-A33E-7609087F904E}"/>
              </a:ext>
            </a:extLst>
          </p:cNvPr>
          <p:cNvSpPr>
            <a:spLocks xmlns:a="http://schemas.openxmlformats.org/drawingml/2006/main" noGrp="1"/>
          </p:cNvSpPr>
          <p:nvPr/>
        </p:nvSpPr>
        <p:spPr>
          <a:xfrm xmlns:a="http://schemas.openxmlformats.org/drawingml/2006/main">
            <a:off x="603504" y="786383"/>
            <a:ext cx="10515601" cy="458849"/>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3000" b="1">
                <a:solidFill>
                  <a:srgbClr val="111318"/>
                </a:solidFill>
                <a:latin typeface="Helvetica Neue"/>
                <a:ea typeface="Helvetica Neue"/>
                <a:cs typeface="Helvetica Neue"/>
              </a:defRPr>
            </a:lvl1pPr>
          </a:lstStyle>
          <a:p xmlns:a="http://schemas.openxmlformats.org/drawingml/2006/main">
            <a:pPr>
              <a:buNone/>
            </a:pPr>
            <a:r>
              <a:t>The same hands draw the map</a:t>
            </a:r>
          </a:p>
        </p:txBody>
      </p:sp>
      <p:sp>
        <p:nvSpPr>
          <p:cNvPr id="1346" name="TextBox 4">
            <a:extLst xmlns:a="http://schemas.openxmlformats.org/drawingml/2006/main">
              <a:ext uri="{FF2B5EF4-FFF2-40B4-BE49-F238E27FC236}">
                <a16:creationId xmlns:a16="http://schemas.microsoft.com/office/drawing/2014/main" id="{27D6FAC1-011A-40C8-8D77-4248D1C3A28A}"/>
              </a:ext>
            </a:extLst>
          </p:cNvPr>
          <p:cNvSpPr>
            <a:spLocks xmlns:a="http://schemas.openxmlformats.org/drawingml/2006/main" noGrp="1"/>
          </p:cNvSpPr>
          <p:nvPr/>
        </p:nvSpPr>
        <p:spPr>
          <a:xfrm xmlns:a="http://schemas.openxmlformats.org/drawingml/2006/main">
            <a:off x="11082528" y="457198"/>
            <a:ext cx="438918" cy="136385"/>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r">
              <a:buNone/>
              <a:defRPr sz="900" b="1">
                <a:solidFill>
                  <a:srgbClr val="73777F"/>
                </a:solidFill>
                <a:latin typeface="Helvetica Neue"/>
                <a:ea typeface="Helvetica Neue"/>
                <a:cs typeface="Helvetica Neue"/>
              </a:defRPr>
            </a:lvl1pPr>
          </a:lstStyle>
          <a:p xmlns:a="http://schemas.openxmlformats.org/drawingml/2006/main">
            <a:pPr>
              <a:buNone/>
            </a:pPr>
            <a:r>
              <a:t>05</a:t>
            </a:r>
          </a:p>
        </p:txBody>
      </p:sp>
      <p:sp>
        <p:nvSpPr>
          <p:cNvPr id="1347" name="TextBox 5">
            <a:extLst xmlns:a="http://schemas.openxmlformats.org/drawingml/2006/main">
              <a:ext uri="{FF2B5EF4-FFF2-40B4-BE49-F238E27FC236}">
                <a16:creationId xmlns:a16="http://schemas.microsoft.com/office/drawing/2014/main" id="{37F6A16D-329A-4558-B930-FC469FACF31B}"/>
              </a:ext>
            </a:extLst>
          </p:cNvPr>
          <p:cNvSpPr>
            <a:spLocks xmlns:a="http://schemas.openxmlformats.org/drawingml/2006/main" noGrp="1"/>
          </p:cNvSpPr>
          <p:nvPr/>
        </p:nvSpPr>
        <p:spPr>
          <a:xfrm xmlns:a="http://schemas.openxmlformats.org/drawingml/2006/main">
            <a:off x="804670" y="1554480"/>
            <a:ext cx="2103124" cy="14871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000" b="1">
                <a:solidFill>
                  <a:srgbClr val="73777F"/>
                </a:solidFill>
                <a:latin typeface="Helvetica Neue"/>
                <a:ea typeface="Helvetica Neue"/>
                <a:cs typeface="Helvetica Neue"/>
              </a:defRPr>
            </a:lvl1pPr>
          </a:lstStyle>
          <a:p xmlns:a="http://schemas.openxmlformats.org/drawingml/2006/main">
            <a:pPr>
              <a:buNone/>
            </a:pPr>
            <a:r>
              <a:t>CLASSROOM METAPHOR</a:t>
            </a:r>
          </a:p>
        </p:txBody>
      </p:sp>
      <p:sp>
        <p:nvSpPr>
          <p:cNvPr id="1348" name="Oval 6">
            <a:extLst xmlns:a="http://schemas.openxmlformats.org/drawingml/2006/main">
              <a:ext uri="{FF2B5EF4-FFF2-40B4-BE49-F238E27FC236}">
                <a16:creationId xmlns:a16="http://schemas.microsoft.com/office/drawing/2014/main" id="{F4D25D04-FFB4-4E21-AF3E-3B7969E96776}"/>
              </a:ext>
            </a:extLst>
          </p:cNvPr>
          <p:cNvSpPr>
            <a:spLocks xmlns:a="http://schemas.openxmlformats.org/drawingml/2006/main" noGrp="1"/>
          </p:cNvSpPr>
          <p:nvPr/>
        </p:nvSpPr>
        <p:spPr>
          <a:xfrm xmlns:a="http://schemas.openxmlformats.org/drawingml/2006/main">
            <a:off x="868680" y="1965960"/>
            <a:ext cx="131687" cy="13168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349" name="Connector 7">
            <a:extLst xmlns:a="http://schemas.openxmlformats.org/drawingml/2006/main">
              <a:ext uri="{FF2B5EF4-FFF2-40B4-BE49-F238E27FC236}">
                <a16:creationId xmlns:a16="http://schemas.microsoft.com/office/drawing/2014/main" id="{8C274B2C-7618-43C7-A4BD-9C57813112B2}"/>
              </a:ext>
            </a:extLst>
          </p:cNvPr>
          <p:cNvSpPr>
            <a:spLocks xmlns:a="http://schemas.openxmlformats.org/drawingml/2006/main" noGrp="1"/>
          </p:cNvSpPr>
          <p:nvPr/>
        </p:nvSpPr>
        <p:spPr>
          <a:xfrm xmlns:a="http://schemas.openxmlformats.org/drawingml/2006/main">
            <a:off x="934515" y="2097633"/>
            <a:ext cx="7"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350" name="Connector 8">
            <a:extLst xmlns:a="http://schemas.openxmlformats.org/drawingml/2006/main">
              <a:ext uri="{FF2B5EF4-FFF2-40B4-BE49-F238E27FC236}">
                <a16:creationId xmlns:a16="http://schemas.microsoft.com/office/drawing/2014/main" id="{83129A5A-460C-4A83-866D-8F19B9E8C521}"/>
              </a:ext>
            </a:extLst>
          </p:cNvPr>
          <p:cNvSpPr>
            <a:spLocks xmlns:a="http://schemas.openxmlformats.org/drawingml/2006/main" noGrp="1"/>
          </p:cNvSpPr>
          <p:nvPr/>
        </p:nvSpPr>
        <p:spPr>
          <a:xfrm xmlns:a="http://schemas.openxmlformats.org/drawingml/2006/main">
            <a:off x="842344" y="2189805"/>
            <a:ext cx="184351" cy="6"/>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351" name="Connector 9">
            <a:extLst xmlns:a="http://schemas.openxmlformats.org/drawingml/2006/main">
              <a:ext uri="{FF2B5EF4-FFF2-40B4-BE49-F238E27FC236}">
                <a16:creationId xmlns:a16="http://schemas.microsoft.com/office/drawing/2014/main" id="{B034BAF8-01CE-4858-80C5-312AA2778C3D}"/>
              </a:ext>
            </a:extLst>
          </p:cNvPr>
          <p:cNvSpPr>
            <a:spLocks xmlns:a="http://schemas.openxmlformats.org/drawingml/2006/main" noGrp="1"/>
          </p:cNvSpPr>
          <p:nvPr/>
        </p:nvSpPr>
        <p:spPr>
          <a:xfrm xmlns:a="http://schemas.openxmlformats.org/drawingml/2006/main" flipH="1">
            <a:off x="848928" y="2314892"/>
            <a:ext cx="85595" cy="138265"/>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352" name="Connector 10">
            <a:extLst xmlns:a="http://schemas.openxmlformats.org/drawingml/2006/main">
              <a:ext uri="{FF2B5EF4-FFF2-40B4-BE49-F238E27FC236}">
                <a16:creationId xmlns:a16="http://schemas.microsoft.com/office/drawing/2014/main" id="{A88D2219-34A7-4D75-A3B7-B307BC4372A3}"/>
              </a:ext>
            </a:extLst>
          </p:cNvPr>
          <p:cNvSpPr>
            <a:spLocks xmlns:a="http://schemas.openxmlformats.org/drawingml/2006/main" noGrp="1"/>
          </p:cNvSpPr>
          <p:nvPr/>
        </p:nvSpPr>
        <p:spPr>
          <a:xfrm xmlns:a="http://schemas.openxmlformats.org/drawingml/2006/main">
            <a:off x="934513" y="2314892"/>
            <a:ext cx="85594" cy="138265"/>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353" name="Oval 11">
            <a:extLst xmlns:a="http://schemas.openxmlformats.org/drawingml/2006/main">
              <a:ext uri="{FF2B5EF4-FFF2-40B4-BE49-F238E27FC236}">
                <a16:creationId xmlns:a16="http://schemas.microsoft.com/office/drawing/2014/main" id="{AD02A209-65EF-42E3-BF07-51100147ACAB}"/>
              </a:ext>
            </a:extLst>
          </p:cNvPr>
          <p:cNvSpPr>
            <a:spLocks xmlns:a="http://schemas.openxmlformats.org/drawingml/2006/main" noGrp="1"/>
          </p:cNvSpPr>
          <p:nvPr/>
        </p:nvSpPr>
        <p:spPr>
          <a:xfrm xmlns:a="http://schemas.openxmlformats.org/drawingml/2006/main">
            <a:off x="1490472" y="1965960"/>
            <a:ext cx="131687" cy="13168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354" name="Connector 12">
            <a:extLst xmlns:a="http://schemas.openxmlformats.org/drawingml/2006/main">
              <a:ext uri="{FF2B5EF4-FFF2-40B4-BE49-F238E27FC236}">
                <a16:creationId xmlns:a16="http://schemas.microsoft.com/office/drawing/2014/main" id="{CB4B767E-1F8E-4B3A-B679-60BCE8F26569}"/>
              </a:ext>
            </a:extLst>
          </p:cNvPr>
          <p:cNvSpPr>
            <a:spLocks xmlns:a="http://schemas.openxmlformats.org/drawingml/2006/main" noGrp="1"/>
          </p:cNvSpPr>
          <p:nvPr/>
        </p:nvSpPr>
        <p:spPr>
          <a:xfrm xmlns:a="http://schemas.openxmlformats.org/drawingml/2006/main">
            <a:off x="1556307" y="2097633"/>
            <a:ext cx="7"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355" name="Connector 13">
            <a:extLst xmlns:a="http://schemas.openxmlformats.org/drawingml/2006/main">
              <a:ext uri="{FF2B5EF4-FFF2-40B4-BE49-F238E27FC236}">
                <a16:creationId xmlns:a16="http://schemas.microsoft.com/office/drawing/2014/main" id="{912E707A-0341-4C59-A453-65A6C4A973C7}"/>
              </a:ext>
            </a:extLst>
          </p:cNvPr>
          <p:cNvSpPr>
            <a:spLocks xmlns:a="http://schemas.openxmlformats.org/drawingml/2006/main" noGrp="1"/>
          </p:cNvSpPr>
          <p:nvPr/>
        </p:nvSpPr>
        <p:spPr>
          <a:xfrm xmlns:a="http://schemas.openxmlformats.org/drawingml/2006/main">
            <a:off x="1464136" y="2189805"/>
            <a:ext cx="184350" cy="6"/>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356" name="Connector 14">
            <a:extLst xmlns:a="http://schemas.openxmlformats.org/drawingml/2006/main">
              <a:ext uri="{FF2B5EF4-FFF2-40B4-BE49-F238E27FC236}">
                <a16:creationId xmlns:a16="http://schemas.microsoft.com/office/drawing/2014/main" id="{DC720795-EC7C-4FDF-9EB2-DD863AD19817}"/>
              </a:ext>
            </a:extLst>
          </p:cNvPr>
          <p:cNvSpPr>
            <a:spLocks xmlns:a="http://schemas.openxmlformats.org/drawingml/2006/main" noGrp="1"/>
          </p:cNvSpPr>
          <p:nvPr/>
        </p:nvSpPr>
        <p:spPr>
          <a:xfrm xmlns:a="http://schemas.openxmlformats.org/drawingml/2006/main" flipH="1">
            <a:off x="1470719" y="2314892"/>
            <a:ext cx="85595" cy="138265"/>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357" name="Connector 15">
            <a:extLst xmlns:a="http://schemas.openxmlformats.org/drawingml/2006/main">
              <a:ext uri="{FF2B5EF4-FFF2-40B4-BE49-F238E27FC236}">
                <a16:creationId xmlns:a16="http://schemas.microsoft.com/office/drawing/2014/main" id="{86193529-F186-447C-9BCA-C522ACAFDD80}"/>
              </a:ext>
            </a:extLst>
          </p:cNvPr>
          <p:cNvSpPr>
            <a:spLocks xmlns:a="http://schemas.openxmlformats.org/drawingml/2006/main" noGrp="1"/>
          </p:cNvSpPr>
          <p:nvPr/>
        </p:nvSpPr>
        <p:spPr>
          <a:xfrm xmlns:a="http://schemas.openxmlformats.org/drawingml/2006/main">
            <a:off x="1556307" y="2314892"/>
            <a:ext cx="85595" cy="138265"/>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358" name="Oval 16">
            <a:extLst xmlns:a="http://schemas.openxmlformats.org/drawingml/2006/main">
              <a:ext uri="{FF2B5EF4-FFF2-40B4-BE49-F238E27FC236}">
                <a16:creationId xmlns:a16="http://schemas.microsoft.com/office/drawing/2014/main" id="{1CDEFB95-2540-49C7-A7B1-BB8B3E869539}"/>
              </a:ext>
            </a:extLst>
          </p:cNvPr>
          <p:cNvSpPr>
            <a:spLocks xmlns:a="http://schemas.openxmlformats.org/drawingml/2006/main" noGrp="1"/>
          </p:cNvSpPr>
          <p:nvPr/>
        </p:nvSpPr>
        <p:spPr>
          <a:xfrm xmlns:a="http://schemas.openxmlformats.org/drawingml/2006/main">
            <a:off x="2112264" y="1965960"/>
            <a:ext cx="131687" cy="13168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359" name="Connector 17">
            <a:extLst xmlns:a="http://schemas.openxmlformats.org/drawingml/2006/main">
              <a:ext uri="{FF2B5EF4-FFF2-40B4-BE49-F238E27FC236}">
                <a16:creationId xmlns:a16="http://schemas.microsoft.com/office/drawing/2014/main" id="{E4178795-E47E-4D52-AC3D-146CF28A25EC}"/>
              </a:ext>
            </a:extLst>
          </p:cNvPr>
          <p:cNvSpPr>
            <a:spLocks xmlns:a="http://schemas.openxmlformats.org/drawingml/2006/main" noGrp="1"/>
          </p:cNvSpPr>
          <p:nvPr/>
        </p:nvSpPr>
        <p:spPr>
          <a:xfrm xmlns:a="http://schemas.openxmlformats.org/drawingml/2006/main">
            <a:off x="2178098" y="2097633"/>
            <a:ext cx="7"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360" name="Connector 18">
            <a:extLst xmlns:a="http://schemas.openxmlformats.org/drawingml/2006/main">
              <a:ext uri="{FF2B5EF4-FFF2-40B4-BE49-F238E27FC236}">
                <a16:creationId xmlns:a16="http://schemas.microsoft.com/office/drawing/2014/main" id="{D48ADAB5-D15B-4B35-9BEA-A43CF601D2D7}"/>
              </a:ext>
            </a:extLst>
          </p:cNvPr>
          <p:cNvSpPr>
            <a:spLocks xmlns:a="http://schemas.openxmlformats.org/drawingml/2006/main" noGrp="1"/>
          </p:cNvSpPr>
          <p:nvPr/>
        </p:nvSpPr>
        <p:spPr>
          <a:xfrm xmlns:a="http://schemas.openxmlformats.org/drawingml/2006/main">
            <a:off x="2085929" y="2189805"/>
            <a:ext cx="184350" cy="6"/>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361" name="Connector 19">
            <a:extLst xmlns:a="http://schemas.openxmlformats.org/drawingml/2006/main">
              <a:ext uri="{FF2B5EF4-FFF2-40B4-BE49-F238E27FC236}">
                <a16:creationId xmlns:a16="http://schemas.microsoft.com/office/drawing/2014/main" id="{87AB2DAB-E7ED-4228-905E-B3165E37465E}"/>
              </a:ext>
            </a:extLst>
          </p:cNvPr>
          <p:cNvSpPr>
            <a:spLocks xmlns:a="http://schemas.openxmlformats.org/drawingml/2006/main" noGrp="1"/>
          </p:cNvSpPr>
          <p:nvPr/>
        </p:nvSpPr>
        <p:spPr>
          <a:xfrm xmlns:a="http://schemas.openxmlformats.org/drawingml/2006/main" flipH="1">
            <a:off x="2092512" y="2314892"/>
            <a:ext cx="85595" cy="138265"/>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362" name="Connector 20">
            <a:extLst xmlns:a="http://schemas.openxmlformats.org/drawingml/2006/main">
              <a:ext uri="{FF2B5EF4-FFF2-40B4-BE49-F238E27FC236}">
                <a16:creationId xmlns:a16="http://schemas.microsoft.com/office/drawing/2014/main" id="{5D8C2443-6700-4A76-846D-D17DFA0FF708}"/>
              </a:ext>
            </a:extLst>
          </p:cNvPr>
          <p:cNvSpPr>
            <a:spLocks xmlns:a="http://schemas.openxmlformats.org/drawingml/2006/main" noGrp="1"/>
          </p:cNvSpPr>
          <p:nvPr/>
        </p:nvSpPr>
        <p:spPr>
          <a:xfrm xmlns:a="http://schemas.openxmlformats.org/drawingml/2006/main">
            <a:off x="2178099" y="2314892"/>
            <a:ext cx="85595" cy="138265"/>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363" name="Oval 21">
            <a:extLst xmlns:a="http://schemas.openxmlformats.org/drawingml/2006/main">
              <a:ext uri="{FF2B5EF4-FFF2-40B4-BE49-F238E27FC236}">
                <a16:creationId xmlns:a16="http://schemas.microsoft.com/office/drawing/2014/main" id="{E4DAC5C6-0F60-4DBF-8C97-8BD3F2D8EF05}"/>
              </a:ext>
            </a:extLst>
          </p:cNvPr>
          <p:cNvSpPr>
            <a:spLocks xmlns:a="http://schemas.openxmlformats.org/drawingml/2006/main" noGrp="1"/>
          </p:cNvSpPr>
          <p:nvPr/>
        </p:nvSpPr>
        <p:spPr>
          <a:xfrm xmlns:a="http://schemas.openxmlformats.org/drawingml/2006/main">
            <a:off x="2734055" y="1965960"/>
            <a:ext cx="131687" cy="13168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364" name="Connector 22">
            <a:extLst xmlns:a="http://schemas.openxmlformats.org/drawingml/2006/main">
              <a:ext uri="{FF2B5EF4-FFF2-40B4-BE49-F238E27FC236}">
                <a16:creationId xmlns:a16="http://schemas.microsoft.com/office/drawing/2014/main" id="{4E9E995D-83CE-49CC-A28C-E54A364751A8}"/>
              </a:ext>
            </a:extLst>
          </p:cNvPr>
          <p:cNvSpPr>
            <a:spLocks xmlns:a="http://schemas.openxmlformats.org/drawingml/2006/main" noGrp="1"/>
          </p:cNvSpPr>
          <p:nvPr/>
        </p:nvSpPr>
        <p:spPr>
          <a:xfrm xmlns:a="http://schemas.openxmlformats.org/drawingml/2006/main">
            <a:off x="2799892" y="2097633"/>
            <a:ext cx="6"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365" name="Connector 23">
            <a:extLst xmlns:a="http://schemas.openxmlformats.org/drawingml/2006/main">
              <a:ext uri="{FF2B5EF4-FFF2-40B4-BE49-F238E27FC236}">
                <a16:creationId xmlns:a16="http://schemas.microsoft.com/office/drawing/2014/main" id="{879BB877-C15C-46B3-9071-52EC571D9741}"/>
              </a:ext>
            </a:extLst>
          </p:cNvPr>
          <p:cNvSpPr>
            <a:spLocks xmlns:a="http://schemas.openxmlformats.org/drawingml/2006/main" noGrp="1"/>
          </p:cNvSpPr>
          <p:nvPr/>
        </p:nvSpPr>
        <p:spPr>
          <a:xfrm xmlns:a="http://schemas.openxmlformats.org/drawingml/2006/main">
            <a:off x="2707719" y="2189805"/>
            <a:ext cx="184350" cy="6"/>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366" name="Connector 24">
            <a:extLst xmlns:a="http://schemas.openxmlformats.org/drawingml/2006/main">
              <a:ext uri="{FF2B5EF4-FFF2-40B4-BE49-F238E27FC236}">
                <a16:creationId xmlns:a16="http://schemas.microsoft.com/office/drawing/2014/main" id="{A47BBF47-03A3-4126-A698-7CBD11827A93}"/>
              </a:ext>
            </a:extLst>
          </p:cNvPr>
          <p:cNvSpPr>
            <a:spLocks xmlns:a="http://schemas.openxmlformats.org/drawingml/2006/main" noGrp="1"/>
          </p:cNvSpPr>
          <p:nvPr/>
        </p:nvSpPr>
        <p:spPr>
          <a:xfrm xmlns:a="http://schemas.openxmlformats.org/drawingml/2006/main" flipH="1">
            <a:off x="2714304" y="2314892"/>
            <a:ext cx="85595" cy="138265"/>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367" name="Connector 25">
            <a:extLst xmlns:a="http://schemas.openxmlformats.org/drawingml/2006/main">
              <a:ext uri="{FF2B5EF4-FFF2-40B4-BE49-F238E27FC236}">
                <a16:creationId xmlns:a16="http://schemas.microsoft.com/office/drawing/2014/main" id="{189005A5-7A88-4301-A680-7335121526BA}"/>
              </a:ext>
            </a:extLst>
          </p:cNvPr>
          <p:cNvSpPr>
            <a:spLocks xmlns:a="http://schemas.openxmlformats.org/drawingml/2006/main" noGrp="1"/>
          </p:cNvSpPr>
          <p:nvPr/>
        </p:nvSpPr>
        <p:spPr>
          <a:xfrm xmlns:a="http://schemas.openxmlformats.org/drawingml/2006/main">
            <a:off x="2799892" y="2314892"/>
            <a:ext cx="85595" cy="138265"/>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368" name="Oval 26">
            <a:extLst xmlns:a="http://schemas.openxmlformats.org/drawingml/2006/main">
              <a:ext uri="{FF2B5EF4-FFF2-40B4-BE49-F238E27FC236}">
                <a16:creationId xmlns:a16="http://schemas.microsoft.com/office/drawing/2014/main" id="{8781B9B2-2BF1-41EE-9826-36CC00A224E4}"/>
              </a:ext>
            </a:extLst>
          </p:cNvPr>
          <p:cNvSpPr>
            <a:spLocks xmlns:a="http://schemas.openxmlformats.org/drawingml/2006/main" noGrp="1"/>
          </p:cNvSpPr>
          <p:nvPr/>
        </p:nvSpPr>
        <p:spPr>
          <a:xfrm xmlns:a="http://schemas.openxmlformats.org/drawingml/2006/main">
            <a:off x="3355847" y="1965960"/>
            <a:ext cx="131687" cy="131687"/>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369" name="Connector 27">
            <a:extLst xmlns:a="http://schemas.openxmlformats.org/drawingml/2006/main">
              <a:ext uri="{FF2B5EF4-FFF2-40B4-BE49-F238E27FC236}">
                <a16:creationId xmlns:a16="http://schemas.microsoft.com/office/drawing/2014/main" id="{983F5670-26AC-4CF0-A5AC-354F263B4337}"/>
              </a:ext>
            </a:extLst>
          </p:cNvPr>
          <p:cNvSpPr>
            <a:spLocks xmlns:a="http://schemas.openxmlformats.org/drawingml/2006/main" noGrp="1"/>
          </p:cNvSpPr>
          <p:nvPr/>
        </p:nvSpPr>
        <p:spPr>
          <a:xfrm xmlns:a="http://schemas.openxmlformats.org/drawingml/2006/main">
            <a:off x="3421684" y="2097633"/>
            <a:ext cx="7" cy="217264"/>
          </a:xfrm>
          <a:prstGeom xmlns:a="http://schemas.openxmlformats.org/drawingml/2006/main" prst="line">
            <a:avLst/>
          </a:prstGeom>
          <a:ln xmlns:a="http://schemas.openxmlformats.org/drawingml/2006/main" w="1905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370" name="Connector 28">
            <a:extLst xmlns:a="http://schemas.openxmlformats.org/drawingml/2006/main">
              <a:ext uri="{FF2B5EF4-FFF2-40B4-BE49-F238E27FC236}">
                <a16:creationId xmlns:a16="http://schemas.microsoft.com/office/drawing/2014/main" id="{6B5A4F4F-7790-4447-ADB9-4E6E313AE3E3}"/>
              </a:ext>
            </a:extLst>
          </p:cNvPr>
          <p:cNvSpPr>
            <a:spLocks xmlns:a="http://schemas.openxmlformats.org/drawingml/2006/main" noGrp="1"/>
          </p:cNvSpPr>
          <p:nvPr/>
        </p:nvSpPr>
        <p:spPr>
          <a:xfrm xmlns:a="http://schemas.openxmlformats.org/drawingml/2006/main">
            <a:off x="3329513" y="2189805"/>
            <a:ext cx="184350" cy="6"/>
          </a:xfrm>
          <a:prstGeom xmlns:a="http://schemas.openxmlformats.org/drawingml/2006/main" prst="line">
            <a:avLst/>
          </a:prstGeom>
          <a:ln xmlns:a="http://schemas.openxmlformats.org/drawingml/2006/main" w="1905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371" name="Connector 29">
            <a:extLst xmlns:a="http://schemas.openxmlformats.org/drawingml/2006/main">
              <a:ext uri="{FF2B5EF4-FFF2-40B4-BE49-F238E27FC236}">
                <a16:creationId xmlns:a16="http://schemas.microsoft.com/office/drawing/2014/main" id="{9EE8D7B1-9466-4348-B309-C4B72AC3A4F3}"/>
              </a:ext>
            </a:extLst>
          </p:cNvPr>
          <p:cNvSpPr>
            <a:spLocks xmlns:a="http://schemas.openxmlformats.org/drawingml/2006/main" noGrp="1"/>
          </p:cNvSpPr>
          <p:nvPr/>
        </p:nvSpPr>
        <p:spPr>
          <a:xfrm xmlns:a="http://schemas.openxmlformats.org/drawingml/2006/main" flipV="1">
            <a:off x="3474353" y="1998876"/>
            <a:ext cx="98762" cy="190934"/>
          </a:xfrm>
          <a:prstGeom xmlns:a="http://schemas.openxmlformats.org/drawingml/2006/main" prst="line">
            <a:avLst/>
          </a:prstGeom>
          <a:ln xmlns:a="http://schemas.openxmlformats.org/drawingml/2006/main" w="228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372" name="Connector 30">
            <a:extLst xmlns:a="http://schemas.openxmlformats.org/drawingml/2006/main">
              <a:ext uri="{FF2B5EF4-FFF2-40B4-BE49-F238E27FC236}">
                <a16:creationId xmlns:a16="http://schemas.microsoft.com/office/drawing/2014/main" id="{FFE33912-6658-4EE7-B12E-BA676F946F1A}"/>
              </a:ext>
            </a:extLst>
          </p:cNvPr>
          <p:cNvSpPr>
            <a:spLocks xmlns:a="http://schemas.openxmlformats.org/drawingml/2006/main" noGrp="1"/>
          </p:cNvSpPr>
          <p:nvPr/>
        </p:nvSpPr>
        <p:spPr>
          <a:xfrm xmlns:a="http://schemas.openxmlformats.org/drawingml/2006/main" flipH="1">
            <a:off x="3336091" y="2314892"/>
            <a:ext cx="85595" cy="138265"/>
          </a:xfrm>
          <a:prstGeom xmlns:a="http://schemas.openxmlformats.org/drawingml/2006/main" prst="line">
            <a:avLst/>
          </a:prstGeom>
          <a:ln xmlns:a="http://schemas.openxmlformats.org/drawingml/2006/main" w="1905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373" name="Connector 31">
            <a:extLst xmlns:a="http://schemas.openxmlformats.org/drawingml/2006/main">
              <a:ext uri="{FF2B5EF4-FFF2-40B4-BE49-F238E27FC236}">
                <a16:creationId xmlns:a16="http://schemas.microsoft.com/office/drawing/2014/main" id="{B91C66AB-9BB7-488C-9820-70B284E1E8E0}"/>
              </a:ext>
            </a:extLst>
          </p:cNvPr>
          <p:cNvSpPr>
            <a:spLocks xmlns:a="http://schemas.openxmlformats.org/drawingml/2006/main" noGrp="1"/>
          </p:cNvSpPr>
          <p:nvPr/>
        </p:nvSpPr>
        <p:spPr>
          <a:xfrm xmlns:a="http://schemas.openxmlformats.org/drawingml/2006/main">
            <a:off x="3421684" y="2314892"/>
            <a:ext cx="85595" cy="138265"/>
          </a:xfrm>
          <a:prstGeom xmlns:a="http://schemas.openxmlformats.org/drawingml/2006/main" prst="line">
            <a:avLst/>
          </a:prstGeom>
          <a:ln xmlns:a="http://schemas.openxmlformats.org/drawingml/2006/main" w="1905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374" name="Connector 32">
            <a:extLst xmlns:a="http://schemas.openxmlformats.org/drawingml/2006/main">
              <a:ext uri="{FF2B5EF4-FFF2-40B4-BE49-F238E27FC236}">
                <a16:creationId xmlns:a16="http://schemas.microsoft.com/office/drawing/2014/main" id="{66994DB2-CB1E-4ED2-B3E7-7F305E25E670}"/>
              </a:ext>
            </a:extLst>
          </p:cNvPr>
          <p:cNvSpPr>
            <a:spLocks xmlns:a="http://schemas.openxmlformats.org/drawingml/2006/main" noGrp="1"/>
          </p:cNvSpPr>
          <p:nvPr/>
        </p:nvSpPr>
        <p:spPr>
          <a:xfrm xmlns:a="http://schemas.openxmlformats.org/drawingml/2006/main">
            <a:off x="3647434" y="1993388"/>
            <a:ext cx="7" cy="100592"/>
          </a:xfrm>
          <a:prstGeom xmlns:a="http://schemas.openxmlformats.org/drawingml/2006/main" prst="line">
            <a:avLst/>
          </a:prstGeom>
          <a:ln xmlns:a="http://schemas.openxmlformats.org/drawingml/2006/main" w="1524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375" name="Connector 33">
            <a:extLst xmlns:a="http://schemas.openxmlformats.org/drawingml/2006/main">
              <a:ext uri="{FF2B5EF4-FFF2-40B4-BE49-F238E27FC236}">
                <a16:creationId xmlns:a16="http://schemas.microsoft.com/office/drawing/2014/main" id="{C65E3986-9726-419A-899B-39547812894D}"/>
              </a:ext>
            </a:extLst>
          </p:cNvPr>
          <p:cNvSpPr>
            <a:spLocks xmlns:a="http://schemas.openxmlformats.org/drawingml/2006/main" noGrp="1"/>
          </p:cNvSpPr>
          <p:nvPr/>
        </p:nvSpPr>
        <p:spPr>
          <a:xfrm xmlns:a="http://schemas.openxmlformats.org/drawingml/2006/main">
            <a:off x="3711444" y="1993388"/>
            <a:ext cx="7" cy="100592"/>
          </a:xfrm>
          <a:prstGeom xmlns:a="http://schemas.openxmlformats.org/drawingml/2006/main" prst="line">
            <a:avLst/>
          </a:prstGeom>
          <a:ln xmlns:a="http://schemas.openxmlformats.org/drawingml/2006/main" w="1524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376" name="Connector 34">
            <a:extLst xmlns:a="http://schemas.openxmlformats.org/drawingml/2006/main">
              <a:ext uri="{FF2B5EF4-FFF2-40B4-BE49-F238E27FC236}">
                <a16:creationId xmlns:a16="http://schemas.microsoft.com/office/drawing/2014/main" id="{5BA0289B-EA9C-4869-B665-EDF6472F09F3}"/>
              </a:ext>
            </a:extLst>
          </p:cNvPr>
          <p:cNvSpPr>
            <a:spLocks xmlns:a="http://schemas.openxmlformats.org/drawingml/2006/main" noGrp="1"/>
          </p:cNvSpPr>
          <p:nvPr/>
        </p:nvSpPr>
        <p:spPr>
          <a:xfrm xmlns:a="http://schemas.openxmlformats.org/drawingml/2006/main">
            <a:off x="3775451" y="1993388"/>
            <a:ext cx="7" cy="100592"/>
          </a:xfrm>
          <a:prstGeom xmlns:a="http://schemas.openxmlformats.org/drawingml/2006/main" prst="line">
            <a:avLst/>
          </a:prstGeom>
          <a:ln xmlns:a="http://schemas.openxmlformats.org/drawingml/2006/main" w="1524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377" name="Connector 35">
            <a:extLst xmlns:a="http://schemas.openxmlformats.org/drawingml/2006/main">
              <a:ext uri="{FF2B5EF4-FFF2-40B4-BE49-F238E27FC236}">
                <a16:creationId xmlns:a16="http://schemas.microsoft.com/office/drawing/2014/main" id="{8EA70A3E-F0C0-4AD0-BA17-2FA383A018D4}"/>
              </a:ext>
            </a:extLst>
          </p:cNvPr>
          <p:cNvSpPr>
            <a:spLocks xmlns:a="http://schemas.openxmlformats.org/drawingml/2006/main" noGrp="1"/>
          </p:cNvSpPr>
          <p:nvPr/>
        </p:nvSpPr>
        <p:spPr>
          <a:xfrm xmlns:a="http://schemas.openxmlformats.org/drawingml/2006/main">
            <a:off x="3839458" y="1993388"/>
            <a:ext cx="7" cy="100592"/>
          </a:xfrm>
          <a:prstGeom xmlns:a="http://schemas.openxmlformats.org/drawingml/2006/main" prst="line">
            <a:avLst/>
          </a:prstGeom>
          <a:ln xmlns:a="http://schemas.openxmlformats.org/drawingml/2006/main" w="1524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378" name="Oval 36">
            <a:extLst xmlns:a="http://schemas.openxmlformats.org/drawingml/2006/main">
              <a:ext uri="{FF2B5EF4-FFF2-40B4-BE49-F238E27FC236}">
                <a16:creationId xmlns:a16="http://schemas.microsoft.com/office/drawing/2014/main" id="{BA1C1CE9-5A26-4FDB-9887-22D2C1D5421E}"/>
              </a:ext>
            </a:extLst>
          </p:cNvPr>
          <p:cNvSpPr>
            <a:spLocks xmlns:a="http://schemas.openxmlformats.org/drawingml/2006/main" noGrp="1"/>
          </p:cNvSpPr>
          <p:nvPr/>
        </p:nvSpPr>
        <p:spPr>
          <a:xfrm xmlns:a="http://schemas.openxmlformats.org/drawingml/2006/main">
            <a:off x="3977640" y="1965960"/>
            <a:ext cx="131687" cy="13168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379" name="Connector 37">
            <a:extLst xmlns:a="http://schemas.openxmlformats.org/drawingml/2006/main">
              <a:ext uri="{FF2B5EF4-FFF2-40B4-BE49-F238E27FC236}">
                <a16:creationId xmlns:a16="http://schemas.microsoft.com/office/drawing/2014/main" id="{51503E2C-FFF0-41DC-9D19-7CC5E8588DBF}"/>
              </a:ext>
            </a:extLst>
          </p:cNvPr>
          <p:cNvSpPr>
            <a:spLocks xmlns:a="http://schemas.openxmlformats.org/drawingml/2006/main" noGrp="1"/>
          </p:cNvSpPr>
          <p:nvPr/>
        </p:nvSpPr>
        <p:spPr>
          <a:xfrm xmlns:a="http://schemas.openxmlformats.org/drawingml/2006/main">
            <a:off x="4043473" y="2097633"/>
            <a:ext cx="7"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380" name="Connector 38">
            <a:extLst xmlns:a="http://schemas.openxmlformats.org/drawingml/2006/main">
              <a:ext uri="{FF2B5EF4-FFF2-40B4-BE49-F238E27FC236}">
                <a16:creationId xmlns:a16="http://schemas.microsoft.com/office/drawing/2014/main" id="{20F9F755-D654-4254-A9FC-FE832603EFB4}"/>
              </a:ext>
            </a:extLst>
          </p:cNvPr>
          <p:cNvSpPr>
            <a:spLocks xmlns:a="http://schemas.openxmlformats.org/drawingml/2006/main" noGrp="1"/>
          </p:cNvSpPr>
          <p:nvPr/>
        </p:nvSpPr>
        <p:spPr>
          <a:xfrm xmlns:a="http://schemas.openxmlformats.org/drawingml/2006/main">
            <a:off x="3951304" y="2189805"/>
            <a:ext cx="184350" cy="6"/>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381" name="Connector 39">
            <a:extLst xmlns:a="http://schemas.openxmlformats.org/drawingml/2006/main">
              <a:ext uri="{FF2B5EF4-FFF2-40B4-BE49-F238E27FC236}">
                <a16:creationId xmlns:a16="http://schemas.microsoft.com/office/drawing/2014/main" id="{DCA3796F-3DB3-431C-8DA4-9F72225F65C5}"/>
              </a:ext>
            </a:extLst>
          </p:cNvPr>
          <p:cNvSpPr>
            <a:spLocks xmlns:a="http://schemas.openxmlformats.org/drawingml/2006/main" noGrp="1"/>
          </p:cNvSpPr>
          <p:nvPr/>
        </p:nvSpPr>
        <p:spPr>
          <a:xfrm xmlns:a="http://schemas.openxmlformats.org/drawingml/2006/main" flipH="1">
            <a:off x="3957885" y="2314892"/>
            <a:ext cx="85595" cy="138265"/>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382" name="Connector 40">
            <a:extLst xmlns:a="http://schemas.openxmlformats.org/drawingml/2006/main">
              <a:ext uri="{FF2B5EF4-FFF2-40B4-BE49-F238E27FC236}">
                <a16:creationId xmlns:a16="http://schemas.microsoft.com/office/drawing/2014/main" id="{8BBE239B-DCE5-480D-B051-6F9004C0E927}"/>
              </a:ext>
            </a:extLst>
          </p:cNvPr>
          <p:cNvSpPr>
            <a:spLocks xmlns:a="http://schemas.openxmlformats.org/drawingml/2006/main" noGrp="1"/>
          </p:cNvSpPr>
          <p:nvPr/>
        </p:nvSpPr>
        <p:spPr>
          <a:xfrm xmlns:a="http://schemas.openxmlformats.org/drawingml/2006/main">
            <a:off x="4043474" y="2314892"/>
            <a:ext cx="85594" cy="138265"/>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383" name="Oval 41">
            <a:extLst xmlns:a="http://schemas.openxmlformats.org/drawingml/2006/main">
              <a:ext uri="{FF2B5EF4-FFF2-40B4-BE49-F238E27FC236}">
                <a16:creationId xmlns:a16="http://schemas.microsoft.com/office/drawing/2014/main" id="{3F1F9996-7DCC-4561-AEAA-C3BC9DBD850E}"/>
              </a:ext>
            </a:extLst>
          </p:cNvPr>
          <p:cNvSpPr>
            <a:spLocks xmlns:a="http://schemas.openxmlformats.org/drawingml/2006/main" noGrp="1"/>
          </p:cNvSpPr>
          <p:nvPr/>
        </p:nvSpPr>
        <p:spPr>
          <a:xfrm xmlns:a="http://schemas.openxmlformats.org/drawingml/2006/main">
            <a:off x="4599432" y="1965960"/>
            <a:ext cx="131687" cy="13168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384" name="Connector 42">
            <a:extLst xmlns:a="http://schemas.openxmlformats.org/drawingml/2006/main">
              <a:ext uri="{FF2B5EF4-FFF2-40B4-BE49-F238E27FC236}">
                <a16:creationId xmlns:a16="http://schemas.microsoft.com/office/drawing/2014/main" id="{9BCA3B8A-7EF2-4B99-A96F-43F1CEDF0DC3}"/>
              </a:ext>
            </a:extLst>
          </p:cNvPr>
          <p:cNvSpPr>
            <a:spLocks xmlns:a="http://schemas.openxmlformats.org/drawingml/2006/main" noGrp="1"/>
          </p:cNvSpPr>
          <p:nvPr/>
        </p:nvSpPr>
        <p:spPr>
          <a:xfrm xmlns:a="http://schemas.openxmlformats.org/drawingml/2006/main">
            <a:off x="4665267" y="2097633"/>
            <a:ext cx="7"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385" name="Connector 43">
            <a:extLst xmlns:a="http://schemas.openxmlformats.org/drawingml/2006/main">
              <a:ext uri="{FF2B5EF4-FFF2-40B4-BE49-F238E27FC236}">
                <a16:creationId xmlns:a16="http://schemas.microsoft.com/office/drawing/2014/main" id="{2DCECAF9-B8AE-4115-9F3A-9F357C06CA0E}"/>
              </a:ext>
            </a:extLst>
          </p:cNvPr>
          <p:cNvSpPr>
            <a:spLocks xmlns:a="http://schemas.openxmlformats.org/drawingml/2006/main" noGrp="1"/>
          </p:cNvSpPr>
          <p:nvPr/>
        </p:nvSpPr>
        <p:spPr>
          <a:xfrm xmlns:a="http://schemas.openxmlformats.org/drawingml/2006/main">
            <a:off x="4573096" y="2189805"/>
            <a:ext cx="184350" cy="6"/>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386" name="Connector 44">
            <a:extLst xmlns:a="http://schemas.openxmlformats.org/drawingml/2006/main">
              <a:ext uri="{FF2B5EF4-FFF2-40B4-BE49-F238E27FC236}">
                <a16:creationId xmlns:a16="http://schemas.microsoft.com/office/drawing/2014/main" id="{3A8341B5-3388-4C46-A048-D6056C61AE95}"/>
              </a:ext>
            </a:extLst>
          </p:cNvPr>
          <p:cNvSpPr>
            <a:spLocks xmlns:a="http://schemas.openxmlformats.org/drawingml/2006/main" noGrp="1"/>
          </p:cNvSpPr>
          <p:nvPr/>
        </p:nvSpPr>
        <p:spPr>
          <a:xfrm xmlns:a="http://schemas.openxmlformats.org/drawingml/2006/main" flipH="1">
            <a:off x="4579680" y="2314892"/>
            <a:ext cx="85595" cy="138265"/>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387" name="Connector 45">
            <a:extLst xmlns:a="http://schemas.openxmlformats.org/drawingml/2006/main">
              <a:ext uri="{FF2B5EF4-FFF2-40B4-BE49-F238E27FC236}">
                <a16:creationId xmlns:a16="http://schemas.microsoft.com/office/drawing/2014/main" id="{1506ADAE-F622-4190-9BFA-44A982363658}"/>
              </a:ext>
            </a:extLst>
          </p:cNvPr>
          <p:cNvSpPr>
            <a:spLocks xmlns:a="http://schemas.openxmlformats.org/drawingml/2006/main" noGrp="1"/>
          </p:cNvSpPr>
          <p:nvPr/>
        </p:nvSpPr>
        <p:spPr>
          <a:xfrm xmlns:a="http://schemas.openxmlformats.org/drawingml/2006/main">
            <a:off x="4665267" y="2314892"/>
            <a:ext cx="85595" cy="138265"/>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388" name="Oval 46">
            <a:extLst xmlns:a="http://schemas.openxmlformats.org/drawingml/2006/main">
              <a:ext uri="{FF2B5EF4-FFF2-40B4-BE49-F238E27FC236}">
                <a16:creationId xmlns:a16="http://schemas.microsoft.com/office/drawing/2014/main" id="{0F5AE755-6DEF-429E-A8A9-CDDA5115C943}"/>
              </a:ext>
            </a:extLst>
          </p:cNvPr>
          <p:cNvSpPr>
            <a:spLocks xmlns:a="http://schemas.openxmlformats.org/drawingml/2006/main" noGrp="1"/>
          </p:cNvSpPr>
          <p:nvPr/>
        </p:nvSpPr>
        <p:spPr>
          <a:xfrm xmlns:a="http://schemas.openxmlformats.org/drawingml/2006/main">
            <a:off x="1033271" y="2697477"/>
            <a:ext cx="131687" cy="13168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389" name="Connector 47">
            <a:extLst xmlns:a="http://schemas.openxmlformats.org/drawingml/2006/main">
              <a:ext uri="{FF2B5EF4-FFF2-40B4-BE49-F238E27FC236}">
                <a16:creationId xmlns:a16="http://schemas.microsoft.com/office/drawing/2014/main" id="{D017522F-A062-4EF5-A432-00FDE010F30E}"/>
              </a:ext>
            </a:extLst>
          </p:cNvPr>
          <p:cNvSpPr>
            <a:spLocks xmlns:a="http://schemas.openxmlformats.org/drawingml/2006/main" noGrp="1"/>
          </p:cNvSpPr>
          <p:nvPr/>
        </p:nvSpPr>
        <p:spPr>
          <a:xfrm xmlns:a="http://schemas.openxmlformats.org/drawingml/2006/main">
            <a:off x="1099107" y="2829153"/>
            <a:ext cx="7"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390" name="Connector 48">
            <a:extLst xmlns:a="http://schemas.openxmlformats.org/drawingml/2006/main">
              <a:ext uri="{FF2B5EF4-FFF2-40B4-BE49-F238E27FC236}">
                <a16:creationId xmlns:a16="http://schemas.microsoft.com/office/drawing/2014/main" id="{7EBF222B-AE14-4251-85BD-738C56B23F93}"/>
              </a:ext>
            </a:extLst>
          </p:cNvPr>
          <p:cNvSpPr>
            <a:spLocks xmlns:a="http://schemas.openxmlformats.org/drawingml/2006/main" noGrp="1"/>
          </p:cNvSpPr>
          <p:nvPr/>
        </p:nvSpPr>
        <p:spPr>
          <a:xfrm xmlns:a="http://schemas.openxmlformats.org/drawingml/2006/main">
            <a:off x="1006936" y="2921322"/>
            <a:ext cx="184350" cy="7"/>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391" name="Connector 49">
            <a:extLst xmlns:a="http://schemas.openxmlformats.org/drawingml/2006/main">
              <a:ext uri="{FF2B5EF4-FFF2-40B4-BE49-F238E27FC236}">
                <a16:creationId xmlns:a16="http://schemas.microsoft.com/office/drawing/2014/main" id="{E928D9C5-A473-4700-909D-1E9FEC1F517C}"/>
              </a:ext>
            </a:extLst>
          </p:cNvPr>
          <p:cNvSpPr>
            <a:spLocks xmlns:a="http://schemas.openxmlformats.org/drawingml/2006/main" noGrp="1"/>
          </p:cNvSpPr>
          <p:nvPr/>
        </p:nvSpPr>
        <p:spPr>
          <a:xfrm xmlns:a="http://schemas.openxmlformats.org/drawingml/2006/main" flipH="1">
            <a:off x="1013519" y="3046414"/>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392" name="Connector 50">
            <a:extLst xmlns:a="http://schemas.openxmlformats.org/drawingml/2006/main">
              <a:ext uri="{FF2B5EF4-FFF2-40B4-BE49-F238E27FC236}">
                <a16:creationId xmlns:a16="http://schemas.microsoft.com/office/drawing/2014/main" id="{BA78F577-BD64-4969-800B-789AACEB95AF}"/>
              </a:ext>
            </a:extLst>
          </p:cNvPr>
          <p:cNvSpPr>
            <a:spLocks xmlns:a="http://schemas.openxmlformats.org/drawingml/2006/main" noGrp="1"/>
          </p:cNvSpPr>
          <p:nvPr/>
        </p:nvSpPr>
        <p:spPr>
          <a:xfrm xmlns:a="http://schemas.openxmlformats.org/drawingml/2006/main">
            <a:off x="1099107" y="3046414"/>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393" name="Oval 51">
            <a:extLst xmlns:a="http://schemas.openxmlformats.org/drawingml/2006/main">
              <a:ext uri="{FF2B5EF4-FFF2-40B4-BE49-F238E27FC236}">
                <a16:creationId xmlns:a16="http://schemas.microsoft.com/office/drawing/2014/main" id="{74F80487-6BA7-4FD1-B42A-2C3C849E86BA}"/>
              </a:ext>
            </a:extLst>
          </p:cNvPr>
          <p:cNvSpPr>
            <a:spLocks xmlns:a="http://schemas.openxmlformats.org/drawingml/2006/main" noGrp="1"/>
          </p:cNvSpPr>
          <p:nvPr/>
        </p:nvSpPr>
        <p:spPr>
          <a:xfrm xmlns:a="http://schemas.openxmlformats.org/drawingml/2006/main">
            <a:off x="1655060" y="2697477"/>
            <a:ext cx="131687" cy="131687"/>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394" name="Connector 52">
            <a:extLst xmlns:a="http://schemas.openxmlformats.org/drawingml/2006/main">
              <a:ext uri="{FF2B5EF4-FFF2-40B4-BE49-F238E27FC236}">
                <a16:creationId xmlns:a16="http://schemas.microsoft.com/office/drawing/2014/main" id="{ECAF2EE6-6C05-439B-B91B-4DF2F9355EB1}"/>
              </a:ext>
            </a:extLst>
          </p:cNvPr>
          <p:cNvSpPr>
            <a:spLocks xmlns:a="http://schemas.openxmlformats.org/drawingml/2006/main" noGrp="1"/>
          </p:cNvSpPr>
          <p:nvPr/>
        </p:nvSpPr>
        <p:spPr>
          <a:xfrm xmlns:a="http://schemas.openxmlformats.org/drawingml/2006/main">
            <a:off x="1720898" y="2829153"/>
            <a:ext cx="7" cy="217264"/>
          </a:xfrm>
          <a:prstGeom xmlns:a="http://schemas.openxmlformats.org/drawingml/2006/main" prst="line">
            <a:avLst/>
          </a:prstGeom>
          <a:ln xmlns:a="http://schemas.openxmlformats.org/drawingml/2006/main" w="1905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395" name="Connector 53">
            <a:extLst xmlns:a="http://schemas.openxmlformats.org/drawingml/2006/main">
              <a:ext uri="{FF2B5EF4-FFF2-40B4-BE49-F238E27FC236}">
                <a16:creationId xmlns:a16="http://schemas.microsoft.com/office/drawing/2014/main" id="{E402AD16-5797-48F6-85AC-C9DD43CF2CFC}"/>
              </a:ext>
            </a:extLst>
          </p:cNvPr>
          <p:cNvSpPr>
            <a:spLocks xmlns:a="http://schemas.openxmlformats.org/drawingml/2006/main" noGrp="1"/>
          </p:cNvSpPr>
          <p:nvPr/>
        </p:nvSpPr>
        <p:spPr>
          <a:xfrm xmlns:a="http://schemas.openxmlformats.org/drawingml/2006/main">
            <a:off x="1628729" y="2921322"/>
            <a:ext cx="184350" cy="7"/>
          </a:xfrm>
          <a:prstGeom xmlns:a="http://schemas.openxmlformats.org/drawingml/2006/main" prst="line">
            <a:avLst/>
          </a:prstGeom>
          <a:ln xmlns:a="http://schemas.openxmlformats.org/drawingml/2006/main" w="1905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396" name="Connector 54">
            <a:extLst xmlns:a="http://schemas.openxmlformats.org/drawingml/2006/main">
              <a:ext uri="{FF2B5EF4-FFF2-40B4-BE49-F238E27FC236}">
                <a16:creationId xmlns:a16="http://schemas.microsoft.com/office/drawing/2014/main" id="{4B969630-F11F-4AF2-B5E9-0E47F461BE9A}"/>
              </a:ext>
            </a:extLst>
          </p:cNvPr>
          <p:cNvSpPr>
            <a:spLocks xmlns:a="http://schemas.openxmlformats.org/drawingml/2006/main" noGrp="1"/>
          </p:cNvSpPr>
          <p:nvPr/>
        </p:nvSpPr>
        <p:spPr>
          <a:xfrm xmlns:a="http://schemas.openxmlformats.org/drawingml/2006/main" flipV="1">
            <a:off x="1773570" y="2730398"/>
            <a:ext cx="98762" cy="190934"/>
          </a:xfrm>
          <a:prstGeom xmlns:a="http://schemas.openxmlformats.org/drawingml/2006/main" prst="line">
            <a:avLst/>
          </a:prstGeom>
          <a:ln xmlns:a="http://schemas.openxmlformats.org/drawingml/2006/main" w="228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397" name="Connector 55">
            <a:extLst xmlns:a="http://schemas.openxmlformats.org/drawingml/2006/main">
              <a:ext uri="{FF2B5EF4-FFF2-40B4-BE49-F238E27FC236}">
                <a16:creationId xmlns:a16="http://schemas.microsoft.com/office/drawing/2014/main" id="{57484ED6-F3C9-4589-AD91-1E3B8CF4BE94}"/>
              </a:ext>
            </a:extLst>
          </p:cNvPr>
          <p:cNvSpPr>
            <a:spLocks xmlns:a="http://schemas.openxmlformats.org/drawingml/2006/main" noGrp="1"/>
          </p:cNvSpPr>
          <p:nvPr/>
        </p:nvSpPr>
        <p:spPr>
          <a:xfrm xmlns:a="http://schemas.openxmlformats.org/drawingml/2006/main" flipH="1">
            <a:off x="1635311" y="3046414"/>
            <a:ext cx="85595" cy="138264"/>
          </a:xfrm>
          <a:prstGeom xmlns:a="http://schemas.openxmlformats.org/drawingml/2006/main" prst="line">
            <a:avLst/>
          </a:prstGeom>
          <a:ln xmlns:a="http://schemas.openxmlformats.org/drawingml/2006/main" w="1905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398" name="Connector 56">
            <a:extLst xmlns:a="http://schemas.openxmlformats.org/drawingml/2006/main">
              <a:ext uri="{FF2B5EF4-FFF2-40B4-BE49-F238E27FC236}">
                <a16:creationId xmlns:a16="http://schemas.microsoft.com/office/drawing/2014/main" id="{AA388694-A14C-41BD-A878-E3B36F2117B3}"/>
              </a:ext>
            </a:extLst>
          </p:cNvPr>
          <p:cNvSpPr>
            <a:spLocks xmlns:a="http://schemas.openxmlformats.org/drawingml/2006/main" noGrp="1"/>
          </p:cNvSpPr>
          <p:nvPr/>
        </p:nvSpPr>
        <p:spPr>
          <a:xfrm xmlns:a="http://schemas.openxmlformats.org/drawingml/2006/main">
            <a:off x="1720899" y="3046414"/>
            <a:ext cx="85595" cy="138264"/>
          </a:xfrm>
          <a:prstGeom xmlns:a="http://schemas.openxmlformats.org/drawingml/2006/main" prst="line">
            <a:avLst/>
          </a:prstGeom>
          <a:ln xmlns:a="http://schemas.openxmlformats.org/drawingml/2006/main" w="1905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399" name="Connector 57">
            <a:extLst xmlns:a="http://schemas.openxmlformats.org/drawingml/2006/main">
              <a:ext uri="{FF2B5EF4-FFF2-40B4-BE49-F238E27FC236}">
                <a16:creationId xmlns:a16="http://schemas.microsoft.com/office/drawing/2014/main" id="{CE61BC03-1C2D-4DDA-AC9C-A1C1984D5D1C}"/>
              </a:ext>
            </a:extLst>
          </p:cNvPr>
          <p:cNvSpPr>
            <a:spLocks xmlns:a="http://schemas.openxmlformats.org/drawingml/2006/main" noGrp="1"/>
          </p:cNvSpPr>
          <p:nvPr/>
        </p:nvSpPr>
        <p:spPr>
          <a:xfrm xmlns:a="http://schemas.openxmlformats.org/drawingml/2006/main">
            <a:off x="1946655" y="2724909"/>
            <a:ext cx="7" cy="100592"/>
          </a:xfrm>
          <a:prstGeom xmlns:a="http://schemas.openxmlformats.org/drawingml/2006/main" prst="line">
            <a:avLst/>
          </a:prstGeom>
          <a:ln xmlns:a="http://schemas.openxmlformats.org/drawingml/2006/main" w="1524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400" name="Connector 58">
            <a:extLst xmlns:a="http://schemas.openxmlformats.org/drawingml/2006/main">
              <a:ext uri="{FF2B5EF4-FFF2-40B4-BE49-F238E27FC236}">
                <a16:creationId xmlns:a16="http://schemas.microsoft.com/office/drawing/2014/main" id="{BA274A95-1833-4442-815E-0B582426A635}"/>
              </a:ext>
            </a:extLst>
          </p:cNvPr>
          <p:cNvSpPr>
            <a:spLocks xmlns:a="http://schemas.openxmlformats.org/drawingml/2006/main" noGrp="1"/>
          </p:cNvSpPr>
          <p:nvPr/>
        </p:nvSpPr>
        <p:spPr>
          <a:xfrm xmlns:a="http://schemas.openxmlformats.org/drawingml/2006/main">
            <a:off x="2010660" y="2724909"/>
            <a:ext cx="7" cy="100592"/>
          </a:xfrm>
          <a:prstGeom xmlns:a="http://schemas.openxmlformats.org/drawingml/2006/main" prst="line">
            <a:avLst/>
          </a:prstGeom>
          <a:ln xmlns:a="http://schemas.openxmlformats.org/drawingml/2006/main" w="1524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401" name="Connector 59">
            <a:extLst xmlns:a="http://schemas.openxmlformats.org/drawingml/2006/main">
              <a:ext uri="{FF2B5EF4-FFF2-40B4-BE49-F238E27FC236}">
                <a16:creationId xmlns:a16="http://schemas.microsoft.com/office/drawing/2014/main" id="{8B47D2E2-B045-4E30-BA4A-178712319D90}"/>
              </a:ext>
            </a:extLst>
          </p:cNvPr>
          <p:cNvSpPr>
            <a:spLocks xmlns:a="http://schemas.openxmlformats.org/drawingml/2006/main" noGrp="1"/>
          </p:cNvSpPr>
          <p:nvPr/>
        </p:nvSpPr>
        <p:spPr>
          <a:xfrm xmlns:a="http://schemas.openxmlformats.org/drawingml/2006/main">
            <a:off x="2074672" y="2724909"/>
            <a:ext cx="7" cy="100592"/>
          </a:xfrm>
          <a:prstGeom xmlns:a="http://schemas.openxmlformats.org/drawingml/2006/main" prst="line">
            <a:avLst/>
          </a:prstGeom>
          <a:ln xmlns:a="http://schemas.openxmlformats.org/drawingml/2006/main" w="1524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402" name="Connector 60">
            <a:extLst xmlns:a="http://schemas.openxmlformats.org/drawingml/2006/main">
              <a:ext uri="{FF2B5EF4-FFF2-40B4-BE49-F238E27FC236}">
                <a16:creationId xmlns:a16="http://schemas.microsoft.com/office/drawing/2014/main" id="{346C31C7-814C-4796-A969-7BA5F901A037}"/>
              </a:ext>
            </a:extLst>
          </p:cNvPr>
          <p:cNvSpPr>
            <a:spLocks xmlns:a="http://schemas.openxmlformats.org/drawingml/2006/main" noGrp="1"/>
          </p:cNvSpPr>
          <p:nvPr/>
        </p:nvSpPr>
        <p:spPr>
          <a:xfrm xmlns:a="http://schemas.openxmlformats.org/drawingml/2006/main">
            <a:off x="2138677" y="2724909"/>
            <a:ext cx="7" cy="100592"/>
          </a:xfrm>
          <a:prstGeom xmlns:a="http://schemas.openxmlformats.org/drawingml/2006/main" prst="line">
            <a:avLst/>
          </a:prstGeom>
          <a:ln xmlns:a="http://schemas.openxmlformats.org/drawingml/2006/main" w="1524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403" name="Oval 61">
            <a:extLst xmlns:a="http://schemas.openxmlformats.org/drawingml/2006/main">
              <a:ext uri="{FF2B5EF4-FFF2-40B4-BE49-F238E27FC236}">
                <a16:creationId xmlns:a16="http://schemas.microsoft.com/office/drawing/2014/main" id="{ECA8727F-5F38-4EF3-AD5A-3BA9A0FDA979}"/>
              </a:ext>
            </a:extLst>
          </p:cNvPr>
          <p:cNvSpPr>
            <a:spLocks xmlns:a="http://schemas.openxmlformats.org/drawingml/2006/main" noGrp="1"/>
          </p:cNvSpPr>
          <p:nvPr/>
        </p:nvSpPr>
        <p:spPr>
          <a:xfrm xmlns:a="http://schemas.openxmlformats.org/drawingml/2006/main">
            <a:off x="2276855" y="2697477"/>
            <a:ext cx="131687" cy="13168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404" name="Connector 62">
            <a:extLst xmlns:a="http://schemas.openxmlformats.org/drawingml/2006/main">
              <a:ext uri="{FF2B5EF4-FFF2-40B4-BE49-F238E27FC236}">
                <a16:creationId xmlns:a16="http://schemas.microsoft.com/office/drawing/2014/main" id="{DA401FEE-1603-42F9-9B62-0272023605F3}"/>
              </a:ext>
            </a:extLst>
          </p:cNvPr>
          <p:cNvSpPr>
            <a:spLocks xmlns:a="http://schemas.openxmlformats.org/drawingml/2006/main" noGrp="1"/>
          </p:cNvSpPr>
          <p:nvPr/>
        </p:nvSpPr>
        <p:spPr>
          <a:xfrm xmlns:a="http://schemas.openxmlformats.org/drawingml/2006/main">
            <a:off x="2342692" y="2829153"/>
            <a:ext cx="6"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405" name="Connector 63">
            <a:extLst xmlns:a="http://schemas.openxmlformats.org/drawingml/2006/main">
              <a:ext uri="{FF2B5EF4-FFF2-40B4-BE49-F238E27FC236}">
                <a16:creationId xmlns:a16="http://schemas.microsoft.com/office/drawing/2014/main" id="{5D36BCB4-97F0-4CC9-BCB5-0038D0AF96E9}"/>
              </a:ext>
            </a:extLst>
          </p:cNvPr>
          <p:cNvSpPr>
            <a:spLocks xmlns:a="http://schemas.openxmlformats.org/drawingml/2006/main" noGrp="1"/>
          </p:cNvSpPr>
          <p:nvPr/>
        </p:nvSpPr>
        <p:spPr>
          <a:xfrm xmlns:a="http://schemas.openxmlformats.org/drawingml/2006/main">
            <a:off x="2250519" y="2921322"/>
            <a:ext cx="184350" cy="7"/>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406" name="Connector 64">
            <a:extLst xmlns:a="http://schemas.openxmlformats.org/drawingml/2006/main">
              <a:ext uri="{FF2B5EF4-FFF2-40B4-BE49-F238E27FC236}">
                <a16:creationId xmlns:a16="http://schemas.microsoft.com/office/drawing/2014/main" id="{C373FF57-DAD5-45C7-8B3D-58C5DC1489AC}"/>
              </a:ext>
            </a:extLst>
          </p:cNvPr>
          <p:cNvSpPr>
            <a:spLocks xmlns:a="http://schemas.openxmlformats.org/drawingml/2006/main" noGrp="1"/>
          </p:cNvSpPr>
          <p:nvPr/>
        </p:nvSpPr>
        <p:spPr>
          <a:xfrm xmlns:a="http://schemas.openxmlformats.org/drawingml/2006/main" flipH="1">
            <a:off x="2257104" y="3046414"/>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407" name="Connector 65">
            <a:extLst xmlns:a="http://schemas.openxmlformats.org/drawingml/2006/main">
              <a:ext uri="{FF2B5EF4-FFF2-40B4-BE49-F238E27FC236}">
                <a16:creationId xmlns:a16="http://schemas.microsoft.com/office/drawing/2014/main" id="{99D07164-9163-4F96-BCEE-EBC77FEF93B9}"/>
              </a:ext>
            </a:extLst>
          </p:cNvPr>
          <p:cNvSpPr>
            <a:spLocks xmlns:a="http://schemas.openxmlformats.org/drawingml/2006/main" noGrp="1"/>
          </p:cNvSpPr>
          <p:nvPr/>
        </p:nvSpPr>
        <p:spPr>
          <a:xfrm xmlns:a="http://schemas.openxmlformats.org/drawingml/2006/main">
            <a:off x="2342692" y="3046414"/>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408" name="Oval 66">
            <a:extLst xmlns:a="http://schemas.openxmlformats.org/drawingml/2006/main">
              <a:ext uri="{FF2B5EF4-FFF2-40B4-BE49-F238E27FC236}">
                <a16:creationId xmlns:a16="http://schemas.microsoft.com/office/drawing/2014/main" id="{D5B6B51E-143C-4D38-9C78-4161F05A4561}"/>
              </a:ext>
            </a:extLst>
          </p:cNvPr>
          <p:cNvSpPr>
            <a:spLocks xmlns:a="http://schemas.openxmlformats.org/drawingml/2006/main" noGrp="1"/>
          </p:cNvSpPr>
          <p:nvPr/>
        </p:nvSpPr>
        <p:spPr>
          <a:xfrm xmlns:a="http://schemas.openxmlformats.org/drawingml/2006/main">
            <a:off x="2898648" y="2697477"/>
            <a:ext cx="131687" cy="13168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409" name="Connector 67">
            <a:extLst xmlns:a="http://schemas.openxmlformats.org/drawingml/2006/main">
              <a:ext uri="{FF2B5EF4-FFF2-40B4-BE49-F238E27FC236}">
                <a16:creationId xmlns:a16="http://schemas.microsoft.com/office/drawing/2014/main" id="{CE916E3C-564F-4301-A32C-E0D3D17C0E9A}"/>
              </a:ext>
            </a:extLst>
          </p:cNvPr>
          <p:cNvSpPr>
            <a:spLocks xmlns:a="http://schemas.openxmlformats.org/drawingml/2006/main" noGrp="1"/>
          </p:cNvSpPr>
          <p:nvPr/>
        </p:nvSpPr>
        <p:spPr>
          <a:xfrm xmlns:a="http://schemas.openxmlformats.org/drawingml/2006/main">
            <a:off x="2964482" y="2829153"/>
            <a:ext cx="7"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410" name="Connector 68">
            <a:extLst xmlns:a="http://schemas.openxmlformats.org/drawingml/2006/main">
              <a:ext uri="{FF2B5EF4-FFF2-40B4-BE49-F238E27FC236}">
                <a16:creationId xmlns:a16="http://schemas.microsoft.com/office/drawing/2014/main" id="{83605E70-23D7-4C0A-8158-E08FB2025F72}"/>
              </a:ext>
            </a:extLst>
          </p:cNvPr>
          <p:cNvSpPr>
            <a:spLocks xmlns:a="http://schemas.openxmlformats.org/drawingml/2006/main" noGrp="1"/>
          </p:cNvSpPr>
          <p:nvPr/>
        </p:nvSpPr>
        <p:spPr>
          <a:xfrm xmlns:a="http://schemas.openxmlformats.org/drawingml/2006/main">
            <a:off x="2872313" y="2921322"/>
            <a:ext cx="184350" cy="7"/>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411" name="Connector 69">
            <a:extLst xmlns:a="http://schemas.openxmlformats.org/drawingml/2006/main">
              <a:ext uri="{FF2B5EF4-FFF2-40B4-BE49-F238E27FC236}">
                <a16:creationId xmlns:a16="http://schemas.microsoft.com/office/drawing/2014/main" id="{70262D60-0250-4803-AE21-AC4AD3EE95FE}"/>
              </a:ext>
            </a:extLst>
          </p:cNvPr>
          <p:cNvSpPr>
            <a:spLocks xmlns:a="http://schemas.openxmlformats.org/drawingml/2006/main" noGrp="1"/>
          </p:cNvSpPr>
          <p:nvPr/>
        </p:nvSpPr>
        <p:spPr>
          <a:xfrm xmlns:a="http://schemas.openxmlformats.org/drawingml/2006/main" flipH="1">
            <a:off x="2878895" y="3046414"/>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412" name="Connector 70">
            <a:extLst xmlns:a="http://schemas.openxmlformats.org/drawingml/2006/main">
              <a:ext uri="{FF2B5EF4-FFF2-40B4-BE49-F238E27FC236}">
                <a16:creationId xmlns:a16="http://schemas.microsoft.com/office/drawing/2014/main" id="{EE9394AA-8EEC-4641-B7FE-376CD9614BAC}"/>
              </a:ext>
            </a:extLst>
          </p:cNvPr>
          <p:cNvSpPr>
            <a:spLocks xmlns:a="http://schemas.openxmlformats.org/drawingml/2006/main" noGrp="1"/>
          </p:cNvSpPr>
          <p:nvPr/>
        </p:nvSpPr>
        <p:spPr>
          <a:xfrm xmlns:a="http://schemas.openxmlformats.org/drawingml/2006/main">
            <a:off x="2964483" y="3046414"/>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413" name="Oval 71">
            <a:extLst xmlns:a="http://schemas.openxmlformats.org/drawingml/2006/main">
              <a:ext uri="{FF2B5EF4-FFF2-40B4-BE49-F238E27FC236}">
                <a16:creationId xmlns:a16="http://schemas.microsoft.com/office/drawing/2014/main" id="{F455BB44-5C55-44A9-B27D-A2CE8374C29A}"/>
              </a:ext>
            </a:extLst>
          </p:cNvPr>
          <p:cNvSpPr>
            <a:spLocks xmlns:a="http://schemas.openxmlformats.org/drawingml/2006/main" noGrp="1"/>
          </p:cNvSpPr>
          <p:nvPr/>
        </p:nvSpPr>
        <p:spPr>
          <a:xfrm xmlns:a="http://schemas.openxmlformats.org/drawingml/2006/main">
            <a:off x="3520440" y="2697477"/>
            <a:ext cx="131687" cy="13168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414" name="Connector 72">
            <a:extLst xmlns:a="http://schemas.openxmlformats.org/drawingml/2006/main">
              <a:ext uri="{FF2B5EF4-FFF2-40B4-BE49-F238E27FC236}">
                <a16:creationId xmlns:a16="http://schemas.microsoft.com/office/drawing/2014/main" id="{B4012353-3450-4008-8B6E-CF83F0839416}"/>
              </a:ext>
            </a:extLst>
          </p:cNvPr>
          <p:cNvSpPr>
            <a:spLocks xmlns:a="http://schemas.openxmlformats.org/drawingml/2006/main" noGrp="1"/>
          </p:cNvSpPr>
          <p:nvPr/>
        </p:nvSpPr>
        <p:spPr>
          <a:xfrm xmlns:a="http://schemas.openxmlformats.org/drawingml/2006/main">
            <a:off x="3586273" y="2829153"/>
            <a:ext cx="7"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415" name="Connector 73">
            <a:extLst xmlns:a="http://schemas.openxmlformats.org/drawingml/2006/main">
              <a:ext uri="{FF2B5EF4-FFF2-40B4-BE49-F238E27FC236}">
                <a16:creationId xmlns:a16="http://schemas.microsoft.com/office/drawing/2014/main" id="{87444137-9AD3-4A7C-B11B-55E5AC4C0B6C}"/>
              </a:ext>
            </a:extLst>
          </p:cNvPr>
          <p:cNvSpPr>
            <a:spLocks xmlns:a="http://schemas.openxmlformats.org/drawingml/2006/main" noGrp="1"/>
          </p:cNvSpPr>
          <p:nvPr/>
        </p:nvSpPr>
        <p:spPr>
          <a:xfrm xmlns:a="http://schemas.openxmlformats.org/drawingml/2006/main">
            <a:off x="3494104" y="2921322"/>
            <a:ext cx="184350" cy="7"/>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416" name="Connector 74">
            <a:extLst xmlns:a="http://schemas.openxmlformats.org/drawingml/2006/main">
              <a:ext uri="{FF2B5EF4-FFF2-40B4-BE49-F238E27FC236}">
                <a16:creationId xmlns:a16="http://schemas.microsoft.com/office/drawing/2014/main" id="{773C509D-4711-4599-BCB1-EF99CF1A2B07}"/>
              </a:ext>
            </a:extLst>
          </p:cNvPr>
          <p:cNvSpPr>
            <a:spLocks xmlns:a="http://schemas.openxmlformats.org/drawingml/2006/main" noGrp="1"/>
          </p:cNvSpPr>
          <p:nvPr/>
        </p:nvSpPr>
        <p:spPr>
          <a:xfrm xmlns:a="http://schemas.openxmlformats.org/drawingml/2006/main" flipH="1">
            <a:off x="3500684" y="3046414"/>
            <a:ext cx="85596"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417" name="Connector 75">
            <a:extLst xmlns:a="http://schemas.openxmlformats.org/drawingml/2006/main">
              <a:ext uri="{FF2B5EF4-FFF2-40B4-BE49-F238E27FC236}">
                <a16:creationId xmlns:a16="http://schemas.microsoft.com/office/drawing/2014/main" id="{A1AB5167-F136-46BC-849C-757B0814B982}"/>
              </a:ext>
            </a:extLst>
          </p:cNvPr>
          <p:cNvSpPr>
            <a:spLocks xmlns:a="http://schemas.openxmlformats.org/drawingml/2006/main" noGrp="1"/>
          </p:cNvSpPr>
          <p:nvPr/>
        </p:nvSpPr>
        <p:spPr>
          <a:xfrm xmlns:a="http://schemas.openxmlformats.org/drawingml/2006/main">
            <a:off x="3586273" y="3046414"/>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418" name="Oval 76">
            <a:extLst xmlns:a="http://schemas.openxmlformats.org/drawingml/2006/main">
              <a:ext uri="{FF2B5EF4-FFF2-40B4-BE49-F238E27FC236}">
                <a16:creationId xmlns:a16="http://schemas.microsoft.com/office/drawing/2014/main" id="{33CBCA2E-652D-4284-A0DD-041E74B7080E}"/>
              </a:ext>
            </a:extLst>
          </p:cNvPr>
          <p:cNvSpPr>
            <a:spLocks xmlns:a="http://schemas.openxmlformats.org/drawingml/2006/main" noGrp="1"/>
          </p:cNvSpPr>
          <p:nvPr/>
        </p:nvSpPr>
        <p:spPr>
          <a:xfrm xmlns:a="http://schemas.openxmlformats.org/drawingml/2006/main">
            <a:off x="4142232" y="2697477"/>
            <a:ext cx="131687" cy="13168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419" name="Connector 77">
            <a:extLst xmlns:a="http://schemas.openxmlformats.org/drawingml/2006/main">
              <a:ext uri="{FF2B5EF4-FFF2-40B4-BE49-F238E27FC236}">
                <a16:creationId xmlns:a16="http://schemas.microsoft.com/office/drawing/2014/main" id="{5E0DF2FB-6041-4CDF-88D0-833440603884}"/>
              </a:ext>
            </a:extLst>
          </p:cNvPr>
          <p:cNvSpPr>
            <a:spLocks xmlns:a="http://schemas.openxmlformats.org/drawingml/2006/main" noGrp="1"/>
          </p:cNvSpPr>
          <p:nvPr/>
        </p:nvSpPr>
        <p:spPr>
          <a:xfrm xmlns:a="http://schemas.openxmlformats.org/drawingml/2006/main">
            <a:off x="4208067" y="2829153"/>
            <a:ext cx="7"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420" name="Connector 78">
            <a:extLst xmlns:a="http://schemas.openxmlformats.org/drawingml/2006/main">
              <a:ext uri="{FF2B5EF4-FFF2-40B4-BE49-F238E27FC236}">
                <a16:creationId xmlns:a16="http://schemas.microsoft.com/office/drawing/2014/main" id="{DFF9557E-0299-4255-89FE-2877B5324839}"/>
              </a:ext>
            </a:extLst>
          </p:cNvPr>
          <p:cNvSpPr>
            <a:spLocks xmlns:a="http://schemas.openxmlformats.org/drawingml/2006/main" noGrp="1"/>
          </p:cNvSpPr>
          <p:nvPr/>
        </p:nvSpPr>
        <p:spPr>
          <a:xfrm xmlns:a="http://schemas.openxmlformats.org/drawingml/2006/main">
            <a:off x="4115896" y="2921322"/>
            <a:ext cx="184350" cy="7"/>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421" name="Connector 79">
            <a:extLst xmlns:a="http://schemas.openxmlformats.org/drawingml/2006/main">
              <a:ext uri="{FF2B5EF4-FFF2-40B4-BE49-F238E27FC236}">
                <a16:creationId xmlns:a16="http://schemas.microsoft.com/office/drawing/2014/main" id="{AE52AA01-8829-4F4A-975A-EDE8FF6C482F}"/>
              </a:ext>
            </a:extLst>
          </p:cNvPr>
          <p:cNvSpPr>
            <a:spLocks xmlns:a="http://schemas.openxmlformats.org/drawingml/2006/main" noGrp="1"/>
          </p:cNvSpPr>
          <p:nvPr/>
        </p:nvSpPr>
        <p:spPr>
          <a:xfrm xmlns:a="http://schemas.openxmlformats.org/drawingml/2006/main" flipH="1">
            <a:off x="4122479" y="3046414"/>
            <a:ext cx="85596"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422" name="Connector 80">
            <a:extLst xmlns:a="http://schemas.openxmlformats.org/drawingml/2006/main">
              <a:ext uri="{FF2B5EF4-FFF2-40B4-BE49-F238E27FC236}">
                <a16:creationId xmlns:a16="http://schemas.microsoft.com/office/drawing/2014/main" id="{AD3EB90F-1321-4787-B71B-14527347BAD0}"/>
              </a:ext>
            </a:extLst>
          </p:cNvPr>
          <p:cNvSpPr>
            <a:spLocks xmlns:a="http://schemas.openxmlformats.org/drawingml/2006/main" noGrp="1"/>
          </p:cNvSpPr>
          <p:nvPr/>
        </p:nvSpPr>
        <p:spPr>
          <a:xfrm xmlns:a="http://schemas.openxmlformats.org/drawingml/2006/main">
            <a:off x="4208067" y="3046414"/>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423" name="Oval 81">
            <a:extLst xmlns:a="http://schemas.openxmlformats.org/drawingml/2006/main">
              <a:ext uri="{FF2B5EF4-FFF2-40B4-BE49-F238E27FC236}">
                <a16:creationId xmlns:a16="http://schemas.microsoft.com/office/drawing/2014/main" id="{ABA9BFF6-1E87-4355-ADB5-DBA384B63F2E}"/>
              </a:ext>
            </a:extLst>
          </p:cNvPr>
          <p:cNvSpPr>
            <a:spLocks xmlns:a="http://schemas.openxmlformats.org/drawingml/2006/main" noGrp="1"/>
          </p:cNvSpPr>
          <p:nvPr/>
        </p:nvSpPr>
        <p:spPr>
          <a:xfrm xmlns:a="http://schemas.openxmlformats.org/drawingml/2006/main">
            <a:off x="4764023" y="2697477"/>
            <a:ext cx="131687" cy="13168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424" name="Connector 82">
            <a:extLst xmlns:a="http://schemas.openxmlformats.org/drawingml/2006/main">
              <a:ext uri="{FF2B5EF4-FFF2-40B4-BE49-F238E27FC236}">
                <a16:creationId xmlns:a16="http://schemas.microsoft.com/office/drawing/2014/main" id="{4889431D-C2A3-4286-92CA-3E00917A1421}"/>
              </a:ext>
            </a:extLst>
          </p:cNvPr>
          <p:cNvSpPr>
            <a:spLocks xmlns:a="http://schemas.openxmlformats.org/drawingml/2006/main" noGrp="1"/>
          </p:cNvSpPr>
          <p:nvPr/>
        </p:nvSpPr>
        <p:spPr>
          <a:xfrm xmlns:a="http://schemas.openxmlformats.org/drawingml/2006/main">
            <a:off x="4829859" y="2829153"/>
            <a:ext cx="6"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425" name="Connector 83">
            <a:extLst xmlns:a="http://schemas.openxmlformats.org/drawingml/2006/main">
              <a:ext uri="{FF2B5EF4-FFF2-40B4-BE49-F238E27FC236}">
                <a16:creationId xmlns:a16="http://schemas.microsoft.com/office/drawing/2014/main" id="{3D375570-3763-4515-B2DC-7EF7FA230DC4}"/>
              </a:ext>
            </a:extLst>
          </p:cNvPr>
          <p:cNvSpPr>
            <a:spLocks xmlns:a="http://schemas.openxmlformats.org/drawingml/2006/main" noGrp="1"/>
          </p:cNvSpPr>
          <p:nvPr/>
        </p:nvSpPr>
        <p:spPr>
          <a:xfrm xmlns:a="http://schemas.openxmlformats.org/drawingml/2006/main">
            <a:off x="4737689" y="2921322"/>
            <a:ext cx="184350" cy="7"/>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426" name="Connector 84">
            <a:extLst xmlns:a="http://schemas.openxmlformats.org/drawingml/2006/main">
              <a:ext uri="{FF2B5EF4-FFF2-40B4-BE49-F238E27FC236}">
                <a16:creationId xmlns:a16="http://schemas.microsoft.com/office/drawing/2014/main" id="{0706B995-BC8E-44E7-A39C-DC046AEC4F15}"/>
              </a:ext>
            </a:extLst>
          </p:cNvPr>
          <p:cNvSpPr>
            <a:spLocks xmlns:a="http://schemas.openxmlformats.org/drawingml/2006/main" noGrp="1"/>
          </p:cNvSpPr>
          <p:nvPr/>
        </p:nvSpPr>
        <p:spPr>
          <a:xfrm xmlns:a="http://schemas.openxmlformats.org/drawingml/2006/main" flipH="1">
            <a:off x="4744269" y="3046414"/>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427" name="Connector 85">
            <a:extLst xmlns:a="http://schemas.openxmlformats.org/drawingml/2006/main">
              <a:ext uri="{FF2B5EF4-FFF2-40B4-BE49-F238E27FC236}">
                <a16:creationId xmlns:a16="http://schemas.microsoft.com/office/drawing/2014/main" id="{AC1C9270-6207-45DE-B7AF-A838CCAFA47F}"/>
              </a:ext>
            </a:extLst>
          </p:cNvPr>
          <p:cNvSpPr>
            <a:spLocks xmlns:a="http://schemas.openxmlformats.org/drawingml/2006/main" noGrp="1"/>
          </p:cNvSpPr>
          <p:nvPr/>
        </p:nvSpPr>
        <p:spPr>
          <a:xfrm xmlns:a="http://schemas.openxmlformats.org/drawingml/2006/main">
            <a:off x="4829856" y="3046414"/>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428" name="Oval 86">
            <a:extLst xmlns:a="http://schemas.openxmlformats.org/drawingml/2006/main">
              <a:ext uri="{FF2B5EF4-FFF2-40B4-BE49-F238E27FC236}">
                <a16:creationId xmlns:a16="http://schemas.microsoft.com/office/drawing/2014/main" id="{E73044E6-44CF-49E3-B469-49D6473B20DA}"/>
              </a:ext>
            </a:extLst>
          </p:cNvPr>
          <p:cNvSpPr>
            <a:spLocks xmlns:a="http://schemas.openxmlformats.org/drawingml/2006/main" noGrp="1"/>
          </p:cNvSpPr>
          <p:nvPr/>
        </p:nvSpPr>
        <p:spPr>
          <a:xfrm xmlns:a="http://schemas.openxmlformats.org/drawingml/2006/main">
            <a:off x="868680" y="3428998"/>
            <a:ext cx="131687" cy="131685"/>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429" name="Connector 87">
            <a:extLst xmlns:a="http://schemas.openxmlformats.org/drawingml/2006/main">
              <a:ext uri="{FF2B5EF4-FFF2-40B4-BE49-F238E27FC236}">
                <a16:creationId xmlns:a16="http://schemas.microsoft.com/office/drawing/2014/main" id="{3D9C10CA-DB70-4247-8DC0-B93C8EA554DB}"/>
              </a:ext>
            </a:extLst>
          </p:cNvPr>
          <p:cNvSpPr>
            <a:spLocks xmlns:a="http://schemas.openxmlformats.org/drawingml/2006/main" noGrp="1"/>
          </p:cNvSpPr>
          <p:nvPr/>
        </p:nvSpPr>
        <p:spPr>
          <a:xfrm xmlns:a="http://schemas.openxmlformats.org/drawingml/2006/main">
            <a:off x="934515" y="3560668"/>
            <a:ext cx="7"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430" name="Connector 88">
            <a:extLst xmlns:a="http://schemas.openxmlformats.org/drawingml/2006/main">
              <a:ext uri="{FF2B5EF4-FFF2-40B4-BE49-F238E27FC236}">
                <a16:creationId xmlns:a16="http://schemas.microsoft.com/office/drawing/2014/main" id="{4B76E5CA-1326-4E94-B432-BC2339C19D43}"/>
              </a:ext>
            </a:extLst>
          </p:cNvPr>
          <p:cNvSpPr>
            <a:spLocks xmlns:a="http://schemas.openxmlformats.org/drawingml/2006/main" noGrp="1"/>
          </p:cNvSpPr>
          <p:nvPr/>
        </p:nvSpPr>
        <p:spPr>
          <a:xfrm xmlns:a="http://schemas.openxmlformats.org/drawingml/2006/main">
            <a:off x="842344" y="3652844"/>
            <a:ext cx="184351" cy="7"/>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431" name="Connector 89">
            <a:extLst xmlns:a="http://schemas.openxmlformats.org/drawingml/2006/main">
              <a:ext uri="{FF2B5EF4-FFF2-40B4-BE49-F238E27FC236}">
                <a16:creationId xmlns:a16="http://schemas.microsoft.com/office/drawing/2014/main" id="{AC0D7B63-BB34-4BD9-B53F-F511A0AE45A7}"/>
              </a:ext>
            </a:extLst>
          </p:cNvPr>
          <p:cNvSpPr>
            <a:spLocks xmlns:a="http://schemas.openxmlformats.org/drawingml/2006/main" noGrp="1"/>
          </p:cNvSpPr>
          <p:nvPr/>
        </p:nvSpPr>
        <p:spPr>
          <a:xfrm xmlns:a="http://schemas.openxmlformats.org/drawingml/2006/main" flipH="1">
            <a:off x="848928" y="3777934"/>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432" name="Connector 90">
            <a:extLst xmlns:a="http://schemas.openxmlformats.org/drawingml/2006/main">
              <a:ext uri="{FF2B5EF4-FFF2-40B4-BE49-F238E27FC236}">
                <a16:creationId xmlns:a16="http://schemas.microsoft.com/office/drawing/2014/main" id="{DF002710-57E5-43AC-A346-3EF6AF2FE860}"/>
              </a:ext>
            </a:extLst>
          </p:cNvPr>
          <p:cNvSpPr>
            <a:spLocks xmlns:a="http://schemas.openxmlformats.org/drawingml/2006/main" noGrp="1"/>
          </p:cNvSpPr>
          <p:nvPr/>
        </p:nvSpPr>
        <p:spPr>
          <a:xfrm xmlns:a="http://schemas.openxmlformats.org/drawingml/2006/main">
            <a:off x="934513" y="3777934"/>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433" name="Oval 91">
            <a:extLst xmlns:a="http://schemas.openxmlformats.org/drawingml/2006/main">
              <a:ext uri="{FF2B5EF4-FFF2-40B4-BE49-F238E27FC236}">
                <a16:creationId xmlns:a16="http://schemas.microsoft.com/office/drawing/2014/main" id="{930D1362-F359-4E42-BD41-2680F0ADD72A}"/>
              </a:ext>
            </a:extLst>
          </p:cNvPr>
          <p:cNvSpPr>
            <a:spLocks xmlns:a="http://schemas.openxmlformats.org/drawingml/2006/main" noGrp="1"/>
          </p:cNvSpPr>
          <p:nvPr/>
        </p:nvSpPr>
        <p:spPr>
          <a:xfrm xmlns:a="http://schemas.openxmlformats.org/drawingml/2006/main">
            <a:off x="1490472" y="3428998"/>
            <a:ext cx="131687" cy="131685"/>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434" name="Connector 92">
            <a:extLst xmlns:a="http://schemas.openxmlformats.org/drawingml/2006/main">
              <a:ext uri="{FF2B5EF4-FFF2-40B4-BE49-F238E27FC236}">
                <a16:creationId xmlns:a16="http://schemas.microsoft.com/office/drawing/2014/main" id="{607CD3ED-A020-4E5F-BF6A-1EDA61358FA1}"/>
              </a:ext>
            </a:extLst>
          </p:cNvPr>
          <p:cNvSpPr>
            <a:spLocks xmlns:a="http://schemas.openxmlformats.org/drawingml/2006/main" noGrp="1"/>
          </p:cNvSpPr>
          <p:nvPr/>
        </p:nvSpPr>
        <p:spPr>
          <a:xfrm xmlns:a="http://schemas.openxmlformats.org/drawingml/2006/main">
            <a:off x="1556307" y="3560668"/>
            <a:ext cx="7"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435" name="Connector 93">
            <a:extLst xmlns:a="http://schemas.openxmlformats.org/drawingml/2006/main">
              <a:ext uri="{FF2B5EF4-FFF2-40B4-BE49-F238E27FC236}">
                <a16:creationId xmlns:a16="http://schemas.microsoft.com/office/drawing/2014/main" id="{C2382C36-761E-4CD2-BC4F-2EF08F018235}"/>
              </a:ext>
            </a:extLst>
          </p:cNvPr>
          <p:cNvSpPr>
            <a:spLocks xmlns:a="http://schemas.openxmlformats.org/drawingml/2006/main" noGrp="1"/>
          </p:cNvSpPr>
          <p:nvPr/>
        </p:nvSpPr>
        <p:spPr>
          <a:xfrm xmlns:a="http://schemas.openxmlformats.org/drawingml/2006/main">
            <a:off x="1464136" y="3652844"/>
            <a:ext cx="184350" cy="7"/>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436" name="Connector 94">
            <a:extLst xmlns:a="http://schemas.openxmlformats.org/drawingml/2006/main">
              <a:ext uri="{FF2B5EF4-FFF2-40B4-BE49-F238E27FC236}">
                <a16:creationId xmlns:a16="http://schemas.microsoft.com/office/drawing/2014/main" id="{B09F1F71-9405-409C-A47B-F66EBD9CFBF7}"/>
              </a:ext>
            </a:extLst>
          </p:cNvPr>
          <p:cNvSpPr>
            <a:spLocks xmlns:a="http://schemas.openxmlformats.org/drawingml/2006/main" noGrp="1"/>
          </p:cNvSpPr>
          <p:nvPr/>
        </p:nvSpPr>
        <p:spPr>
          <a:xfrm xmlns:a="http://schemas.openxmlformats.org/drawingml/2006/main" flipH="1">
            <a:off x="1470719" y="3777934"/>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437" name="Connector 95">
            <a:extLst xmlns:a="http://schemas.openxmlformats.org/drawingml/2006/main">
              <a:ext uri="{FF2B5EF4-FFF2-40B4-BE49-F238E27FC236}">
                <a16:creationId xmlns:a16="http://schemas.microsoft.com/office/drawing/2014/main" id="{32406AB0-96E1-496F-B323-3F42C9237DC2}"/>
              </a:ext>
            </a:extLst>
          </p:cNvPr>
          <p:cNvSpPr>
            <a:spLocks xmlns:a="http://schemas.openxmlformats.org/drawingml/2006/main" noGrp="1"/>
          </p:cNvSpPr>
          <p:nvPr/>
        </p:nvSpPr>
        <p:spPr>
          <a:xfrm xmlns:a="http://schemas.openxmlformats.org/drawingml/2006/main">
            <a:off x="1556307" y="3777934"/>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438" name="Oval 96">
            <a:extLst xmlns:a="http://schemas.openxmlformats.org/drawingml/2006/main">
              <a:ext uri="{FF2B5EF4-FFF2-40B4-BE49-F238E27FC236}">
                <a16:creationId xmlns:a16="http://schemas.microsoft.com/office/drawing/2014/main" id="{DA10B9BF-8CB4-47FA-88AC-A9EA34816374}"/>
              </a:ext>
            </a:extLst>
          </p:cNvPr>
          <p:cNvSpPr>
            <a:spLocks xmlns:a="http://schemas.openxmlformats.org/drawingml/2006/main" noGrp="1"/>
          </p:cNvSpPr>
          <p:nvPr/>
        </p:nvSpPr>
        <p:spPr>
          <a:xfrm xmlns:a="http://schemas.openxmlformats.org/drawingml/2006/main">
            <a:off x="2112264" y="3428998"/>
            <a:ext cx="131687" cy="131685"/>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439" name="Connector 97">
            <a:extLst xmlns:a="http://schemas.openxmlformats.org/drawingml/2006/main">
              <a:ext uri="{FF2B5EF4-FFF2-40B4-BE49-F238E27FC236}">
                <a16:creationId xmlns:a16="http://schemas.microsoft.com/office/drawing/2014/main" id="{C233E452-B12B-4D07-ABF2-D4DE48C9E7AA}"/>
              </a:ext>
            </a:extLst>
          </p:cNvPr>
          <p:cNvSpPr>
            <a:spLocks xmlns:a="http://schemas.openxmlformats.org/drawingml/2006/main" noGrp="1"/>
          </p:cNvSpPr>
          <p:nvPr/>
        </p:nvSpPr>
        <p:spPr>
          <a:xfrm xmlns:a="http://schemas.openxmlformats.org/drawingml/2006/main">
            <a:off x="2178098" y="3560668"/>
            <a:ext cx="7"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440" name="Connector 98">
            <a:extLst xmlns:a="http://schemas.openxmlformats.org/drawingml/2006/main">
              <a:ext uri="{FF2B5EF4-FFF2-40B4-BE49-F238E27FC236}">
                <a16:creationId xmlns:a16="http://schemas.microsoft.com/office/drawing/2014/main" id="{E1DB1C2F-74AA-412D-94F9-4FBC948BA4C7}"/>
              </a:ext>
            </a:extLst>
          </p:cNvPr>
          <p:cNvSpPr>
            <a:spLocks xmlns:a="http://schemas.openxmlformats.org/drawingml/2006/main" noGrp="1"/>
          </p:cNvSpPr>
          <p:nvPr/>
        </p:nvSpPr>
        <p:spPr>
          <a:xfrm xmlns:a="http://schemas.openxmlformats.org/drawingml/2006/main">
            <a:off x="2085929" y="3652844"/>
            <a:ext cx="184350" cy="7"/>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441" name="Connector 99">
            <a:extLst xmlns:a="http://schemas.openxmlformats.org/drawingml/2006/main">
              <a:ext uri="{FF2B5EF4-FFF2-40B4-BE49-F238E27FC236}">
                <a16:creationId xmlns:a16="http://schemas.microsoft.com/office/drawing/2014/main" id="{591BC294-9A8B-401F-833E-087E3F2957F7}"/>
              </a:ext>
            </a:extLst>
          </p:cNvPr>
          <p:cNvSpPr>
            <a:spLocks xmlns:a="http://schemas.openxmlformats.org/drawingml/2006/main" noGrp="1"/>
          </p:cNvSpPr>
          <p:nvPr/>
        </p:nvSpPr>
        <p:spPr>
          <a:xfrm xmlns:a="http://schemas.openxmlformats.org/drawingml/2006/main" flipH="1">
            <a:off x="2092512" y="3777934"/>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442" name="Connector 100">
            <a:extLst xmlns:a="http://schemas.openxmlformats.org/drawingml/2006/main">
              <a:ext uri="{FF2B5EF4-FFF2-40B4-BE49-F238E27FC236}">
                <a16:creationId xmlns:a16="http://schemas.microsoft.com/office/drawing/2014/main" id="{DB74BB0A-365D-4AD6-8902-1A378BD6C9AD}"/>
              </a:ext>
            </a:extLst>
          </p:cNvPr>
          <p:cNvSpPr>
            <a:spLocks xmlns:a="http://schemas.openxmlformats.org/drawingml/2006/main" noGrp="1"/>
          </p:cNvSpPr>
          <p:nvPr/>
        </p:nvSpPr>
        <p:spPr>
          <a:xfrm xmlns:a="http://schemas.openxmlformats.org/drawingml/2006/main">
            <a:off x="2178099" y="3777934"/>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443" name="Oval 101">
            <a:extLst xmlns:a="http://schemas.openxmlformats.org/drawingml/2006/main">
              <a:ext uri="{FF2B5EF4-FFF2-40B4-BE49-F238E27FC236}">
                <a16:creationId xmlns:a16="http://schemas.microsoft.com/office/drawing/2014/main" id="{627FBA94-99D6-4EF4-ADC3-2EDE117AA433}"/>
              </a:ext>
            </a:extLst>
          </p:cNvPr>
          <p:cNvSpPr>
            <a:spLocks xmlns:a="http://schemas.openxmlformats.org/drawingml/2006/main" noGrp="1"/>
          </p:cNvSpPr>
          <p:nvPr/>
        </p:nvSpPr>
        <p:spPr>
          <a:xfrm xmlns:a="http://schemas.openxmlformats.org/drawingml/2006/main">
            <a:off x="2734055" y="3428998"/>
            <a:ext cx="131687" cy="131685"/>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444" name="Connector 102">
            <a:extLst xmlns:a="http://schemas.openxmlformats.org/drawingml/2006/main">
              <a:ext uri="{FF2B5EF4-FFF2-40B4-BE49-F238E27FC236}">
                <a16:creationId xmlns:a16="http://schemas.microsoft.com/office/drawing/2014/main" id="{76116606-775C-477A-98AB-AD1B68AA5ED3}"/>
              </a:ext>
            </a:extLst>
          </p:cNvPr>
          <p:cNvSpPr>
            <a:spLocks xmlns:a="http://schemas.openxmlformats.org/drawingml/2006/main" noGrp="1"/>
          </p:cNvSpPr>
          <p:nvPr/>
        </p:nvSpPr>
        <p:spPr>
          <a:xfrm xmlns:a="http://schemas.openxmlformats.org/drawingml/2006/main">
            <a:off x="2799892" y="3560668"/>
            <a:ext cx="6"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445" name="Connector 103">
            <a:extLst xmlns:a="http://schemas.openxmlformats.org/drawingml/2006/main">
              <a:ext uri="{FF2B5EF4-FFF2-40B4-BE49-F238E27FC236}">
                <a16:creationId xmlns:a16="http://schemas.microsoft.com/office/drawing/2014/main" id="{0339C69D-B021-433C-B689-DE17C09BABD5}"/>
              </a:ext>
            </a:extLst>
          </p:cNvPr>
          <p:cNvSpPr>
            <a:spLocks xmlns:a="http://schemas.openxmlformats.org/drawingml/2006/main" noGrp="1"/>
          </p:cNvSpPr>
          <p:nvPr/>
        </p:nvSpPr>
        <p:spPr>
          <a:xfrm xmlns:a="http://schemas.openxmlformats.org/drawingml/2006/main">
            <a:off x="2707719" y="3652844"/>
            <a:ext cx="184350" cy="7"/>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446" name="Connector 104">
            <a:extLst xmlns:a="http://schemas.openxmlformats.org/drawingml/2006/main">
              <a:ext uri="{FF2B5EF4-FFF2-40B4-BE49-F238E27FC236}">
                <a16:creationId xmlns:a16="http://schemas.microsoft.com/office/drawing/2014/main" id="{90C9DED3-7470-4908-9DCF-FFA9FD3607FE}"/>
              </a:ext>
            </a:extLst>
          </p:cNvPr>
          <p:cNvSpPr>
            <a:spLocks xmlns:a="http://schemas.openxmlformats.org/drawingml/2006/main" noGrp="1"/>
          </p:cNvSpPr>
          <p:nvPr/>
        </p:nvSpPr>
        <p:spPr>
          <a:xfrm xmlns:a="http://schemas.openxmlformats.org/drawingml/2006/main" flipH="1">
            <a:off x="2714304" y="3777934"/>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447" name="Connector 105">
            <a:extLst xmlns:a="http://schemas.openxmlformats.org/drawingml/2006/main">
              <a:ext uri="{FF2B5EF4-FFF2-40B4-BE49-F238E27FC236}">
                <a16:creationId xmlns:a16="http://schemas.microsoft.com/office/drawing/2014/main" id="{DAABD738-DA41-4765-BC27-2FB428A004AB}"/>
              </a:ext>
            </a:extLst>
          </p:cNvPr>
          <p:cNvSpPr>
            <a:spLocks xmlns:a="http://schemas.openxmlformats.org/drawingml/2006/main" noGrp="1"/>
          </p:cNvSpPr>
          <p:nvPr/>
        </p:nvSpPr>
        <p:spPr>
          <a:xfrm xmlns:a="http://schemas.openxmlformats.org/drawingml/2006/main">
            <a:off x="2799892" y="3777934"/>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448" name="Oval 106">
            <a:extLst xmlns:a="http://schemas.openxmlformats.org/drawingml/2006/main">
              <a:ext uri="{FF2B5EF4-FFF2-40B4-BE49-F238E27FC236}">
                <a16:creationId xmlns:a16="http://schemas.microsoft.com/office/drawing/2014/main" id="{BCA7DE61-EE75-46A4-8549-EFA64F5235D3}"/>
              </a:ext>
            </a:extLst>
          </p:cNvPr>
          <p:cNvSpPr>
            <a:spLocks xmlns:a="http://schemas.openxmlformats.org/drawingml/2006/main" noGrp="1"/>
          </p:cNvSpPr>
          <p:nvPr/>
        </p:nvSpPr>
        <p:spPr>
          <a:xfrm xmlns:a="http://schemas.openxmlformats.org/drawingml/2006/main">
            <a:off x="3355847" y="3428998"/>
            <a:ext cx="131687" cy="131685"/>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449" name="Connector 107">
            <a:extLst xmlns:a="http://schemas.openxmlformats.org/drawingml/2006/main">
              <a:ext uri="{FF2B5EF4-FFF2-40B4-BE49-F238E27FC236}">
                <a16:creationId xmlns:a16="http://schemas.microsoft.com/office/drawing/2014/main" id="{52B31FF3-AEAC-4573-8C7F-74BCB76DA270}"/>
              </a:ext>
            </a:extLst>
          </p:cNvPr>
          <p:cNvSpPr>
            <a:spLocks xmlns:a="http://schemas.openxmlformats.org/drawingml/2006/main" noGrp="1"/>
          </p:cNvSpPr>
          <p:nvPr/>
        </p:nvSpPr>
        <p:spPr>
          <a:xfrm xmlns:a="http://schemas.openxmlformats.org/drawingml/2006/main">
            <a:off x="3421684" y="3560668"/>
            <a:ext cx="7"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450" name="Connector 108">
            <a:extLst xmlns:a="http://schemas.openxmlformats.org/drawingml/2006/main">
              <a:ext uri="{FF2B5EF4-FFF2-40B4-BE49-F238E27FC236}">
                <a16:creationId xmlns:a16="http://schemas.microsoft.com/office/drawing/2014/main" id="{7C963EEC-8144-46B2-A027-E88F6737D2FC}"/>
              </a:ext>
            </a:extLst>
          </p:cNvPr>
          <p:cNvSpPr>
            <a:spLocks xmlns:a="http://schemas.openxmlformats.org/drawingml/2006/main" noGrp="1"/>
          </p:cNvSpPr>
          <p:nvPr/>
        </p:nvSpPr>
        <p:spPr>
          <a:xfrm xmlns:a="http://schemas.openxmlformats.org/drawingml/2006/main">
            <a:off x="3329513" y="3652844"/>
            <a:ext cx="184350" cy="7"/>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451" name="Connector 109">
            <a:extLst xmlns:a="http://schemas.openxmlformats.org/drawingml/2006/main">
              <a:ext uri="{FF2B5EF4-FFF2-40B4-BE49-F238E27FC236}">
                <a16:creationId xmlns:a16="http://schemas.microsoft.com/office/drawing/2014/main" id="{47C8211B-9359-48C7-ACA8-BFA6C56FE9BD}"/>
              </a:ext>
            </a:extLst>
          </p:cNvPr>
          <p:cNvSpPr>
            <a:spLocks xmlns:a="http://schemas.openxmlformats.org/drawingml/2006/main" noGrp="1"/>
          </p:cNvSpPr>
          <p:nvPr/>
        </p:nvSpPr>
        <p:spPr>
          <a:xfrm xmlns:a="http://schemas.openxmlformats.org/drawingml/2006/main" flipH="1">
            <a:off x="3336091" y="3777934"/>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452" name="Connector 110">
            <a:extLst xmlns:a="http://schemas.openxmlformats.org/drawingml/2006/main">
              <a:ext uri="{FF2B5EF4-FFF2-40B4-BE49-F238E27FC236}">
                <a16:creationId xmlns:a16="http://schemas.microsoft.com/office/drawing/2014/main" id="{4B32DCBC-8482-445F-8B27-60779E5C0991}"/>
              </a:ext>
            </a:extLst>
          </p:cNvPr>
          <p:cNvSpPr>
            <a:spLocks xmlns:a="http://schemas.openxmlformats.org/drawingml/2006/main" noGrp="1"/>
          </p:cNvSpPr>
          <p:nvPr/>
        </p:nvSpPr>
        <p:spPr>
          <a:xfrm xmlns:a="http://schemas.openxmlformats.org/drawingml/2006/main">
            <a:off x="3421684" y="3777934"/>
            <a:ext cx="85594"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453" name="Oval 111">
            <a:extLst xmlns:a="http://schemas.openxmlformats.org/drawingml/2006/main">
              <a:ext uri="{FF2B5EF4-FFF2-40B4-BE49-F238E27FC236}">
                <a16:creationId xmlns:a16="http://schemas.microsoft.com/office/drawing/2014/main" id="{A9ADE131-E530-4205-922F-18A9A1FAE6FE}"/>
              </a:ext>
            </a:extLst>
          </p:cNvPr>
          <p:cNvSpPr>
            <a:spLocks xmlns:a="http://schemas.openxmlformats.org/drawingml/2006/main" noGrp="1"/>
          </p:cNvSpPr>
          <p:nvPr/>
        </p:nvSpPr>
        <p:spPr>
          <a:xfrm xmlns:a="http://schemas.openxmlformats.org/drawingml/2006/main">
            <a:off x="3977640" y="3428998"/>
            <a:ext cx="131687" cy="131685"/>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454" name="Connector 112">
            <a:extLst xmlns:a="http://schemas.openxmlformats.org/drawingml/2006/main">
              <a:ext uri="{FF2B5EF4-FFF2-40B4-BE49-F238E27FC236}">
                <a16:creationId xmlns:a16="http://schemas.microsoft.com/office/drawing/2014/main" id="{2917C807-1D21-4ED8-BEAA-EB0F59371807}"/>
              </a:ext>
            </a:extLst>
          </p:cNvPr>
          <p:cNvSpPr>
            <a:spLocks xmlns:a="http://schemas.openxmlformats.org/drawingml/2006/main" noGrp="1"/>
          </p:cNvSpPr>
          <p:nvPr/>
        </p:nvSpPr>
        <p:spPr>
          <a:xfrm xmlns:a="http://schemas.openxmlformats.org/drawingml/2006/main">
            <a:off x="4043473" y="3560668"/>
            <a:ext cx="7" cy="217264"/>
          </a:xfrm>
          <a:prstGeom xmlns:a="http://schemas.openxmlformats.org/drawingml/2006/main" prst="line">
            <a:avLst/>
          </a:prstGeom>
          <a:ln xmlns:a="http://schemas.openxmlformats.org/drawingml/2006/main" w="1905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455" name="Connector 113">
            <a:extLst xmlns:a="http://schemas.openxmlformats.org/drawingml/2006/main">
              <a:ext uri="{FF2B5EF4-FFF2-40B4-BE49-F238E27FC236}">
                <a16:creationId xmlns:a16="http://schemas.microsoft.com/office/drawing/2014/main" id="{E1A57ED8-5FD9-4F1F-BA0F-24897D848A72}"/>
              </a:ext>
            </a:extLst>
          </p:cNvPr>
          <p:cNvSpPr>
            <a:spLocks xmlns:a="http://schemas.openxmlformats.org/drawingml/2006/main" noGrp="1"/>
          </p:cNvSpPr>
          <p:nvPr/>
        </p:nvSpPr>
        <p:spPr>
          <a:xfrm xmlns:a="http://schemas.openxmlformats.org/drawingml/2006/main">
            <a:off x="3951304" y="3652844"/>
            <a:ext cx="184350" cy="7"/>
          </a:xfrm>
          <a:prstGeom xmlns:a="http://schemas.openxmlformats.org/drawingml/2006/main" prst="line">
            <a:avLst/>
          </a:prstGeom>
          <a:ln xmlns:a="http://schemas.openxmlformats.org/drawingml/2006/main" w="1905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456" name="Connector 114">
            <a:extLst xmlns:a="http://schemas.openxmlformats.org/drawingml/2006/main">
              <a:ext uri="{FF2B5EF4-FFF2-40B4-BE49-F238E27FC236}">
                <a16:creationId xmlns:a16="http://schemas.microsoft.com/office/drawing/2014/main" id="{AE456994-48E4-4CD2-8703-22257B17A791}"/>
              </a:ext>
            </a:extLst>
          </p:cNvPr>
          <p:cNvSpPr>
            <a:spLocks xmlns:a="http://schemas.openxmlformats.org/drawingml/2006/main" noGrp="1"/>
          </p:cNvSpPr>
          <p:nvPr/>
        </p:nvSpPr>
        <p:spPr>
          <a:xfrm xmlns:a="http://schemas.openxmlformats.org/drawingml/2006/main" flipV="1">
            <a:off x="4096146" y="3461915"/>
            <a:ext cx="98762" cy="190934"/>
          </a:xfrm>
          <a:prstGeom xmlns:a="http://schemas.openxmlformats.org/drawingml/2006/main" prst="line">
            <a:avLst/>
          </a:prstGeom>
          <a:ln xmlns:a="http://schemas.openxmlformats.org/drawingml/2006/main" w="228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457" name="Connector 115">
            <a:extLst xmlns:a="http://schemas.openxmlformats.org/drawingml/2006/main">
              <a:ext uri="{FF2B5EF4-FFF2-40B4-BE49-F238E27FC236}">
                <a16:creationId xmlns:a16="http://schemas.microsoft.com/office/drawing/2014/main" id="{362E8EFD-D189-44BB-8CCC-D39272EDE37A}"/>
              </a:ext>
            </a:extLst>
          </p:cNvPr>
          <p:cNvSpPr>
            <a:spLocks xmlns:a="http://schemas.openxmlformats.org/drawingml/2006/main" noGrp="1"/>
          </p:cNvSpPr>
          <p:nvPr/>
        </p:nvSpPr>
        <p:spPr>
          <a:xfrm xmlns:a="http://schemas.openxmlformats.org/drawingml/2006/main" flipH="1">
            <a:off x="3957884" y="3777934"/>
            <a:ext cx="85596" cy="138264"/>
          </a:xfrm>
          <a:prstGeom xmlns:a="http://schemas.openxmlformats.org/drawingml/2006/main" prst="line">
            <a:avLst/>
          </a:prstGeom>
          <a:ln xmlns:a="http://schemas.openxmlformats.org/drawingml/2006/main" w="1905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458" name="Connector 116">
            <a:extLst xmlns:a="http://schemas.openxmlformats.org/drawingml/2006/main">
              <a:ext uri="{FF2B5EF4-FFF2-40B4-BE49-F238E27FC236}">
                <a16:creationId xmlns:a16="http://schemas.microsoft.com/office/drawing/2014/main" id="{C4F03A1A-E884-459C-9941-E07427D9D147}"/>
              </a:ext>
            </a:extLst>
          </p:cNvPr>
          <p:cNvSpPr>
            <a:spLocks xmlns:a="http://schemas.openxmlformats.org/drawingml/2006/main" noGrp="1"/>
          </p:cNvSpPr>
          <p:nvPr/>
        </p:nvSpPr>
        <p:spPr>
          <a:xfrm xmlns:a="http://schemas.openxmlformats.org/drawingml/2006/main">
            <a:off x="4043473" y="3777934"/>
            <a:ext cx="85595" cy="138264"/>
          </a:xfrm>
          <a:prstGeom xmlns:a="http://schemas.openxmlformats.org/drawingml/2006/main" prst="line">
            <a:avLst/>
          </a:prstGeom>
          <a:ln xmlns:a="http://schemas.openxmlformats.org/drawingml/2006/main" w="1905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459" name="Connector 117">
            <a:extLst xmlns:a="http://schemas.openxmlformats.org/drawingml/2006/main">
              <a:ext uri="{FF2B5EF4-FFF2-40B4-BE49-F238E27FC236}">
                <a16:creationId xmlns:a16="http://schemas.microsoft.com/office/drawing/2014/main" id="{6F42D3F8-F729-4387-AF61-884C0C82B833}"/>
              </a:ext>
            </a:extLst>
          </p:cNvPr>
          <p:cNvSpPr>
            <a:spLocks xmlns:a="http://schemas.openxmlformats.org/drawingml/2006/main" noGrp="1"/>
          </p:cNvSpPr>
          <p:nvPr/>
        </p:nvSpPr>
        <p:spPr>
          <a:xfrm xmlns:a="http://schemas.openxmlformats.org/drawingml/2006/main">
            <a:off x="4269232" y="3456432"/>
            <a:ext cx="7" cy="100591"/>
          </a:xfrm>
          <a:prstGeom xmlns:a="http://schemas.openxmlformats.org/drawingml/2006/main" prst="line">
            <a:avLst/>
          </a:prstGeom>
          <a:ln xmlns:a="http://schemas.openxmlformats.org/drawingml/2006/main" w="1524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460" name="Connector 118">
            <a:extLst xmlns:a="http://schemas.openxmlformats.org/drawingml/2006/main">
              <a:ext uri="{FF2B5EF4-FFF2-40B4-BE49-F238E27FC236}">
                <a16:creationId xmlns:a16="http://schemas.microsoft.com/office/drawing/2014/main" id="{2BB29F4B-8F7D-4D26-94C9-FC82EFD94EB3}"/>
              </a:ext>
            </a:extLst>
          </p:cNvPr>
          <p:cNvSpPr>
            <a:spLocks xmlns:a="http://schemas.openxmlformats.org/drawingml/2006/main" noGrp="1"/>
          </p:cNvSpPr>
          <p:nvPr/>
        </p:nvSpPr>
        <p:spPr>
          <a:xfrm xmlns:a="http://schemas.openxmlformats.org/drawingml/2006/main">
            <a:off x="4333240" y="3456432"/>
            <a:ext cx="7" cy="100591"/>
          </a:xfrm>
          <a:prstGeom xmlns:a="http://schemas.openxmlformats.org/drawingml/2006/main" prst="line">
            <a:avLst/>
          </a:prstGeom>
          <a:ln xmlns:a="http://schemas.openxmlformats.org/drawingml/2006/main" w="1524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461" name="Connector 119">
            <a:extLst xmlns:a="http://schemas.openxmlformats.org/drawingml/2006/main">
              <a:ext uri="{FF2B5EF4-FFF2-40B4-BE49-F238E27FC236}">
                <a16:creationId xmlns:a16="http://schemas.microsoft.com/office/drawing/2014/main" id="{8A6A26D4-5B87-4C8B-BA7E-845341B8EA8A}"/>
              </a:ext>
            </a:extLst>
          </p:cNvPr>
          <p:cNvSpPr>
            <a:spLocks xmlns:a="http://schemas.openxmlformats.org/drawingml/2006/main" noGrp="1"/>
          </p:cNvSpPr>
          <p:nvPr/>
        </p:nvSpPr>
        <p:spPr>
          <a:xfrm xmlns:a="http://schemas.openxmlformats.org/drawingml/2006/main">
            <a:off x="4397247" y="3456432"/>
            <a:ext cx="7" cy="100591"/>
          </a:xfrm>
          <a:prstGeom xmlns:a="http://schemas.openxmlformats.org/drawingml/2006/main" prst="line">
            <a:avLst/>
          </a:prstGeom>
          <a:ln xmlns:a="http://schemas.openxmlformats.org/drawingml/2006/main" w="1524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462" name="Connector 120">
            <a:extLst xmlns:a="http://schemas.openxmlformats.org/drawingml/2006/main">
              <a:ext uri="{FF2B5EF4-FFF2-40B4-BE49-F238E27FC236}">
                <a16:creationId xmlns:a16="http://schemas.microsoft.com/office/drawing/2014/main" id="{D58F2C69-4BE5-4804-B071-B9EB597FCB7A}"/>
              </a:ext>
            </a:extLst>
          </p:cNvPr>
          <p:cNvSpPr>
            <a:spLocks xmlns:a="http://schemas.openxmlformats.org/drawingml/2006/main" noGrp="1"/>
          </p:cNvSpPr>
          <p:nvPr/>
        </p:nvSpPr>
        <p:spPr>
          <a:xfrm xmlns:a="http://schemas.openxmlformats.org/drawingml/2006/main">
            <a:off x="4461254" y="3456432"/>
            <a:ext cx="7" cy="100591"/>
          </a:xfrm>
          <a:prstGeom xmlns:a="http://schemas.openxmlformats.org/drawingml/2006/main" prst="line">
            <a:avLst/>
          </a:prstGeom>
          <a:ln xmlns:a="http://schemas.openxmlformats.org/drawingml/2006/main" w="1524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463" name="Oval 121">
            <a:extLst xmlns:a="http://schemas.openxmlformats.org/drawingml/2006/main">
              <a:ext uri="{FF2B5EF4-FFF2-40B4-BE49-F238E27FC236}">
                <a16:creationId xmlns:a16="http://schemas.microsoft.com/office/drawing/2014/main" id="{4726A59D-EEB7-4E9F-A089-C29279780C5A}"/>
              </a:ext>
            </a:extLst>
          </p:cNvPr>
          <p:cNvSpPr>
            <a:spLocks xmlns:a="http://schemas.openxmlformats.org/drawingml/2006/main" noGrp="1"/>
          </p:cNvSpPr>
          <p:nvPr/>
        </p:nvSpPr>
        <p:spPr>
          <a:xfrm xmlns:a="http://schemas.openxmlformats.org/drawingml/2006/main">
            <a:off x="4599432" y="3428998"/>
            <a:ext cx="131687" cy="131685"/>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464" name="Connector 122">
            <a:extLst xmlns:a="http://schemas.openxmlformats.org/drawingml/2006/main">
              <a:ext uri="{FF2B5EF4-FFF2-40B4-BE49-F238E27FC236}">
                <a16:creationId xmlns:a16="http://schemas.microsoft.com/office/drawing/2014/main" id="{6395FD02-FD46-40A0-B4C0-DCCBD4199104}"/>
              </a:ext>
            </a:extLst>
          </p:cNvPr>
          <p:cNvSpPr>
            <a:spLocks xmlns:a="http://schemas.openxmlformats.org/drawingml/2006/main" noGrp="1"/>
          </p:cNvSpPr>
          <p:nvPr/>
        </p:nvSpPr>
        <p:spPr>
          <a:xfrm xmlns:a="http://schemas.openxmlformats.org/drawingml/2006/main">
            <a:off x="4665267" y="3560668"/>
            <a:ext cx="7"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465" name="Connector 123">
            <a:extLst xmlns:a="http://schemas.openxmlformats.org/drawingml/2006/main">
              <a:ext uri="{FF2B5EF4-FFF2-40B4-BE49-F238E27FC236}">
                <a16:creationId xmlns:a16="http://schemas.microsoft.com/office/drawing/2014/main" id="{12DE09CE-AE00-4811-9645-7E76CB520CC5}"/>
              </a:ext>
            </a:extLst>
          </p:cNvPr>
          <p:cNvSpPr>
            <a:spLocks xmlns:a="http://schemas.openxmlformats.org/drawingml/2006/main" noGrp="1"/>
          </p:cNvSpPr>
          <p:nvPr/>
        </p:nvSpPr>
        <p:spPr>
          <a:xfrm xmlns:a="http://schemas.openxmlformats.org/drawingml/2006/main">
            <a:off x="4573096" y="3652844"/>
            <a:ext cx="184350" cy="7"/>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466" name="Connector 124">
            <a:extLst xmlns:a="http://schemas.openxmlformats.org/drawingml/2006/main">
              <a:ext uri="{FF2B5EF4-FFF2-40B4-BE49-F238E27FC236}">
                <a16:creationId xmlns:a16="http://schemas.microsoft.com/office/drawing/2014/main" id="{272A6F22-9F4E-4CBA-80FB-115E97CD0AB2}"/>
              </a:ext>
            </a:extLst>
          </p:cNvPr>
          <p:cNvSpPr>
            <a:spLocks xmlns:a="http://schemas.openxmlformats.org/drawingml/2006/main" noGrp="1"/>
          </p:cNvSpPr>
          <p:nvPr/>
        </p:nvSpPr>
        <p:spPr>
          <a:xfrm xmlns:a="http://schemas.openxmlformats.org/drawingml/2006/main" flipH="1">
            <a:off x="4579679" y="3777934"/>
            <a:ext cx="85596"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467" name="Connector 125">
            <a:extLst xmlns:a="http://schemas.openxmlformats.org/drawingml/2006/main">
              <a:ext uri="{FF2B5EF4-FFF2-40B4-BE49-F238E27FC236}">
                <a16:creationId xmlns:a16="http://schemas.microsoft.com/office/drawing/2014/main" id="{21BC5287-91DA-4719-89A1-29D808B8FD80}"/>
              </a:ext>
            </a:extLst>
          </p:cNvPr>
          <p:cNvSpPr>
            <a:spLocks xmlns:a="http://schemas.openxmlformats.org/drawingml/2006/main" noGrp="1"/>
          </p:cNvSpPr>
          <p:nvPr/>
        </p:nvSpPr>
        <p:spPr>
          <a:xfrm xmlns:a="http://schemas.openxmlformats.org/drawingml/2006/main">
            <a:off x="4665267" y="3777934"/>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468" name="Oval 126">
            <a:extLst xmlns:a="http://schemas.openxmlformats.org/drawingml/2006/main">
              <a:ext uri="{FF2B5EF4-FFF2-40B4-BE49-F238E27FC236}">
                <a16:creationId xmlns:a16="http://schemas.microsoft.com/office/drawing/2014/main" id="{B8C47D5A-05A9-4295-8CF2-4FA4D1848ABC}"/>
              </a:ext>
            </a:extLst>
          </p:cNvPr>
          <p:cNvSpPr>
            <a:spLocks xmlns:a="http://schemas.openxmlformats.org/drawingml/2006/main" noGrp="1"/>
          </p:cNvSpPr>
          <p:nvPr/>
        </p:nvSpPr>
        <p:spPr>
          <a:xfrm xmlns:a="http://schemas.openxmlformats.org/drawingml/2006/main">
            <a:off x="1033271" y="4160520"/>
            <a:ext cx="131687" cy="13168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469" name="Connector 127">
            <a:extLst xmlns:a="http://schemas.openxmlformats.org/drawingml/2006/main">
              <a:ext uri="{FF2B5EF4-FFF2-40B4-BE49-F238E27FC236}">
                <a16:creationId xmlns:a16="http://schemas.microsoft.com/office/drawing/2014/main" id="{FE8BA0E8-2552-4078-AF62-21705AA52D9F}"/>
              </a:ext>
            </a:extLst>
          </p:cNvPr>
          <p:cNvSpPr>
            <a:spLocks xmlns:a="http://schemas.openxmlformats.org/drawingml/2006/main" noGrp="1"/>
          </p:cNvSpPr>
          <p:nvPr/>
        </p:nvSpPr>
        <p:spPr>
          <a:xfrm xmlns:a="http://schemas.openxmlformats.org/drawingml/2006/main">
            <a:off x="1099107" y="4292190"/>
            <a:ext cx="7"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470" name="Connector 128">
            <a:extLst xmlns:a="http://schemas.openxmlformats.org/drawingml/2006/main">
              <a:ext uri="{FF2B5EF4-FFF2-40B4-BE49-F238E27FC236}">
                <a16:creationId xmlns:a16="http://schemas.microsoft.com/office/drawing/2014/main" id="{6168AC40-F900-4E76-8605-0BB74968BBD4}"/>
              </a:ext>
            </a:extLst>
          </p:cNvPr>
          <p:cNvSpPr>
            <a:spLocks xmlns:a="http://schemas.openxmlformats.org/drawingml/2006/main" noGrp="1"/>
          </p:cNvSpPr>
          <p:nvPr/>
        </p:nvSpPr>
        <p:spPr>
          <a:xfrm xmlns:a="http://schemas.openxmlformats.org/drawingml/2006/main">
            <a:off x="1006936" y="4384364"/>
            <a:ext cx="184350" cy="7"/>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471" name="Connector 129">
            <a:extLst xmlns:a="http://schemas.openxmlformats.org/drawingml/2006/main">
              <a:ext uri="{FF2B5EF4-FFF2-40B4-BE49-F238E27FC236}">
                <a16:creationId xmlns:a16="http://schemas.microsoft.com/office/drawing/2014/main" id="{7A0266A9-188E-491B-B8DA-323D2BD89CA1}"/>
              </a:ext>
            </a:extLst>
          </p:cNvPr>
          <p:cNvSpPr>
            <a:spLocks xmlns:a="http://schemas.openxmlformats.org/drawingml/2006/main" noGrp="1"/>
          </p:cNvSpPr>
          <p:nvPr/>
        </p:nvSpPr>
        <p:spPr>
          <a:xfrm xmlns:a="http://schemas.openxmlformats.org/drawingml/2006/main" flipH="1">
            <a:off x="1013519" y="4509452"/>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472" name="Connector 130">
            <a:extLst xmlns:a="http://schemas.openxmlformats.org/drawingml/2006/main">
              <a:ext uri="{FF2B5EF4-FFF2-40B4-BE49-F238E27FC236}">
                <a16:creationId xmlns:a16="http://schemas.microsoft.com/office/drawing/2014/main" id="{DB35846A-8964-41AA-BFBD-4BFEA67D5A71}"/>
              </a:ext>
            </a:extLst>
          </p:cNvPr>
          <p:cNvSpPr>
            <a:spLocks xmlns:a="http://schemas.openxmlformats.org/drawingml/2006/main" noGrp="1"/>
          </p:cNvSpPr>
          <p:nvPr/>
        </p:nvSpPr>
        <p:spPr>
          <a:xfrm xmlns:a="http://schemas.openxmlformats.org/drawingml/2006/main">
            <a:off x="1099107" y="4509452"/>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473" name="Oval 131">
            <a:extLst xmlns:a="http://schemas.openxmlformats.org/drawingml/2006/main">
              <a:ext uri="{FF2B5EF4-FFF2-40B4-BE49-F238E27FC236}">
                <a16:creationId xmlns:a16="http://schemas.microsoft.com/office/drawing/2014/main" id="{3E300E5F-236F-47B2-BA57-D9B9E334429B}"/>
              </a:ext>
            </a:extLst>
          </p:cNvPr>
          <p:cNvSpPr>
            <a:spLocks xmlns:a="http://schemas.openxmlformats.org/drawingml/2006/main" noGrp="1"/>
          </p:cNvSpPr>
          <p:nvPr/>
        </p:nvSpPr>
        <p:spPr>
          <a:xfrm xmlns:a="http://schemas.openxmlformats.org/drawingml/2006/main">
            <a:off x="1655060" y="4160520"/>
            <a:ext cx="131687" cy="13168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474" name="Connector 132">
            <a:extLst xmlns:a="http://schemas.openxmlformats.org/drawingml/2006/main">
              <a:ext uri="{FF2B5EF4-FFF2-40B4-BE49-F238E27FC236}">
                <a16:creationId xmlns:a16="http://schemas.microsoft.com/office/drawing/2014/main" id="{251E8C89-CBA6-4483-BD3B-217BFD78CAA1}"/>
              </a:ext>
            </a:extLst>
          </p:cNvPr>
          <p:cNvSpPr>
            <a:spLocks xmlns:a="http://schemas.openxmlformats.org/drawingml/2006/main" noGrp="1"/>
          </p:cNvSpPr>
          <p:nvPr/>
        </p:nvSpPr>
        <p:spPr>
          <a:xfrm xmlns:a="http://schemas.openxmlformats.org/drawingml/2006/main">
            <a:off x="1720898" y="4292190"/>
            <a:ext cx="7"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475" name="Connector 133">
            <a:extLst xmlns:a="http://schemas.openxmlformats.org/drawingml/2006/main">
              <a:ext uri="{FF2B5EF4-FFF2-40B4-BE49-F238E27FC236}">
                <a16:creationId xmlns:a16="http://schemas.microsoft.com/office/drawing/2014/main" id="{1D7B9759-27E5-4E9E-99DC-51C66F2A84E8}"/>
              </a:ext>
            </a:extLst>
          </p:cNvPr>
          <p:cNvSpPr>
            <a:spLocks xmlns:a="http://schemas.openxmlformats.org/drawingml/2006/main" noGrp="1"/>
          </p:cNvSpPr>
          <p:nvPr/>
        </p:nvSpPr>
        <p:spPr>
          <a:xfrm xmlns:a="http://schemas.openxmlformats.org/drawingml/2006/main">
            <a:off x="1628729" y="4384364"/>
            <a:ext cx="184350" cy="7"/>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476" name="Connector 134">
            <a:extLst xmlns:a="http://schemas.openxmlformats.org/drawingml/2006/main">
              <a:ext uri="{FF2B5EF4-FFF2-40B4-BE49-F238E27FC236}">
                <a16:creationId xmlns:a16="http://schemas.microsoft.com/office/drawing/2014/main" id="{E1B51CF2-8CE7-4238-8A49-6D0531A49FA3}"/>
              </a:ext>
            </a:extLst>
          </p:cNvPr>
          <p:cNvSpPr>
            <a:spLocks xmlns:a="http://schemas.openxmlformats.org/drawingml/2006/main" noGrp="1"/>
          </p:cNvSpPr>
          <p:nvPr/>
        </p:nvSpPr>
        <p:spPr>
          <a:xfrm xmlns:a="http://schemas.openxmlformats.org/drawingml/2006/main" flipH="1">
            <a:off x="1635311" y="4509452"/>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477" name="Connector 135">
            <a:extLst xmlns:a="http://schemas.openxmlformats.org/drawingml/2006/main">
              <a:ext uri="{FF2B5EF4-FFF2-40B4-BE49-F238E27FC236}">
                <a16:creationId xmlns:a16="http://schemas.microsoft.com/office/drawing/2014/main" id="{F5A8FDFA-1898-482E-8455-659D4971FCFD}"/>
              </a:ext>
            </a:extLst>
          </p:cNvPr>
          <p:cNvSpPr>
            <a:spLocks xmlns:a="http://schemas.openxmlformats.org/drawingml/2006/main" noGrp="1"/>
          </p:cNvSpPr>
          <p:nvPr/>
        </p:nvSpPr>
        <p:spPr>
          <a:xfrm xmlns:a="http://schemas.openxmlformats.org/drawingml/2006/main">
            <a:off x="1720899" y="4509452"/>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478" name="Oval 136">
            <a:extLst xmlns:a="http://schemas.openxmlformats.org/drawingml/2006/main">
              <a:ext uri="{FF2B5EF4-FFF2-40B4-BE49-F238E27FC236}">
                <a16:creationId xmlns:a16="http://schemas.microsoft.com/office/drawing/2014/main" id="{4D4FC19D-B26F-41A1-A1D1-8272D8F75E97}"/>
              </a:ext>
            </a:extLst>
          </p:cNvPr>
          <p:cNvSpPr>
            <a:spLocks xmlns:a="http://schemas.openxmlformats.org/drawingml/2006/main" noGrp="1"/>
          </p:cNvSpPr>
          <p:nvPr/>
        </p:nvSpPr>
        <p:spPr>
          <a:xfrm xmlns:a="http://schemas.openxmlformats.org/drawingml/2006/main">
            <a:off x="2276855" y="4160520"/>
            <a:ext cx="131687" cy="13168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479" name="Connector 137">
            <a:extLst xmlns:a="http://schemas.openxmlformats.org/drawingml/2006/main">
              <a:ext uri="{FF2B5EF4-FFF2-40B4-BE49-F238E27FC236}">
                <a16:creationId xmlns:a16="http://schemas.microsoft.com/office/drawing/2014/main" id="{C2DFE147-399B-451F-9FB1-FFE83E20C2BF}"/>
              </a:ext>
            </a:extLst>
          </p:cNvPr>
          <p:cNvSpPr>
            <a:spLocks xmlns:a="http://schemas.openxmlformats.org/drawingml/2006/main" noGrp="1"/>
          </p:cNvSpPr>
          <p:nvPr/>
        </p:nvSpPr>
        <p:spPr>
          <a:xfrm xmlns:a="http://schemas.openxmlformats.org/drawingml/2006/main">
            <a:off x="2342692" y="4292190"/>
            <a:ext cx="6"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480" name="Connector 138">
            <a:extLst xmlns:a="http://schemas.openxmlformats.org/drawingml/2006/main">
              <a:ext uri="{FF2B5EF4-FFF2-40B4-BE49-F238E27FC236}">
                <a16:creationId xmlns:a16="http://schemas.microsoft.com/office/drawing/2014/main" id="{16C67A9A-D743-418E-98EC-38CC7A456979}"/>
              </a:ext>
            </a:extLst>
          </p:cNvPr>
          <p:cNvSpPr>
            <a:spLocks xmlns:a="http://schemas.openxmlformats.org/drawingml/2006/main" noGrp="1"/>
          </p:cNvSpPr>
          <p:nvPr/>
        </p:nvSpPr>
        <p:spPr>
          <a:xfrm xmlns:a="http://schemas.openxmlformats.org/drawingml/2006/main">
            <a:off x="2250519" y="4384364"/>
            <a:ext cx="184350" cy="7"/>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481" name="Connector 139">
            <a:extLst xmlns:a="http://schemas.openxmlformats.org/drawingml/2006/main">
              <a:ext uri="{FF2B5EF4-FFF2-40B4-BE49-F238E27FC236}">
                <a16:creationId xmlns:a16="http://schemas.microsoft.com/office/drawing/2014/main" id="{2FEE68DF-D2D5-4E20-B482-96B0D5C01FE1}"/>
              </a:ext>
            </a:extLst>
          </p:cNvPr>
          <p:cNvSpPr>
            <a:spLocks xmlns:a="http://schemas.openxmlformats.org/drawingml/2006/main" noGrp="1"/>
          </p:cNvSpPr>
          <p:nvPr/>
        </p:nvSpPr>
        <p:spPr>
          <a:xfrm xmlns:a="http://schemas.openxmlformats.org/drawingml/2006/main" flipH="1">
            <a:off x="2257104" y="4509452"/>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482" name="Connector 140">
            <a:extLst xmlns:a="http://schemas.openxmlformats.org/drawingml/2006/main">
              <a:ext uri="{FF2B5EF4-FFF2-40B4-BE49-F238E27FC236}">
                <a16:creationId xmlns:a16="http://schemas.microsoft.com/office/drawing/2014/main" id="{98CB69C3-EEE6-4755-8370-A527C4FA0ABA}"/>
              </a:ext>
            </a:extLst>
          </p:cNvPr>
          <p:cNvSpPr>
            <a:spLocks xmlns:a="http://schemas.openxmlformats.org/drawingml/2006/main" noGrp="1"/>
          </p:cNvSpPr>
          <p:nvPr/>
        </p:nvSpPr>
        <p:spPr>
          <a:xfrm xmlns:a="http://schemas.openxmlformats.org/drawingml/2006/main">
            <a:off x="2342692" y="4509452"/>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483" name="Oval 141">
            <a:extLst xmlns:a="http://schemas.openxmlformats.org/drawingml/2006/main">
              <a:ext uri="{FF2B5EF4-FFF2-40B4-BE49-F238E27FC236}">
                <a16:creationId xmlns:a16="http://schemas.microsoft.com/office/drawing/2014/main" id="{00CBE289-D10F-42F6-B1C4-910C6293810A}"/>
              </a:ext>
            </a:extLst>
          </p:cNvPr>
          <p:cNvSpPr>
            <a:spLocks xmlns:a="http://schemas.openxmlformats.org/drawingml/2006/main" noGrp="1"/>
          </p:cNvSpPr>
          <p:nvPr/>
        </p:nvSpPr>
        <p:spPr>
          <a:xfrm xmlns:a="http://schemas.openxmlformats.org/drawingml/2006/main">
            <a:off x="2898648" y="4160520"/>
            <a:ext cx="131687" cy="13168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484" name="Connector 142">
            <a:extLst xmlns:a="http://schemas.openxmlformats.org/drawingml/2006/main">
              <a:ext uri="{FF2B5EF4-FFF2-40B4-BE49-F238E27FC236}">
                <a16:creationId xmlns:a16="http://schemas.microsoft.com/office/drawing/2014/main" id="{F0ED83E5-43E5-483E-BA1D-1BEC98486404}"/>
              </a:ext>
            </a:extLst>
          </p:cNvPr>
          <p:cNvSpPr>
            <a:spLocks xmlns:a="http://schemas.openxmlformats.org/drawingml/2006/main" noGrp="1"/>
          </p:cNvSpPr>
          <p:nvPr/>
        </p:nvSpPr>
        <p:spPr>
          <a:xfrm xmlns:a="http://schemas.openxmlformats.org/drawingml/2006/main">
            <a:off x="2964482" y="4292190"/>
            <a:ext cx="7"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485" name="Connector 143">
            <a:extLst xmlns:a="http://schemas.openxmlformats.org/drawingml/2006/main">
              <a:ext uri="{FF2B5EF4-FFF2-40B4-BE49-F238E27FC236}">
                <a16:creationId xmlns:a16="http://schemas.microsoft.com/office/drawing/2014/main" id="{C0C31310-9104-4AC0-8B8E-2D8074A4E593}"/>
              </a:ext>
            </a:extLst>
          </p:cNvPr>
          <p:cNvSpPr>
            <a:spLocks xmlns:a="http://schemas.openxmlformats.org/drawingml/2006/main" noGrp="1"/>
          </p:cNvSpPr>
          <p:nvPr/>
        </p:nvSpPr>
        <p:spPr>
          <a:xfrm xmlns:a="http://schemas.openxmlformats.org/drawingml/2006/main">
            <a:off x="2872313" y="4384364"/>
            <a:ext cx="184350" cy="7"/>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486" name="Connector 144">
            <a:extLst xmlns:a="http://schemas.openxmlformats.org/drawingml/2006/main">
              <a:ext uri="{FF2B5EF4-FFF2-40B4-BE49-F238E27FC236}">
                <a16:creationId xmlns:a16="http://schemas.microsoft.com/office/drawing/2014/main" id="{AEE079BB-8A10-4862-9FB8-96D098F3F7F2}"/>
              </a:ext>
            </a:extLst>
          </p:cNvPr>
          <p:cNvSpPr>
            <a:spLocks xmlns:a="http://schemas.openxmlformats.org/drawingml/2006/main" noGrp="1"/>
          </p:cNvSpPr>
          <p:nvPr/>
        </p:nvSpPr>
        <p:spPr>
          <a:xfrm xmlns:a="http://schemas.openxmlformats.org/drawingml/2006/main" flipH="1">
            <a:off x="2878895" y="4509452"/>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487" name="Connector 145">
            <a:extLst xmlns:a="http://schemas.openxmlformats.org/drawingml/2006/main">
              <a:ext uri="{FF2B5EF4-FFF2-40B4-BE49-F238E27FC236}">
                <a16:creationId xmlns:a16="http://schemas.microsoft.com/office/drawing/2014/main" id="{9817257B-53EB-4810-930C-CF11A4B09CC9}"/>
              </a:ext>
            </a:extLst>
          </p:cNvPr>
          <p:cNvSpPr>
            <a:spLocks xmlns:a="http://schemas.openxmlformats.org/drawingml/2006/main" noGrp="1"/>
          </p:cNvSpPr>
          <p:nvPr/>
        </p:nvSpPr>
        <p:spPr>
          <a:xfrm xmlns:a="http://schemas.openxmlformats.org/drawingml/2006/main">
            <a:off x="2964483" y="4509452"/>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488" name="Oval 146">
            <a:extLst xmlns:a="http://schemas.openxmlformats.org/drawingml/2006/main">
              <a:ext uri="{FF2B5EF4-FFF2-40B4-BE49-F238E27FC236}">
                <a16:creationId xmlns:a16="http://schemas.microsoft.com/office/drawing/2014/main" id="{A6DCA11B-3752-4417-AFF5-831181403AB7}"/>
              </a:ext>
            </a:extLst>
          </p:cNvPr>
          <p:cNvSpPr>
            <a:spLocks xmlns:a="http://schemas.openxmlformats.org/drawingml/2006/main" noGrp="1"/>
          </p:cNvSpPr>
          <p:nvPr/>
        </p:nvSpPr>
        <p:spPr>
          <a:xfrm xmlns:a="http://schemas.openxmlformats.org/drawingml/2006/main">
            <a:off x="3520440" y="4160520"/>
            <a:ext cx="131687" cy="13168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489" name="Connector 147">
            <a:extLst xmlns:a="http://schemas.openxmlformats.org/drawingml/2006/main">
              <a:ext uri="{FF2B5EF4-FFF2-40B4-BE49-F238E27FC236}">
                <a16:creationId xmlns:a16="http://schemas.microsoft.com/office/drawing/2014/main" id="{505E747B-B5C5-43FD-B7CA-0007BCF00545}"/>
              </a:ext>
            </a:extLst>
          </p:cNvPr>
          <p:cNvSpPr>
            <a:spLocks xmlns:a="http://schemas.openxmlformats.org/drawingml/2006/main" noGrp="1"/>
          </p:cNvSpPr>
          <p:nvPr/>
        </p:nvSpPr>
        <p:spPr>
          <a:xfrm xmlns:a="http://schemas.openxmlformats.org/drawingml/2006/main">
            <a:off x="3586273" y="4292190"/>
            <a:ext cx="7"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490" name="Connector 148">
            <a:extLst xmlns:a="http://schemas.openxmlformats.org/drawingml/2006/main">
              <a:ext uri="{FF2B5EF4-FFF2-40B4-BE49-F238E27FC236}">
                <a16:creationId xmlns:a16="http://schemas.microsoft.com/office/drawing/2014/main" id="{53CF1BC8-80C5-4C94-B4DA-9E0E33ADF09A}"/>
              </a:ext>
            </a:extLst>
          </p:cNvPr>
          <p:cNvSpPr>
            <a:spLocks xmlns:a="http://schemas.openxmlformats.org/drawingml/2006/main" noGrp="1"/>
          </p:cNvSpPr>
          <p:nvPr/>
        </p:nvSpPr>
        <p:spPr>
          <a:xfrm xmlns:a="http://schemas.openxmlformats.org/drawingml/2006/main">
            <a:off x="3494104" y="4384364"/>
            <a:ext cx="184350" cy="7"/>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491" name="Connector 149">
            <a:extLst xmlns:a="http://schemas.openxmlformats.org/drawingml/2006/main">
              <a:ext uri="{FF2B5EF4-FFF2-40B4-BE49-F238E27FC236}">
                <a16:creationId xmlns:a16="http://schemas.microsoft.com/office/drawing/2014/main" id="{36B041CD-8BF6-432B-954E-1FDD9FB28E7F}"/>
              </a:ext>
            </a:extLst>
          </p:cNvPr>
          <p:cNvSpPr>
            <a:spLocks xmlns:a="http://schemas.openxmlformats.org/drawingml/2006/main" noGrp="1"/>
          </p:cNvSpPr>
          <p:nvPr/>
        </p:nvSpPr>
        <p:spPr>
          <a:xfrm xmlns:a="http://schemas.openxmlformats.org/drawingml/2006/main" flipH="1">
            <a:off x="3500684" y="4509452"/>
            <a:ext cx="85596"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492" name="Connector 150">
            <a:extLst xmlns:a="http://schemas.openxmlformats.org/drawingml/2006/main">
              <a:ext uri="{FF2B5EF4-FFF2-40B4-BE49-F238E27FC236}">
                <a16:creationId xmlns:a16="http://schemas.microsoft.com/office/drawing/2014/main" id="{A48491F0-B0EE-4B7C-8EF5-CEA47BBD6677}"/>
              </a:ext>
            </a:extLst>
          </p:cNvPr>
          <p:cNvSpPr>
            <a:spLocks xmlns:a="http://schemas.openxmlformats.org/drawingml/2006/main" noGrp="1"/>
          </p:cNvSpPr>
          <p:nvPr/>
        </p:nvSpPr>
        <p:spPr>
          <a:xfrm xmlns:a="http://schemas.openxmlformats.org/drawingml/2006/main">
            <a:off x="3586273" y="4509452"/>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493" name="Oval 151">
            <a:extLst xmlns:a="http://schemas.openxmlformats.org/drawingml/2006/main">
              <a:ext uri="{FF2B5EF4-FFF2-40B4-BE49-F238E27FC236}">
                <a16:creationId xmlns:a16="http://schemas.microsoft.com/office/drawing/2014/main" id="{70F262D9-E880-42A1-84F6-403DEEE7539C}"/>
              </a:ext>
            </a:extLst>
          </p:cNvPr>
          <p:cNvSpPr>
            <a:spLocks xmlns:a="http://schemas.openxmlformats.org/drawingml/2006/main" noGrp="1"/>
          </p:cNvSpPr>
          <p:nvPr/>
        </p:nvSpPr>
        <p:spPr>
          <a:xfrm xmlns:a="http://schemas.openxmlformats.org/drawingml/2006/main">
            <a:off x="4142232" y="4160520"/>
            <a:ext cx="131687" cy="13168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494" name="Connector 152">
            <a:extLst xmlns:a="http://schemas.openxmlformats.org/drawingml/2006/main">
              <a:ext uri="{FF2B5EF4-FFF2-40B4-BE49-F238E27FC236}">
                <a16:creationId xmlns:a16="http://schemas.microsoft.com/office/drawing/2014/main" id="{31FB97FA-11D8-4AE3-9A7B-24C2784C0966}"/>
              </a:ext>
            </a:extLst>
          </p:cNvPr>
          <p:cNvSpPr>
            <a:spLocks xmlns:a="http://schemas.openxmlformats.org/drawingml/2006/main" noGrp="1"/>
          </p:cNvSpPr>
          <p:nvPr/>
        </p:nvSpPr>
        <p:spPr>
          <a:xfrm xmlns:a="http://schemas.openxmlformats.org/drawingml/2006/main">
            <a:off x="4208067" y="4292190"/>
            <a:ext cx="7"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495" name="Connector 153">
            <a:extLst xmlns:a="http://schemas.openxmlformats.org/drawingml/2006/main">
              <a:ext uri="{FF2B5EF4-FFF2-40B4-BE49-F238E27FC236}">
                <a16:creationId xmlns:a16="http://schemas.microsoft.com/office/drawing/2014/main" id="{58FD662D-02ED-4CC3-BE00-B0CE9F0CCCA7}"/>
              </a:ext>
            </a:extLst>
          </p:cNvPr>
          <p:cNvSpPr>
            <a:spLocks xmlns:a="http://schemas.openxmlformats.org/drawingml/2006/main" noGrp="1"/>
          </p:cNvSpPr>
          <p:nvPr/>
        </p:nvSpPr>
        <p:spPr>
          <a:xfrm xmlns:a="http://schemas.openxmlformats.org/drawingml/2006/main">
            <a:off x="4115896" y="4384364"/>
            <a:ext cx="184350" cy="7"/>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496" name="Connector 154">
            <a:extLst xmlns:a="http://schemas.openxmlformats.org/drawingml/2006/main">
              <a:ext uri="{FF2B5EF4-FFF2-40B4-BE49-F238E27FC236}">
                <a16:creationId xmlns:a16="http://schemas.microsoft.com/office/drawing/2014/main" id="{DF4FAAC6-EC96-4FDB-89D3-05BB360D1B12}"/>
              </a:ext>
            </a:extLst>
          </p:cNvPr>
          <p:cNvSpPr>
            <a:spLocks xmlns:a="http://schemas.openxmlformats.org/drawingml/2006/main" noGrp="1"/>
          </p:cNvSpPr>
          <p:nvPr/>
        </p:nvSpPr>
        <p:spPr>
          <a:xfrm xmlns:a="http://schemas.openxmlformats.org/drawingml/2006/main" flipH="1">
            <a:off x="4122479" y="4509452"/>
            <a:ext cx="85596"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497" name="Connector 155">
            <a:extLst xmlns:a="http://schemas.openxmlformats.org/drawingml/2006/main">
              <a:ext uri="{FF2B5EF4-FFF2-40B4-BE49-F238E27FC236}">
                <a16:creationId xmlns:a16="http://schemas.microsoft.com/office/drawing/2014/main" id="{D324148D-1973-4015-9C38-15EC15A047C0}"/>
              </a:ext>
            </a:extLst>
          </p:cNvPr>
          <p:cNvSpPr>
            <a:spLocks xmlns:a="http://schemas.openxmlformats.org/drawingml/2006/main" noGrp="1"/>
          </p:cNvSpPr>
          <p:nvPr/>
        </p:nvSpPr>
        <p:spPr>
          <a:xfrm xmlns:a="http://schemas.openxmlformats.org/drawingml/2006/main">
            <a:off x="4208067" y="4509452"/>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498" name="Oval 156">
            <a:extLst xmlns:a="http://schemas.openxmlformats.org/drawingml/2006/main">
              <a:ext uri="{FF2B5EF4-FFF2-40B4-BE49-F238E27FC236}">
                <a16:creationId xmlns:a16="http://schemas.microsoft.com/office/drawing/2014/main" id="{2BBFE49D-4B6A-41A3-844F-4260EB40FC6D}"/>
              </a:ext>
            </a:extLst>
          </p:cNvPr>
          <p:cNvSpPr>
            <a:spLocks xmlns:a="http://schemas.openxmlformats.org/drawingml/2006/main" noGrp="1"/>
          </p:cNvSpPr>
          <p:nvPr/>
        </p:nvSpPr>
        <p:spPr>
          <a:xfrm xmlns:a="http://schemas.openxmlformats.org/drawingml/2006/main">
            <a:off x="4764023" y="4160520"/>
            <a:ext cx="131687" cy="13168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499" name="Connector 157">
            <a:extLst xmlns:a="http://schemas.openxmlformats.org/drawingml/2006/main">
              <a:ext uri="{FF2B5EF4-FFF2-40B4-BE49-F238E27FC236}">
                <a16:creationId xmlns:a16="http://schemas.microsoft.com/office/drawing/2014/main" id="{A0A8ECAB-5D38-4300-AA32-59CBF32D1752}"/>
              </a:ext>
            </a:extLst>
          </p:cNvPr>
          <p:cNvSpPr>
            <a:spLocks xmlns:a="http://schemas.openxmlformats.org/drawingml/2006/main" noGrp="1"/>
          </p:cNvSpPr>
          <p:nvPr/>
        </p:nvSpPr>
        <p:spPr>
          <a:xfrm xmlns:a="http://schemas.openxmlformats.org/drawingml/2006/main">
            <a:off x="4829859" y="4292190"/>
            <a:ext cx="6" cy="217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500" name="Connector 158">
            <a:extLst xmlns:a="http://schemas.openxmlformats.org/drawingml/2006/main">
              <a:ext uri="{FF2B5EF4-FFF2-40B4-BE49-F238E27FC236}">
                <a16:creationId xmlns:a16="http://schemas.microsoft.com/office/drawing/2014/main" id="{12D01CB1-A1F6-40B7-A957-B22F41E8E129}"/>
              </a:ext>
            </a:extLst>
          </p:cNvPr>
          <p:cNvSpPr>
            <a:spLocks xmlns:a="http://schemas.openxmlformats.org/drawingml/2006/main" noGrp="1"/>
          </p:cNvSpPr>
          <p:nvPr/>
        </p:nvSpPr>
        <p:spPr>
          <a:xfrm xmlns:a="http://schemas.openxmlformats.org/drawingml/2006/main">
            <a:off x="4737689" y="4384364"/>
            <a:ext cx="184350" cy="7"/>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501" name="Connector 159">
            <a:extLst xmlns:a="http://schemas.openxmlformats.org/drawingml/2006/main">
              <a:ext uri="{FF2B5EF4-FFF2-40B4-BE49-F238E27FC236}">
                <a16:creationId xmlns:a16="http://schemas.microsoft.com/office/drawing/2014/main" id="{F6DE25CA-E2DB-4D81-B48D-11E4ADA8293A}"/>
              </a:ext>
            </a:extLst>
          </p:cNvPr>
          <p:cNvSpPr>
            <a:spLocks xmlns:a="http://schemas.openxmlformats.org/drawingml/2006/main" noGrp="1"/>
          </p:cNvSpPr>
          <p:nvPr/>
        </p:nvSpPr>
        <p:spPr>
          <a:xfrm xmlns:a="http://schemas.openxmlformats.org/drawingml/2006/main" flipH="1">
            <a:off x="4744269" y="4509452"/>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502" name="Connector 160">
            <a:extLst xmlns:a="http://schemas.openxmlformats.org/drawingml/2006/main">
              <a:ext uri="{FF2B5EF4-FFF2-40B4-BE49-F238E27FC236}">
                <a16:creationId xmlns:a16="http://schemas.microsoft.com/office/drawing/2014/main" id="{A61BF4C3-0D7E-42A9-A031-C0BD20BE8215}"/>
              </a:ext>
            </a:extLst>
          </p:cNvPr>
          <p:cNvSpPr>
            <a:spLocks xmlns:a="http://schemas.openxmlformats.org/drawingml/2006/main" noGrp="1"/>
          </p:cNvSpPr>
          <p:nvPr/>
        </p:nvSpPr>
        <p:spPr>
          <a:xfrm xmlns:a="http://schemas.openxmlformats.org/drawingml/2006/main">
            <a:off x="4829856" y="4509452"/>
            <a:ext cx="85595" cy="138264"/>
          </a:xfrm>
          <a:prstGeom xmlns:a="http://schemas.openxmlformats.org/drawingml/2006/main" prst="line">
            <a:avLst/>
          </a:prstGeom>
          <a:ln xmlns:a="http://schemas.openxmlformats.org/drawingml/2006/main" w="1905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503" name="Connector 161">
            <a:extLst xmlns:a="http://schemas.openxmlformats.org/drawingml/2006/main">
              <a:ext uri="{FF2B5EF4-FFF2-40B4-BE49-F238E27FC236}">
                <a16:creationId xmlns:a16="http://schemas.microsoft.com/office/drawing/2014/main" id="{64D1F610-3480-4DB7-908A-C8FA3A1FD912}"/>
              </a:ext>
            </a:extLst>
          </p:cNvPr>
          <p:cNvSpPr>
            <a:spLocks xmlns:a="http://schemas.openxmlformats.org/drawingml/2006/main" noGrp="1"/>
          </p:cNvSpPr>
          <p:nvPr/>
        </p:nvSpPr>
        <p:spPr>
          <a:xfrm xmlns:a="http://schemas.openxmlformats.org/drawingml/2006/main">
            <a:off x="6492240" y="3246115"/>
            <a:ext cx="4681735" cy="9"/>
          </a:xfrm>
          <a:prstGeom xmlns:a="http://schemas.openxmlformats.org/drawingml/2006/main" prst="line">
            <a:avLst/>
          </a:prstGeom>
          <a:ln xmlns:a="http://schemas.openxmlformats.org/drawingml/2006/main" w="2540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504" name="Connector 162">
            <a:extLst xmlns:a="http://schemas.openxmlformats.org/drawingml/2006/main">
              <a:ext uri="{FF2B5EF4-FFF2-40B4-BE49-F238E27FC236}">
                <a16:creationId xmlns:a16="http://schemas.microsoft.com/office/drawing/2014/main" id="{13B0E75C-4A48-4FE6-8E46-CF2C030CB39E}"/>
              </a:ext>
            </a:extLst>
          </p:cNvPr>
          <p:cNvSpPr>
            <a:spLocks xmlns:a="http://schemas.openxmlformats.org/drawingml/2006/main" noGrp="1"/>
          </p:cNvSpPr>
          <p:nvPr/>
        </p:nvSpPr>
        <p:spPr>
          <a:xfrm xmlns:a="http://schemas.openxmlformats.org/drawingml/2006/main">
            <a:off x="3767327" y="2185416"/>
            <a:ext cx="2724919" cy="1060704"/>
          </a:xfrm>
          <a:prstGeom xmlns:a="http://schemas.openxmlformats.org/drawingml/2006/main" prst="line">
            <a:avLst/>
          </a:prstGeom>
          <a:ln xmlns:a="http://schemas.openxmlformats.org/drawingml/2006/main" w="1270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505" name="Connector 163">
            <a:extLst xmlns:a="http://schemas.openxmlformats.org/drawingml/2006/main">
              <a:ext uri="{FF2B5EF4-FFF2-40B4-BE49-F238E27FC236}">
                <a16:creationId xmlns:a16="http://schemas.microsoft.com/office/drawing/2014/main" id="{06E82E3E-8712-46BF-BB98-EEE930C8C43A}"/>
              </a:ext>
            </a:extLst>
          </p:cNvPr>
          <p:cNvSpPr>
            <a:spLocks xmlns:a="http://schemas.openxmlformats.org/drawingml/2006/main" noGrp="1"/>
          </p:cNvSpPr>
          <p:nvPr/>
        </p:nvSpPr>
        <p:spPr>
          <a:xfrm xmlns:a="http://schemas.openxmlformats.org/drawingml/2006/main">
            <a:off x="3803903" y="2249421"/>
            <a:ext cx="2688341" cy="1051566"/>
          </a:xfrm>
          <a:prstGeom xmlns:a="http://schemas.openxmlformats.org/drawingml/2006/main" prst="line">
            <a:avLst/>
          </a:prstGeom>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506" name="Connector 164">
            <a:extLst xmlns:a="http://schemas.openxmlformats.org/drawingml/2006/main">
              <a:ext uri="{FF2B5EF4-FFF2-40B4-BE49-F238E27FC236}">
                <a16:creationId xmlns:a16="http://schemas.microsoft.com/office/drawing/2014/main" id="{852731DB-B750-4AAB-8D41-9836F7179727}"/>
              </a:ext>
            </a:extLst>
          </p:cNvPr>
          <p:cNvSpPr>
            <a:spLocks xmlns:a="http://schemas.openxmlformats.org/drawingml/2006/main" noGrp="1"/>
          </p:cNvSpPr>
          <p:nvPr/>
        </p:nvSpPr>
        <p:spPr>
          <a:xfrm xmlns:a="http://schemas.openxmlformats.org/drawingml/2006/main">
            <a:off x="2066542" y="2916932"/>
            <a:ext cx="4425705" cy="329191"/>
          </a:xfrm>
          <a:prstGeom xmlns:a="http://schemas.openxmlformats.org/drawingml/2006/main" prst="line">
            <a:avLst/>
          </a:prstGeom>
          <a:ln xmlns:a="http://schemas.openxmlformats.org/drawingml/2006/main" w="1270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507" name="Connector 165">
            <a:extLst xmlns:a="http://schemas.openxmlformats.org/drawingml/2006/main">
              <a:ext uri="{FF2B5EF4-FFF2-40B4-BE49-F238E27FC236}">
                <a16:creationId xmlns:a16="http://schemas.microsoft.com/office/drawing/2014/main" id="{FAC593BA-7925-489C-AC55-2F3935638EBF}"/>
              </a:ext>
            </a:extLst>
          </p:cNvPr>
          <p:cNvSpPr>
            <a:spLocks xmlns:a="http://schemas.openxmlformats.org/drawingml/2006/main" noGrp="1"/>
          </p:cNvSpPr>
          <p:nvPr/>
        </p:nvSpPr>
        <p:spPr>
          <a:xfrm xmlns:a="http://schemas.openxmlformats.org/drawingml/2006/main">
            <a:off x="2103120" y="2980942"/>
            <a:ext cx="4389121" cy="320049"/>
          </a:xfrm>
          <a:prstGeom xmlns:a="http://schemas.openxmlformats.org/drawingml/2006/main" prst="line">
            <a:avLst/>
          </a:prstGeom>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508" name="Connector 166">
            <a:extLst xmlns:a="http://schemas.openxmlformats.org/drawingml/2006/main">
              <a:ext uri="{FF2B5EF4-FFF2-40B4-BE49-F238E27FC236}">
                <a16:creationId xmlns:a16="http://schemas.microsoft.com/office/drawing/2014/main" id="{1D3CFE5F-BCAF-4DA0-8BB8-0E94225AD13E}"/>
              </a:ext>
            </a:extLst>
          </p:cNvPr>
          <p:cNvSpPr>
            <a:spLocks xmlns:a="http://schemas.openxmlformats.org/drawingml/2006/main" noGrp="1"/>
          </p:cNvSpPr>
          <p:nvPr/>
        </p:nvSpPr>
        <p:spPr>
          <a:xfrm xmlns:a="http://schemas.openxmlformats.org/drawingml/2006/main" flipV="1">
            <a:off x="4389120" y="3246120"/>
            <a:ext cx="2103125" cy="402343"/>
          </a:xfrm>
          <a:prstGeom xmlns:a="http://schemas.openxmlformats.org/drawingml/2006/main" prst="line">
            <a:avLst/>
          </a:prstGeom>
          <a:ln xmlns:a="http://schemas.openxmlformats.org/drawingml/2006/main" w="1270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509" name="Connector 167">
            <a:extLst xmlns:a="http://schemas.openxmlformats.org/drawingml/2006/main">
              <a:ext uri="{FF2B5EF4-FFF2-40B4-BE49-F238E27FC236}">
                <a16:creationId xmlns:a16="http://schemas.microsoft.com/office/drawing/2014/main" id="{131403E5-3EDB-4B4C-9947-C30918736496}"/>
              </a:ext>
            </a:extLst>
          </p:cNvPr>
          <p:cNvSpPr>
            <a:spLocks xmlns:a="http://schemas.openxmlformats.org/drawingml/2006/main" noGrp="1"/>
          </p:cNvSpPr>
          <p:nvPr/>
        </p:nvSpPr>
        <p:spPr>
          <a:xfrm xmlns:a="http://schemas.openxmlformats.org/drawingml/2006/main" flipV="1">
            <a:off x="4425696" y="3300985"/>
            <a:ext cx="2066547" cy="411486"/>
          </a:xfrm>
          <a:prstGeom xmlns:a="http://schemas.openxmlformats.org/drawingml/2006/main" prst="line">
            <a:avLst/>
          </a:prstGeom>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510" name="Connector 168">
            <a:extLst xmlns:a="http://schemas.openxmlformats.org/drawingml/2006/main">
              <a:ext uri="{FF2B5EF4-FFF2-40B4-BE49-F238E27FC236}">
                <a16:creationId xmlns:a16="http://schemas.microsoft.com/office/drawing/2014/main" id="{A0F0D23F-8D06-4811-A49F-F54993FEBB7D}"/>
              </a:ext>
            </a:extLst>
          </p:cNvPr>
          <p:cNvSpPr>
            <a:spLocks xmlns:a="http://schemas.openxmlformats.org/drawingml/2006/main" noGrp="1"/>
          </p:cNvSpPr>
          <p:nvPr/>
        </p:nvSpPr>
        <p:spPr>
          <a:xfrm xmlns:a="http://schemas.openxmlformats.org/drawingml/2006/main" flipV="1">
            <a:off x="4352542" y="3374136"/>
            <a:ext cx="2139703" cy="923549"/>
          </a:xfrm>
          <a:prstGeom xmlns:a="http://schemas.openxmlformats.org/drawingml/2006/main" prst="line">
            <a:avLst/>
          </a:prstGeom>
          <a:ln xmlns:a="http://schemas.openxmlformats.org/drawingml/2006/main" w="889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511" name="Connector 169">
            <a:extLst xmlns:a="http://schemas.openxmlformats.org/drawingml/2006/main">
              <a:ext uri="{FF2B5EF4-FFF2-40B4-BE49-F238E27FC236}">
                <a16:creationId xmlns:a16="http://schemas.microsoft.com/office/drawing/2014/main" id="{82FC5AEC-F227-4273-A8D2-51037088CD2D}"/>
              </a:ext>
            </a:extLst>
          </p:cNvPr>
          <p:cNvSpPr>
            <a:spLocks xmlns:a="http://schemas.openxmlformats.org/drawingml/2006/main" noGrp="1"/>
          </p:cNvSpPr>
          <p:nvPr/>
        </p:nvSpPr>
        <p:spPr>
          <a:xfrm xmlns:a="http://schemas.openxmlformats.org/drawingml/2006/main">
            <a:off x="1810510" y="2834636"/>
            <a:ext cx="4681733" cy="301760"/>
          </a:xfrm>
          <a:prstGeom xmlns:a="http://schemas.openxmlformats.org/drawingml/2006/main" prst="line">
            <a:avLst/>
          </a:prstGeom>
          <a:ln xmlns:a="http://schemas.openxmlformats.org/drawingml/2006/main" w="889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512" name="Oval 170">
            <a:extLst xmlns:a="http://schemas.openxmlformats.org/drawingml/2006/main">
              <a:ext uri="{FF2B5EF4-FFF2-40B4-BE49-F238E27FC236}">
                <a16:creationId xmlns:a16="http://schemas.microsoft.com/office/drawing/2014/main" id="{203B3BB8-C900-4FA5-8B78-7CF3ECEE0BA1}"/>
              </a:ext>
            </a:extLst>
          </p:cNvPr>
          <p:cNvSpPr>
            <a:spLocks xmlns:a="http://schemas.openxmlformats.org/drawingml/2006/main" noGrp="1"/>
          </p:cNvSpPr>
          <p:nvPr/>
        </p:nvSpPr>
        <p:spPr>
          <a:xfrm xmlns:a="http://schemas.openxmlformats.org/drawingml/2006/main">
            <a:off x="6784847" y="3063238"/>
            <a:ext cx="91453" cy="91453"/>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513" name="Oval 171">
            <a:extLst xmlns:a="http://schemas.openxmlformats.org/drawingml/2006/main">
              <a:ext uri="{FF2B5EF4-FFF2-40B4-BE49-F238E27FC236}">
                <a16:creationId xmlns:a16="http://schemas.microsoft.com/office/drawing/2014/main" id="{E902FDC7-7DDD-44E8-9630-AAC804451536}"/>
              </a:ext>
            </a:extLst>
          </p:cNvPr>
          <p:cNvSpPr>
            <a:spLocks xmlns:a="http://schemas.openxmlformats.org/drawingml/2006/main" noGrp="1"/>
          </p:cNvSpPr>
          <p:nvPr/>
        </p:nvSpPr>
        <p:spPr>
          <a:xfrm xmlns:a="http://schemas.openxmlformats.org/drawingml/2006/main">
            <a:off x="7205471" y="3456432"/>
            <a:ext cx="82309" cy="82309"/>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514" name="Oval 172">
            <a:extLst xmlns:a="http://schemas.openxmlformats.org/drawingml/2006/main">
              <a:ext uri="{FF2B5EF4-FFF2-40B4-BE49-F238E27FC236}">
                <a16:creationId xmlns:a16="http://schemas.microsoft.com/office/drawing/2014/main" id="{F1658AAD-9FF9-443C-9BD7-97A73E151933}"/>
              </a:ext>
            </a:extLst>
          </p:cNvPr>
          <p:cNvSpPr>
            <a:spLocks xmlns:a="http://schemas.openxmlformats.org/drawingml/2006/main" noGrp="1"/>
          </p:cNvSpPr>
          <p:nvPr/>
        </p:nvSpPr>
        <p:spPr>
          <a:xfrm xmlns:a="http://schemas.openxmlformats.org/drawingml/2006/main">
            <a:off x="7626094" y="3017520"/>
            <a:ext cx="100597" cy="100597"/>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515" name="Oval 173">
            <a:extLst xmlns:a="http://schemas.openxmlformats.org/drawingml/2006/main">
              <a:ext uri="{FF2B5EF4-FFF2-40B4-BE49-F238E27FC236}">
                <a16:creationId xmlns:a16="http://schemas.microsoft.com/office/drawing/2014/main" id="{FA68C120-FD4B-4C14-A14E-A18C17F0B41A}"/>
              </a:ext>
            </a:extLst>
          </p:cNvPr>
          <p:cNvSpPr>
            <a:spLocks xmlns:a="http://schemas.openxmlformats.org/drawingml/2006/main" noGrp="1"/>
          </p:cNvSpPr>
          <p:nvPr/>
        </p:nvSpPr>
        <p:spPr>
          <a:xfrm xmlns:a="http://schemas.openxmlformats.org/drawingml/2006/main">
            <a:off x="8247888" y="3364991"/>
            <a:ext cx="73165" cy="73165"/>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516" name="Oval 174">
            <a:extLst xmlns:a="http://schemas.openxmlformats.org/drawingml/2006/main">
              <a:ext uri="{FF2B5EF4-FFF2-40B4-BE49-F238E27FC236}">
                <a16:creationId xmlns:a16="http://schemas.microsoft.com/office/drawing/2014/main" id="{1658BBFB-6E66-4CA5-B684-A9521B03CC5B}"/>
              </a:ext>
            </a:extLst>
          </p:cNvPr>
          <p:cNvSpPr>
            <a:spLocks xmlns:a="http://schemas.openxmlformats.org/drawingml/2006/main" noGrp="1"/>
          </p:cNvSpPr>
          <p:nvPr/>
        </p:nvSpPr>
        <p:spPr>
          <a:xfrm xmlns:a="http://schemas.openxmlformats.org/drawingml/2006/main">
            <a:off x="8887968" y="2926077"/>
            <a:ext cx="128029" cy="128029"/>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517" name="Oval 175">
            <a:extLst xmlns:a="http://schemas.openxmlformats.org/drawingml/2006/main">
              <a:ext uri="{FF2B5EF4-FFF2-40B4-BE49-F238E27FC236}">
                <a16:creationId xmlns:a16="http://schemas.microsoft.com/office/drawing/2014/main" id="{72504325-DE4D-44BF-972A-D60FCAECF541}"/>
              </a:ext>
            </a:extLst>
          </p:cNvPr>
          <p:cNvSpPr>
            <a:spLocks xmlns:a="http://schemas.openxmlformats.org/drawingml/2006/main" noGrp="1"/>
          </p:cNvSpPr>
          <p:nvPr/>
        </p:nvSpPr>
        <p:spPr>
          <a:xfrm xmlns:a="http://schemas.openxmlformats.org/drawingml/2006/main">
            <a:off x="9290304" y="3410710"/>
            <a:ext cx="118881" cy="118881"/>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518" name="Oval 176">
            <a:extLst xmlns:a="http://schemas.openxmlformats.org/drawingml/2006/main">
              <a:ext uri="{FF2B5EF4-FFF2-40B4-BE49-F238E27FC236}">
                <a16:creationId xmlns:a16="http://schemas.microsoft.com/office/drawing/2014/main" id="{9A127E4C-D7FB-4ECA-A781-7A9B45EE613D}"/>
              </a:ext>
            </a:extLst>
          </p:cNvPr>
          <p:cNvSpPr>
            <a:spLocks xmlns:a="http://schemas.openxmlformats.org/drawingml/2006/main" noGrp="1"/>
          </p:cNvSpPr>
          <p:nvPr/>
        </p:nvSpPr>
        <p:spPr>
          <a:xfrm xmlns:a="http://schemas.openxmlformats.org/drawingml/2006/main">
            <a:off x="9765792" y="2889504"/>
            <a:ext cx="146317" cy="146317"/>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519" name="Oval 177">
            <a:extLst xmlns:a="http://schemas.openxmlformats.org/drawingml/2006/main">
              <a:ext uri="{FF2B5EF4-FFF2-40B4-BE49-F238E27FC236}">
                <a16:creationId xmlns:a16="http://schemas.microsoft.com/office/drawing/2014/main" id="{AC41986A-23AE-482E-B251-0B72D3D4B78B}"/>
              </a:ext>
            </a:extLst>
          </p:cNvPr>
          <p:cNvSpPr>
            <a:spLocks xmlns:a="http://schemas.openxmlformats.org/drawingml/2006/main" noGrp="1"/>
          </p:cNvSpPr>
          <p:nvPr/>
        </p:nvSpPr>
        <p:spPr>
          <a:xfrm xmlns:a="http://schemas.openxmlformats.org/drawingml/2006/main">
            <a:off x="10241280" y="3310128"/>
            <a:ext cx="128029" cy="128029"/>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520" name="Oval 178">
            <a:extLst xmlns:a="http://schemas.openxmlformats.org/drawingml/2006/main">
              <a:ext uri="{FF2B5EF4-FFF2-40B4-BE49-F238E27FC236}">
                <a16:creationId xmlns:a16="http://schemas.microsoft.com/office/drawing/2014/main" id="{D4684E68-8349-47F4-8523-A4E76A856375}"/>
              </a:ext>
            </a:extLst>
          </p:cNvPr>
          <p:cNvSpPr>
            <a:spLocks xmlns:a="http://schemas.openxmlformats.org/drawingml/2006/main" noGrp="1"/>
          </p:cNvSpPr>
          <p:nvPr/>
        </p:nvSpPr>
        <p:spPr>
          <a:xfrm xmlns:a="http://schemas.openxmlformats.org/drawingml/2006/main">
            <a:off x="10735056" y="2980944"/>
            <a:ext cx="137173" cy="137173"/>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521" name="TextBox 179">
            <a:extLst xmlns:a="http://schemas.openxmlformats.org/drawingml/2006/main">
              <a:ext uri="{FF2B5EF4-FFF2-40B4-BE49-F238E27FC236}">
                <a16:creationId xmlns:a16="http://schemas.microsoft.com/office/drawing/2014/main" id="{6485E9F5-EBA6-4F3A-97C3-54556B4321B6}"/>
              </a:ext>
            </a:extLst>
          </p:cNvPr>
          <p:cNvSpPr>
            <a:spLocks xmlns:a="http://schemas.openxmlformats.org/drawingml/2006/main" noGrp="1"/>
          </p:cNvSpPr>
          <p:nvPr/>
        </p:nvSpPr>
        <p:spPr>
          <a:xfrm xmlns:a="http://schemas.openxmlformats.org/drawingml/2006/main">
            <a:off x="6473952" y="3822191"/>
            <a:ext cx="1828803" cy="14871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000" b="1">
                <a:solidFill>
                  <a:srgbClr val="73777F"/>
                </a:solidFill>
                <a:latin typeface="Helvetica Neue"/>
                <a:ea typeface="Helvetica Neue"/>
                <a:cs typeface="Helvetica Neue"/>
              </a:defRPr>
            </a:lvl1pPr>
          </a:lstStyle>
          <a:p xmlns:a="http://schemas.openxmlformats.org/drawingml/2006/main">
            <a:pPr>
              <a:buNone/>
            </a:pPr>
            <a:r>
              <a:t>VIEWPOINT MAP</a:t>
            </a:r>
          </a:p>
        </p:txBody>
      </p:sp>
      <p:sp>
        <p:nvSpPr>
          <p:cNvPr id="1522" name="TextBox 180">
            <a:extLst xmlns:a="http://schemas.openxmlformats.org/drawingml/2006/main">
              <a:ext uri="{FF2B5EF4-FFF2-40B4-BE49-F238E27FC236}">
                <a16:creationId xmlns:a16="http://schemas.microsoft.com/office/drawing/2014/main" id="{DA60DB17-A2F5-4E54-9322-203E2F15FCBC}"/>
              </a:ext>
            </a:extLst>
          </p:cNvPr>
          <p:cNvSpPr>
            <a:spLocks xmlns:a="http://schemas.openxmlformats.org/drawingml/2006/main" noGrp="1"/>
          </p:cNvSpPr>
          <p:nvPr/>
        </p:nvSpPr>
        <p:spPr>
          <a:xfrm xmlns:a="http://schemas.openxmlformats.org/drawingml/2006/main">
            <a:off x="7424925" y="4315967"/>
            <a:ext cx="914407" cy="508175"/>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3400" b="1">
                <a:solidFill>
                  <a:srgbClr val="FF705B"/>
                </a:solidFill>
                <a:latin typeface="Helvetica Neue"/>
                <a:ea typeface="Helvetica Neue"/>
                <a:cs typeface="Helvetica Neue"/>
              </a:defRPr>
            </a:lvl1pPr>
          </a:lstStyle>
          <a:p xmlns:a="http://schemas.openxmlformats.org/drawingml/2006/main">
            <a:pPr>
              <a:buNone/>
            </a:pPr>
            <a:r>
              <a:t>64</a:t>
            </a:r>
          </a:p>
        </p:txBody>
      </p:sp>
      <p:sp>
        <p:nvSpPr>
          <p:cNvPr id="1523" name="TextBox 181">
            <a:extLst xmlns:a="http://schemas.openxmlformats.org/drawingml/2006/main">
              <a:ext uri="{FF2B5EF4-FFF2-40B4-BE49-F238E27FC236}">
                <a16:creationId xmlns:a16="http://schemas.microsoft.com/office/drawing/2014/main" id="{1F9B6D0B-E39F-44F2-BA71-BAB488F1187D}"/>
              </a:ext>
            </a:extLst>
          </p:cNvPr>
          <p:cNvSpPr>
            <a:spLocks xmlns:a="http://schemas.openxmlformats.org/drawingml/2006/main" noGrp="1"/>
          </p:cNvSpPr>
          <p:nvPr/>
        </p:nvSpPr>
        <p:spPr>
          <a:xfrm xmlns:a="http://schemas.openxmlformats.org/drawingml/2006/main">
            <a:off x="8016306" y="4477013"/>
            <a:ext cx="1508767" cy="18608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200" b="1">
                <a:solidFill>
                  <a:srgbClr val="73777F"/>
                </a:solidFill>
                <a:latin typeface="Helvetica Neue"/>
                <a:ea typeface="Helvetica Neue"/>
                <a:cs typeface="Helvetica Neue"/>
              </a:defRPr>
            </a:lvl1pPr>
          </a:lstStyle>
          <a:p xmlns:a="http://schemas.openxmlformats.org/drawingml/2006/main">
            <a:pPr>
              <a:buNone/>
            </a:pPr>
            <a:r>
              <a:t>• power raters</a:t>
            </a:r>
          </a:p>
        </p:txBody>
      </p:sp>
      <p:sp>
        <p:nvSpPr>
          <p:cNvPr id="1524" name="TextBox 182">
            <a:extLst xmlns:a="http://schemas.openxmlformats.org/drawingml/2006/main">
              <a:ext uri="{FF2B5EF4-FFF2-40B4-BE49-F238E27FC236}">
                <a16:creationId xmlns:a16="http://schemas.microsoft.com/office/drawing/2014/main" id="{8BC54049-D404-4698-A02F-58BC245E66A2}"/>
              </a:ext>
            </a:extLst>
          </p:cNvPr>
          <p:cNvSpPr>
            <a:spLocks xmlns:a="http://schemas.openxmlformats.org/drawingml/2006/main" noGrp="1"/>
          </p:cNvSpPr>
          <p:nvPr/>
        </p:nvSpPr>
        <p:spPr>
          <a:xfrm xmlns:a="http://schemas.openxmlformats.org/drawingml/2006/main">
            <a:off x="9802368" y="4315967"/>
            <a:ext cx="1024129" cy="508175"/>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3400" b="1">
                <a:solidFill>
                  <a:srgbClr val="111318"/>
                </a:solidFill>
                <a:latin typeface="Helvetica Neue"/>
                <a:ea typeface="Helvetica Neue"/>
                <a:cs typeface="Helvetica Neue"/>
              </a:defRPr>
            </a:lvl1pPr>
          </a:lstStyle>
          <a:p xmlns:a="http://schemas.openxmlformats.org/drawingml/2006/main">
            <a:pPr>
              <a:buNone/>
            </a:pPr>
            <a:r>
              <a:t>11×</a:t>
            </a:r>
          </a:p>
        </p:txBody>
      </p:sp>
      <p:sp>
        <p:nvSpPr>
          <p:cNvPr id="1525" name="TextBox 183">
            <a:extLst xmlns:a="http://schemas.openxmlformats.org/drawingml/2006/main">
              <a:ext uri="{FF2B5EF4-FFF2-40B4-BE49-F238E27FC236}">
                <a16:creationId xmlns:a16="http://schemas.microsoft.com/office/drawing/2014/main" id="{08143461-8DAC-4BF3-9380-840648A9EE0C}"/>
              </a:ext>
            </a:extLst>
          </p:cNvPr>
          <p:cNvSpPr>
            <a:spLocks xmlns:a="http://schemas.openxmlformats.org/drawingml/2006/main" noGrp="1"/>
          </p:cNvSpPr>
          <p:nvPr/>
        </p:nvSpPr>
        <p:spPr>
          <a:xfrm xmlns:a="http://schemas.openxmlformats.org/drawingml/2006/main">
            <a:off x="10634471" y="4489703"/>
            <a:ext cx="1051567" cy="18608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200" b="1">
                <a:solidFill>
                  <a:srgbClr val="73777F"/>
                </a:solidFill>
                <a:latin typeface="Helvetica Neue"/>
                <a:ea typeface="Helvetica Neue"/>
                <a:cs typeface="Helvetica Neue"/>
              </a:defRPr>
            </a:lvl1pPr>
          </a:lstStyle>
          <a:p xmlns:a="http://schemas.openxmlformats.org/drawingml/2006/main">
            <a:pPr>
              <a:buNone/>
            </a:pPr>
            <a:r>
              <a:t>• more active</a:t>
            </a:r>
          </a:p>
        </p:txBody>
      </p:sp>
      <p:sp>
        <p:nvSpPr>
          <p:cNvPr id="1526" name="Connector 184">
            <a:extLst xmlns:a="http://schemas.openxmlformats.org/drawingml/2006/main">
              <a:ext uri="{FF2B5EF4-FFF2-40B4-BE49-F238E27FC236}">
                <a16:creationId xmlns:a16="http://schemas.microsoft.com/office/drawing/2014/main" id="{D1D0A056-7B48-4A48-9D89-D5654EE38A7F}"/>
              </a:ext>
            </a:extLst>
          </p:cNvPr>
          <p:cNvSpPr>
            <a:spLocks xmlns:a="http://schemas.openxmlformats.org/drawingml/2006/main" noGrp="1"/>
          </p:cNvSpPr>
          <p:nvPr/>
        </p:nvSpPr>
        <p:spPr>
          <a:xfrm xmlns:a="http://schemas.openxmlformats.org/drawingml/2006/main">
            <a:off x="749804" y="5257800"/>
            <a:ext cx="10680201" cy="0"/>
          </a:xfrm>
          <a:prstGeom xmlns:a="http://schemas.openxmlformats.org/drawingml/2006/main" prst="line">
            <a:avLst/>
          </a:prstGeom>
          <a:ln xmlns:a="http://schemas.openxmlformats.org/drawingml/2006/main" w="1397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527" name="TextBox 185">
            <a:extLst xmlns:a="http://schemas.openxmlformats.org/drawingml/2006/main">
              <a:ext uri="{FF2B5EF4-FFF2-40B4-BE49-F238E27FC236}">
                <a16:creationId xmlns:a16="http://schemas.microsoft.com/office/drawing/2014/main" id="{A2EF9060-FF62-4A76-84A1-8B5274AD9713}"/>
              </a:ext>
            </a:extLst>
          </p:cNvPr>
          <p:cNvSpPr>
            <a:spLocks xmlns:a="http://schemas.openxmlformats.org/drawingml/2006/main" noGrp="1"/>
          </p:cNvSpPr>
          <p:nvPr/>
        </p:nvSpPr>
        <p:spPr>
          <a:xfrm xmlns:a="http://schemas.openxmlformats.org/drawingml/2006/main">
            <a:off x="841244" y="5577840"/>
            <a:ext cx="4389128" cy="235406"/>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600" b="1">
                <a:solidFill>
                  <a:srgbClr val="FF705B"/>
                </a:solidFill>
                <a:latin typeface="Helvetica Neue"/>
                <a:ea typeface="Helvetica Neue"/>
                <a:cs typeface="Helvetica Neue"/>
              </a:defRPr>
            </a:pPr>
            <a:r>
              <a:t>• </a:t>
            </a:r>
            <a:r>
              <a:rPr>
                <a:solidFill>
                  <a:srgbClr val="111318"/>
                </a:solidFill>
              </a:rPr>
              <a:t>A few users supply most of the map</a:t>
            </a:r>
          </a:p>
        </p:txBody>
      </p:sp>
      <p:sp>
        <p:nvSpPr>
          <p:cNvPr id="1528" name="TextBox 186">
            <a:extLst xmlns:a="http://schemas.openxmlformats.org/drawingml/2006/main">
              <a:ext uri="{FF2B5EF4-FFF2-40B4-BE49-F238E27FC236}">
                <a16:creationId xmlns:a16="http://schemas.microsoft.com/office/drawing/2014/main" id="{272A1575-94EB-4010-995F-F015B33F0D0D}"/>
              </a:ext>
            </a:extLst>
          </p:cNvPr>
          <p:cNvSpPr>
            <a:spLocks xmlns:a="http://schemas.openxmlformats.org/drawingml/2006/main" noGrp="1"/>
          </p:cNvSpPr>
          <p:nvPr/>
        </p:nvSpPr>
        <p:spPr>
          <a:xfrm xmlns:a="http://schemas.openxmlformats.org/drawingml/2006/main">
            <a:off x="6748271" y="5577840"/>
            <a:ext cx="4389121" cy="235406"/>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600" b="1">
                <a:solidFill>
                  <a:srgbClr val="3977F6"/>
                </a:solidFill>
                <a:latin typeface="Helvetica Neue"/>
                <a:ea typeface="Helvetica Neue"/>
                <a:cs typeface="Helvetica Neue"/>
              </a:defRPr>
            </a:pPr>
            <a:r>
              <a:t>• </a:t>
            </a:r>
            <a:r>
              <a:rPr>
                <a:solidFill>
                  <a:srgbClr val="111318"/>
                </a:solidFill>
              </a:rPr>
              <a:t>The active core becomes ‘the community’</a:t>
            </a:r>
          </a:p>
        </p:txBody>
      </p:sp>
      <p:sp>
        <p:nvSpPr>
          <p:cNvPr id="1529" name="TextBox 187">
            <a:extLst xmlns:a="http://schemas.openxmlformats.org/drawingml/2006/main">
              <a:ext uri="{FF2B5EF4-FFF2-40B4-BE49-F238E27FC236}">
                <a16:creationId xmlns:a16="http://schemas.microsoft.com/office/drawing/2014/main" id="{D27CDB9D-6027-4C33-ABA9-12F616E05393}"/>
              </a:ext>
            </a:extLst>
          </p:cNvPr>
          <p:cNvSpPr>
            <a:spLocks xmlns:a="http://schemas.openxmlformats.org/drawingml/2006/main" noGrp="1"/>
          </p:cNvSpPr>
          <p:nvPr/>
        </p:nvSpPr>
        <p:spPr>
          <a:xfrm xmlns:a="http://schemas.openxmlformats.org/drawingml/2006/main">
            <a:off x="621792" y="6437376"/>
            <a:ext cx="10881360"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800">
                <a:solidFill>
                  <a:srgbClr val="73777F"/>
                </a:solidFill>
                <a:latin typeface="Helvetica Neue"/>
                <a:ea typeface="Helvetica Neue"/>
                <a:cs typeface="Helvetica Neue"/>
              </a:defRPr>
            </a:lvl1pPr>
          </a:lstStyle>
          <a:p xmlns:a="http://schemas.openxmlformats.org/drawingml/2006/main">
            <a:pPr>
              <a:buNone/>
            </a:pPr>
            <a:r>
              <a:t>• Nudo et al. (2026); authors’ 200k analysis</a:t>
            </a:r>
          </a:p>
        </p:txBody>
      </p:sp>
      <p:sp>
        <p:nvSpPr>
          <p:cNvPr id="1530" name="TextBox 1">
            <a:extLst xmlns:a="http://schemas.openxmlformats.org/drawingml/2006/main">
              <a:ext uri="{FF2B5EF4-FFF2-40B4-BE49-F238E27FC236}">
                <a16:creationId xmlns:a16="http://schemas.microsoft.com/office/drawing/2014/main" id="{133B41D1-D84B-4440-BC1E-08C11F0B50C8}"/>
              </a:ext>
            </a:extLst>
          </p:cNvPr>
          <p:cNvSpPr>
            <a:spLocks xmlns:a="http://schemas.openxmlformats.org/drawingml/2006/main" noGrp="1"/>
          </p:cNvSpPr>
          <p:nvPr/>
        </p:nvSpPr>
        <p:spPr>
          <a:xfrm xmlns:a="http://schemas.openxmlformats.org/drawingml/2006/main">
            <a:off x="603504" y="420623"/>
            <a:ext cx="2149208" cy="14871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000" b="1">
                <a:solidFill>
                  <a:srgbClr val="73777F"/>
                </a:solidFill>
                <a:latin typeface="Helvetica Neue"/>
                <a:ea typeface="Helvetica Neue"/>
                <a:cs typeface="Helvetica Neue"/>
              </a:defRPr>
            </a:lvl1pPr>
          </a:lstStyle>
          <a:p xmlns:a="http://schemas.openxmlformats.org/drawingml/2006/main">
            <a:pPr>
              <a:buNone/>
            </a:pPr>
            <a:r>
              <a:t>HOW SYSTEM WORKS 3</a:t>
            </a:r>
          </a:p>
        </p:txBody>
      </p:sp>
    </p:spTree>
    <p:extLst>
      <p:ext uri="{BB962C8B-B14F-4D97-AF65-F5344CB8AC3E}">
        <p14:creationId xmlns:p14="http://schemas.microsoft.com/office/powerpoint/2010/main" val="1567536042"/>
      </p:ext>
    </p:extLst>
  </p:cSld>
</p:sld>
</file>

<file path=ppt/slides/slide17.xml><?xml version="1.0" encoding="utf-8"?>
<p:sld xmlns:p="http://schemas.openxmlformats.org/presentationml/2006/main" showMasterSp="1">
  <p:cSld>
    <p:spTree>
      <p:nvGrpSpPr>
        <p:cNvPr id="1" name=""/>
        <p:cNvGrpSpPr/>
        <p:nvPr/>
      </p:nvGrpSpPr>
      <p:grpSpPr>
        <a:xfrm xmlns:a="http://schemas.openxmlformats.org/drawingml/2006/main"/>
      </p:grpSpPr>
      <p:sp>
        <p:nvSpPr>
          <p:cNvPr id="1532" name="TextBox 1">
            <a:extLst xmlns:a="http://schemas.openxmlformats.org/drawingml/2006/main">
              <a:ext uri="{FF2B5EF4-FFF2-40B4-BE49-F238E27FC236}">
                <a16:creationId xmlns:a16="http://schemas.microsoft.com/office/drawing/2014/main" id="{E989087C-6266-4EB7-A878-864656825DA3}"/>
              </a:ext>
            </a:extLst>
          </p:cNvPr>
          <p:cNvSpPr>
            <a:spLocks xmlns:a="http://schemas.openxmlformats.org/drawingml/2006/main" noGrp="1"/>
          </p:cNvSpPr>
          <p:nvPr/>
        </p:nvSpPr>
        <p:spPr>
          <a:xfrm xmlns:a="http://schemas.openxmlformats.org/drawingml/2006/main">
            <a:off x="603500" y="420623"/>
            <a:ext cx="4389127" cy="14871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000" b="1">
                <a:solidFill>
                  <a:srgbClr val="73777F"/>
                </a:solidFill>
                <a:latin typeface="Helvetica Neue"/>
                <a:ea typeface="Helvetica Neue"/>
                <a:cs typeface="Helvetica Neue"/>
              </a:defRPr>
            </a:lvl1pPr>
          </a:lstStyle>
          <a:p xmlns:a="http://schemas.openxmlformats.org/drawingml/2006/main">
            <a:pPr>
              <a:buNone/>
            </a:pPr>
            <a:r>
              <a:t>BRIDGING, REFRAMED</a:t>
            </a:r>
          </a:p>
        </p:txBody>
      </p:sp>
      <p:sp>
        <p:nvSpPr>
          <p:cNvPr id="1533" name="TextBox 2">
            <a:extLst xmlns:a="http://schemas.openxmlformats.org/drawingml/2006/main">
              <a:ext uri="{FF2B5EF4-FFF2-40B4-BE49-F238E27FC236}">
                <a16:creationId xmlns:a16="http://schemas.microsoft.com/office/drawing/2014/main" id="{389825AA-CB6C-46C0-96B2-1D983640002E}"/>
              </a:ext>
            </a:extLst>
          </p:cNvPr>
          <p:cNvSpPr>
            <a:spLocks xmlns:a="http://schemas.openxmlformats.org/drawingml/2006/main" noGrp="1"/>
          </p:cNvSpPr>
          <p:nvPr/>
        </p:nvSpPr>
        <p:spPr>
          <a:xfrm xmlns:a="http://schemas.openxmlformats.org/drawingml/2006/main">
            <a:off x="603504" y="786383"/>
            <a:ext cx="10515601" cy="458849"/>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3000" b="1">
                <a:solidFill>
                  <a:srgbClr val="111318"/>
                </a:solidFill>
                <a:latin typeface="Helvetica Neue"/>
                <a:ea typeface="Helvetica Neue"/>
                <a:cs typeface="Helvetica Neue"/>
              </a:defRPr>
            </a:lvl1pPr>
          </a:lstStyle>
          <a:p xmlns:a="http://schemas.openxmlformats.org/drawingml/2006/main">
            <a:pPr>
              <a:buNone/>
            </a:pPr>
            <a:r>
              <a:t>The handshake is right. The electorate is not.</a:t>
            </a:r>
          </a:p>
        </p:txBody>
      </p:sp>
      <p:sp>
        <p:nvSpPr>
          <p:cNvPr id="1534" name="TextBox 3">
            <a:extLst xmlns:a="http://schemas.openxmlformats.org/drawingml/2006/main">
              <a:ext uri="{FF2B5EF4-FFF2-40B4-BE49-F238E27FC236}">
                <a16:creationId xmlns:a16="http://schemas.microsoft.com/office/drawing/2014/main" id="{938E7E57-3860-4237-B7C2-0925016E008B}"/>
              </a:ext>
            </a:extLst>
          </p:cNvPr>
          <p:cNvSpPr>
            <a:spLocks xmlns:a="http://schemas.openxmlformats.org/drawingml/2006/main" noGrp="1"/>
          </p:cNvSpPr>
          <p:nvPr/>
        </p:nvSpPr>
        <p:spPr>
          <a:xfrm xmlns:a="http://schemas.openxmlformats.org/drawingml/2006/main">
            <a:off x="11082528" y="457198"/>
            <a:ext cx="438916" cy="136385"/>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r">
              <a:buNone/>
              <a:defRPr sz="900" b="1">
                <a:solidFill>
                  <a:srgbClr val="73777F"/>
                </a:solidFill>
                <a:latin typeface="Helvetica Neue"/>
                <a:ea typeface="Helvetica Neue"/>
                <a:cs typeface="Helvetica Neue"/>
              </a:defRPr>
            </a:lvl1pPr>
          </a:lstStyle>
          <a:p xmlns:a="http://schemas.openxmlformats.org/drawingml/2006/main">
            <a:pPr>
              <a:buNone/>
            </a:pPr>
            <a:r>
              <a:t>06</a:t>
            </a:r>
          </a:p>
        </p:txBody>
      </p:sp>
      <p:sp>
        <p:nvSpPr>
          <p:cNvPr id="1535" name="Connector 4">
            <a:extLst xmlns:a="http://schemas.openxmlformats.org/drawingml/2006/main">
              <a:ext uri="{FF2B5EF4-FFF2-40B4-BE49-F238E27FC236}">
                <a16:creationId xmlns:a16="http://schemas.microsoft.com/office/drawing/2014/main" id="{C053F757-F8FF-43A6-AA44-898E07DED187}"/>
              </a:ext>
            </a:extLst>
          </p:cNvPr>
          <p:cNvSpPr>
            <a:spLocks xmlns:a="http://schemas.openxmlformats.org/drawingml/2006/main" noGrp="1"/>
          </p:cNvSpPr>
          <p:nvPr/>
        </p:nvSpPr>
        <p:spPr>
          <a:xfrm xmlns:a="http://schemas.openxmlformats.org/drawingml/2006/main" flipH="1">
            <a:off x="4005070" y="1554477"/>
            <a:ext cx="5" cy="3456439"/>
          </a:xfrm>
          <a:prstGeom xmlns:a="http://schemas.openxmlformats.org/drawingml/2006/main" prst="line">
            <a:avLst/>
          </a:prstGeom>
          <a:ln xmlns:a="http://schemas.openxmlformats.org/drawingml/2006/main" w="1270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536" name="Connector 5">
            <a:extLst xmlns:a="http://schemas.openxmlformats.org/drawingml/2006/main">
              <a:ext uri="{FF2B5EF4-FFF2-40B4-BE49-F238E27FC236}">
                <a16:creationId xmlns:a16="http://schemas.microsoft.com/office/drawing/2014/main" id="{EF3936CB-6545-4381-8BD6-283E0A0EDDF2}"/>
              </a:ext>
            </a:extLst>
          </p:cNvPr>
          <p:cNvSpPr>
            <a:spLocks xmlns:a="http://schemas.openxmlformats.org/drawingml/2006/main" noGrp="1"/>
          </p:cNvSpPr>
          <p:nvPr/>
        </p:nvSpPr>
        <p:spPr>
          <a:xfrm xmlns:a="http://schemas.openxmlformats.org/drawingml/2006/main">
            <a:off x="8010141" y="1554477"/>
            <a:ext cx="5" cy="3456439"/>
          </a:xfrm>
          <a:prstGeom xmlns:a="http://schemas.openxmlformats.org/drawingml/2006/main" prst="line">
            <a:avLst/>
          </a:prstGeom>
          <a:ln xmlns:a="http://schemas.openxmlformats.org/drawingml/2006/main" w="1270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537" name="TextBox 6">
            <a:extLst xmlns:a="http://schemas.openxmlformats.org/drawingml/2006/main">
              <a:ext uri="{FF2B5EF4-FFF2-40B4-BE49-F238E27FC236}">
                <a16:creationId xmlns:a16="http://schemas.microsoft.com/office/drawing/2014/main" id="{0E9EFD35-32C7-41DA-9C43-C4127551ADF4}"/>
              </a:ext>
            </a:extLst>
          </p:cNvPr>
          <p:cNvSpPr>
            <a:spLocks xmlns:a="http://schemas.openxmlformats.org/drawingml/2006/main" noGrp="1"/>
          </p:cNvSpPr>
          <p:nvPr/>
        </p:nvSpPr>
        <p:spPr>
          <a:xfrm xmlns:a="http://schemas.openxmlformats.org/drawingml/2006/main">
            <a:off x="768094" y="1572766"/>
            <a:ext cx="1645924" cy="136385"/>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900" b="1">
                <a:solidFill>
                  <a:srgbClr val="73777F"/>
                </a:solidFill>
                <a:latin typeface="Helvetica Neue"/>
                <a:ea typeface="Helvetica Neue"/>
                <a:cs typeface="Helvetica Neue"/>
              </a:defRPr>
            </a:lvl1pPr>
          </a:lstStyle>
          <a:p xmlns:a="http://schemas.openxmlformats.org/drawingml/2006/main">
            <a:pPr>
              <a:buNone/>
            </a:pPr>
            <a:r>
              <a:t>GOOD INSTINCT</a:t>
            </a:r>
          </a:p>
        </p:txBody>
      </p:sp>
      <p:sp>
        <p:nvSpPr>
          <p:cNvPr id="1538" name="Oval 7">
            <a:extLst xmlns:a="http://schemas.openxmlformats.org/drawingml/2006/main">
              <a:ext uri="{FF2B5EF4-FFF2-40B4-BE49-F238E27FC236}">
                <a16:creationId xmlns:a16="http://schemas.microsoft.com/office/drawing/2014/main" id="{8D3EFB5D-092E-4A69-A3AF-D6392977E7B3}"/>
              </a:ext>
            </a:extLst>
          </p:cNvPr>
          <p:cNvSpPr>
            <a:spLocks xmlns:a="http://schemas.openxmlformats.org/drawingml/2006/main" noGrp="1"/>
          </p:cNvSpPr>
          <p:nvPr/>
        </p:nvSpPr>
        <p:spPr>
          <a:xfrm xmlns:a="http://schemas.openxmlformats.org/drawingml/2006/main">
            <a:off x="960119" y="2240277"/>
            <a:ext cx="164599" cy="164599"/>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539" name="Connector 8">
            <a:extLst xmlns:a="http://schemas.openxmlformats.org/drawingml/2006/main">
              <a:ext uri="{FF2B5EF4-FFF2-40B4-BE49-F238E27FC236}">
                <a16:creationId xmlns:a16="http://schemas.microsoft.com/office/drawing/2014/main" id="{C165FCDF-1018-4E4C-859C-031DC4C943EF}"/>
              </a:ext>
            </a:extLst>
          </p:cNvPr>
          <p:cNvSpPr>
            <a:spLocks xmlns:a="http://schemas.openxmlformats.org/drawingml/2006/main" noGrp="1"/>
          </p:cNvSpPr>
          <p:nvPr/>
        </p:nvSpPr>
        <p:spPr>
          <a:xfrm xmlns:a="http://schemas.openxmlformats.org/drawingml/2006/main">
            <a:off x="1042415" y="2404872"/>
            <a:ext cx="5" cy="271580"/>
          </a:xfrm>
          <a:prstGeom xmlns:a="http://schemas.openxmlformats.org/drawingml/2006/main" prst="line">
            <a:avLst/>
          </a:prstGeom>
          <a:ln xmlns:a="http://schemas.openxmlformats.org/drawingml/2006/main" w="1905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540" name="Connector 9">
            <a:extLst xmlns:a="http://schemas.openxmlformats.org/drawingml/2006/main">
              <a:ext uri="{FF2B5EF4-FFF2-40B4-BE49-F238E27FC236}">
                <a16:creationId xmlns:a16="http://schemas.microsoft.com/office/drawing/2014/main" id="{735DFDDD-0AFE-49DF-A796-66F901570784}"/>
              </a:ext>
            </a:extLst>
          </p:cNvPr>
          <p:cNvSpPr>
            <a:spLocks xmlns:a="http://schemas.openxmlformats.org/drawingml/2006/main" noGrp="1"/>
          </p:cNvSpPr>
          <p:nvPr/>
        </p:nvSpPr>
        <p:spPr>
          <a:xfrm xmlns:a="http://schemas.openxmlformats.org/drawingml/2006/main">
            <a:off x="927199" y="2520083"/>
            <a:ext cx="230433" cy="4"/>
          </a:xfrm>
          <a:prstGeom xmlns:a="http://schemas.openxmlformats.org/drawingml/2006/main" prst="line">
            <a:avLst/>
          </a:prstGeom>
          <a:ln xmlns:a="http://schemas.openxmlformats.org/drawingml/2006/main" w="1905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541" name="Connector 10">
            <a:extLst xmlns:a="http://schemas.openxmlformats.org/drawingml/2006/main">
              <a:ext uri="{FF2B5EF4-FFF2-40B4-BE49-F238E27FC236}">
                <a16:creationId xmlns:a16="http://schemas.microsoft.com/office/drawing/2014/main" id="{E79F43E5-F5C6-42ED-8FD4-77225443BB45}"/>
              </a:ext>
            </a:extLst>
          </p:cNvPr>
          <p:cNvSpPr>
            <a:spLocks xmlns:a="http://schemas.openxmlformats.org/drawingml/2006/main" noGrp="1"/>
          </p:cNvSpPr>
          <p:nvPr/>
        </p:nvSpPr>
        <p:spPr>
          <a:xfrm xmlns:a="http://schemas.openxmlformats.org/drawingml/2006/main" flipH="1">
            <a:off x="935430" y="2676448"/>
            <a:ext cx="106988" cy="172826"/>
          </a:xfrm>
          <a:prstGeom xmlns:a="http://schemas.openxmlformats.org/drawingml/2006/main" prst="line">
            <a:avLst/>
          </a:prstGeom>
          <a:ln xmlns:a="http://schemas.openxmlformats.org/drawingml/2006/main" w="1905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542" name="Connector 11">
            <a:extLst xmlns:a="http://schemas.openxmlformats.org/drawingml/2006/main">
              <a:ext uri="{FF2B5EF4-FFF2-40B4-BE49-F238E27FC236}">
                <a16:creationId xmlns:a16="http://schemas.microsoft.com/office/drawing/2014/main" id="{5D83D672-8B8E-41F9-8646-E41B35A003C3}"/>
              </a:ext>
            </a:extLst>
          </p:cNvPr>
          <p:cNvSpPr>
            <a:spLocks xmlns:a="http://schemas.openxmlformats.org/drawingml/2006/main" noGrp="1"/>
          </p:cNvSpPr>
          <p:nvPr/>
        </p:nvSpPr>
        <p:spPr>
          <a:xfrm xmlns:a="http://schemas.openxmlformats.org/drawingml/2006/main">
            <a:off x="1042416" y="2676448"/>
            <a:ext cx="106987" cy="172826"/>
          </a:xfrm>
          <a:prstGeom xmlns:a="http://schemas.openxmlformats.org/drawingml/2006/main" prst="line">
            <a:avLst/>
          </a:prstGeom>
          <a:ln xmlns:a="http://schemas.openxmlformats.org/drawingml/2006/main" w="1905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543" name="Oval 12">
            <a:extLst xmlns:a="http://schemas.openxmlformats.org/drawingml/2006/main">
              <a:ext uri="{FF2B5EF4-FFF2-40B4-BE49-F238E27FC236}">
                <a16:creationId xmlns:a16="http://schemas.microsoft.com/office/drawing/2014/main" id="{79CE1862-9AA0-453E-9A48-18A55F6645D2}"/>
              </a:ext>
            </a:extLst>
          </p:cNvPr>
          <p:cNvSpPr>
            <a:spLocks xmlns:a="http://schemas.openxmlformats.org/drawingml/2006/main" noGrp="1"/>
          </p:cNvSpPr>
          <p:nvPr/>
        </p:nvSpPr>
        <p:spPr>
          <a:xfrm xmlns:a="http://schemas.openxmlformats.org/drawingml/2006/main">
            <a:off x="3502150" y="2215624"/>
            <a:ext cx="164599" cy="164599"/>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544" name="Connector 13">
            <a:extLst xmlns:a="http://schemas.openxmlformats.org/drawingml/2006/main">
              <a:ext uri="{FF2B5EF4-FFF2-40B4-BE49-F238E27FC236}">
                <a16:creationId xmlns:a16="http://schemas.microsoft.com/office/drawing/2014/main" id="{56EA8FEF-51E0-440C-830F-A8436C648814}"/>
              </a:ext>
            </a:extLst>
          </p:cNvPr>
          <p:cNvSpPr>
            <a:spLocks xmlns:a="http://schemas.openxmlformats.org/drawingml/2006/main" noGrp="1"/>
          </p:cNvSpPr>
          <p:nvPr/>
        </p:nvSpPr>
        <p:spPr>
          <a:xfrm xmlns:a="http://schemas.openxmlformats.org/drawingml/2006/main">
            <a:off x="3584447" y="2380214"/>
            <a:ext cx="4" cy="271580"/>
          </a:xfrm>
          <a:prstGeom xmlns:a="http://schemas.openxmlformats.org/drawingml/2006/main" prst="line">
            <a:avLst/>
          </a:prstGeom>
          <a:ln xmlns:a="http://schemas.openxmlformats.org/drawingml/2006/main" w="1905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545" name="Connector 14">
            <a:extLst xmlns:a="http://schemas.openxmlformats.org/drawingml/2006/main">
              <a:ext uri="{FF2B5EF4-FFF2-40B4-BE49-F238E27FC236}">
                <a16:creationId xmlns:a16="http://schemas.microsoft.com/office/drawing/2014/main" id="{C031B9D7-F283-4A9F-A8CB-2CBB5DD9821A}"/>
              </a:ext>
            </a:extLst>
          </p:cNvPr>
          <p:cNvSpPr>
            <a:spLocks xmlns:a="http://schemas.openxmlformats.org/drawingml/2006/main" noGrp="1"/>
          </p:cNvSpPr>
          <p:nvPr/>
        </p:nvSpPr>
        <p:spPr>
          <a:xfrm xmlns:a="http://schemas.openxmlformats.org/drawingml/2006/main">
            <a:off x="3469232" y="2495430"/>
            <a:ext cx="230433" cy="4"/>
          </a:xfrm>
          <a:prstGeom xmlns:a="http://schemas.openxmlformats.org/drawingml/2006/main" prst="line">
            <a:avLst/>
          </a:prstGeom>
          <a:ln xmlns:a="http://schemas.openxmlformats.org/drawingml/2006/main" w="1905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546" name="Connector 15">
            <a:extLst xmlns:a="http://schemas.openxmlformats.org/drawingml/2006/main">
              <a:ext uri="{FF2B5EF4-FFF2-40B4-BE49-F238E27FC236}">
                <a16:creationId xmlns:a16="http://schemas.microsoft.com/office/drawing/2014/main" id="{0D2D06B8-7A57-45D6-A261-2C5AE93E241E}"/>
              </a:ext>
            </a:extLst>
          </p:cNvPr>
          <p:cNvSpPr>
            <a:spLocks xmlns:a="http://schemas.openxmlformats.org/drawingml/2006/main" noGrp="1"/>
          </p:cNvSpPr>
          <p:nvPr/>
        </p:nvSpPr>
        <p:spPr>
          <a:xfrm xmlns:a="http://schemas.openxmlformats.org/drawingml/2006/main" flipH="1">
            <a:off x="3477463" y="2651792"/>
            <a:ext cx="106988" cy="172826"/>
          </a:xfrm>
          <a:prstGeom xmlns:a="http://schemas.openxmlformats.org/drawingml/2006/main" prst="line">
            <a:avLst/>
          </a:prstGeom>
          <a:ln xmlns:a="http://schemas.openxmlformats.org/drawingml/2006/main" w="1905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547" name="Connector 16">
            <a:extLst xmlns:a="http://schemas.openxmlformats.org/drawingml/2006/main">
              <a:ext uri="{FF2B5EF4-FFF2-40B4-BE49-F238E27FC236}">
                <a16:creationId xmlns:a16="http://schemas.microsoft.com/office/drawing/2014/main" id="{C21CC62F-7CF7-4A92-AC1B-66F68DE3D047}"/>
              </a:ext>
            </a:extLst>
          </p:cNvPr>
          <p:cNvSpPr>
            <a:spLocks xmlns:a="http://schemas.openxmlformats.org/drawingml/2006/main" noGrp="1"/>
          </p:cNvSpPr>
          <p:nvPr/>
        </p:nvSpPr>
        <p:spPr>
          <a:xfrm xmlns:a="http://schemas.openxmlformats.org/drawingml/2006/main">
            <a:off x="3584447" y="2651792"/>
            <a:ext cx="106988" cy="172826"/>
          </a:xfrm>
          <a:prstGeom xmlns:a="http://schemas.openxmlformats.org/drawingml/2006/main" prst="line">
            <a:avLst/>
          </a:prstGeom>
          <a:ln xmlns:a="http://schemas.openxmlformats.org/drawingml/2006/main" w="1905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548" name="Rounded Rectangle 17">
            <a:extLst xmlns:a="http://schemas.openxmlformats.org/drawingml/2006/main">
              <a:ext uri="{FF2B5EF4-FFF2-40B4-BE49-F238E27FC236}">
                <a16:creationId xmlns:a16="http://schemas.microsoft.com/office/drawing/2014/main" id="{C0F7FB2E-5345-4815-B83E-C8CB0BA952BA}"/>
              </a:ext>
            </a:extLst>
          </p:cNvPr>
          <p:cNvSpPr>
            <a:spLocks xmlns:a="http://schemas.openxmlformats.org/drawingml/2006/main" noGrp="1"/>
          </p:cNvSpPr>
          <p:nvPr/>
        </p:nvSpPr>
        <p:spPr>
          <a:xfrm xmlns:a="http://schemas.openxmlformats.org/drawingml/2006/main">
            <a:off x="1856231" y="2011677"/>
            <a:ext cx="960124" cy="1298451"/>
          </a:xfrm>
          <a:prstGeom xmlns:a="http://schemas.openxmlformats.org/drawingml/2006/main" prst="roundRect">
            <a:avLst>
              <a:gd name="adj" fmla="val 16667"/>
            </a:avLst>
          </a:prstGeom>
          <a:ln xmlns:a="http://schemas.openxmlformats.org/drawingml/2006/main" w="1397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549" name="Connector 18">
            <a:extLst xmlns:a="http://schemas.openxmlformats.org/drawingml/2006/main">
              <a:ext uri="{FF2B5EF4-FFF2-40B4-BE49-F238E27FC236}">
                <a16:creationId xmlns:a16="http://schemas.microsoft.com/office/drawing/2014/main" id="{957AE2C3-BE70-481C-B8A5-6FB1D9FF5F53}"/>
              </a:ext>
            </a:extLst>
          </p:cNvPr>
          <p:cNvSpPr>
            <a:spLocks xmlns:a="http://schemas.openxmlformats.org/drawingml/2006/main" noGrp="1"/>
          </p:cNvSpPr>
          <p:nvPr/>
        </p:nvSpPr>
        <p:spPr>
          <a:xfrm xmlns:a="http://schemas.openxmlformats.org/drawingml/2006/main">
            <a:off x="2075687" y="2450592"/>
            <a:ext cx="521209" cy="4"/>
          </a:xfrm>
          <a:prstGeom xmlns:a="http://schemas.openxmlformats.org/drawingml/2006/main" prst="line">
            <a:avLst/>
          </a:prstGeom>
          <a:ln xmlns:a="http://schemas.openxmlformats.org/drawingml/2006/main" w="1524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550" name="Connector 19">
            <a:extLst xmlns:a="http://schemas.openxmlformats.org/drawingml/2006/main">
              <a:ext uri="{FF2B5EF4-FFF2-40B4-BE49-F238E27FC236}">
                <a16:creationId xmlns:a16="http://schemas.microsoft.com/office/drawing/2014/main" id="{3C637543-A766-481A-A550-52BFA178C9D2}"/>
              </a:ext>
            </a:extLst>
          </p:cNvPr>
          <p:cNvSpPr>
            <a:spLocks xmlns:a="http://schemas.openxmlformats.org/drawingml/2006/main" noGrp="1"/>
          </p:cNvSpPr>
          <p:nvPr/>
        </p:nvSpPr>
        <p:spPr>
          <a:xfrm xmlns:a="http://schemas.openxmlformats.org/drawingml/2006/main">
            <a:off x="2075687" y="2761488"/>
            <a:ext cx="393197" cy="4"/>
          </a:xfrm>
          <a:prstGeom xmlns:a="http://schemas.openxmlformats.org/drawingml/2006/main" prst="line">
            <a:avLst/>
          </a:prstGeom>
          <a:ln xmlns:a="http://schemas.openxmlformats.org/drawingml/2006/main" w="1524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551" name="Connector 20">
            <a:extLst xmlns:a="http://schemas.openxmlformats.org/drawingml/2006/main">
              <a:ext uri="{FF2B5EF4-FFF2-40B4-BE49-F238E27FC236}">
                <a16:creationId xmlns:a16="http://schemas.microsoft.com/office/drawing/2014/main" id="{DFC6279C-0AEC-4D1F-8B81-85D62C6F51EB}"/>
              </a:ext>
            </a:extLst>
          </p:cNvPr>
          <p:cNvSpPr>
            <a:spLocks xmlns:a="http://schemas.openxmlformats.org/drawingml/2006/main" noGrp="1"/>
          </p:cNvSpPr>
          <p:nvPr/>
        </p:nvSpPr>
        <p:spPr>
          <a:xfrm xmlns:a="http://schemas.openxmlformats.org/drawingml/2006/main">
            <a:off x="2075687" y="3072383"/>
            <a:ext cx="484637" cy="4"/>
          </a:xfrm>
          <a:prstGeom xmlns:a="http://schemas.openxmlformats.org/drawingml/2006/main" prst="line">
            <a:avLst/>
          </a:prstGeom>
          <a:ln xmlns:a="http://schemas.openxmlformats.org/drawingml/2006/main" w="1524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552" name="Oval 21">
            <a:extLst xmlns:a="http://schemas.openxmlformats.org/drawingml/2006/main">
              <a:ext uri="{FF2B5EF4-FFF2-40B4-BE49-F238E27FC236}">
                <a16:creationId xmlns:a16="http://schemas.microsoft.com/office/drawing/2014/main" id="{BDC8508D-AB94-435F-B36E-BEF6609B92AE}"/>
              </a:ext>
            </a:extLst>
          </p:cNvPr>
          <p:cNvSpPr>
            <a:spLocks xmlns:a="http://schemas.openxmlformats.org/drawingml/2006/main" noGrp="1"/>
          </p:cNvSpPr>
          <p:nvPr/>
        </p:nvSpPr>
        <p:spPr>
          <a:xfrm xmlns:a="http://schemas.openxmlformats.org/drawingml/2006/main">
            <a:off x="1572766" y="2514599"/>
            <a:ext cx="201175" cy="201175"/>
          </a:xfrm>
          <a:prstGeom xmlns:a="http://schemas.openxmlformats.org/drawingml/2006/main" prst="ellipse">
            <a:avLst/>
          </a:prstGeom>
          <a:solidFill xmlns:a="http://schemas.openxmlformats.org/drawingml/2006/main">
            <a:srgbClr val="1FA873"/>
          </a:solidFill>
          <a:ln xmlns:a="http://schemas.openxmlformats.org/drawingml/2006/main" w="10160">
            <a:solidFill>
              <a:srgbClr val="1FA873"/>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553" name="Connector 22">
            <a:extLst xmlns:a="http://schemas.openxmlformats.org/drawingml/2006/main">
              <a:ext uri="{FF2B5EF4-FFF2-40B4-BE49-F238E27FC236}">
                <a16:creationId xmlns:a16="http://schemas.microsoft.com/office/drawing/2014/main" id="{05DF98B2-DA5A-47CC-992A-DD4E86FAC855}"/>
              </a:ext>
            </a:extLst>
          </p:cNvPr>
          <p:cNvSpPr>
            <a:spLocks xmlns:a="http://schemas.openxmlformats.org/drawingml/2006/main" noGrp="1"/>
          </p:cNvSpPr>
          <p:nvPr/>
        </p:nvSpPr>
        <p:spPr>
          <a:xfrm xmlns:a="http://schemas.openxmlformats.org/drawingml/2006/main">
            <a:off x="1613915" y="2624327"/>
            <a:ext cx="45724" cy="45724"/>
          </a:xfrm>
          <a:prstGeom xmlns:a="http://schemas.openxmlformats.org/drawingml/2006/main" prst="line">
            <a:avLst/>
          </a:prstGeom>
          <a:ln xmlns:a="http://schemas.openxmlformats.org/drawingml/2006/main" w="16510">
            <a:solidFill>
              <a:srgbClr val="FFFFF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554" name="Connector 23">
            <a:extLst xmlns:a="http://schemas.openxmlformats.org/drawingml/2006/main">
              <a:ext uri="{FF2B5EF4-FFF2-40B4-BE49-F238E27FC236}">
                <a16:creationId xmlns:a16="http://schemas.microsoft.com/office/drawing/2014/main" id="{031574C5-9550-4F86-99F7-86E07B4E99E5}"/>
              </a:ext>
            </a:extLst>
          </p:cNvPr>
          <p:cNvSpPr>
            <a:spLocks xmlns:a="http://schemas.openxmlformats.org/drawingml/2006/main" noGrp="1"/>
          </p:cNvSpPr>
          <p:nvPr/>
        </p:nvSpPr>
        <p:spPr>
          <a:xfrm xmlns:a="http://schemas.openxmlformats.org/drawingml/2006/main" flipV="1">
            <a:off x="1659633" y="2569464"/>
            <a:ext cx="82300" cy="100588"/>
          </a:xfrm>
          <a:prstGeom xmlns:a="http://schemas.openxmlformats.org/drawingml/2006/main" prst="line">
            <a:avLst/>
          </a:prstGeom>
          <a:ln xmlns:a="http://schemas.openxmlformats.org/drawingml/2006/main" w="16510">
            <a:solidFill>
              <a:srgbClr val="FFFFF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555" name="Connector 27">
            <a:extLst xmlns:a="http://schemas.openxmlformats.org/drawingml/2006/main">
              <a:ext uri="{FF2B5EF4-FFF2-40B4-BE49-F238E27FC236}">
                <a16:creationId xmlns:a16="http://schemas.microsoft.com/office/drawing/2014/main" id="{62BB7303-A8C2-41DB-8E7A-016AC6B7693B}"/>
              </a:ext>
            </a:extLst>
          </p:cNvPr>
          <p:cNvSpPr>
            <a:spLocks xmlns:a="http://schemas.openxmlformats.org/drawingml/2006/main" noGrp="1"/>
          </p:cNvSpPr>
          <p:nvPr/>
        </p:nvSpPr>
        <p:spPr>
          <a:xfrm xmlns:a="http://schemas.openxmlformats.org/drawingml/2006/main">
            <a:off x="1344166" y="2615183"/>
            <a:ext cx="192028" cy="4"/>
          </a:xfrm>
          <a:prstGeom xmlns:a="http://schemas.openxmlformats.org/drawingml/2006/main" prst="line">
            <a:avLst/>
          </a:prstGeom>
          <a:ln xmlns:a="http://schemas.openxmlformats.org/drawingml/2006/main" w="1651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556" name="TextBox 30">
            <a:extLst xmlns:a="http://schemas.openxmlformats.org/drawingml/2006/main">
              <a:ext uri="{FF2B5EF4-FFF2-40B4-BE49-F238E27FC236}">
                <a16:creationId xmlns:a16="http://schemas.microsoft.com/office/drawing/2014/main" id="{56539D96-F5A7-40B7-A75B-7184C6D15456}"/>
              </a:ext>
            </a:extLst>
          </p:cNvPr>
          <p:cNvSpPr>
            <a:spLocks xmlns:a="http://schemas.openxmlformats.org/drawingml/2006/main" noGrp="1"/>
          </p:cNvSpPr>
          <p:nvPr/>
        </p:nvSpPr>
        <p:spPr>
          <a:xfrm xmlns:a="http://schemas.openxmlformats.org/drawingml/2006/main">
            <a:off x="941830" y="3675886"/>
            <a:ext cx="2834646" cy="16104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100" b="1">
                <a:solidFill>
                  <a:srgbClr val="1FA873"/>
                </a:solidFill>
                <a:latin typeface="Helvetica Neue"/>
                <a:ea typeface="Helvetica Neue"/>
                <a:cs typeface="Helvetica Neue"/>
              </a:defRPr>
            </a:lvl1pPr>
          </a:lstStyle>
          <a:p xmlns:a="http://schemas.openxmlformats.org/drawingml/2006/main">
            <a:pPr>
              <a:buNone/>
            </a:pPr>
            <a:r>
              <a:t>ENEMIES SHAKE HANDS</a:t>
            </a:r>
          </a:p>
        </p:txBody>
      </p:sp>
      <p:sp>
        <p:nvSpPr>
          <p:cNvPr id="1557" name="TextBox 31">
            <a:extLst xmlns:a="http://schemas.openxmlformats.org/drawingml/2006/main">
              <a:ext uri="{FF2B5EF4-FFF2-40B4-BE49-F238E27FC236}">
                <a16:creationId xmlns:a16="http://schemas.microsoft.com/office/drawing/2014/main" id="{BB3FDB8E-4A66-4C76-AF5B-469E5CAB0C35}"/>
              </a:ext>
            </a:extLst>
          </p:cNvPr>
          <p:cNvSpPr>
            <a:spLocks xmlns:a="http://schemas.openxmlformats.org/drawingml/2006/main" noGrp="1"/>
          </p:cNvSpPr>
          <p:nvPr/>
        </p:nvSpPr>
        <p:spPr>
          <a:xfrm xmlns:a="http://schemas.openxmlformats.org/drawingml/2006/main">
            <a:off x="859536" y="4315967"/>
            <a:ext cx="2971801" cy="198412"/>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300" b="1">
                <a:solidFill>
                  <a:srgbClr val="1FA873"/>
                </a:solidFill>
                <a:latin typeface="Helvetica Neue"/>
                <a:ea typeface="Helvetica Neue"/>
                <a:cs typeface="Helvetica Neue"/>
              </a:defRPr>
            </a:pPr>
            <a:r>
              <a:t>• </a:t>
            </a:r>
            <a:r>
              <a:rPr>
                <a:solidFill>
                  <a:srgbClr val="111318"/>
                </a:solidFill>
              </a:rPr>
              <a:t>Cross-group agreement is valuable</a:t>
            </a:r>
          </a:p>
        </p:txBody>
      </p:sp>
      <p:sp>
        <p:nvSpPr>
          <p:cNvPr id="1558" name="TextBox 32">
            <a:extLst xmlns:a="http://schemas.openxmlformats.org/drawingml/2006/main">
              <a:ext uri="{FF2B5EF4-FFF2-40B4-BE49-F238E27FC236}">
                <a16:creationId xmlns:a16="http://schemas.microsoft.com/office/drawing/2014/main" id="{6D574B11-5698-4BC4-AF22-AED30D03ADE5}"/>
              </a:ext>
            </a:extLst>
          </p:cNvPr>
          <p:cNvSpPr>
            <a:spLocks xmlns:a="http://schemas.openxmlformats.org/drawingml/2006/main" noGrp="1"/>
          </p:cNvSpPr>
          <p:nvPr/>
        </p:nvSpPr>
        <p:spPr>
          <a:xfrm xmlns:a="http://schemas.openxmlformats.org/drawingml/2006/main">
            <a:off x="4261103" y="1572766"/>
            <a:ext cx="1920241" cy="136385"/>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900" b="1">
                <a:solidFill>
                  <a:srgbClr val="73777F"/>
                </a:solidFill>
                <a:latin typeface="Helvetica Neue"/>
                <a:ea typeface="Helvetica Neue"/>
                <a:cs typeface="Helvetica Neue"/>
              </a:defRPr>
            </a:lvl1pPr>
          </a:lstStyle>
          <a:p xmlns:a="http://schemas.openxmlformats.org/drawingml/2006/main">
            <a:pPr>
              <a:buNone/>
            </a:pPr>
            <a:r>
              <a:t>SELECTION BALANCE</a:t>
            </a:r>
          </a:p>
        </p:txBody>
      </p:sp>
      <p:sp>
        <p:nvSpPr>
          <p:cNvPr id="1559" name="TextBox 33">
            <a:extLst xmlns:a="http://schemas.openxmlformats.org/drawingml/2006/main">
              <a:ext uri="{FF2B5EF4-FFF2-40B4-BE49-F238E27FC236}">
                <a16:creationId xmlns:a16="http://schemas.microsoft.com/office/drawing/2014/main" id="{B4DE8629-D77F-43BB-80BE-DDB1B91E5A8D}"/>
              </a:ext>
            </a:extLst>
          </p:cNvPr>
          <p:cNvSpPr>
            <a:spLocks xmlns:a="http://schemas.openxmlformats.org/drawingml/2006/main" noGrp="1"/>
          </p:cNvSpPr>
          <p:nvPr/>
        </p:nvSpPr>
        <p:spPr>
          <a:xfrm xmlns:a="http://schemas.openxmlformats.org/drawingml/2006/main">
            <a:off x="4315967" y="1993392"/>
            <a:ext cx="1005840"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800" b="1">
                <a:solidFill>
                  <a:srgbClr val="73777F"/>
                </a:solidFill>
                <a:latin typeface="Helvetica Neue"/>
                <a:ea typeface="Helvetica Neue"/>
                <a:cs typeface="Helvetica Neue"/>
              </a:defRPr>
            </a:lvl1pPr>
          </a:lstStyle>
          <a:p xmlns:a="http://schemas.openxmlformats.org/drawingml/2006/main">
            <a:pPr>
              <a:buNone/>
            </a:pPr>
            <a:r>
              <a:t>BALANCED</a:t>
            </a:r>
          </a:p>
        </p:txBody>
      </p:sp>
      <p:sp>
        <p:nvSpPr>
          <p:cNvPr id="1560" name="Oval 34">
            <a:extLst xmlns:a="http://schemas.openxmlformats.org/drawingml/2006/main">
              <a:ext uri="{FF2B5EF4-FFF2-40B4-BE49-F238E27FC236}">
                <a16:creationId xmlns:a16="http://schemas.microsoft.com/office/drawing/2014/main" id="{0113C23A-49F5-4CFE-B41E-2045F4D7B2F1}"/>
              </a:ext>
            </a:extLst>
          </p:cNvPr>
          <p:cNvSpPr>
            <a:spLocks xmlns:a="http://schemas.openxmlformats.org/drawingml/2006/main" noGrp="1"/>
          </p:cNvSpPr>
          <p:nvPr/>
        </p:nvSpPr>
        <p:spPr>
          <a:xfrm xmlns:a="http://schemas.openxmlformats.org/drawingml/2006/main">
            <a:off x="4315967" y="2340864"/>
            <a:ext cx="96019" cy="96019"/>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561" name="Oval 35">
            <a:extLst xmlns:a="http://schemas.openxmlformats.org/drawingml/2006/main">
              <a:ext uri="{FF2B5EF4-FFF2-40B4-BE49-F238E27FC236}">
                <a16:creationId xmlns:a16="http://schemas.microsoft.com/office/drawing/2014/main" id="{89FE156C-243A-4C0F-9B63-0FB403E2D0DD}"/>
              </a:ext>
            </a:extLst>
          </p:cNvPr>
          <p:cNvSpPr>
            <a:spLocks xmlns:a="http://schemas.openxmlformats.org/drawingml/2006/main" noGrp="1"/>
          </p:cNvSpPr>
          <p:nvPr/>
        </p:nvSpPr>
        <p:spPr>
          <a:xfrm xmlns:a="http://schemas.openxmlformats.org/drawingml/2006/main">
            <a:off x="4507991" y="2340864"/>
            <a:ext cx="96019" cy="96019"/>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562" name="Oval 36">
            <a:extLst xmlns:a="http://schemas.openxmlformats.org/drawingml/2006/main">
              <a:ext uri="{FF2B5EF4-FFF2-40B4-BE49-F238E27FC236}">
                <a16:creationId xmlns:a16="http://schemas.microsoft.com/office/drawing/2014/main" id="{2E97A83B-0B2C-482B-84AC-700A093869A7}"/>
              </a:ext>
            </a:extLst>
          </p:cNvPr>
          <p:cNvSpPr>
            <a:spLocks xmlns:a="http://schemas.openxmlformats.org/drawingml/2006/main" noGrp="1"/>
          </p:cNvSpPr>
          <p:nvPr/>
        </p:nvSpPr>
        <p:spPr>
          <a:xfrm xmlns:a="http://schemas.openxmlformats.org/drawingml/2006/main">
            <a:off x="4700015" y="2340864"/>
            <a:ext cx="96019" cy="96019"/>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563" name="Oval 37">
            <a:extLst xmlns:a="http://schemas.openxmlformats.org/drawingml/2006/main">
              <a:ext uri="{FF2B5EF4-FFF2-40B4-BE49-F238E27FC236}">
                <a16:creationId xmlns:a16="http://schemas.microsoft.com/office/drawing/2014/main" id="{5ADD6B4D-7342-4E36-B39F-E6C4AC26E5EE}"/>
              </a:ext>
            </a:extLst>
          </p:cNvPr>
          <p:cNvSpPr>
            <a:spLocks xmlns:a="http://schemas.openxmlformats.org/drawingml/2006/main" noGrp="1"/>
          </p:cNvSpPr>
          <p:nvPr/>
        </p:nvSpPr>
        <p:spPr>
          <a:xfrm xmlns:a="http://schemas.openxmlformats.org/drawingml/2006/main">
            <a:off x="4892040" y="2340864"/>
            <a:ext cx="96019" cy="96019"/>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564" name="Oval 38">
            <a:extLst xmlns:a="http://schemas.openxmlformats.org/drawingml/2006/main">
              <a:ext uri="{FF2B5EF4-FFF2-40B4-BE49-F238E27FC236}">
                <a16:creationId xmlns:a16="http://schemas.microsoft.com/office/drawing/2014/main" id="{9E351F57-CA52-42E5-8186-633A37BE5A59}"/>
              </a:ext>
            </a:extLst>
          </p:cNvPr>
          <p:cNvSpPr>
            <a:spLocks xmlns:a="http://schemas.openxmlformats.org/drawingml/2006/main" noGrp="1"/>
          </p:cNvSpPr>
          <p:nvPr/>
        </p:nvSpPr>
        <p:spPr>
          <a:xfrm xmlns:a="http://schemas.openxmlformats.org/drawingml/2006/main">
            <a:off x="5084064" y="2340864"/>
            <a:ext cx="96019" cy="96019"/>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565" name="Oval 39">
            <a:extLst xmlns:a="http://schemas.openxmlformats.org/drawingml/2006/main">
              <a:ext uri="{FF2B5EF4-FFF2-40B4-BE49-F238E27FC236}">
                <a16:creationId xmlns:a16="http://schemas.microsoft.com/office/drawing/2014/main" id="{496C1DB3-EC89-4E66-A6AB-8FA9A453E775}"/>
              </a:ext>
            </a:extLst>
          </p:cNvPr>
          <p:cNvSpPr>
            <a:spLocks xmlns:a="http://schemas.openxmlformats.org/drawingml/2006/main" noGrp="1"/>
          </p:cNvSpPr>
          <p:nvPr/>
        </p:nvSpPr>
        <p:spPr>
          <a:xfrm xmlns:a="http://schemas.openxmlformats.org/drawingml/2006/main">
            <a:off x="5276088" y="2340864"/>
            <a:ext cx="96019" cy="96019"/>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566" name="Oval 40">
            <a:extLst xmlns:a="http://schemas.openxmlformats.org/drawingml/2006/main">
              <a:ext uri="{FF2B5EF4-FFF2-40B4-BE49-F238E27FC236}">
                <a16:creationId xmlns:a16="http://schemas.microsoft.com/office/drawing/2014/main" id="{460A0FA6-8DB9-47A5-A433-A7A2926CC2C6}"/>
              </a:ext>
            </a:extLst>
          </p:cNvPr>
          <p:cNvSpPr>
            <a:spLocks xmlns:a="http://schemas.openxmlformats.org/drawingml/2006/main" noGrp="1"/>
          </p:cNvSpPr>
          <p:nvPr/>
        </p:nvSpPr>
        <p:spPr>
          <a:xfrm xmlns:a="http://schemas.openxmlformats.org/drawingml/2006/main">
            <a:off x="5468110" y="2340864"/>
            <a:ext cx="96019" cy="96019"/>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567" name="Oval 41">
            <a:extLst xmlns:a="http://schemas.openxmlformats.org/drawingml/2006/main">
              <a:ext uri="{FF2B5EF4-FFF2-40B4-BE49-F238E27FC236}">
                <a16:creationId xmlns:a16="http://schemas.microsoft.com/office/drawing/2014/main" id="{A4405F13-62DA-4598-AD10-045DB7E57DD6}"/>
              </a:ext>
            </a:extLst>
          </p:cNvPr>
          <p:cNvSpPr>
            <a:spLocks xmlns:a="http://schemas.openxmlformats.org/drawingml/2006/main" noGrp="1"/>
          </p:cNvSpPr>
          <p:nvPr/>
        </p:nvSpPr>
        <p:spPr>
          <a:xfrm xmlns:a="http://schemas.openxmlformats.org/drawingml/2006/main">
            <a:off x="5660135" y="2340864"/>
            <a:ext cx="96019" cy="96019"/>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568" name="Oval 42">
            <a:extLst xmlns:a="http://schemas.openxmlformats.org/drawingml/2006/main">
              <a:ext uri="{FF2B5EF4-FFF2-40B4-BE49-F238E27FC236}">
                <a16:creationId xmlns:a16="http://schemas.microsoft.com/office/drawing/2014/main" id="{0AA71412-565B-4854-8F98-4FDDFF0A8FA8}"/>
              </a:ext>
            </a:extLst>
          </p:cNvPr>
          <p:cNvSpPr>
            <a:spLocks xmlns:a="http://schemas.openxmlformats.org/drawingml/2006/main" noGrp="1"/>
          </p:cNvSpPr>
          <p:nvPr/>
        </p:nvSpPr>
        <p:spPr>
          <a:xfrm xmlns:a="http://schemas.openxmlformats.org/drawingml/2006/main">
            <a:off x="5852159" y="2340864"/>
            <a:ext cx="96019" cy="96019"/>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569" name="Oval 43">
            <a:extLst xmlns:a="http://schemas.openxmlformats.org/drawingml/2006/main">
              <a:ext uri="{FF2B5EF4-FFF2-40B4-BE49-F238E27FC236}">
                <a16:creationId xmlns:a16="http://schemas.microsoft.com/office/drawing/2014/main" id="{60E3DDF2-A684-4EDF-87BB-AB5D4699F86F}"/>
              </a:ext>
            </a:extLst>
          </p:cNvPr>
          <p:cNvSpPr>
            <a:spLocks xmlns:a="http://schemas.openxmlformats.org/drawingml/2006/main" noGrp="1"/>
          </p:cNvSpPr>
          <p:nvPr/>
        </p:nvSpPr>
        <p:spPr>
          <a:xfrm xmlns:a="http://schemas.openxmlformats.org/drawingml/2006/main">
            <a:off x="6044183" y="2340864"/>
            <a:ext cx="96019" cy="96019"/>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570" name="TextBox 44">
            <a:extLst xmlns:a="http://schemas.openxmlformats.org/drawingml/2006/main">
              <a:ext uri="{FF2B5EF4-FFF2-40B4-BE49-F238E27FC236}">
                <a16:creationId xmlns:a16="http://schemas.microsoft.com/office/drawing/2014/main" id="{0B5866EB-C52A-4798-8927-623A338A47AA}"/>
              </a:ext>
            </a:extLst>
          </p:cNvPr>
          <p:cNvSpPr>
            <a:spLocks xmlns:a="http://schemas.openxmlformats.org/drawingml/2006/main" noGrp="1"/>
          </p:cNvSpPr>
          <p:nvPr/>
        </p:nvSpPr>
        <p:spPr>
          <a:xfrm xmlns:a="http://schemas.openxmlformats.org/drawingml/2006/main">
            <a:off x="4315967" y="2670048"/>
            <a:ext cx="2057403" cy="16104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100" b="1">
                <a:solidFill>
                  <a:srgbClr val="111318"/>
                </a:solidFill>
                <a:latin typeface="Helvetica Neue"/>
                <a:ea typeface="Helvetica Neue"/>
                <a:cs typeface="Helvetica Neue"/>
              </a:defRPr>
            </a:lvl1pPr>
          </a:lstStyle>
          <a:p xmlns:a="http://schemas.openxmlformats.org/drawingml/2006/main">
            <a:pPr>
              <a:buNone/>
            </a:pPr>
            <a:r>
              <a:t>πA = .50   πB = .50</a:t>
            </a:r>
          </a:p>
        </p:txBody>
      </p:sp>
      <p:sp>
        <p:nvSpPr>
          <p:cNvPr id="1571" name="TextBox 45">
            <a:extLst xmlns:a="http://schemas.openxmlformats.org/drawingml/2006/main">
              <a:ext uri="{FF2B5EF4-FFF2-40B4-BE49-F238E27FC236}">
                <a16:creationId xmlns:a16="http://schemas.microsoft.com/office/drawing/2014/main" id="{87761FAA-E1F6-4FC9-BFB9-BF10C79E8146}"/>
              </a:ext>
            </a:extLst>
          </p:cNvPr>
          <p:cNvSpPr>
            <a:spLocks xmlns:a="http://schemas.openxmlformats.org/drawingml/2006/main" noGrp="1"/>
          </p:cNvSpPr>
          <p:nvPr/>
        </p:nvSpPr>
        <p:spPr>
          <a:xfrm xmlns:a="http://schemas.openxmlformats.org/drawingml/2006/main">
            <a:off x="4315967" y="2990088"/>
            <a:ext cx="2514603" cy="235406"/>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600" b="1">
                <a:solidFill>
                  <a:srgbClr val="1FA873"/>
                </a:solidFill>
                <a:latin typeface="Helvetica Neue"/>
                <a:ea typeface="Helvetica Neue"/>
                <a:cs typeface="Helvetica Neue"/>
              </a:defRPr>
            </a:lvl1pPr>
          </a:lstStyle>
          <a:p xmlns:a="http://schemas.openxmlformats.org/drawingml/2006/main">
            <a:pPr>
              <a:buNone/>
            </a:pPr>
            <a:r>
              <a:t>2(.50)(.50) = 50%</a:t>
            </a:r>
          </a:p>
        </p:txBody>
      </p:sp>
      <p:sp>
        <p:nvSpPr>
          <p:cNvPr id="1572" name="TextBox 46">
            <a:extLst xmlns:a="http://schemas.openxmlformats.org/drawingml/2006/main">
              <a:ext uri="{FF2B5EF4-FFF2-40B4-BE49-F238E27FC236}">
                <a16:creationId xmlns:a16="http://schemas.microsoft.com/office/drawing/2014/main" id="{13BA0F1C-4DFD-4318-956E-98A362C5BE52}"/>
              </a:ext>
            </a:extLst>
          </p:cNvPr>
          <p:cNvSpPr>
            <a:spLocks xmlns:a="http://schemas.openxmlformats.org/drawingml/2006/main" noGrp="1"/>
          </p:cNvSpPr>
          <p:nvPr/>
        </p:nvSpPr>
        <p:spPr>
          <a:xfrm xmlns:a="http://schemas.openxmlformats.org/drawingml/2006/main">
            <a:off x="4315967" y="3566159"/>
            <a:ext cx="1005840"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800" b="1">
                <a:solidFill>
                  <a:srgbClr val="73777F"/>
                </a:solidFill>
                <a:latin typeface="Helvetica Neue"/>
                <a:ea typeface="Helvetica Neue"/>
                <a:cs typeface="Helvetica Neue"/>
              </a:defRPr>
            </a:lvl1pPr>
          </a:lstStyle>
          <a:p xmlns:a="http://schemas.openxmlformats.org/drawingml/2006/main">
            <a:pPr>
              <a:buNone/>
            </a:pPr>
            <a:r>
              <a:t>OBSERVED</a:t>
            </a:r>
          </a:p>
        </p:txBody>
      </p:sp>
      <p:sp>
        <p:nvSpPr>
          <p:cNvPr id="1573" name="Oval 47">
            <a:extLst xmlns:a="http://schemas.openxmlformats.org/drawingml/2006/main">
              <a:ext uri="{FF2B5EF4-FFF2-40B4-BE49-F238E27FC236}">
                <a16:creationId xmlns:a16="http://schemas.microsoft.com/office/drawing/2014/main" id="{C6586A55-9803-48FF-AC41-D9BDB500910F}"/>
              </a:ext>
            </a:extLst>
          </p:cNvPr>
          <p:cNvSpPr>
            <a:spLocks xmlns:a="http://schemas.openxmlformats.org/drawingml/2006/main" noGrp="1"/>
          </p:cNvSpPr>
          <p:nvPr/>
        </p:nvSpPr>
        <p:spPr>
          <a:xfrm xmlns:a="http://schemas.openxmlformats.org/drawingml/2006/main">
            <a:off x="4315967" y="3913632"/>
            <a:ext cx="96019" cy="96019"/>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574" name="Oval 48">
            <a:extLst xmlns:a="http://schemas.openxmlformats.org/drawingml/2006/main">
              <a:ext uri="{FF2B5EF4-FFF2-40B4-BE49-F238E27FC236}">
                <a16:creationId xmlns:a16="http://schemas.microsoft.com/office/drawing/2014/main" id="{47782642-DA69-4955-8B7F-B9448A63D9C7}"/>
              </a:ext>
            </a:extLst>
          </p:cNvPr>
          <p:cNvSpPr>
            <a:spLocks xmlns:a="http://schemas.openxmlformats.org/drawingml/2006/main" noGrp="1"/>
          </p:cNvSpPr>
          <p:nvPr/>
        </p:nvSpPr>
        <p:spPr>
          <a:xfrm xmlns:a="http://schemas.openxmlformats.org/drawingml/2006/main">
            <a:off x="4507991" y="3913632"/>
            <a:ext cx="96019" cy="96019"/>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575" name="Oval 49">
            <a:extLst xmlns:a="http://schemas.openxmlformats.org/drawingml/2006/main">
              <a:ext uri="{FF2B5EF4-FFF2-40B4-BE49-F238E27FC236}">
                <a16:creationId xmlns:a16="http://schemas.microsoft.com/office/drawing/2014/main" id="{B6260CB4-AC03-435B-94FB-0DF0EC71E90B}"/>
              </a:ext>
            </a:extLst>
          </p:cNvPr>
          <p:cNvSpPr>
            <a:spLocks xmlns:a="http://schemas.openxmlformats.org/drawingml/2006/main" noGrp="1"/>
          </p:cNvSpPr>
          <p:nvPr/>
        </p:nvSpPr>
        <p:spPr>
          <a:xfrm xmlns:a="http://schemas.openxmlformats.org/drawingml/2006/main">
            <a:off x="4700015" y="3913632"/>
            <a:ext cx="96019" cy="96019"/>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576" name="Oval 50">
            <a:extLst xmlns:a="http://schemas.openxmlformats.org/drawingml/2006/main">
              <a:ext uri="{FF2B5EF4-FFF2-40B4-BE49-F238E27FC236}">
                <a16:creationId xmlns:a16="http://schemas.microsoft.com/office/drawing/2014/main" id="{1293D3A1-67BE-41F7-A922-7E65149610D6}"/>
              </a:ext>
            </a:extLst>
          </p:cNvPr>
          <p:cNvSpPr>
            <a:spLocks xmlns:a="http://schemas.openxmlformats.org/drawingml/2006/main" noGrp="1"/>
          </p:cNvSpPr>
          <p:nvPr/>
        </p:nvSpPr>
        <p:spPr>
          <a:xfrm xmlns:a="http://schemas.openxmlformats.org/drawingml/2006/main">
            <a:off x="4892040" y="3913632"/>
            <a:ext cx="96019" cy="96019"/>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577" name="Oval 51">
            <a:extLst xmlns:a="http://schemas.openxmlformats.org/drawingml/2006/main">
              <a:ext uri="{FF2B5EF4-FFF2-40B4-BE49-F238E27FC236}">
                <a16:creationId xmlns:a16="http://schemas.microsoft.com/office/drawing/2014/main" id="{FED290BC-EFA4-4035-809F-3F7C25F32933}"/>
              </a:ext>
            </a:extLst>
          </p:cNvPr>
          <p:cNvSpPr>
            <a:spLocks xmlns:a="http://schemas.openxmlformats.org/drawingml/2006/main" noGrp="1"/>
          </p:cNvSpPr>
          <p:nvPr/>
        </p:nvSpPr>
        <p:spPr>
          <a:xfrm xmlns:a="http://schemas.openxmlformats.org/drawingml/2006/main">
            <a:off x="5084064" y="3913632"/>
            <a:ext cx="96019" cy="96019"/>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578" name="Oval 52">
            <a:extLst xmlns:a="http://schemas.openxmlformats.org/drawingml/2006/main">
              <a:ext uri="{FF2B5EF4-FFF2-40B4-BE49-F238E27FC236}">
                <a16:creationId xmlns:a16="http://schemas.microsoft.com/office/drawing/2014/main" id="{6F569C4C-67EA-4F9E-989F-9BAC9EAFCEA3}"/>
              </a:ext>
            </a:extLst>
          </p:cNvPr>
          <p:cNvSpPr>
            <a:spLocks xmlns:a="http://schemas.openxmlformats.org/drawingml/2006/main" noGrp="1"/>
          </p:cNvSpPr>
          <p:nvPr/>
        </p:nvSpPr>
        <p:spPr>
          <a:xfrm xmlns:a="http://schemas.openxmlformats.org/drawingml/2006/main">
            <a:off x="5276088" y="3913632"/>
            <a:ext cx="96019" cy="96019"/>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579" name="Oval 53">
            <a:extLst xmlns:a="http://schemas.openxmlformats.org/drawingml/2006/main">
              <a:ext uri="{FF2B5EF4-FFF2-40B4-BE49-F238E27FC236}">
                <a16:creationId xmlns:a16="http://schemas.microsoft.com/office/drawing/2014/main" id="{2F8FB299-559C-4173-B13A-666227B6061C}"/>
              </a:ext>
            </a:extLst>
          </p:cNvPr>
          <p:cNvSpPr>
            <a:spLocks xmlns:a="http://schemas.openxmlformats.org/drawingml/2006/main" noGrp="1"/>
          </p:cNvSpPr>
          <p:nvPr/>
        </p:nvSpPr>
        <p:spPr>
          <a:xfrm xmlns:a="http://schemas.openxmlformats.org/drawingml/2006/main">
            <a:off x="5468110" y="3913632"/>
            <a:ext cx="96019" cy="96019"/>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580" name="Oval 54">
            <a:extLst xmlns:a="http://schemas.openxmlformats.org/drawingml/2006/main">
              <a:ext uri="{FF2B5EF4-FFF2-40B4-BE49-F238E27FC236}">
                <a16:creationId xmlns:a16="http://schemas.microsoft.com/office/drawing/2014/main" id="{C7F3CCED-9572-4BA0-9F79-8379BC7DBBBB}"/>
              </a:ext>
            </a:extLst>
          </p:cNvPr>
          <p:cNvSpPr>
            <a:spLocks xmlns:a="http://schemas.openxmlformats.org/drawingml/2006/main" noGrp="1"/>
          </p:cNvSpPr>
          <p:nvPr/>
        </p:nvSpPr>
        <p:spPr>
          <a:xfrm xmlns:a="http://schemas.openxmlformats.org/drawingml/2006/main">
            <a:off x="5660135" y="3913632"/>
            <a:ext cx="96019" cy="96019"/>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581" name="Oval 55">
            <a:extLst xmlns:a="http://schemas.openxmlformats.org/drawingml/2006/main">
              <a:ext uri="{FF2B5EF4-FFF2-40B4-BE49-F238E27FC236}">
                <a16:creationId xmlns:a16="http://schemas.microsoft.com/office/drawing/2014/main" id="{0099B09D-41E4-4DC1-8502-BA2322E9E910}"/>
              </a:ext>
            </a:extLst>
          </p:cNvPr>
          <p:cNvSpPr>
            <a:spLocks xmlns:a="http://schemas.openxmlformats.org/drawingml/2006/main" noGrp="1"/>
          </p:cNvSpPr>
          <p:nvPr/>
        </p:nvSpPr>
        <p:spPr>
          <a:xfrm xmlns:a="http://schemas.openxmlformats.org/drawingml/2006/main">
            <a:off x="5852159" y="3913632"/>
            <a:ext cx="96019" cy="96019"/>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582" name="Oval 56">
            <a:extLst xmlns:a="http://schemas.openxmlformats.org/drawingml/2006/main">
              <a:ext uri="{FF2B5EF4-FFF2-40B4-BE49-F238E27FC236}">
                <a16:creationId xmlns:a16="http://schemas.microsoft.com/office/drawing/2014/main" id="{768AEA6D-2733-4339-8B44-3E51ACD2869E}"/>
              </a:ext>
            </a:extLst>
          </p:cNvPr>
          <p:cNvSpPr>
            <a:spLocks xmlns:a="http://schemas.openxmlformats.org/drawingml/2006/main" noGrp="1"/>
          </p:cNvSpPr>
          <p:nvPr/>
        </p:nvSpPr>
        <p:spPr>
          <a:xfrm xmlns:a="http://schemas.openxmlformats.org/drawingml/2006/main">
            <a:off x="6044183" y="3913632"/>
            <a:ext cx="96019" cy="96019"/>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583" name="TextBox 57">
            <a:extLst xmlns:a="http://schemas.openxmlformats.org/drawingml/2006/main">
              <a:ext uri="{FF2B5EF4-FFF2-40B4-BE49-F238E27FC236}">
                <a16:creationId xmlns:a16="http://schemas.microsoft.com/office/drawing/2014/main" id="{B9CDE8E7-7367-4155-AB35-E962A5B2BCE9}"/>
              </a:ext>
            </a:extLst>
          </p:cNvPr>
          <p:cNvSpPr>
            <a:spLocks xmlns:a="http://schemas.openxmlformats.org/drawingml/2006/main" noGrp="1"/>
          </p:cNvSpPr>
          <p:nvPr/>
        </p:nvSpPr>
        <p:spPr>
          <a:xfrm xmlns:a="http://schemas.openxmlformats.org/drawingml/2006/main">
            <a:off x="4315967" y="4242815"/>
            <a:ext cx="2057403" cy="16104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100" b="1">
                <a:solidFill>
                  <a:srgbClr val="111318"/>
                </a:solidFill>
                <a:latin typeface="Helvetica Neue"/>
                <a:ea typeface="Helvetica Neue"/>
                <a:cs typeface="Helvetica Neue"/>
              </a:defRPr>
            </a:lvl1pPr>
          </a:lstStyle>
          <a:p xmlns:a="http://schemas.openxmlformats.org/drawingml/2006/main">
            <a:pPr>
              <a:buNone/>
            </a:pPr>
            <a:r>
              <a:t>πA = .90   πB = .10</a:t>
            </a:r>
          </a:p>
        </p:txBody>
      </p:sp>
      <p:sp>
        <p:nvSpPr>
          <p:cNvPr id="1584" name="TextBox 58">
            <a:extLst xmlns:a="http://schemas.openxmlformats.org/drawingml/2006/main">
              <a:ext uri="{FF2B5EF4-FFF2-40B4-BE49-F238E27FC236}">
                <a16:creationId xmlns:a16="http://schemas.microsoft.com/office/drawing/2014/main" id="{01122E7E-41B5-405A-8D77-5EF40F2E1E65}"/>
              </a:ext>
            </a:extLst>
          </p:cNvPr>
          <p:cNvSpPr>
            <a:spLocks xmlns:a="http://schemas.openxmlformats.org/drawingml/2006/main" noGrp="1"/>
          </p:cNvSpPr>
          <p:nvPr/>
        </p:nvSpPr>
        <p:spPr>
          <a:xfrm xmlns:a="http://schemas.openxmlformats.org/drawingml/2006/main">
            <a:off x="4315967" y="4562854"/>
            <a:ext cx="2514603" cy="235406"/>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600" b="1">
                <a:solidFill>
                  <a:srgbClr val="FF705B"/>
                </a:solidFill>
                <a:latin typeface="Helvetica Neue"/>
                <a:ea typeface="Helvetica Neue"/>
                <a:cs typeface="Helvetica Neue"/>
              </a:defRPr>
            </a:lvl1pPr>
          </a:lstStyle>
          <a:p xmlns:a="http://schemas.openxmlformats.org/drawingml/2006/main">
            <a:pPr>
              <a:buNone/>
            </a:pPr>
            <a:r>
              <a:t>2(.90)(.10) = 18%</a:t>
            </a:r>
          </a:p>
        </p:txBody>
      </p:sp>
      <p:sp>
        <p:nvSpPr>
          <p:cNvPr id="1585" name="TextBox 59">
            <a:extLst xmlns:a="http://schemas.openxmlformats.org/drawingml/2006/main">
              <a:ext uri="{FF2B5EF4-FFF2-40B4-BE49-F238E27FC236}">
                <a16:creationId xmlns:a16="http://schemas.microsoft.com/office/drawing/2014/main" id="{CDE2C946-EACD-4C16-BE2F-27A337D30A7F}"/>
              </a:ext>
            </a:extLst>
          </p:cNvPr>
          <p:cNvSpPr>
            <a:spLocks xmlns:a="http://schemas.openxmlformats.org/drawingml/2006/main" noGrp="1"/>
          </p:cNvSpPr>
          <p:nvPr/>
        </p:nvSpPr>
        <p:spPr>
          <a:xfrm xmlns:a="http://schemas.openxmlformats.org/drawingml/2006/main">
            <a:off x="6629400" y="3145533"/>
            <a:ext cx="1188720" cy="677696"/>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2200" b="1">
                <a:solidFill>
                  <a:srgbClr val="111318"/>
                </a:solidFill>
                <a:latin typeface="Helvetica Neue"/>
                <a:ea typeface="Helvetica Neue"/>
                <a:cs typeface="Helvetica Neue"/>
              </a:defRPr>
            </a:lvl1pPr>
          </a:lstStyle>
          <a:p xmlns:a="http://schemas.openxmlformats.org/drawingml/2006/main">
            <a:pPr>
              <a:buNone/>
            </a:pPr>
            <a:r>
              <a:t>50%  →  18%</a:t>
            </a:r>
          </a:p>
        </p:txBody>
      </p:sp>
      <p:sp>
        <p:nvSpPr>
          <p:cNvPr id="1586" name="TextBox 60">
            <a:extLst xmlns:a="http://schemas.openxmlformats.org/drawingml/2006/main">
              <a:ext uri="{FF2B5EF4-FFF2-40B4-BE49-F238E27FC236}">
                <a16:creationId xmlns:a16="http://schemas.microsoft.com/office/drawing/2014/main" id="{BDF34594-BBE8-4F74-A31E-1E23F91C8450}"/>
              </a:ext>
            </a:extLst>
          </p:cNvPr>
          <p:cNvSpPr>
            <a:spLocks xmlns:a="http://schemas.openxmlformats.org/drawingml/2006/main" noGrp="1"/>
          </p:cNvSpPr>
          <p:nvPr/>
        </p:nvSpPr>
        <p:spPr>
          <a:xfrm xmlns:a="http://schemas.openxmlformats.org/drawingml/2006/main">
            <a:off x="8193023" y="1572766"/>
            <a:ext cx="2377444" cy="136385"/>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900" b="1">
                <a:solidFill>
                  <a:srgbClr val="73777F"/>
                </a:solidFill>
                <a:latin typeface="Helvetica Neue"/>
                <a:ea typeface="Helvetica Neue"/>
                <a:cs typeface="Helvetica Neue"/>
              </a:defRPr>
            </a:lvl1pPr>
          </a:lstStyle>
          <a:p xmlns:a="http://schemas.openxmlformats.org/drawingml/2006/main">
            <a:pPr>
              <a:buNone/>
            </a:pPr>
            <a:r>
              <a:t>THEN IT GETS MESSIER</a:t>
            </a:r>
          </a:p>
        </p:txBody>
      </p:sp>
      <p:sp>
        <p:nvSpPr>
          <p:cNvPr id="1587" name="TextBox 61">
            <a:extLst xmlns:a="http://schemas.openxmlformats.org/drawingml/2006/main">
              <a:ext uri="{FF2B5EF4-FFF2-40B4-BE49-F238E27FC236}">
                <a16:creationId xmlns:a16="http://schemas.microsoft.com/office/drawing/2014/main" id="{78B5B170-56CD-4E71-A832-3729E8B0391C}"/>
              </a:ext>
            </a:extLst>
          </p:cNvPr>
          <p:cNvSpPr>
            <a:spLocks xmlns:a="http://schemas.openxmlformats.org/drawingml/2006/main" noGrp="1"/>
          </p:cNvSpPr>
          <p:nvPr/>
        </p:nvSpPr>
        <p:spPr>
          <a:xfrm xmlns:a="http://schemas.openxmlformats.org/drawingml/2006/main">
            <a:off x="8229599" y="2039110"/>
            <a:ext cx="1051565" cy="136385"/>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900" b="1">
                <a:solidFill>
                  <a:srgbClr val="FF705B"/>
                </a:solidFill>
                <a:latin typeface="Helvetica Neue"/>
                <a:ea typeface="Helvetica Neue"/>
                <a:cs typeface="Helvetica Neue"/>
              </a:defRPr>
            </a:lvl1pPr>
          </a:lstStyle>
          <a:p xmlns:a="http://schemas.openxmlformats.org/drawingml/2006/main">
            <a:pPr>
              <a:buNone/>
            </a:pPr>
            <a:r>
              <a:t>PARTISAN</a:t>
            </a:r>
          </a:p>
        </p:txBody>
      </p:sp>
      <p:sp>
        <p:nvSpPr>
          <p:cNvPr id="1588" name="TextBox 62">
            <a:extLst xmlns:a="http://schemas.openxmlformats.org/drawingml/2006/main">
              <a:ext uri="{FF2B5EF4-FFF2-40B4-BE49-F238E27FC236}">
                <a16:creationId xmlns:a16="http://schemas.microsoft.com/office/drawing/2014/main" id="{C4792590-05C6-4973-9D5F-2A418E7D0CDC}"/>
              </a:ext>
            </a:extLst>
          </p:cNvPr>
          <p:cNvSpPr>
            <a:spLocks xmlns:a="http://schemas.openxmlformats.org/drawingml/2006/main" noGrp="1"/>
          </p:cNvSpPr>
          <p:nvPr/>
        </p:nvSpPr>
        <p:spPr>
          <a:xfrm xmlns:a="http://schemas.openxmlformats.org/drawingml/2006/main">
            <a:off x="8229599" y="2395727"/>
            <a:ext cx="1097285" cy="33126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2100" b="1">
                <a:solidFill>
                  <a:srgbClr val="FF705B"/>
                </a:solidFill>
                <a:latin typeface="Helvetica Neue"/>
                <a:ea typeface="Helvetica Neue"/>
                <a:cs typeface="Helvetica Neue"/>
              </a:defRPr>
            </a:pPr>
            <a:r>
              <a:t>f</a:t>
            </a:r>
            <a:r>
              <a:rPr>
                <a:latin typeface="+mn-lt"/>
                <a:ea typeface="+mn-lt"/>
                <a:cs typeface="+mn-lt"/>
              </a:rPr>
              <a:t>ᵤ </a:t>
            </a:r>
            <a:r>
              <a:t>· fₙ</a:t>
            </a:r>
          </a:p>
        </p:txBody>
      </p:sp>
      <p:sp>
        <p:nvSpPr>
          <p:cNvPr id="1589" name="TextBox 63">
            <a:extLst xmlns:a="http://schemas.openxmlformats.org/drawingml/2006/main">
              <a:ext uri="{FF2B5EF4-FFF2-40B4-BE49-F238E27FC236}">
                <a16:creationId xmlns:a16="http://schemas.microsoft.com/office/drawing/2014/main" id="{DA34AC33-39EF-464B-B332-0F40352D48D2}"/>
              </a:ext>
            </a:extLst>
          </p:cNvPr>
          <p:cNvSpPr>
            <a:spLocks xmlns:a="http://schemas.openxmlformats.org/drawingml/2006/main" noGrp="1"/>
          </p:cNvSpPr>
          <p:nvPr/>
        </p:nvSpPr>
        <p:spPr>
          <a:xfrm xmlns:a="http://schemas.openxmlformats.org/drawingml/2006/main">
            <a:off x="9372600" y="2468877"/>
            <a:ext cx="1874518" cy="18608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200" b="1">
                <a:solidFill>
                  <a:srgbClr val="111318"/>
                </a:solidFill>
                <a:latin typeface="Helvetica Neue"/>
                <a:ea typeface="Helvetica Neue"/>
                <a:cs typeface="Helvetica Neue"/>
              </a:defRPr>
            </a:lvl1pPr>
          </a:lstStyle>
          <a:p xmlns:a="http://schemas.openxmlformats.org/drawingml/2006/main">
            <a:pPr>
              <a:buNone/>
            </a:pPr>
            <a:r>
              <a:t>changes the credit</a:t>
            </a:r>
          </a:p>
        </p:txBody>
      </p:sp>
      <p:sp>
        <p:nvSpPr>
          <p:cNvPr id="1590" name="TextBox 64">
            <a:extLst xmlns:a="http://schemas.openxmlformats.org/drawingml/2006/main">
              <a:ext uri="{FF2B5EF4-FFF2-40B4-BE49-F238E27FC236}">
                <a16:creationId xmlns:a16="http://schemas.microsoft.com/office/drawing/2014/main" id="{D123B66E-0BEC-4A7F-B469-076F7D1ADDFE}"/>
              </a:ext>
            </a:extLst>
          </p:cNvPr>
          <p:cNvSpPr>
            <a:spLocks xmlns:a="http://schemas.openxmlformats.org/drawingml/2006/main" noGrp="1"/>
          </p:cNvSpPr>
          <p:nvPr/>
        </p:nvSpPr>
        <p:spPr>
          <a:xfrm xmlns:a="http://schemas.openxmlformats.org/drawingml/2006/main">
            <a:off x="8229599" y="2852927"/>
            <a:ext cx="2880365" cy="18608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200" b="1">
                <a:solidFill>
                  <a:srgbClr val="FF705B"/>
                </a:solidFill>
                <a:latin typeface="Helvetica Neue"/>
                <a:ea typeface="Helvetica Neue"/>
                <a:cs typeface="Helvetica Neue"/>
              </a:defRPr>
            </a:pPr>
            <a:r>
              <a:t>• </a:t>
            </a:r>
            <a:r>
              <a:rPr b="0">
                <a:solidFill>
                  <a:srgbClr val="73777F"/>
                </a:solidFill>
              </a:rPr>
              <a:t>The same click is interpreted differently</a:t>
            </a:r>
          </a:p>
        </p:txBody>
      </p:sp>
      <p:sp>
        <p:nvSpPr>
          <p:cNvPr id="1591" name="Connector 65">
            <a:extLst xmlns:a="http://schemas.openxmlformats.org/drawingml/2006/main">
              <a:ext uri="{FF2B5EF4-FFF2-40B4-BE49-F238E27FC236}">
                <a16:creationId xmlns:a16="http://schemas.microsoft.com/office/drawing/2014/main" id="{97AC7866-ECBB-4AC8-A74F-421B7284ADC1}"/>
              </a:ext>
            </a:extLst>
          </p:cNvPr>
          <p:cNvSpPr>
            <a:spLocks xmlns:a="http://schemas.openxmlformats.org/drawingml/2006/main" noGrp="1"/>
          </p:cNvSpPr>
          <p:nvPr/>
        </p:nvSpPr>
        <p:spPr>
          <a:xfrm xmlns:a="http://schemas.openxmlformats.org/drawingml/2006/main">
            <a:off x="8229599" y="3328414"/>
            <a:ext cx="3035812" cy="5"/>
          </a:xfrm>
          <a:prstGeom xmlns:a="http://schemas.openxmlformats.org/drawingml/2006/main" prst="line">
            <a:avLst/>
          </a:prstGeom>
          <a:ln xmlns:a="http://schemas.openxmlformats.org/drawingml/2006/main" w="1016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592" name="TextBox 66">
            <a:extLst xmlns:a="http://schemas.openxmlformats.org/drawingml/2006/main">
              <a:ext uri="{FF2B5EF4-FFF2-40B4-BE49-F238E27FC236}">
                <a16:creationId xmlns:a16="http://schemas.microsoft.com/office/drawing/2014/main" id="{C44F6006-7729-475A-82CB-251C4290555A}"/>
              </a:ext>
            </a:extLst>
          </p:cNvPr>
          <p:cNvSpPr>
            <a:spLocks xmlns:a="http://schemas.openxmlformats.org/drawingml/2006/main" noGrp="1"/>
          </p:cNvSpPr>
          <p:nvPr/>
        </p:nvSpPr>
        <p:spPr>
          <a:xfrm xmlns:a="http://schemas.openxmlformats.org/drawingml/2006/main">
            <a:off x="8229599" y="3639310"/>
            <a:ext cx="1051565" cy="136385"/>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900" b="1">
                <a:solidFill>
                  <a:srgbClr val="3977F6"/>
                </a:solidFill>
                <a:latin typeface="Helvetica Neue"/>
                <a:ea typeface="Helvetica Neue"/>
                <a:cs typeface="Helvetica Neue"/>
              </a:defRPr>
            </a:lvl1pPr>
          </a:lstStyle>
          <a:p xmlns:a="http://schemas.openxmlformats.org/drawingml/2006/main">
            <a:pPr>
              <a:buNone/>
            </a:pPr>
            <a:r>
              <a:t>ACTIVITY</a:t>
            </a:r>
          </a:p>
        </p:txBody>
      </p:sp>
      <p:sp>
        <p:nvSpPr>
          <p:cNvPr id="1593" name="TextBox 67">
            <a:extLst xmlns:a="http://schemas.openxmlformats.org/drawingml/2006/main">
              <a:ext uri="{FF2B5EF4-FFF2-40B4-BE49-F238E27FC236}">
                <a16:creationId xmlns:a16="http://schemas.microsoft.com/office/drawing/2014/main" id="{05364EB7-D4D3-4225-80C8-57A3AFD6A1FF}"/>
              </a:ext>
            </a:extLst>
          </p:cNvPr>
          <p:cNvSpPr>
            <a:spLocks xmlns:a="http://schemas.openxmlformats.org/drawingml/2006/main" noGrp="1"/>
          </p:cNvSpPr>
          <p:nvPr/>
        </p:nvSpPr>
        <p:spPr>
          <a:xfrm xmlns:a="http://schemas.openxmlformats.org/drawingml/2006/main">
            <a:off x="8229599" y="3968496"/>
            <a:ext cx="502923" cy="322464"/>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2100" b="1">
                <a:solidFill>
                  <a:srgbClr val="3977F6"/>
                </a:solidFill>
                <a:latin typeface="Helvetica Neue"/>
                <a:ea typeface="Helvetica Neue"/>
                <a:cs typeface="Helvetica Neue"/>
              </a:defRPr>
            </a:lvl1pPr>
          </a:lstStyle>
          <a:p xmlns:a="http://schemas.openxmlformats.org/drawingml/2006/main">
            <a:pPr>
              <a:buNone/>
            </a:pPr>
            <a:r>
              <a:t>πg</a:t>
            </a:r>
          </a:p>
        </p:txBody>
      </p:sp>
      <p:sp>
        <p:nvSpPr>
          <p:cNvPr id="1594" name="TextBox 68">
            <a:extLst xmlns:a="http://schemas.openxmlformats.org/drawingml/2006/main">
              <a:ext uri="{FF2B5EF4-FFF2-40B4-BE49-F238E27FC236}">
                <a16:creationId xmlns:a16="http://schemas.microsoft.com/office/drawing/2014/main" id="{1692A7A9-8AD9-4068-B67B-5E50118D06C2}"/>
              </a:ext>
            </a:extLst>
          </p:cNvPr>
          <p:cNvSpPr>
            <a:spLocks xmlns:a="http://schemas.openxmlformats.org/drawingml/2006/main" noGrp="1"/>
          </p:cNvSpPr>
          <p:nvPr/>
        </p:nvSpPr>
        <p:spPr>
          <a:xfrm xmlns:a="http://schemas.openxmlformats.org/drawingml/2006/main">
            <a:off x="8732518" y="4041647"/>
            <a:ext cx="2487172" cy="18608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200" b="1">
                <a:solidFill>
                  <a:srgbClr val="111318"/>
                </a:solidFill>
                <a:latin typeface="Helvetica Neue"/>
                <a:ea typeface="Helvetica Neue"/>
                <a:cs typeface="Helvetica Neue"/>
              </a:defRPr>
            </a:lvl1pPr>
          </a:lstStyle>
          <a:p xmlns:a="http://schemas.openxmlformats.org/drawingml/2006/main">
            <a:pPr>
              <a:buNone/>
            </a:pPr>
            <a:r>
              <a:t>follows ratings—not people</a:t>
            </a:r>
          </a:p>
        </p:txBody>
      </p:sp>
      <p:sp>
        <p:nvSpPr>
          <p:cNvPr id="1595" name="TextBox 69">
            <a:extLst xmlns:a="http://schemas.openxmlformats.org/drawingml/2006/main">
              <a:ext uri="{FF2B5EF4-FFF2-40B4-BE49-F238E27FC236}">
                <a16:creationId xmlns:a16="http://schemas.microsoft.com/office/drawing/2014/main" id="{0C253FDB-C32C-4108-B45C-AAE170BCB473}"/>
              </a:ext>
            </a:extLst>
          </p:cNvPr>
          <p:cNvSpPr>
            <a:spLocks xmlns:a="http://schemas.openxmlformats.org/drawingml/2006/main" noGrp="1"/>
          </p:cNvSpPr>
          <p:nvPr/>
        </p:nvSpPr>
        <p:spPr>
          <a:xfrm xmlns:a="http://schemas.openxmlformats.org/drawingml/2006/main">
            <a:off x="8229600" y="4443984"/>
            <a:ext cx="2834640" cy="18608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200" b="1">
                <a:solidFill>
                  <a:srgbClr val="3977F6"/>
                </a:solidFill>
                <a:latin typeface="Helvetica Neue"/>
                <a:ea typeface="Helvetica Neue"/>
                <a:cs typeface="Helvetica Neue"/>
              </a:defRPr>
            </a:pPr>
            <a:r>
              <a:t>• </a:t>
            </a:r>
            <a:r>
              <a:rPr b="0">
                <a:solidFill>
                  <a:srgbClr val="73777F"/>
                </a:solidFill>
              </a:rPr>
              <a:t>Active users represent each side</a:t>
            </a:r>
          </a:p>
        </p:txBody>
      </p:sp>
      <p:sp>
        <p:nvSpPr>
          <p:cNvPr id="1596" name="Connector 70">
            <a:extLst xmlns:a="http://schemas.openxmlformats.org/drawingml/2006/main">
              <a:ext uri="{FF2B5EF4-FFF2-40B4-BE49-F238E27FC236}">
                <a16:creationId xmlns:a16="http://schemas.microsoft.com/office/drawing/2014/main" id="{F60FB220-9EF5-4BB4-9628-E5BC1B23828A}"/>
              </a:ext>
            </a:extLst>
          </p:cNvPr>
          <p:cNvSpPr>
            <a:spLocks xmlns:a="http://schemas.openxmlformats.org/drawingml/2006/main" noGrp="1"/>
          </p:cNvSpPr>
          <p:nvPr/>
        </p:nvSpPr>
        <p:spPr>
          <a:xfrm xmlns:a="http://schemas.openxmlformats.org/drawingml/2006/main">
            <a:off x="749805" y="5230365"/>
            <a:ext cx="10680198" cy="7"/>
          </a:xfrm>
          <a:prstGeom xmlns:a="http://schemas.openxmlformats.org/drawingml/2006/main" prst="line">
            <a:avLst/>
          </a:prstGeom>
          <a:ln xmlns:a="http://schemas.openxmlformats.org/drawingml/2006/main" w="1270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597" name="TextBox 71">
            <a:extLst xmlns:a="http://schemas.openxmlformats.org/drawingml/2006/main">
              <a:ext uri="{FF2B5EF4-FFF2-40B4-BE49-F238E27FC236}">
                <a16:creationId xmlns:a16="http://schemas.microsoft.com/office/drawing/2014/main" id="{2F791A52-2222-47DA-9525-67770FD80779}"/>
              </a:ext>
            </a:extLst>
          </p:cNvPr>
          <p:cNvSpPr>
            <a:spLocks xmlns:a="http://schemas.openxmlformats.org/drawingml/2006/main" noGrp="1"/>
          </p:cNvSpPr>
          <p:nvPr/>
        </p:nvSpPr>
        <p:spPr>
          <a:xfrm xmlns:a="http://schemas.openxmlformats.org/drawingml/2006/main">
            <a:off x="2944366" y="5522976"/>
            <a:ext cx="6355085" cy="26043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lgn="ctr">
              <a:buNone/>
              <a:defRPr sz="1700" b="1">
                <a:solidFill>
                  <a:srgbClr val="1FA873"/>
                </a:solidFill>
                <a:latin typeface="Helvetica Neue"/>
                <a:ea typeface="Helvetica Neue"/>
                <a:cs typeface="Helvetica Neue"/>
              </a:defRPr>
            </a:pPr>
            <a:r>
              <a:t>• </a:t>
            </a:r>
            <a:r>
              <a:rPr>
                <a:solidFill>
                  <a:srgbClr val="111318"/>
                </a:solidFill>
              </a:rPr>
              <a:t>Keep consent. Make representation explicit.</a:t>
            </a:r>
          </a:p>
        </p:txBody>
      </p:sp>
      <p:sp>
        <p:nvSpPr>
          <p:cNvPr id="1598" name="TextBox 72">
            <a:extLst xmlns:a="http://schemas.openxmlformats.org/drawingml/2006/main">
              <a:ext uri="{FF2B5EF4-FFF2-40B4-BE49-F238E27FC236}">
                <a16:creationId xmlns:a16="http://schemas.microsoft.com/office/drawing/2014/main" id="{D872B6FD-290B-418F-9B0F-5B3EACDEC37C}"/>
              </a:ext>
            </a:extLst>
          </p:cNvPr>
          <p:cNvSpPr>
            <a:spLocks xmlns:a="http://schemas.openxmlformats.org/drawingml/2006/main" noGrp="1"/>
          </p:cNvSpPr>
          <p:nvPr/>
        </p:nvSpPr>
        <p:spPr>
          <a:xfrm xmlns:a="http://schemas.openxmlformats.org/drawingml/2006/main">
            <a:off x="621792" y="6437376"/>
            <a:ext cx="10881360"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800">
                <a:solidFill>
                  <a:srgbClr val="73777F"/>
                </a:solidFill>
                <a:latin typeface="Helvetica Neue"/>
                <a:ea typeface="Helvetica Neue"/>
                <a:cs typeface="Helvetica Neue"/>
              </a:defRPr>
            </a:lvl1pPr>
          </a:lstStyle>
          <a:p xmlns:a="http://schemas.openxmlformats.org/drawingml/2006/main">
            <a:pPr>
              <a:buNone/>
            </a:pPr>
            <a:r>
              <a:t>• Toy illustration—not the Community Notes scoring formula; Buterin (2023); Wojcik et al. (2022); Nudo et al. (2026)</a:t>
            </a:r>
          </a:p>
        </p:txBody>
      </p:sp>
      <p:sp>
        <p:nvSpPr>
          <p:cNvPr id="1599" name="Oval 21">
            <a:extLst xmlns:a="http://schemas.openxmlformats.org/drawingml/2006/main">
              <a:ext uri="{FF2B5EF4-FFF2-40B4-BE49-F238E27FC236}">
                <a16:creationId xmlns:a16="http://schemas.microsoft.com/office/drawing/2014/main" id="{0C9DC3F0-D3B9-4470-882F-7DC186353F45}"/>
              </a:ext>
            </a:extLst>
          </p:cNvPr>
          <p:cNvSpPr>
            <a:spLocks xmlns:a="http://schemas.openxmlformats.org/drawingml/2006/main" noGrp="1"/>
          </p:cNvSpPr>
          <p:nvPr/>
        </p:nvSpPr>
        <p:spPr>
          <a:xfrm xmlns:a="http://schemas.openxmlformats.org/drawingml/2006/main">
            <a:off x="2884696" y="2514599"/>
            <a:ext cx="201175" cy="201175"/>
          </a:xfrm>
          <a:prstGeom xmlns:a="http://schemas.openxmlformats.org/drawingml/2006/main" prst="ellipse">
            <a:avLst/>
          </a:prstGeom>
          <a:solidFill xmlns:a="http://schemas.openxmlformats.org/drawingml/2006/main">
            <a:srgbClr val="1FA873"/>
          </a:solidFill>
          <a:ln xmlns:a="http://schemas.openxmlformats.org/drawingml/2006/main" w="10160">
            <a:solidFill>
              <a:srgbClr val="1FA873"/>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600" name="Connector 22">
            <a:extLst xmlns:a="http://schemas.openxmlformats.org/drawingml/2006/main">
              <a:ext uri="{FF2B5EF4-FFF2-40B4-BE49-F238E27FC236}">
                <a16:creationId xmlns:a16="http://schemas.microsoft.com/office/drawing/2014/main" id="{FF643655-81CE-4548-A30D-252D989EA0CF}"/>
              </a:ext>
            </a:extLst>
          </p:cNvPr>
          <p:cNvSpPr>
            <a:spLocks xmlns:a="http://schemas.openxmlformats.org/drawingml/2006/main" noGrp="1"/>
          </p:cNvSpPr>
          <p:nvPr/>
        </p:nvSpPr>
        <p:spPr>
          <a:xfrm xmlns:a="http://schemas.openxmlformats.org/drawingml/2006/main">
            <a:off x="2925845" y="2624327"/>
            <a:ext cx="45724" cy="45724"/>
          </a:xfrm>
          <a:prstGeom xmlns:a="http://schemas.openxmlformats.org/drawingml/2006/main" prst="line">
            <a:avLst/>
          </a:prstGeom>
          <a:ln xmlns:a="http://schemas.openxmlformats.org/drawingml/2006/main" w="16510">
            <a:solidFill>
              <a:srgbClr val="FFFFF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601" name="Connector 23">
            <a:extLst xmlns:a="http://schemas.openxmlformats.org/drawingml/2006/main">
              <a:ext uri="{FF2B5EF4-FFF2-40B4-BE49-F238E27FC236}">
                <a16:creationId xmlns:a16="http://schemas.microsoft.com/office/drawing/2014/main" id="{14F36C16-86BC-4D06-80AE-F119D14A5A28}"/>
              </a:ext>
            </a:extLst>
          </p:cNvPr>
          <p:cNvSpPr>
            <a:spLocks xmlns:a="http://schemas.openxmlformats.org/drawingml/2006/main" noGrp="1"/>
          </p:cNvSpPr>
          <p:nvPr/>
        </p:nvSpPr>
        <p:spPr>
          <a:xfrm xmlns:a="http://schemas.openxmlformats.org/drawingml/2006/main" flipV="1">
            <a:off x="2971563" y="2569464"/>
            <a:ext cx="82300" cy="100588"/>
          </a:xfrm>
          <a:prstGeom xmlns:a="http://schemas.openxmlformats.org/drawingml/2006/main" prst="line">
            <a:avLst/>
          </a:prstGeom>
          <a:ln xmlns:a="http://schemas.openxmlformats.org/drawingml/2006/main" w="16510">
            <a:solidFill>
              <a:srgbClr val="FFFFF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602" name="Connector 27">
            <a:extLst xmlns:a="http://schemas.openxmlformats.org/drawingml/2006/main">
              <a:ext uri="{FF2B5EF4-FFF2-40B4-BE49-F238E27FC236}">
                <a16:creationId xmlns:a16="http://schemas.microsoft.com/office/drawing/2014/main" id="{00DE2C34-A96B-4755-BE58-86436CF8CCDE}"/>
              </a:ext>
            </a:extLst>
          </p:cNvPr>
          <p:cNvSpPr>
            <a:spLocks xmlns:a="http://schemas.openxmlformats.org/drawingml/2006/main" noGrp="1"/>
          </p:cNvSpPr>
          <p:nvPr/>
        </p:nvSpPr>
        <p:spPr>
          <a:xfrm xmlns:a="http://schemas.openxmlformats.org/drawingml/2006/main">
            <a:off x="3134853" y="2615119"/>
            <a:ext cx="192029" cy="4"/>
          </a:xfrm>
          <a:prstGeom xmlns:a="http://schemas.openxmlformats.org/drawingml/2006/main" prst="line">
            <a:avLst/>
          </a:prstGeom>
          <a:ln xmlns:a="http://schemas.openxmlformats.org/drawingml/2006/main" w="16510">
            <a:solidFill>
              <a:srgbClr val="EE7963"/>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603" name="Rectangle">
            <a:extLst xmlns:a="http://schemas.openxmlformats.org/drawingml/2006/main">
              <a:ext uri="{FF2B5EF4-FFF2-40B4-BE49-F238E27FC236}">
                <a16:creationId xmlns:a16="http://schemas.microsoft.com/office/drawing/2014/main" id="{E10AA349-689E-48CC-BDEB-A3F061AD2A43}"/>
              </a:ext>
            </a:extLst>
          </p:cNvPr>
          <p:cNvSpPr>
            <a:spLocks xmlns:a="http://schemas.openxmlformats.org/drawingml/2006/main" noGrp="1"/>
          </p:cNvSpPr>
          <p:nvPr/>
        </p:nvSpPr>
        <p:spPr>
          <a:xfrm xmlns:a="http://schemas.openxmlformats.org/drawingml/2006/main">
            <a:off x="3742044" y="1460621"/>
            <a:ext cx="8005737" cy="3644148"/>
          </a:xfrm>
          <a:prstGeom xmlns:a="http://schemas.openxmlformats.org/drawingml/2006/main" prst="rect">
            <a:avLst/>
          </a:prstGeom>
          <a:solidFill xmlns:a="http://schemas.openxmlformats.org/drawingml/2006/main">
            <a:srgbClr val="FFFFFF"/>
          </a:solidFill>
          <a:ln xmlns:a="http://schemas.openxmlformats.org/drawingml/2006/main" w="12700"/>
        </p:spPr>
        <p:txBody>
          <a:bodyPr xmlns:a="http://schemas.openxmlformats.org/drawingml/2006/main" lIns="45718" tIns="45718" rIns="45718" bIns="45718" anchor="ctr"/>
          <a:lstStyle xmlns:a="http://schemas.openxmlformats.org/drawingml/2006/main"/>
          <a:p xmlns:a="http://schemas.openxmlformats.org/drawingml/2006/main">
            <a:pPr>
              <a:buNone/>
              <a:defRPr>
                <a:latin typeface="+mn-lt"/>
                <a:ea typeface="+mn-lt"/>
                <a:cs typeface="+mn-lt"/>
              </a:defRPr>
            </a:pPr>
          </a:p>
        </p:txBody>
      </p:sp>
    </p:spTree>
    <p:extLst>
      <p:ext uri="{BB962C8B-B14F-4D97-AF65-F5344CB8AC3E}">
        <p14:creationId xmlns:p14="http://schemas.microsoft.com/office/powerpoint/2010/main" val="1427051039"/>
      </p:ext>
    </p:extLst>
  </p:cSld>
</p:sld>
</file>

<file path=ppt/slides/slide18.xml><?xml version="1.0" encoding="utf-8"?>
<p:sld xmlns:p="http://schemas.openxmlformats.org/presentationml/2006/main" showMasterSp="1">
  <p:cSld>
    <p:spTree>
      <p:nvGrpSpPr>
        <p:cNvPr id="1" name=""/>
        <p:cNvGrpSpPr/>
        <p:nvPr/>
      </p:nvGrpSpPr>
      <p:grpSpPr>
        <a:xfrm xmlns:a="http://schemas.openxmlformats.org/drawingml/2006/main"/>
      </p:grpSpPr>
      <p:sp>
        <p:nvSpPr>
          <p:cNvPr id="1605" name="TextBox 1">
            <a:extLst xmlns:a="http://schemas.openxmlformats.org/drawingml/2006/main">
              <a:ext uri="{FF2B5EF4-FFF2-40B4-BE49-F238E27FC236}">
                <a16:creationId xmlns:a16="http://schemas.microsoft.com/office/drawing/2014/main" id="{A925FC98-19FA-4AC2-A5F2-FD057455D1CE}"/>
              </a:ext>
            </a:extLst>
          </p:cNvPr>
          <p:cNvSpPr>
            <a:spLocks xmlns:a="http://schemas.openxmlformats.org/drawingml/2006/main" noGrp="1"/>
          </p:cNvSpPr>
          <p:nvPr/>
        </p:nvSpPr>
        <p:spPr>
          <a:xfrm xmlns:a="http://schemas.openxmlformats.org/drawingml/2006/main">
            <a:off x="603500" y="420623"/>
            <a:ext cx="4389127" cy="14871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000" b="1">
                <a:solidFill>
                  <a:srgbClr val="73777F"/>
                </a:solidFill>
                <a:latin typeface="Helvetica Neue"/>
                <a:ea typeface="Helvetica Neue"/>
                <a:cs typeface="Helvetica Neue"/>
              </a:defRPr>
            </a:lvl1pPr>
          </a:lstStyle>
          <a:p xmlns:a="http://schemas.openxmlformats.org/drawingml/2006/main">
            <a:pPr>
              <a:buNone/>
            </a:pPr>
            <a:r>
              <a:t>BRIDGING, REFRAMED</a:t>
            </a:r>
          </a:p>
        </p:txBody>
      </p:sp>
      <p:sp>
        <p:nvSpPr>
          <p:cNvPr id="1606" name="TextBox 2">
            <a:extLst xmlns:a="http://schemas.openxmlformats.org/drawingml/2006/main">
              <a:ext uri="{FF2B5EF4-FFF2-40B4-BE49-F238E27FC236}">
                <a16:creationId xmlns:a16="http://schemas.microsoft.com/office/drawing/2014/main" id="{EF174249-3CC1-4CF3-AF37-D7C1242BDB80}"/>
              </a:ext>
            </a:extLst>
          </p:cNvPr>
          <p:cNvSpPr>
            <a:spLocks xmlns:a="http://schemas.openxmlformats.org/drawingml/2006/main" noGrp="1"/>
          </p:cNvSpPr>
          <p:nvPr/>
        </p:nvSpPr>
        <p:spPr>
          <a:xfrm xmlns:a="http://schemas.openxmlformats.org/drawingml/2006/main">
            <a:off x="603504" y="786383"/>
            <a:ext cx="10515601" cy="458849"/>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3000" b="1">
                <a:solidFill>
                  <a:srgbClr val="111318"/>
                </a:solidFill>
                <a:latin typeface="Helvetica Neue"/>
                <a:ea typeface="Helvetica Neue"/>
                <a:cs typeface="Helvetica Neue"/>
              </a:defRPr>
            </a:lvl1pPr>
          </a:lstStyle>
          <a:p xmlns:a="http://schemas.openxmlformats.org/drawingml/2006/main">
            <a:pPr>
              <a:buNone/>
            </a:pPr>
            <a:r>
              <a:t>The handshake is right. The electorate is not.</a:t>
            </a:r>
          </a:p>
        </p:txBody>
      </p:sp>
      <p:sp>
        <p:nvSpPr>
          <p:cNvPr id="1607" name="TextBox 3">
            <a:extLst xmlns:a="http://schemas.openxmlformats.org/drawingml/2006/main">
              <a:ext uri="{FF2B5EF4-FFF2-40B4-BE49-F238E27FC236}">
                <a16:creationId xmlns:a16="http://schemas.microsoft.com/office/drawing/2014/main" id="{D043ADEE-7BD6-4FB5-B73E-06D03731CFAB}"/>
              </a:ext>
            </a:extLst>
          </p:cNvPr>
          <p:cNvSpPr>
            <a:spLocks xmlns:a="http://schemas.openxmlformats.org/drawingml/2006/main" noGrp="1"/>
          </p:cNvSpPr>
          <p:nvPr/>
        </p:nvSpPr>
        <p:spPr>
          <a:xfrm xmlns:a="http://schemas.openxmlformats.org/drawingml/2006/main">
            <a:off x="11082528" y="457198"/>
            <a:ext cx="438916" cy="136385"/>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r">
              <a:buNone/>
              <a:defRPr sz="900" b="1">
                <a:solidFill>
                  <a:srgbClr val="73777F"/>
                </a:solidFill>
                <a:latin typeface="Helvetica Neue"/>
                <a:ea typeface="Helvetica Neue"/>
                <a:cs typeface="Helvetica Neue"/>
              </a:defRPr>
            </a:lvl1pPr>
          </a:lstStyle>
          <a:p xmlns:a="http://schemas.openxmlformats.org/drawingml/2006/main">
            <a:pPr>
              <a:buNone/>
            </a:pPr>
            <a:r>
              <a:t>06</a:t>
            </a:r>
          </a:p>
        </p:txBody>
      </p:sp>
      <p:sp>
        <p:nvSpPr>
          <p:cNvPr id="1608" name="Connector 4">
            <a:extLst xmlns:a="http://schemas.openxmlformats.org/drawingml/2006/main">
              <a:ext uri="{FF2B5EF4-FFF2-40B4-BE49-F238E27FC236}">
                <a16:creationId xmlns:a16="http://schemas.microsoft.com/office/drawing/2014/main" id="{C8327876-B2AF-442A-93B3-7DF0F09C4B42}"/>
              </a:ext>
            </a:extLst>
          </p:cNvPr>
          <p:cNvSpPr>
            <a:spLocks xmlns:a="http://schemas.openxmlformats.org/drawingml/2006/main" noGrp="1"/>
          </p:cNvSpPr>
          <p:nvPr/>
        </p:nvSpPr>
        <p:spPr>
          <a:xfrm xmlns:a="http://schemas.openxmlformats.org/drawingml/2006/main" flipH="1">
            <a:off x="4005070" y="1554478"/>
            <a:ext cx="5" cy="3456437"/>
          </a:xfrm>
          <a:prstGeom xmlns:a="http://schemas.openxmlformats.org/drawingml/2006/main" prst="line">
            <a:avLst/>
          </a:prstGeom>
          <a:ln xmlns:a="http://schemas.openxmlformats.org/drawingml/2006/main" w="1270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609" name="Connector 5">
            <a:extLst xmlns:a="http://schemas.openxmlformats.org/drawingml/2006/main">
              <a:ext uri="{FF2B5EF4-FFF2-40B4-BE49-F238E27FC236}">
                <a16:creationId xmlns:a16="http://schemas.microsoft.com/office/drawing/2014/main" id="{19CF54AA-7993-42CC-A220-51BA401684F0}"/>
              </a:ext>
            </a:extLst>
          </p:cNvPr>
          <p:cNvSpPr>
            <a:spLocks xmlns:a="http://schemas.openxmlformats.org/drawingml/2006/main" noGrp="1"/>
          </p:cNvSpPr>
          <p:nvPr/>
        </p:nvSpPr>
        <p:spPr>
          <a:xfrm xmlns:a="http://schemas.openxmlformats.org/drawingml/2006/main">
            <a:off x="8010141" y="1554478"/>
            <a:ext cx="5" cy="3456437"/>
          </a:xfrm>
          <a:prstGeom xmlns:a="http://schemas.openxmlformats.org/drawingml/2006/main" prst="line">
            <a:avLst/>
          </a:prstGeom>
          <a:ln xmlns:a="http://schemas.openxmlformats.org/drawingml/2006/main" w="1270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610" name="TextBox 6">
            <a:extLst xmlns:a="http://schemas.openxmlformats.org/drawingml/2006/main">
              <a:ext uri="{FF2B5EF4-FFF2-40B4-BE49-F238E27FC236}">
                <a16:creationId xmlns:a16="http://schemas.microsoft.com/office/drawing/2014/main" id="{174F4A0A-E495-462D-80C0-B832FB7F26B6}"/>
              </a:ext>
            </a:extLst>
          </p:cNvPr>
          <p:cNvSpPr>
            <a:spLocks xmlns:a="http://schemas.openxmlformats.org/drawingml/2006/main" noGrp="1"/>
          </p:cNvSpPr>
          <p:nvPr/>
        </p:nvSpPr>
        <p:spPr>
          <a:xfrm xmlns:a="http://schemas.openxmlformats.org/drawingml/2006/main">
            <a:off x="768094" y="1572766"/>
            <a:ext cx="1645924" cy="136385"/>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900" b="1">
                <a:solidFill>
                  <a:srgbClr val="73777F"/>
                </a:solidFill>
                <a:latin typeface="Helvetica Neue"/>
                <a:ea typeface="Helvetica Neue"/>
                <a:cs typeface="Helvetica Neue"/>
              </a:defRPr>
            </a:lvl1pPr>
          </a:lstStyle>
          <a:p xmlns:a="http://schemas.openxmlformats.org/drawingml/2006/main">
            <a:pPr>
              <a:buNone/>
            </a:pPr>
            <a:r>
              <a:t>GOOD INSTINCT</a:t>
            </a:r>
          </a:p>
        </p:txBody>
      </p:sp>
      <p:sp>
        <p:nvSpPr>
          <p:cNvPr id="1611" name="Oval 7">
            <a:extLst xmlns:a="http://schemas.openxmlformats.org/drawingml/2006/main">
              <a:ext uri="{FF2B5EF4-FFF2-40B4-BE49-F238E27FC236}">
                <a16:creationId xmlns:a16="http://schemas.microsoft.com/office/drawing/2014/main" id="{7BBCC367-F0D5-4B65-83DF-A72A0A8FC799}"/>
              </a:ext>
            </a:extLst>
          </p:cNvPr>
          <p:cNvSpPr>
            <a:spLocks xmlns:a="http://schemas.openxmlformats.org/drawingml/2006/main" noGrp="1"/>
          </p:cNvSpPr>
          <p:nvPr/>
        </p:nvSpPr>
        <p:spPr>
          <a:xfrm xmlns:a="http://schemas.openxmlformats.org/drawingml/2006/main">
            <a:off x="960119" y="2240277"/>
            <a:ext cx="164599" cy="164599"/>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612" name="Connector 8">
            <a:extLst xmlns:a="http://schemas.openxmlformats.org/drawingml/2006/main">
              <a:ext uri="{FF2B5EF4-FFF2-40B4-BE49-F238E27FC236}">
                <a16:creationId xmlns:a16="http://schemas.microsoft.com/office/drawing/2014/main" id="{880D2E9A-A179-425B-B200-60810373DA3F}"/>
              </a:ext>
            </a:extLst>
          </p:cNvPr>
          <p:cNvSpPr>
            <a:spLocks xmlns:a="http://schemas.openxmlformats.org/drawingml/2006/main" noGrp="1"/>
          </p:cNvSpPr>
          <p:nvPr/>
        </p:nvSpPr>
        <p:spPr>
          <a:xfrm xmlns:a="http://schemas.openxmlformats.org/drawingml/2006/main">
            <a:off x="1042412" y="2404872"/>
            <a:ext cx="5" cy="271580"/>
          </a:xfrm>
          <a:prstGeom xmlns:a="http://schemas.openxmlformats.org/drawingml/2006/main" prst="line">
            <a:avLst/>
          </a:prstGeom>
          <a:ln xmlns:a="http://schemas.openxmlformats.org/drawingml/2006/main" w="1905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613" name="Connector 9">
            <a:extLst xmlns:a="http://schemas.openxmlformats.org/drawingml/2006/main">
              <a:ext uri="{FF2B5EF4-FFF2-40B4-BE49-F238E27FC236}">
                <a16:creationId xmlns:a16="http://schemas.microsoft.com/office/drawing/2014/main" id="{179F0D01-D480-4CCB-967C-94CCE6C7B27E}"/>
              </a:ext>
            </a:extLst>
          </p:cNvPr>
          <p:cNvSpPr>
            <a:spLocks xmlns:a="http://schemas.openxmlformats.org/drawingml/2006/main" noGrp="1"/>
          </p:cNvSpPr>
          <p:nvPr/>
        </p:nvSpPr>
        <p:spPr>
          <a:xfrm xmlns:a="http://schemas.openxmlformats.org/drawingml/2006/main">
            <a:off x="927199" y="2520083"/>
            <a:ext cx="230433" cy="4"/>
          </a:xfrm>
          <a:prstGeom xmlns:a="http://schemas.openxmlformats.org/drawingml/2006/main" prst="line">
            <a:avLst/>
          </a:prstGeom>
          <a:ln xmlns:a="http://schemas.openxmlformats.org/drawingml/2006/main" w="1905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614" name="Connector 10">
            <a:extLst xmlns:a="http://schemas.openxmlformats.org/drawingml/2006/main">
              <a:ext uri="{FF2B5EF4-FFF2-40B4-BE49-F238E27FC236}">
                <a16:creationId xmlns:a16="http://schemas.microsoft.com/office/drawing/2014/main" id="{B5E5E1C9-4C3A-42C0-84FE-FF3822DA2C0A}"/>
              </a:ext>
            </a:extLst>
          </p:cNvPr>
          <p:cNvSpPr>
            <a:spLocks xmlns:a="http://schemas.openxmlformats.org/drawingml/2006/main" noGrp="1"/>
          </p:cNvSpPr>
          <p:nvPr/>
        </p:nvSpPr>
        <p:spPr>
          <a:xfrm xmlns:a="http://schemas.openxmlformats.org/drawingml/2006/main" flipH="1">
            <a:off x="935430" y="2676448"/>
            <a:ext cx="106988" cy="172826"/>
          </a:xfrm>
          <a:prstGeom xmlns:a="http://schemas.openxmlformats.org/drawingml/2006/main" prst="line">
            <a:avLst/>
          </a:prstGeom>
          <a:ln xmlns:a="http://schemas.openxmlformats.org/drawingml/2006/main" w="1905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615" name="Connector 11">
            <a:extLst xmlns:a="http://schemas.openxmlformats.org/drawingml/2006/main">
              <a:ext uri="{FF2B5EF4-FFF2-40B4-BE49-F238E27FC236}">
                <a16:creationId xmlns:a16="http://schemas.microsoft.com/office/drawing/2014/main" id="{C2C758C8-BC3A-43A9-9C42-A4B0D34BD6F1}"/>
              </a:ext>
            </a:extLst>
          </p:cNvPr>
          <p:cNvSpPr>
            <a:spLocks xmlns:a="http://schemas.openxmlformats.org/drawingml/2006/main" noGrp="1"/>
          </p:cNvSpPr>
          <p:nvPr/>
        </p:nvSpPr>
        <p:spPr>
          <a:xfrm xmlns:a="http://schemas.openxmlformats.org/drawingml/2006/main">
            <a:off x="1042416" y="2676448"/>
            <a:ext cx="106987" cy="172826"/>
          </a:xfrm>
          <a:prstGeom xmlns:a="http://schemas.openxmlformats.org/drawingml/2006/main" prst="line">
            <a:avLst/>
          </a:prstGeom>
          <a:ln xmlns:a="http://schemas.openxmlformats.org/drawingml/2006/main" w="1905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616" name="Oval 12">
            <a:extLst xmlns:a="http://schemas.openxmlformats.org/drawingml/2006/main">
              <a:ext uri="{FF2B5EF4-FFF2-40B4-BE49-F238E27FC236}">
                <a16:creationId xmlns:a16="http://schemas.microsoft.com/office/drawing/2014/main" id="{2BB1B4DC-EDD5-4141-9295-961A7A8CF646}"/>
              </a:ext>
            </a:extLst>
          </p:cNvPr>
          <p:cNvSpPr>
            <a:spLocks xmlns:a="http://schemas.openxmlformats.org/drawingml/2006/main" noGrp="1"/>
          </p:cNvSpPr>
          <p:nvPr/>
        </p:nvSpPr>
        <p:spPr>
          <a:xfrm xmlns:a="http://schemas.openxmlformats.org/drawingml/2006/main">
            <a:off x="3502150" y="2215624"/>
            <a:ext cx="164599" cy="164599"/>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617" name="Connector 13">
            <a:extLst xmlns:a="http://schemas.openxmlformats.org/drawingml/2006/main">
              <a:ext uri="{FF2B5EF4-FFF2-40B4-BE49-F238E27FC236}">
                <a16:creationId xmlns:a16="http://schemas.microsoft.com/office/drawing/2014/main" id="{0A24D9F9-BC4A-454A-B8D1-818858B870CF}"/>
              </a:ext>
            </a:extLst>
          </p:cNvPr>
          <p:cNvSpPr>
            <a:spLocks xmlns:a="http://schemas.openxmlformats.org/drawingml/2006/main" noGrp="1"/>
          </p:cNvSpPr>
          <p:nvPr/>
        </p:nvSpPr>
        <p:spPr>
          <a:xfrm xmlns:a="http://schemas.openxmlformats.org/drawingml/2006/main">
            <a:off x="3584447" y="2380214"/>
            <a:ext cx="4" cy="271580"/>
          </a:xfrm>
          <a:prstGeom xmlns:a="http://schemas.openxmlformats.org/drawingml/2006/main" prst="line">
            <a:avLst/>
          </a:prstGeom>
          <a:ln xmlns:a="http://schemas.openxmlformats.org/drawingml/2006/main" w="1905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618" name="Connector 14">
            <a:extLst xmlns:a="http://schemas.openxmlformats.org/drawingml/2006/main">
              <a:ext uri="{FF2B5EF4-FFF2-40B4-BE49-F238E27FC236}">
                <a16:creationId xmlns:a16="http://schemas.microsoft.com/office/drawing/2014/main" id="{AF6CBE54-3023-4225-9320-EA4A287A11D9}"/>
              </a:ext>
            </a:extLst>
          </p:cNvPr>
          <p:cNvSpPr>
            <a:spLocks xmlns:a="http://schemas.openxmlformats.org/drawingml/2006/main" noGrp="1"/>
          </p:cNvSpPr>
          <p:nvPr/>
        </p:nvSpPr>
        <p:spPr>
          <a:xfrm xmlns:a="http://schemas.openxmlformats.org/drawingml/2006/main">
            <a:off x="3469232" y="2495430"/>
            <a:ext cx="230433" cy="4"/>
          </a:xfrm>
          <a:prstGeom xmlns:a="http://schemas.openxmlformats.org/drawingml/2006/main" prst="line">
            <a:avLst/>
          </a:prstGeom>
          <a:ln xmlns:a="http://schemas.openxmlformats.org/drawingml/2006/main" w="1905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619" name="Connector 15">
            <a:extLst xmlns:a="http://schemas.openxmlformats.org/drawingml/2006/main">
              <a:ext uri="{FF2B5EF4-FFF2-40B4-BE49-F238E27FC236}">
                <a16:creationId xmlns:a16="http://schemas.microsoft.com/office/drawing/2014/main" id="{44CDF345-97E9-4503-8328-822A24FD5C42}"/>
              </a:ext>
            </a:extLst>
          </p:cNvPr>
          <p:cNvSpPr>
            <a:spLocks xmlns:a="http://schemas.openxmlformats.org/drawingml/2006/main" noGrp="1"/>
          </p:cNvSpPr>
          <p:nvPr/>
        </p:nvSpPr>
        <p:spPr>
          <a:xfrm xmlns:a="http://schemas.openxmlformats.org/drawingml/2006/main" flipH="1">
            <a:off x="3477463" y="2651792"/>
            <a:ext cx="106988" cy="172826"/>
          </a:xfrm>
          <a:prstGeom xmlns:a="http://schemas.openxmlformats.org/drawingml/2006/main" prst="line">
            <a:avLst/>
          </a:prstGeom>
          <a:ln xmlns:a="http://schemas.openxmlformats.org/drawingml/2006/main" w="1905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620" name="Connector 16">
            <a:extLst xmlns:a="http://schemas.openxmlformats.org/drawingml/2006/main">
              <a:ext uri="{FF2B5EF4-FFF2-40B4-BE49-F238E27FC236}">
                <a16:creationId xmlns:a16="http://schemas.microsoft.com/office/drawing/2014/main" id="{2DBE49E6-9605-498E-8AE0-D03B74211F1F}"/>
              </a:ext>
            </a:extLst>
          </p:cNvPr>
          <p:cNvSpPr>
            <a:spLocks xmlns:a="http://schemas.openxmlformats.org/drawingml/2006/main" noGrp="1"/>
          </p:cNvSpPr>
          <p:nvPr/>
        </p:nvSpPr>
        <p:spPr>
          <a:xfrm xmlns:a="http://schemas.openxmlformats.org/drawingml/2006/main">
            <a:off x="3584447" y="2651792"/>
            <a:ext cx="106988" cy="172826"/>
          </a:xfrm>
          <a:prstGeom xmlns:a="http://schemas.openxmlformats.org/drawingml/2006/main" prst="line">
            <a:avLst/>
          </a:prstGeom>
          <a:ln xmlns:a="http://schemas.openxmlformats.org/drawingml/2006/main" w="1905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621" name="Rounded Rectangle 17">
            <a:extLst xmlns:a="http://schemas.openxmlformats.org/drawingml/2006/main">
              <a:ext uri="{FF2B5EF4-FFF2-40B4-BE49-F238E27FC236}">
                <a16:creationId xmlns:a16="http://schemas.microsoft.com/office/drawing/2014/main" id="{38376DE0-5D59-4C5A-8ED2-652FEF0A4F2E}"/>
              </a:ext>
            </a:extLst>
          </p:cNvPr>
          <p:cNvSpPr>
            <a:spLocks xmlns:a="http://schemas.openxmlformats.org/drawingml/2006/main" noGrp="1"/>
          </p:cNvSpPr>
          <p:nvPr/>
        </p:nvSpPr>
        <p:spPr>
          <a:xfrm xmlns:a="http://schemas.openxmlformats.org/drawingml/2006/main">
            <a:off x="1856231" y="2011677"/>
            <a:ext cx="960124" cy="1298451"/>
          </a:xfrm>
          <a:prstGeom xmlns:a="http://schemas.openxmlformats.org/drawingml/2006/main" prst="roundRect">
            <a:avLst>
              <a:gd name="adj" fmla="val 16667"/>
            </a:avLst>
          </a:prstGeom>
          <a:ln xmlns:a="http://schemas.openxmlformats.org/drawingml/2006/main" w="1397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622" name="Connector 18">
            <a:extLst xmlns:a="http://schemas.openxmlformats.org/drawingml/2006/main">
              <a:ext uri="{FF2B5EF4-FFF2-40B4-BE49-F238E27FC236}">
                <a16:creationId xmlns:a16="http://schemas.microsoft.com/office/drawing/2014/main" id="{9AC38710-4E92-44B6-A624-5B450723E22A}"/>
              </a:ext>
            </a:extLst>
          </p:cNvPr>
          <p:cNvSpPr>
            <a:spLocks xmlns:a="http://schemas.openxmlformats.org/drawingml/2006/main" noGrp="1"/>
          </p:cNvSpPr>
          <p:nvPr/>
        </p:nvSpPr>
        <p:spPr>
          <a:xfrm xmlns:a="http://schemas.openxmlformats.org/drawingml/2006/main">
            <a:off x="2075687" y="2450592"/>
            <a:ext cx="521209" cy="4"/>
          </a:xfrm>
          <a:prstGeom xmlns:a="http://schemas.openxmlformats.org/drawingml/2006/main" prst="line">
            <a:avLst/>
          </a:prstGeom>
          <a:ln xmlns:a="http://schemas.openxmlformats.org/drawingml/2006/main" w="1524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623" name="Connector 19">
            <a:extLst xmlns:a="http://schemas.openxmlformats.org/drawingml/2006/main">
              <a:ext uri="{FF2B5EF4-FFF2-40B4-BE49-F238E27FC236}">
                <a16:creationId xmlns:a16="http://schemas.microsoft.com/office/drawing/2014/main" id="{F748C34B-419B-4379-A7DB-E8EA738D747C}"/>
              </a:ext>
            </a:extLst>
          </p:cNvPr>
          <p:cNvSpPr>
            <a:spLocks xmlns:a="http://schemas.openxmlformats.org/drawingml/2006/main" noGrp="1"/>
          </p:cNvSpPr>
          <p:nvPr/>
        </p:nvSpPr>
        <p:spPr>
          <a:xfrm xmlns:a="http://schemas.openxmlformats.org/drawingml/2006/main">
            <a:off x="2075687" y="2761488"/>
            <a:ext cx="393197" cy="4"/>
          </a:xfrm>
          <a:prstGeom xmlns:a="http://schemas.openxmlformats.org/drawingml/2006/main" prst="line">
            <a:avLst/>
          </a:prstGeom>
          <a:ln xmlns:a="http://schemas.openxmlformats.org/drawingml/2006/main" w="1524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624" name="Connector 20">
            <a:extLst xmlns:a="http://schemas.openxmlformats.org/drawingml/2006/main">
              <a:ext uri="{FF2B5EF4-FFF2-40B4-BE49-F238E27FC236}">
                <a16:creationId xmlns:a16="http://schemas.microsoft.com/office/drawing/2014/main" id="{E69DC455-E708-4ECB-869F-572629B9A79C}"/>
              </a:ext>
            </a:extLst>
          </p:cNvPr>
          <p:cNvSpPr>
            <a:spLocks xmlns:a="http://schemas.openxmlformats.org/drawingml/2006/main" noGrp="1"/>
          </p:cNvSpPr>
          <p:nvPr/>
        </p:nvSpPr>
        <p:spPr>
          <a:xfrm xmlns:a="http://schemas.openxmlformats.org/drawingml/2006/main">
            <a:off x="2075687" y="3072383"/>
            <a:ext cx="484637" cy="4"/>
          </a:xfrm>
          <a:prstGeom xmlns:a="http://schemas.openxmlformats.org/drawingml/2006/main" prst="line">
            <a:avLst/>
          </a:prstGeom>
          <a:ln xmlns:a="http://schemas.openxmlformats.org/drawingml/2006/main" w="1524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625" name="Oval 21">
            <a:extLst xmlns:a="http://schemas.openxmlformats.org/drawingml/2006/main">
              <a:ext uri="{FF2B5EF4-FFF2-40B4-BE49-F238E27FC236}">
                <a16:creationId xmlns:a16="http://schemas.microsoft.com/office/drawing/2014/main" id="{2722387E-D1FE-452D-AD24-321F94376538}"/>
              </a:ext>
            </a:extLst>
          </p:cNvPr>
          <p:cNvSpPr>
            <a:spLocks xmlns:a="http://schemas.openxmlformats.org/drawingml/2006/main" noGrp="1"/>
          </p:cNvSpPr>
          <p:nvPr/>
        </p:nvSpPr>
        <p:spPr>
          <a:xfrm xmlns:a="http://schemas.openxmlformats.org/drawingml/2006/main">
            <a:off x="1572766" y="2514599"/>
            <a:ext cx="201175" cy="201175"/>
          </a:xfrm>
          <a:prstGeom xmlns:a="http://schemas.openxmlformats.org/drawingml/2006/main" prst="ellipse">
            <a:avLst/>
          </a:prstGeom>
          <a:solidFill xmlns:a="http://schemas.openxmlformats.org/drawingml/2006/main">
            <a:srgbClr val="1FA873"/>
          </a:solidFill>
          <a:ln xmlns:a="http://schemas.openxmlformats.org/drawingml/2006/main" w="10160">
            <a:solidFill>
              <a:srgbClr val="1FA873"/>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626" name="Connector 22">
            <a:extLst xmlns:a="http://schemas.openxmlformats.org/drawingml/2006/main">
              <a:ext uri="{FF2B5EF4-FFF2-40B4-BE49-F238E27FC236}">
                <a16:creationId xmlns:a16="http://schemas.microsoft.com/office/drawing/2014/main" id="{8EF158FE-0421-42D7-B9B1-1ED98F34E319}"/>
              </a:ext>
            </a:extLst>
          </p:cNvPr>
          <p:cNvSpPr>
            <a:spLocks xmlns:a="http://schemas.openxmlformats.org/drawingml/2006/main" noGrp="1"/>
          </p:cNvSpPr>
          <p:nvPr/>
        </p:nvSpPr>
        <p:spPr>
          <a:xfrm xmlns:a="http://schemas.openxmlformats.org/drawingml/2006/main">
            <a:off x="1613915" y="2624327"/>
            <a:ext cx="45724" cy="45724"/>
          </a:xfrm>
          <a:prstGeom xmlns:a="http://schemas.openxmlformats.org/drawingml/2006/main" prst="line">
            <a:avLst/>
          </a:prstGeom>
          <a:ln xmlns:a="http://schemas.openxmlformats.org/drawingml/2006/main" w="16510">
            <a:solidFill>
              <a:srgbClr val="FFFFF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627" name="Connector 23">
            <a:extLst xmlns:a="http://schemas.openxmlformats.org/drawingml/2006/main">
              <a:ext uri="{FF2B5EF4-FFF2-40B4-BE49-F238E27FC236}">
                <a16:creationId xmlns:a16="http://schemas.microsoft.com/office/drawing/2014/main" id="{49119322-4FE5-4B4F-A16E-6F20EFA4A263}"/>
              </a:ext>
            </a:extLst>
          </p:cNvPr>
          <p:cNvSpPr>
            <a:spLocks xmlns:a="http://schemas.openxmlformats.org/drawingml/2006/main" noGrp="1"/>
          </p:cNvSpPr>
          <p:nvPr/>
        </p:nvSpPr>
        <p:spPr>
          <a:xfrm xmlns:a="http://schemas.openxmlformats.org/drawingml/2006/main" flipV="1">
            <a:off x="1659633" y="2569464"/>
            <a:ext cx="82300" cy="100588"/>
          </a:xfrm>
          <a:prstGeom xmlns:a="http://schemas.openxmlformats.org/drawingml/2006/main" prst="line">
            <a:avLst/>
          </a:prstGeom>
          <a:ln xmlns:a="http://schemas.openxmlformats.org/drawingml/2006/main" w="16510">
            <a:solidFill>
              <a:srgbClr val="FFFFF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628" name="Connector 27">
            <a:extLst xmlns:a="http://schemas.openxmlformats.org/drawingml/2006/main">
              <a:ext uri="{FF2B5EF4-FFF2-40B4-BE49-F238E27FC236}">
                <a16:creationId xmlns:a16="http://schemas.microsoft.com/office/drawing/2014/main" id="{98C6D490-02E7-4046-8439-BB38B26BFC80}"/>
              </a:ext>
            </a:extLst>
          </p:cNvPr>
          <p:cNvSpPr>
            <a:spLocks xmlns:a="http://schemas.openxmlformats.org/drawingml/2006/main" noGrp="1"/>
          </p:cNvSpPr>
          <p:nvPr/>
        </p:nvSpPr>
        <p:spPr>
          <a:xfrm xmlns:a="http://schemas.openxmlformats.org/drawingml/2006/main">
            <a:off x="1344166" y="2615183"/>
            <a:ext cx="192028" cy="4"/>
          </a:xfrm>
          <a:prstGeom xmlns:a="http://schemas.openxmlformats.org/drawingml/2006/main" prst="line">
            <a:avLst/>
          </a:prstGeom>
          <a:ln xmlns:a="http://schemas.openxmlformats.org/drawingml/2006/main" w="1651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629" name="TextBox 30">
            <a:extLst xmlns:a="http://schemas.openxmlformats.org/drawingml/2006/main">
              <a:ext uri="{FF2B5EF4-FFF2-40B4-BE49-F238E27FC236}">
                <a16:creationId xmlns:a16="http://schemas.microsoft.com/office/drawing/2014/main" id="{5C931E18-4054-4F83-ACAC-4D1D81601D17}"/>
              </a:ext>
            </a:extLst>
          </p:cNvPr>
          <p:cNvSpPr>
            <a:spLocks xmlns:a="http://schemas.openxmlformats.org/drawingml/2006/main" noGrp="1"/>
          </p:cNvSpPr>
          <p:nvPr/>
        </p:nvSpPr>
        <p:spPr>
          <a:xfrm xmlns:a="http://schemas.openxmlformats.org/drawingml/2006/main">
            <a:off x="941830" y="3675886"/>
            <a:ext cx="2834646" cy="16104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100" b="1">
                <a:solidFill>
                  <a:srgbClr val="1FA873"/>
                </a:solidFill>
                <a:latin typeface="Helvetica Neue"/>
                <a:ea typeface="Helvetica Neue"/>
                <a:cs typeface="Helvetica Neue"/>
              </a:defRPr>
            </a:lvl1pPr>
          </a:lstStyle>
          <a:p xmlns:a="http://schemas.openxmlformats.org/drawingml/2006/main">
            <a:pPr>
              <a:buNone/>
            </a:pPr>
            <a:r>
              <a:t>ENEMIES SHAKE HANDS</a:t>
            </a:r>
          </a:p>
        </p:txBody>
      </p:sp>
      <p:sp>
        <p:nvSpPr>
          <p:cNvPr id="1630" name="TextBox 31">
            <a:extLst xmlns:a="http://schemas.openxmlformats.org/drawingml/2006/main">
              <a:ext uri="{FF2B5EF4-FFF2-40B4-BE49-F238E27FC236}">
                <a16:creationId xmlns:a16="http://schemas.microsoft.com/office/drawing/2014/main" id="{2EF58763-D38C-4BF4-B34F-71FEDFBE6291}"/>
              </a:ext>
            </a:extLst>
          </p:cNvPr>
          <p:cNvSpPr>
            <a:spLocks xmlns:a="http://schemas.openxmlformats.org/drawingml/2006/main" noGrp="1"/>
          </p:cNvSpPr>
          <p:nvPr/>
        </p:nvSpPr>
        <p:spPr>
          <a:xfrm xmlns:a="http://schemas.openxmlformats.org/drawingml/2006/main">
            <a:off x="859536" y="4315967"/>
            <a:ext cx="2971801" cy="198412"/>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300" b="1">
                <a:solidFill>
                  <a:srgbClr val="1FA873"/>
                </a:solidFill>
                <a:latin typeface="Helvetica Neue"/>
                <a:ea typeface="Helvetica Neue"/>
                <a:cs typeface="Helvetica Neue"/>
              </a:defRPr>
            </a:pPr>
            <a:r>
              <a:t>• </a:t>
            </a:r>
            <a:r>
              <a:rPr>
                <a:solidFill>
                  <a:srgbClr val="111318"/>
                </a:solidFill>
              </a:rPr>
              <a:t>Cross-group agreement is valuable</a:t>
            </a:r>
          </a:p>
        </p:txBody>
      </p:sp>
      <p:sp>
        <p:nvSpPr>
          <p:cNvPr id="1631" name="TextBox 32">
            <a:extLst xmlns:a="http://schemas.openxmlformats.org/drawingml/2006/main">
              <a:ext uri="{FF2B5EF4-FFF2-40B4-BE49-F238E27FC236}">
                <a16:creationId xmlns:a16="http://schemas.microsoft.com/office/drawing/2014/main" id="{C85430A4-510F-4B44-A10F-924C6294490C}"/>
              </a:ext>
            </a:extLst>
          </p:cNvPr>
          <p:cNvSpPr>
            <a:spLocks xmlns:a="http://schemas.openxmlformats.org/drawingml/2006/main" noGrp="1"/>
          </p:cNvSpPr>
          <p:nvPr/>
        </p:nvSpPr>
        <p:spPr>
          <a:xfrm xmlns:a="http://schemas.openxmlformats.org/drawingml/2006/main">
            <a:off x="4261103" y="1572766"/>
            <a:ext cx="1920241" cy="136385"/>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900" b="1">
                <a:solidFill>
                  <a:srgbClr val="73777F"/>
                </a:solidFill>
                <a:latin typeface="Helvetica Neue"/>
                <a:ea typeface="Helvetica Neue"/>
                <a:cs typeface="Helvetica Neue"/>
              </a:defRPr>
            </a:lvl1pPr>
          </a:lstStyle>
          <a:p xmlns:a="http://schemas.openxmlformats.org/drawingml/2006/main">
            <a:pPr>
              <a:buNone/>
            </a:pPr>
            <a:r>
              <a:t>SELECTION BALANCE</a:t>
            </a:r>
          </a:p>
        </p:txBody>
      </p:sp>
      <p:sp>
        <p:nvSpPr>
          <p:cNvPr id="1632" name="TextBox 33">
            <a:extLst xmlns:a="http://schemas.openxmlformats.org/drawingml/2006/main">
              <a:ext uri="{FF2B5EF4-FFF2-40B4-BE49-F238E27FC236}">
                <a16:creationId xmlns:a16="http://schemas.microsoft.com/office/drawing/2014/main" id="{932D8D63-9D99-4CE8-B669-379890409221}"/>
              </a:ext>
            </a:extLst>
          </p:cNvPr>
          <p:cNvSpPr>
            <a:spLocks xmlns:a="http://schemas.openxmlformats.org/drawingml/2006/main" noGrp="1"/>
          </p:cNvSpPr>
          <p:nvPr/>
        </p:nvSpPr>
        <p:spPr>
          <a:xfrm xmlns:a="http://schemas.openxmlformats.org/drawingml/2006/main">
            <a:off x="4315967" y="1993392"/>
            <a:ext cx="1005840"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800" b="1">
                <a:solidFill>
                  <a:srgbClr val="73777F"/>
                </a:solidFill>
                <a:latin typeface="Helvetica Neue"/>
                <a:ea typeface="Helvetica Neue"/>
                <a:cs typeface="Helvetica Neue"/>
              </a:defRPr>
            </a:lvl1pPr>
          </a:lstStyle>
          <a:p xmlns:a="http://schemas.openxmlformats.org/drawingml/2006/main">
            <a:pPr>
              <a:buNone/>
            </a:pPr>
            <a:r>
              <a:t>BALANCED</a:t>
            </a:r>
          </a:p>
        </p:txBody>
      </p:sp>
      <p:sp>
        <p:nvSpPr>
          <p:cNvPr id="1633" name="Oval 34">
            <a:extLst xmlns:a="http://schemas.openxmlformats.org/drawingml/2006/main">
              <a:ext uri="{FF2B5EF4-FFF2-40B4-BE49-F238E27FC236}">
                <a16:creationId xmlns:a16="http://schemas.microsoft.com/office/drawing/2014/main" id="{F9410662-8601-4E51-8250-7485E309BAB4}"/>
              </a:ext>
            </a:extLst>
          </p:cNvPr>
          <p:cNvSpPr>
            <a:spLocks xmlns:a="http://schemas.openxmlformats.org/drawingml/2006/main" noGrp="1"/>
          </p:cNvSpPr>
          <p:nvPr/>
        </p:nvSpPr>
        <p:spPr>
          <a:xfrm xmlns:a="http://schemas.openxmlformats.org/drawingml/2006/main">
            <a:off x="4315967" y="2340864"/>
            <a:ext cx="96019" cy="96019"/>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634" name="Oval 35">
            <a:extLst xmlns:a="http://schemas.openxmlformats.org/drawingml/2006/main">
              <a:ext uri="{FF2B5EF4-FFF2-40B4-BE49-F238E27FC236}">
                <a16:creationId xmlns:a16="http://schemas.microsoft.com/office/drawing/2014/main" id="{E1F35556-7A17-4A8D-9539-E960AEFF255B}"/>
              </a:ext>
            </a:extLst>
          </p:cNvPr>
          <p:cNvSpPr>
            <a:spLocks xmlns:a="http://schemas.openxmlformats.org/drawingml/2006/main" noGrp="1"/>
          </p:cNvSpPr>
          <p:nvPr/>
        </p:nvSpPr>
        <p:spPr>
          <a:xfrm xmlns:a="http://schemas.openxmlformats.org/drawingml/2006/main">
            <a:off x="4507991" y="2340864"/>
            <a:ext cx="96019" cy="96019"/>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635" name="Oval 36">
            <a:extLst xmlns:a="http://schemas.openxmlformats.org/drawingml/2006/main">
              <a:ext uri="{FF2B5EF4-FFF2-40B4-BE49-F238E27FC236}">
                <a16:creationId xmlns:a16="http://schemas.microsoft.com/office/drawing/2014/main" id="{10E676FF-367D-4B51-921D-1B9992924CE2}"/>
              </a:ext>
            </a:extLst>
          </p:cNvPr>
          <p:cNvSpPr>
            <a:spLocks xmlns:a="http://schemas.openxmlformats.org/drawingml/2006/main" noGrp="1"/>
          </p:cNvSpPr>
          <p:nvPr/>
        </p:nvSpPr>
        <p:spPr>
          <a:xfrm xmlns:a="http://schemas.openxmlformats.org/drawingml/2006/main">
            <a:off x="4700015" y="2340864"/>
            <a:ext cx="96019" cy="96019"/>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636" name="Oval 37">
            <a:extLst xmlns:a="http://schemas.openxmlformats.org/drawingml/2006/main">
              <a:ext uri="{FF2B5EF4-FFF2-40B4-BE49-F238E27FC236}">
                <a16:creationId xmlns:a16="http://schemas.microsoft.com/office/drawing/2014/main" id="{060C8A3C-CC66-4313-A47B-FACF412D2529}"/>
              </a:ext>
            </a:extLst>
          </p:cNvPr>
          <p:cNvSpPr>
            <a:spLocks xmlns:a="http://schemas.openxmlformats.org/drawingml/2006/main" noGrp="1"/>
          </p:cNvSpPr>
          <p:nvPr/>
        </p:nvSpPr>
        <p:spPr>
          <a:xfrm xmlns:a="http://schemas.openxmlformats.org/drawingml/2006/main">
            <a:off x="4892040" y="2340864"/>
            <a:ext cx="96019" cy="96019"/>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637" name="Oval 38">
            <a:extLst xmlns:a="http://schemas.openxmlformats.org/drawingml/2006/main">
              <a:ext uri="{FF2B5EF4-FFF2-40B4-BE49-F238E27FC236}">
                <a16:creationId xmlns:a16="http://schemas.microsoft.com/office/drawing/2014/main" id="{735409D2-7E29-4C83-8CEE-ECD96DA8E6B4}"/>
              </a:ext>
            </a:extLst>
          </p:cNvPr>
          <p:cNvSpPr>
            <a:spLocks xmlns:a="http://schemas.openxmlformats.org/drawingml/2006/main" noGrp="1"/>
          </p:cNvSpPr>
          <p:nvPr/>
        </p:nvSpPr>
        <p:spPr>
          <a:xfrm xmlns:a="http://schemas.openxmlformats.org/drawingml/2006/main">
            <a:off x="5084064" y="2340864"/>
            <a:ext cx="96019" cy="96019"/>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638" name="Oval 39">
            <a:extLst xmlns:a="http://schemas.openxmlformats.org/drawingml/2006/main">
              <a:ext uri="{FF2B5EF4-FFF2-40B4-BE49-F238E27FC236}">
                <a16:creationId xmlns:a16="http://schemas.microsoft.com/office/drawing/2014/main" id="{222F9FA9-CB83-49A6-B96B-463826915B22}"/>
              </a:ext>
            </a:extLst>
          </p:cNvPr>
          <p:cNvSpPr>
            <a:spLocks xmlns:a="http://schemas.openxmlformats.org/drawingml/2006/main" noGrp="1"/>
          </p:cNvSpPr>
          <p:nvPr/>
        </p:nvSpPr>
        <p:spPr>
          <a:xfrm xmlns:a="http://schemas.openxmlformats.org/drawingml/2006/main">
            <a:off x="5276088" y="2340864"/>
            <a:ext cx="96019" cy="96019"/>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639" name="Oval 40">
            <a:extLst xmlns:a="http://schemas.openxmlformats.org/drawingml/2006/main">
              <a:ext uri="{FF2B5EF4-FFF2-40B4-BE49-F238E27FC236}">
                <a16:creationId xmlns:a16="http://schemas.microsoft.com/office/drawing/2014/main" id="{C56713DD-E6DB-4FB6-A63F-DB061672DFA3}"/>
              </a:ext>
            </a:extLst>
          </p:cNvPr>
          <p:cNvSpPr>
            <a:spLocks xmlns:a="http://schemas.openxmlformats.org/drawingml/2006/main" noGrp="1"/>
          </p:cNvSpPr>
          <p:nvPr/>
        </p:nvSpPr>
        <p:spPr>
          <a:xfrm xmlns:a="http://schemas.openxmlformats.org/drawingml/2006/main">
            <a:off x="5468110" y="2340864"/>
            <a:ext cx="96019" cy="96019"/>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640" name="Oval 41">
            <a:extLst xmlns:a="http://schemas.openxmlformats.org/drawingml/2006/main">
              <a:ext uri="{FF2B5EF4-FFF2-40B4-BE49-F238E27FC236}">
                <a16:creationId xmlns:a16="http://schemas.microsoft.com/office/drawing/2014/main" id="{DD58760C-0BB0-474B-801D-F17B4F1C1130}"/>
              </a:ext>
            </a:extLst>
          </p:cNvPr>
          <p:cNvSpPr>
            <a:spLocks xmlns:a="http://schemas.openxmlformats.org/drawingml/2006/main" noGrp="1"/>
          </p:cNvSpPr>
          <p:nvPr/>
        </p:nvSpPr>
        <p:spPr>
          <a:xfrm xmlns:a="http://schemas.openxmlformats.org/drawingml/2006/main">
            <a:off x="5660135" y="2340864"/>
            <a:ext cx="96019" cy="96019"/>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641" name="Oval 42">
            <a:extLst xmlns:a="http://schemas.openxmlformats.org/drawingml/2006/main">
              <a:ext uri="{FF2B5EF4-FFF2-40B4-BE49-F238E27FC236}">
                <a16:creationId xmlns:a16="http://schemas.microsoft.com/office/drawing/2014/main" id="{DB2085D5-1970-4846-B699-FAEBF52B784F}"/>
              </a:ext>
            </a:extLst>
          </p:cNvPr>
          <p:cNvSpPr>
            <a:spLocks xmlns:a="http://schemas.openxmlformats.org/drawingml/2006/main" noGrp="1"/>
          </p:cNvSpPr>
          <p:nvPr/>
        </p:nvSpPr>
        <p:spPr>
          <a:xfrm xmlns:a="http://schemas.openxmlformats.org/drawingml/2006/main">
            <a:off x="5852159" y="2340864"/>
            <a:ext cx="96019" cy="96019"/>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642" name="Oval 43">
            <a:extLst xmlns:a="http://schemas.openxmlformats.org/drawingml/2006/main">
              <a:ext uri="{FF2B5EF4-FFF2-40B4-BE49-F238E27FC236}">
                <a16:creationId xmlns:a16="http://schemas.microsoft.com/office/drawing/2014/main" id="{D4D214B7-7B26-49BF-82A6-CBEBFA37345C}"/>
              </a:ext>
            </a:extLst>
          </p:cNvPr>
          <p:cNvSpPr>
            <a:spLocks xmlns:a="http://schemas.openxmlformats.org/drawingml/2006/main" noGrp="1"/>
          </p:cNvSpPr>
          <p:nvPr/>
        </p:nvSpPr>
        <p:spPr>
          <a:xfrm xmlns:a="http://schemas.openxmlformats.org/drawingml/2006/main">
            <a:off x="6044183" y="2340864"/>
            <a:ext cx="96019" cy="96019"/>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643" name="TextBox 44">
            <a:extLst xmlns:a="http://schemas.openxmlformats.org/drawingml/2006/main">
              <a:ext uri="{FF2B5EF4-FFF2-40B4-BE49-F238E27FC236}">
                <a16:creationId xmlns:a16="http://schemas.microsoft.com/office/drawing/2014/main" id="{3718DE54-855F-4201-BFE8-7DCF6A314C32}"/>
              </a:ext>
            </a:extLst>
          </p:cNvPr>
          <p:cNvSpPr>
            <a:spLocks xmlns:a="http://schemas.openxmlformats.org/drawingml/2006/main" noGrp="1"/>
          </p:cNvSpPr>
          <p:nvPr/>
        </p:nvSpPr>
        <p:spPr>
          <a:xfrm xmlns:a="http://schemas.openxmlformats.org/drawingml/2006/main">
            <a:off x="4315967" y="2670048"/>
            <a:ext cx="2057403" cy="16104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100" b="1">
                <a:solidFill>
                  <a:srgbClr val="111318"/>
                </a:solidFill>
                <a:latin typeface="Helvetica Neue"/>
                <a:ea typeface="Helvetica Neue"/>
                <a:cs typeface="Helvetica Neue"/>
              </a:defRPr>
            </a:lvl1pPr>
          </a:lstStyle>
          <a:p xmlns:a="http://schemas.openxmlformats.org/drawingml/2006/main">
            <a:pPr>
              <a:buNone/>
            </a:pPr>
            <a:r>
              <a:t>πA = .50   πB = .50</a:t>
            </a:r>
          </a:p>
        </p:txBody>
      </p:sp>
      <p:sp>
        <p:nvSpPr>
          <p:cNvPr id="1644" name="TextBox 45">
            <a:extLst xmlns:a="http://schemas.openxmlformats.org/drawingml/2006/main">
              <a:ext uri="{FF2B5EF4-FFF2-40B4-BE49-F238E27FC236}">
                <a16:creationId xmlns:a16="http://schemas.microsoft.com/office/drawing/2014/main" id="{481151F9-B83F-4DF7-92F7-913F76810E2C}"/>
              </a:ext>
            </a:extLst>
          </p:cNvPr>
          <p:cNvSpPr>
            <a:spLocks xmlns:a="http://schemas.openxmlformats.org/drawingml/2006/main" noGrp="1"/>
          </p:cNvSpPr>
          <p:nvPr/>
        </p:nvSpPr>
        <p:spPr>
          <a:xfrm xmlns:a="http://schemas.openxmlformats.org/drawingml/2006/main">
            <a:off x="4315967" y="2990088"/>
            <a:ext cx="2514603" cy="235406"/>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600" b="1">
                <a:solidFill>
                  <a:srgbClr val="1FA873"/>
                </a:solidFill>
                <a:latin typeface="Helvetica Neue"/>
                <a:ea typeface="Helvetica Neue"/>
                <a:cs typeface="Helvetica Neue"/>
              </a:defRPr>
            </a:lvl1pPr>
          </a:lstStyle>
          <a:p xmlns:a="http://schemas.openxmlformats.org/drawingml/2006/main">
            <a:pPr>
              <a:buNone/>
            </a:pPr>
            <a:r>
              <a:t>2(.50)(.50) = 50%</a:t>
            </a:r>
          </a:p>
        </p:txBody>
      </p:sp>
      <p:sp>
        <p:nvSpPr>
          <p:cNvPr id="1645" name="TextBox 46">
            <a:extLst xmlns:a="http://schemas.openxmlformats.org/drawingml/2006/main">
              <a:ext uri="{FF2B5EF4-FFF2-40B4-BE49-F238E27FC236}">
                <a16:creationId xmlns:a16="http://schemas.microsoft.com/office/drawing/2014/main" id="{79169FC5-A651-4EB6-A0DD-5DD334285155}"/>
              </a:ext>
            </a:extLst>
          </p:cNvPr>
          <p:cNvSpPr>
            <a:spLocks xmlns:a="http://schemas.openxmlformats.org/drawingml/2006/main" noGrp="1"/>
          </p:cNvSpPr>
          <p:nvPr/>
        </p:nvSpPr>
        <p:spPr>
          <a:xfrm xmlns:a="http://schemas.openxmlformats.org/drawingml/2006/main">
            <a:off x="4315967" y="3566159"/>
            <a:ext cx="1005840"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800" b="1">
                <a:solidFill>
                  <a:srgbClr val="73777F"/>
                </a:solidFill>
                <a:latin typeface="Helvetica Neue"/>
                <a:ea typeface="Helvetica Neue"/>
                <a:cs typeface="Helvetica Neue"/>
              </a:defRPr>
            </a:lvl1pPr>
          </a:lstStyle>
          <a:p xmlns:a="http://schemas.openxmlformats.org/drawingml/2006/main">
            <a:pPr>
              <a:buNone/>
            </a:pPr>
            <a:r>
              <a:t>OBSERVED</a:t>
            </a:r>
          </a:p>
        </p:txBody>
      </p:sp>
      <p:sp>
        <p:nvSpPr>
          <p:cNvPr id="1646" name="Oval 47">
            <a:extLst xmlns:a="http://schemas.openxmlformats.org/drawingml/2006/main">
              <a:ext uri="{FF2B5EF4-FFF2-40B4-BE49-F238E27FC236}">
                <a16:creationId xmlns:a16="http://schemas.microsoft.com/office/drawing/2014/main" id="{CBD6A1A4-640E-497A-BB40-1091323CA072}"/>
              </a:ext>
            </a:extLst>
          </p:cNvPr>
          <p:cNvSpPr>
            <a:spLocks xmlns:a="http://schemas.openxmlformats.org/drawingml/2006/main" noGrp="1"/>
          </p:cNvSpPr>
          <p:nvPr/>
        </p:nvSpPr>
        <p:spPr>
          <a:xfrm xmlns:a="http://schemas.openxmlformats.org/drawingml/2006/main">
            <a:off x="4315967" y="3913632"/>
            <a:ext cx="96019" cy="96019"/>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647" name="Oval 48">
            <a:extLst xmlns:a="http://schemas.openxmlformats.org/drawingml/2006/main">
              <a:ext uri="{FF2B5EF4-FFF2-40B4-BE49-F238E27FC236}">
                <a16:creationId xmlns:a16="http://schemas.microsoft.com/office/drawing/2014/main" id="{BCD7C619-D9CF-4DA6-926D-FCB0B529A3E0}"/>
              </a:ext>
            </a:extLst>
          </p:cNvPr>
          <p:cNvSpPr>
            <a:spLocks xmlns:a="http://schemas.openxmlformats.org/drawingml/2006/main" noGrp="1"/>
          </p:cNvSpPr>
          <p:nvPr/>
        </p:nvSpPr>
        <p:spPr>
          <a:xfrm xmlns:a="http://schemas.openxmlformats.org/drawingml/2006/main">
            <a:off x="4507991" y="3913632"/>
            <a:ext cx="96019" cy="96019"/>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648" name="Oval 49">
            <a:extLst xmlns:a="http://schemas.openxmlformats.org/drawingml/2006/main">
              <a:ext uri="{FF2B5EF4-FFF2-40B4-BE49-F238E27FC236}">
                <a16:creationId xmlns:a16="http://schemas.microsoft.com/office/drawing/2014/main" id="{73D0AD5A-002E-4EEB-BEBD-1F9D7005805E}"/>
              </a:ext>
            </a:extLst>
          </p:cNvPr>
          <p:cNvSpPr>
            <a:spLocks xmlns:a="http://schemas.openxmlformats.org/drawingml/2006/main" noGrp="1"/>
          </p:cNvSpPr>
          <p:nvPr/>
        </p:nvSpPr>
        <p:spPr>
          <a:xfrm xmlns:a="http://schemas.openxmlformats.org/drawingml/2006/main">
            <a:off x="4700015" y="3913632"/>
            <a:ext cx="96019" cy="96019"/>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649" name="Oval 50">
            <a:extLst xmlns:a="http://schemas.openxmlformats.org/drawingml/2006/main">
              <a:ext uri="{FF2B5EF4-FFF2-40B4-BE49-F238E27FC236}">
                <a16:creationId xmlns:a16="http://schemas.microsoft.com/office/drawing/2014/main" id="{A1376F74-A96C-418A-8C4E-C67A3C1D5810}"/>
              </a:ext>
            </a:extLst>
          </p:cNvPr>
          <p:cNvSpPr>
            <a:spLocks xmlns:a="http://schemas.openxmlformats.org/drawingml/2006/main" noGrp="1"/>
          </p:cNvSpPr>
          <p:nvPr/>
        </p:nvSpPr>
        <p:spPr>
          <a:xfrm xmlns:a="http://schemas.openxmlformats.org/drawingml/2006/main">
            <a:off x="4892040" y="3913632"/>
            <a:ext cx="96019" cy="96019"/>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650" name="Oval 51">
            <a:extLst xmlns:a="http://schemas.openxmlformats.org/drawingml/2006/main">
              <a:ext uri="{FF2B5EF4-FFF2-40B4-BE49-F238E27FC236}">
                <a16:creationId xmlns:a16="http://schemas.microsoft.com/office/drawing/2014/main" id="{EF485B7A-281E-4D36-B8CD-BB3FD4AF9FE2}"/>
              </a:ext>
            </a:extLst>
          </p:cNvPr>
          <p:cNvSpPr>
            <a:spLocks xmlns:a="http://schemas.openxmlformats.org/drawingml/2006/main" noGrp="1"/>
          </p:cNvSpPr>
          <p:nvPr/>
        </p:nvSpPr>
        <p:spPr>
          <a:xfrm xmlns:a="http://schemas.openxmlformats.org/drawingml/2006/main">
            <a:off x="5084064" y="3913632"/>
            <a:ext cx="96019" cy="96019"/>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651" name="Oval 52">
            <a:extLst xmlns:a="http://schemas.openxmlformats.org/drawingml/2006/main">
              <a:ext uri="{FF2B5EF4-FFF2-40B4-BE49-F238E27FC236}">
                <a16:creationId xmlns:a16="http://schemas.microsoft.com/office/drawing/2014/main" id="{7833AC04-4C44-4AFF-A9E8-1341BCDD240E}"/>
              </a:ext>
            </a:extLst>
          </p:cNvPr>
          <p:cNvSpPr>
            <a:spLocks xmlns:a="http://schemas.openxmlformats.org/drawingml/2006/main" noGrp="1"/>
          </p:cNvSpPr>
          <p:nvPr/>
        </p:nvSpPr>
        <p:spPr>
          <a:xfrm xmlns:a="http://schemas.openxmlformats.org/drawingml/2006/main">
            <a:off x="5276088" y="3913632"/>
            <a:ext cx="96019" cy="96019"/>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652" name="Oval 53">
            <a:extLst xmlns:a="http://schemas.openxmlformats.org/drawingml/2006/main">
              <a:ext uri="{FF2B5EF4-FFF2-40B4-BE49-F238E27FC236}">
                <a16:creationId xmlns:a16="http://schemas.microsoft.com/office/drawing/2014/main" id="{EB2AA44C-ED43-46F4-874D-FDB5AA11DAE1}"/>
              </a:ext>
            </a:extLst>
          </p:cNvPr>
          <p:cNvSpPr>
            <a:spLocks xmlns:a="http://schemas.openxmlformats.org/drawingml/2006/main" noGrp="1"/>
          </p:cNvSpPr>
          <p:nvPr/>
        </p:nvSpPr>
        <p:spPr>
          <a:xfrm xmlns:a="http://schemas.openxmlformats.org/drawingml/2006/main">
            <a:off x="5468110" y="3913632"/>
            <a:ext cx="96019" cy="96019"/>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653" name="Oval 54">
            <a:extLst xmlns:a="http://schemas.openxmlformats.org/drawingml/2006/main">
              <a:ext uri="{FF2B5EF4-FFF2-40B4-BE49-F238E27FC236}">
                <a16:creationId xmlns:a16="http://schemas.microsoft.com/office/drawing/2014/main" id="{A9AEC69F-5822-461E-ADC1-47A514477383}"/>
              </a:ext>
            </a:extLst>
          </p:cNvPr>
          <p:cNvSpPr>
            <a:spLocks xmlns:a="http://schemas.openxmlformats.org/drawingml/2006/main" noGrp="1"/>
          </p:cNvSpPr>
          <p:nvPr/>
        </p:nvSpPr>
        <p:spPr>
          <a:xfrm xmlns:a="http://schemas.openxmlformats.org/drawingml/2006/main">
            <a:off x="5660135" y="3913632"/>
            <a:ext cx="96019" cy="96019"/>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654" name="Oval 55">
            <a:extLst xmlns:a="http://schemas.openxmlformats.org/drawingml/2006/main">
              <a:ext uri="{FF2B5EF4-FFF2-40B4-BE49-F238E27FC236}">
                <a16:creationId xmlns:a16="http://schemas.microsoft.com/office/drawing/2014/main" id="{6FDB452D-3361-4441-913A-CDBF230B1BE9}"/>
              </a:ext>
            </a:extLst>
          </p:cNvPr>
          <p:cNvSpPr>
            <a:spLocks xmlns:a="http://schemas.openxmlformats.org/drawingml/2006/main" noGrp="1"/>
          </p:cNvSpPr>
          <p:nvPr/>
        </p:nvSpPr>
        <p:spPr>
          <a:xfrm xmlns:a="http://schemas.openxmlformats.org/drawingml/2006/main">
            <a:off x="5852159" y="3913632"/>
            <a:ext cx="96019" cy="96019"/>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655" name="Oval 56">
            <a:extLst xmlns:a="http://schemas.openxmlformats.org/drawingml/2006/main">
              <a:ext uri="{FF2B5EF4-FFF2-40B4-BE49-F238E27FC236}">
                <a16:creationId xmlns:a16="http://schemas.microsoft.com/office/drawing/2014/main" id="{94566B10-EB8F-47AA-97F7-8F283CCF73A2}"/>
              </a:ext>
            </a:extLst>
          </p:cNvPr>
          <p:cNvSpPr>
            <a:spLocks xmlns:a="http://schemas.openxmlformats.org/drawingml/2006/main" noGrp="1"/>
          </p:cNvSpPr>
          <p:nvPr/>
        </p:nvSpPr>
        <p:spPr>
          <a:xfrm xmlns:a="http://schemas.openxmlformats.org/drawingml/2006/main">
            <a:off x="6044183" y="3913632"/>
            <a:ext cx="96019" cy="96019"/>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656" name="TextBox 57">
            <a:extLst xmlns:a="http://schemas.openxmlformats.org/drawingml/2006/main">
              <a:ext uri="{FF2B5EF4-FFF2-40B4-BE49-F238E27FC236}">
                <a16:creationId xmlns:a16="http://schemas.microsoft.com/office/drawing/2014/main" id="{FEFAC537-5E20-4CC5-92F8-05C9D6E14D2A}"/>
              </a:ext>
            </a:extLst>
          </p:cNvPr>
          <p:cNvSpPr>
            <a:spLocks xmlns:a="http://schemas.openxmlformats.org/drawingml/2006/main" noGrp="1"/>
          </p:cNvSpPr>
          <p:nvPr/>
        </p:nvSpPr>
        <p:spPr>
          <a:xfrm xmlns:a="http://schemas.openxmlformats.org/drawingml/2006/main">
            <a:off x="4315967" y="4242815"/>
            <a:ext cx="2057403" cy="16104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100" b="1">
                <a:solidFill>
                  <a:srgbClr val="111318"/>
                </a:solidFill>
                <a:latin typeface="Helvetica Neue"/>
                <a:ea typeface="Helvetica Neue"/>
                <a:cs typeface="Helvetica Neue"/>
              </a:defRPr>
            </a:lvl1pPr>
          </a:lstStyle>
          <a:p xmlns:a="http://schemas.openxmlformats.org/drawingml/2006/main">
            <a:pPr>
              <a:buNone/>
            </a:pPr>
            <a:r>
              <a:t>πA = .90   πB = .10</a:t>
            </a:r>
          </a:p>
        </p:txBody>
      </p:sp>
      <p:sp>
        <p:nvSpPr>
          <p:cNvPr id="1657" name="TextBox 58">
            <a:extLst xmlns:a="http://schemas.openxmlformats.org/drawingml/2006/main">
              <a:ext uri="{FF2B5EF4-FFF2-40B4-BE49-F238E27FC236}">
                <a16:creationId xmlns:a16="http://schemas.microsoft.com/office/drawing/2014/main" id="{81A90F18-C457-4293-AB5D-477A946CBF6B}"/>
              </a:ext>
            </a:extLst>
          </p:cNvPr>
          <p:cNvSpPr>
            <a:spLocks xmlns:a="http://schemas.openxmlformats.org/drawingml/2006/main" noGrp="1"/>
          </p:cNvSpPr>
          <p:nvPr/>
        </p:nvSpPr>
        <p:spPr>
          <a:xfrm xmlns:a="http://schemas.openxmlformats.org/drawingml/2006/main">
            <a:off x="4315967" y="4562854"/>
            <a:ext cx="2514603" cy="235406"/>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600" b="1">
                <a:solidFill>
                  <a:srgbClr val="FF705B"/>
                </a:solidFill>
                <a:latin typeface="Helvetica Neue"/>
                <a:ea typeface="Helvetica Neue"/>
                <a:cs typeface="Helvetica Neue"/>
              </a:defRPr>
            </a:lvl1pPr>
          </a:lstStyle>
          <a:p xmlns:a="http://schemas.openxmlformats.org/drawingml/2006/main">
            <a:pPr>
              <a:buNone/>
            </a:pPr>
            <a:r>
              <a:t>2(.90)(.10) = 18%</a:t>
            </a:r>
          </a:p>
        </p:txBody>
      </p:sp>
      <p:sp>
        <p:nvSpPr>
          <p:cNvPr id="1658" name="TextBox 59">
            <a:extLst xmlns:a="http://schemas.openxmlformats.org/drawingml/2006/main">
              <a:ext uri="{FF2B5EF4-FFF2-40B4-BE49-F238E27FC236}">
                <a16:creationId xmlns:a16="http://schemas.microsoft.com/office/drawing/2014/main" id="{C4256452-6392-4FF6-A585-C39BC3E1D64E}"/>
              </a:ext>
            </a:extLst>
          </p:cNvPr>
          <p:cNvSpPr>
            <a:spLocks xmlns:a="http://schemas.openxmlformats.org/drawingml/2006/main" noGrp="1"/>
          </p:cNvSpPr>
          <p:nvPr/>
        </p:nvSpPr>
        <p:spPr>
          <a:xfrm xmlns:a="http://schemas.openxmlformats.org/drawingml/2006/main">
            <a:off x="6629400" y="3145533"/>
            <a:ext cx="1188720" cy="677696"/>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2200" b="1">
                <a:solidFill>
                  <a:srgbClr val="111318"/>
                </a:solidFill>
                <a:latin typeface="Helvetica Neue"/>
                <a:ea typeface="Helvetica Neue"/>
                <a:cs typeface="Helvetica Neue"/>
              </a:defRPr>
            </a:lvl1pPr>
          </a:lstStyle>
          <a:p xmlns:a="http://schemas.openxmlformats.org/drawingml/2006/main">
            <a:pPr>
              <a:buNone/>
            </a:pPr>
            <a:r>
              <a:t>50%  →  18%</a:t>
            </a:r>
          </a:p>
        </p:txBody>
      </p:sp>
      <p:sp>
        <p:nvSpPr>
          <p:cNvPr id="1659" name="TextBox 60">
            <a:extLst xmlns:a="http://schemas.openxmlformats.org/drawingml/2006/main">
              <a:ext uri="{FF2B5EF4-FFF2-40B4-BE49-F238E27FC236}">
                <a16:creationId xmlns:a16="http://schemas.microsoft.com/office/drawing/2014/main" id="{6D400657-FD33-4008-8203-B6E316287D11}"/>
              </a:ext>
            </a:extLst>
          </p:cNvPr>
          <p:cNvSpPr>
            <a:spLocks xmlns:a="http://schemas.openxmlformats.org/drawingml/2006/main" noGrp="1"/>
          </p:cNvSpPr>
          <p:nvPr/>
        </p:nvSpPr>
        <p:spPr>
          <a:xfrm xmlns:a="http://schemas.openxmlformats.org/drawingml/2006/main">
            <a:off x="8193023" y="1572766"/>
            <a:ext cx="2377444" cy="136385"/>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900" b="1">
                <a:solidFill>
                  <a:srgbClr val="73777F"/>
                </a:solidFill>
                <a:latin typeface="Helvetica Neue"/>
                <a:ea typeface="Helvetica Neue"/>
                <a:cs typeface="Helvetica Neue"/>
              </a:defRPr>
            </a:lvl1pPr>
          </a:lstStyle>
          <a:p xmlns:a="http://schemas.openxmlformats.org/drawingml/2006/main">
            <a:pPr>
              <a:buNone/>
            </a:pPr>
            <a:r>
              <a:t>THEN IT GETS MESSIER</a:t>
            </a:r>
          </a:p>
        </p:txBody>
      </p:sp>
      <p:sp>
        <p:nvSpPr>
          <p:cNvPr id="1660" name="TextBox 61">
            <a:extLst xmlns:a="http://schemas.openxmlformats.org/drawingml/2006/main">
              <a:ext uri="{FF2B5EF4-FFF2-40B4-BE49-F238E27FC236}">
                <a16:creationId xmlns:a16="http://schemas.microsoft.com/office/drawing/2014/main" id="{D14DAAA7-80B8-4DF1-8874-25EB7A968479}"/>
              </a:ext>
            </a:extLst>
          </p:cNvPr>
          <p:cNvSpPr>
            <a:spLocks xmlns:a="http://schemas.openxmlformats.org/drawingml/2006/main" noGrp="1"/>
          </p:cNvSpPr>
          <p:nvPr/>
        </p:nvSpPr>
        <p:spPr>
          <a:xfrm xmlns:a="http://schemas.openxmlformats.org/drawingml/2006/main">
            <a:off x="8229599" y="2039110"/>
            <a:ext cx="1051565" cy="136385"/>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900" b="1">
                <a:solidFill>
                  <a:srgbClr val="FF705B"/>
                </a:solidFill>
                <a:latin typeface="Helvetica Neue"/>
                <a:ea typeface="Helvetica Neue"/>
                <a:cs typeface="Helvetica Neue"/>
              </a:defRPr>
            </a:lvl1pPr>
          </a:lstStyle>
          <a:p xmlns:a="http://schemas.openxmlformats.org/drawingml/2006/main">
            <a:pPr>
              <a:buNone/>
            </a:pPr>
            <a:r>
              <a:t>PARTISAN</a:t>
            </a:r>
          </a:p>
        </p:txBody>
      </p:sp>
      <p:sp>
        <p:nvSpPr>
          <p:cNvPr id="1661" name="TextBox 62">
            <a:extLst xmlns:a="http://schemas.openxmlformats.org/drawingml/2006/main">
              <a:ext uri="{FF2B5EF4-FFF2-40B4-BE49-F238E27FC236}">
                <a16:creationId xmlns:a16="http://schemas.microsoft.com/office/drawing/2014/main" id="{A13A8798-50D6-4647-9BD6-C46AC0FC9578}"/>
              </a:ext>
            </a:extLst>
          </p:cNvPr>
          <p:cNvSpPr>
            <a:spLocks xmlns:a="http://schemas.openxmlformats.org/drawingml/2006/main" noGrp="1"/>
          </p:cNvSpPr>
          <p:nvPr/>
        </p:nvSpPr>
        <p:spPr>
          <a:xfrm xmlns:a="http://schemas.openxmlformats.org/drawingml/2006/main">
            <a:off x="8229600" y="2395727"/>
            <a:ext cx="1097281" cy="33126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2100" b="1">
                <a:solidFill>
                  <a:srgbClr val="FF705B"/>
                </a:solidFill>
                <a:latin typeface="Helvetica Neue"/>
                <a:ea typeface="Helvetica Neue"/>
                <a:cs typeface="Helvetica Neue"/>
              </a:defRPr>
            </a:pPr>
            <a:r>
              <a:t>f</a:t>
            </a:r>
            <a:r>
              <a:rPr>
                <a:latin typeface="+mn-lt"/>
                <a:ea typeface="+mn-lt"/>
                <a:cs typeface="+mn-lt"/>
              </a:rPr>
              <a:t>ᵤ </a:t>
            </a:r>
            <a:r>
              <a:t>· fₙ</a:t>
            </a:r>
          </a:p>
        </p:txBody>
      </p:sp>
      <p:sp>
        <p:nvSpPr>
          <p:cNvPr id="1662" name="TextBox 63">
            <a:extLst xmlns:a="http://schemas.openxmlformats.org/drawingml/2006/main">
              <a:ext uri="{FF2B5EF4-FFF2-40B4-BE49-F238E27FC236}">
                <a16:creationId xmlns:a16="http://schemas.microsoft.com/office/drawing/2014/main" id="{82D51B67-F487-4B39-B614-5C167CC9D6F3}"/>
              </a:ext>
            </a:extLst>
          </p:cNvPr>
          <p:cNvSpPr>
            <a:spLocks xmlns:a="http://schemas.openxmlformats.org/drawingml/2006/main" noGrp="1"/>
          </p:cNvSpPr>
          <p:nvPr/>
        </p:nvSpPr>
        <p:spPr>
          <a:xfrm xmlns:a="http://schemas.openxmlformats.org/drawingml/2006/main">
            <a:off x="9372600" y="2468877"/>
            <a:ext cx="1874518" cy="18608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200" b="1">
                <a:solidFill>
                  <a:srgbClr val="111318"/>
                </a:solidFill>
                <a:latin typeface="Helvetica Neue"/>
                <a:ea typeface="Helvetica Neue"/>
                <a:cs typeface="Helvetica Neue"/>
              </a:defRPr>
            </a:lvl1pPr>
          </a:lstStyle>
          <a:p xmlns:a="http://schemas.openxmlformats.org/drawingml/2006/main">
            <a:pPr>
              <a:buNone/>
            </a:pPr>
            <a:r>
              <a:t>changes the credit</a:t>
            </a:r>
          </a:p>
        </p:txBody>
      </p:sp>
      <p:sp>
        <p:nvSpPr>
          <p:cNvPr id="1663" name="TextBox 64">
            <a:extLst xmlns:a="http://schemas.openxmlformats.org/drawingml/2006/main">
              <a:ext uri="{FF2B5EF4-FFF2-40B4-BE49-F238E27FC236}">
                <a16:creationId xmlns:a16="http://schemas.microsoft.com/office/drawing/2014/main" id="{72B68D64-ED39-4EF3-B63F-49F69CD2F3CF}"/>
              </a:ext>
            </a:extLst>
          </p:cNvPr>
          <p:cNvSpPr>
            <a:spLocks xmlns:a="http://schemas.openxmlformats.org/drawingml/2006/main" noGrp="1"/>
          </p:cNvSpPr>
          <p:nvPr/>
        </p:nvSpPr>
        <p:spPr>
          <a:xfrm xmlns:a="http://schemas.openxmlformats.org/drawingml/2006/main">
            <a:off x="8229599" y="2852927"/>
            <a:ext cx="2880365" cy="18608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200" b="1">
                <a:solidFill>
                  <a:srgbClr val="FF705B"/>
                </a:solidFill>
                <a:latin typeface="Helvetica Neue"/>
                <a:ea typeface="Helvetica Neue"/>
                <a:cs typeface="Helvetica Neue"/>
              </a:defRPr>
            </a:pPr>
            <a:r>
              <a:t>• </a:t>
            </a:r>
            <a:r>
              <a:rPr b="0">
                <a:solidFill>
                  <a:srgbClr val="73777F"/>
                </a:solidFill>
              </a:rPr>
              <a:t>The same click is interpreted differently</a:t>
            </a:r>
          </a:p>
        </p:txBody>
      </p:sp>
      <p:sp>
        <p:nvSpPr>
          <p:cNvPr id="1664" name="Connector 65">
            <a:extLst xmlns:a="http://schemas.openxmlformats.org/drawingml/2006/main">
              <a:ext uri="{FF2B5EF4-FFF2-40B4-BE49-F238E27FC236}">
                <a16:creationId xmlns:a16="http://schemas.microsoft.com/office/drawing/2014/main" id="{DCEC171E-4639-411E-8B9E-16D0B1268B40}"/>
              </a:ext>
            </a:extLst>
          </p:cNvPr>
          <p:cNvSpPr>
            <a:spLocks xmlns:a="http://schemas.openxmlformats.org/drawingml/2006/main" noGrp="1"/>
          </p:cNvSpPr>
          <p:nvPr/>
        </p:nvSpPr>
        <p:spPr>
          <a:xfrm xmlns:a="http://schemas.openxmlformats.org/drawingml/2006/main">
            <a:off x="8229599" y="3328414"/>
            <a:ext cx="3035813" cy="5"/>
          </a:xfrm>
          <a:prstGeom xmlns:a="http://schemas.openxmlformats.org/drawingml/2006/main" prst="line">
            <a:avLst/>
          </a:prstGeom>
          <a:ln xmlns:a="http://schemas.openxmlformats.org/drawingml/2006/main" w="1016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665" name="TextBox 66">
            <a:extLst xmlns:a="http://schemas.openxmlformats.org/drawingml/2006/main">
              <a:ext uri="{FF2B5EF4-FFF2-40B4-BE49-F238E27FC236}">
                <a16:creationId xmlns:a16="http://schemas.microsoft.com/office/drawing/2014/main" id="{5D7C3396-1603-48AA-8FAD-6A1BE97DA832}"/>
              </a:ext>
            </a:extLst>
          </p:cNvPr>
          <p:cNvSpPr>
            <a:spLocks xmlns:a="http://schemas.openxmlformats.org/drawingml/2006/main" noGrp="1"/>
          </p:cNvSpPr>
          <p:nvPr/>
        </p:nvSpPr>
        <p:spPr>
          <a:xfrm xmlns:a="http://schemas.openxmlformats.org/drawingml/2006/main">
            <a:off x="8229599" y="3639310"/>
            <a:ext cx="1051565" cy="136385"/>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900" b="1">
                <a:solidFill>
                  <a:srgbClr val="3977F6"/>
                </a:solidFill>
                <a:latin typeface="Helvetica Neue"/>
                <a:ea typeface="Helvetica Neue"/>
                <a:cs typeface="Helvetica Neue"/>
              </a:defRPr>
            </a:lvl1pPr>
          </a:lstStyle>
          <a:p xmlns:a="http://schemas.openxmlformats.org/drawingml/2006/main">
            <a:pPr>
              <a:buNone/>
            </a:pPr>
            <a:r>
              <a:t>ACTIVITY</a:t>
            </a:r>
          </a:p>
        </p:txBody>
      </p:sp>
      <p:sp>
        <p:nvSpPr>
          <p:cNvPr id="1666" name="TextBox 67">
            <a:extLst xmlns:a="http://schemas.openxmlformats.org/drawingml/2006/main">
              <a:ext uri="{FF2B5EF4-FFF2-40B4-BE49-F238E27FC236}">
                <a16:creationId xmlns:a16="http://schemas.microsoft.com/office/drawing/2014/main" id="{34044F6C-D33A-4E1C-A7E2-DC8A97713347}"/>
              </a:ext>
            </a:extLst>
          </p:cNvPr>
          <p:cNvSpPr>
            <a:spLocks xmlns:a="http://schemas.openxmlformats.org/drawingml/2006/main" noGrp="1"/>
          </p:cNvSpPr>
          <p:nvPr/>
        </p:nvSpPr>
        <p:spPr>
          <a:xfrm xmlns:a="http://schemas.openxmlformats.org/drawingml/2006/main">
            <a:off x="8229599" y="3968496"/>
            <a:ext cx="502923" cy="322464"/>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2100" b="1">
                <a:solidFill>
                  <a:srgbClr val="3977F6"/>
                </a:solidFill>
                <a:latin typeface="Helvetica Neue"/>
                <a:ea typeface="Helvetica Neue"/>
                <a:cs typeface="Helvetica Neue"/>
              </a:defRPr>
            </a:lvl1pPr>
          </a:lstStyle>
          <a:p xmlns:a="http://schemas.openxmlformats.org/drawingml/2006/main">
            <a:pPr>
              <a:buNone/>
            </a:pPr>
            <a:r>
              <a:t>πg</a:t>
            </a:r>
          </a:p>
        </p:txBody>
      </p:sp>
      <p:sp>
        <p:nvSpPr>
          <p:cNvPr id="1667" name="TextBox 68">
            <a:extLst xmlns:a="http://schemas.openxmlformats.org/drawingml/2006/main">
              <a:ext uri="{FF2B5EF4-FFF2-40B4-BE49-F238E27FC236}">
                <a16:creationId xmlns:a16="http://schemas.microsoft.com/office/drawing/2014/main" id="{92F27DED-CE9F-4265-A1CF-7D96226549AE}"/>
              </a:ext>
            </a:extLst>
          </p:cNvPr>
          <p:cNvSpPr>
            <a:spLocks xmlns:a="http://schemas.openxmlformats.org/drawingml/2006/main" noGrp="1"/>
          </p:cNvSpPr>
          <p:nvPr/>
        </p:nvSpPr>
        <p:spPr>
          <a:xfrm xmlns:a="http://schemas.openxmlformats.org/drawingml/2006/main">
            <a:off x="8732518" y="4041647"/>
            <a:ext cx="2487172" cy="18608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200" b="1">
                <a:solidFill>
                  <a:srgbClr val="111318"/>
                </a:solidFill>
                <a:latin typeface="Helvetica Neue"/>
                <a:ea typeface="Helvetica Neue"/>
                <a:cs typeface="Helvetica Neue"/>
              </a:defRPr>
            </a:lvl1pPr>
          </a:lstStyle>
          <a:p xmlns:a="http://schemas.openxmlformats.org/drawingml/2006/main">
            <a:pPr>
              <a:buNone/>
            </a:pPr>
            <a:r>
              <a:t>follows ratings—not people</a:t>
            </a:r>
          </a:p>
        </p:txBody>
      </p:sp>
      <p:sp>
        <p:nvSpPr>
          <p:cNvPr id="1668" name="TextBox 69">
            <a:extLst xmlns:a="http://schemas.openxmlformats.org/drawingml/2006/main">
              <a:ext uri="{FF2B5EF4-FFF2-40B4-BE49-F238E27FC236}">
                <a16:creationId xmlns:a16="http://schemas.microsoft.com/office/drawing/2014/main" id="{86D87D14-B876-4061-BD1D-474CBCB43318}"/>
              </a:ext>
            </a:extLst>
          </p:cNvPr>
          <p:cNvSpPr>
            <a:spLocks xmlns:a="http://schemas.openxmlformats.org/drawingml/2006/main" noGrp="1"/>
          </p:cNvSpPr>
          <p:nvPr/>
        </p:nvSpPr>
        <p:spPr>
          <a:xfrm xmlns:a="http://schemas.openxmlformats.org/drawingml/2006/main">
            <a:off x="8229600" y="4443984"/>
            <a:ext cx="2834640" cy="18608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200" b="1">
                <a:solidFill>
                  <a:srgbClr val="3977F6"/>
                </a:solidFill>
                <a:latin typeface="Helvetica Neue"/>
                <a:ea typeface="Helvetica Neue"/>
                <a:cs typeface="Helvetica Neue"/>
              </a:defRPr>
            </a:pPr>
            <a:r>
              <a:t>• </a:t>
            </a:r>
            <a:r>
              <a:rPr b="0">
                <a:solidFill>
                  <a:srgbClr val="73777F"/>
                </a:solidFill>
              </a:rPr>
              <a:t>Active users represent each side</a:t>
            </a:r>
          </a:p>
        </p:txBody>
      </p:sp>
      <p:sp>
        <p:nvSpPr>
          <p:cNvPr id="1669" name="Connector 70">
            <a:extLst xmlns:a="http://schemas.openxmlformats.org/drawingml/2006/main">
              <a:ext uri="{FF2B5EF4-FFF2-40B4-BE49-F238E27FC236}">
                <a16:creationId xmlns:a16="http://schemas.microsoft.com/office/drawing/2014/main" id="{B6C25FAF-C401-4BB4-A4B3-E111822EF3BD}"/>
              </a:ext>
            </a:extLst>
          </p:cNvPr>
          <p:cNvSpPr>
            <a:spLocks xmlns:a="http://schemas.openxmlformats.org/drawingml/2006/main" noGrp="1"/>
          </p:cNvSpPr>
          <p:nvPr/>
        </p:nvSpPr>
        <p:spPr>
          <a:xfrm xmlns:a="http://schemas.openxmlformats.org/drawingml/2006/main">
            <a:off x="749805" y="5230365"/>
            <a:ext cx="10680198" cy="7"/>
          </a:xfrm>
          <a:prstGeom xmlns:a="http://schemas.openxmlformats.org/drawingml/2006/main" prst="line">
            <a:avLst/>
          </a:prstGeom>
          <a:ln xmlns:a="http://schemas.openxmlformats.org/drawingml/2006/main" w="1270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670" name="TextBox 71">
            <a:extLst xmlns:a="http://schemas.openxmlformats.org/drawingml/2006/main">
              <a:ext uri="{FF2B5EF4-FFF2-40B4-BE49-F238E27FC236}">
                <a16:creationId xmlns:a16="http://schemas.microsoft.com/office/drawing/2014/main" id="{791E5794-05EA-4AE5-9FE1-69F849BBDBE6}"/>
              </a:ext>
            </a:extLst>
          </p:cNvPr>
          <p:cNvSpPr>
            <a:spLocks xmlns:a="http://schemas.openxmlformats.org/drawingml/2006/main" noGrp="1"/>
          </p:cNvSpPr>
          <p:nvPr/>
        </p:nvSpPr>
        <p:spPr>
          <a:xfrm xmlns:a="http://schemas.openxmlformats.org/drawingml/2006/main">
            <a:off x="2944366" y="5522976"/>
            <a:ext cx="6355085" cy="26043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lgn="ctr">
              <a:buNone/>
              <a:defRPr sz="1700" b="1">
                <a:solidFill>
                  <a:srgbClr val="1FA873"/>
                </a:solidFill>
                <a:latin typeface="Helvetica Neue"/>
                <a:ea typeface="Helvetica Neue"/>
                <a:cs typeface="Helvetica Neue"/>
              </a:defRPr>
            </a:pPr>
            <a:r>
              <a:t>• </a:t>
            </a:r>
            <a:r>
              <a:rPr>
                <a:solidFill>
                  <a:srgbClr val="111318"/>
                </a:solidFill>
              </a:rPr>
              <a:t>Keep consent. Make representation explicit.</a:t>
            </a:r>
          </a:p>
        </p:txBody>
      </p:sp>
      <p:sp>
        <p:nvSpPr>
          <p:cNvPr id="1671" name="TextBox 72">
            <a:extLst xmlns:a="http://schemas.openxmlformats.org/drawingml/2006/main">
              <a:ext uri="{FF2B5EF4-FFF2-40B4-BE49-F238E27FC236}">
                <a16:creationId xmlns:a16="http://schemas.microsoft.com/office/drawing/2014/main" id="{CEF56FC4-F62E-48E3-81A6-AFCD68F935FB}"/>
              </a:ext>
            </a:extLst>
          </p:cNvPr>
          <p:cNvSpPr>
            <a:spLocks xmlns:a="http://schemas.openxmlformats.org/drawingml/2006/main" noGrp="1"/>
          </p:cNvSpPr>
          <p:nvPr/>
        </p:nvSpPr>
        <p:spPr>
          <a:xfrm xmlns:a="http://schemas.openxmlformats.org/drawingml/2006/main">
            <a:off x="621792" y="6437376"/>
            <a:ext cx="10881360"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800">
                <a:solidFill>
                  <a:srgbClr val="73777F"/>
                </a:solidFill>
                <a:latin typeface="Helvetica Neue"/>
                <a:ea typeface="Helvetica Neue"/>
                <a:cs typeface="Helvetica Neue"/>
              </a:defRPr>
            </a:lvl1pPr>
          </a:lstStyle>
          <a:p xmlns:a="http://schemas.openxmlformats.org/drawingml/2006/main">
            <a:pPr>
              <a:buNone/>
            </a:pPr>
            <a:r>
              <a:t>• Toy illustration—not the Community Notes scoring formula; Buterin (2023); Wojcik et al. (2022); Nudo et al. (2026)</a:t>
            </a:r>
          </a:p>
        </p:txBody>
      </p:sp>
      <p:sp>
        <p:nvSpPr>
          <p:cNvPr id="1672" name="Oval 21">
            <a:extLst xmlns:a="http://schemas.openxmlformats.org/drawingml/2006/main">
              <a:ext uri="{FF2B5EF4-FFF2-40B4-BE49-F238E27FC236}">
                <a16:creationId xmlns:a16="http://schemas.microsoft.com/office/drawing/2014/main" id="{66520405-02DF-436C-9922-DC1801462474}"/>
              </a:ext>
            </a:extLst>
          </p:cNvPr>
          <p:cNvSpPr>
            <a:spLocks xmlns:a="http://schemas.openxmlformats.org/drawingml/2006/main" noGrp="1"/>
          </p:cNvSpPr>
          <p:nvPr/>
        </p:nvSpPr>
        <p:spPr>
          <a:xfrm xmlns:a="http://schemas.openxmlformats.org/drawingml/2006/main">
            <a:off x="2884696" y="2514599"/>
            <a:ext cx="201175" cy="201175"/>
          </a:xfrm>
          <a:prstGeom xmlns:a="http://schemas.openxmlformats.org/drawingml/2006/main" prst="ellipse">
            <a:avLst/>
          </a:prstGeom>
          <a:solidFill xmlns:a="http://schemas.openxmlformats.org/drawingml/2006/main">
            <a:srgbClr val="1FA873"/>
          </a:solidFill>
          <a:ln xmlns:a="http://schemas.openxmlformats.org/drawingml/2006/main" w="10160">
            <a:solidFill>
              <a:srgbClr val="1FA873"/>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673" name="Connector 22">
            <a:extLst xmlns:a="http://schemas.openxmlformats.org/drawingml/2006/main">
              <a:ext uri="{FF2B5EF4-FFF2-40B4-BE49-F238E27FC236}">
                <a16:creationId xmlns:a16="http://schemas.microsoft.com/office/drawing/2014/main" id="{49769893-C768-4F14-82F4-0AFC261862B8}"/>
              </a:ext>
            </a:extLst>
          </p:cNvPr>
          <p:cNvSpPr>
            <a:spLocks xmlns:a="http://schemas.openxmlformats.org/drawingml/2006/main" noGrp="1"/>
          </p:cNvSpPr>
          <p:nvPr/>
        </p:nvSpPr>
        <p:spPr>
          <a:xfrm xmlns:a="http://schemas.openxmlformats.org/drawingml/2006/main">
            <a:off x="2925845" y="2624327"/>
            <a:ext cx="45724" cy="45724"/>
          </a:xfrm>
          <a:prstGeom xmlns:a="http://schemas.openxmlformats.org/drawingml/2006/main" prst="line">
            <a:avLst/>
          </a:prstGeom>
          <a:ln xmlns:a="http://schemas.openxmlformats.org/drawingml/2006/main" w="16510">
            <a:solidFill>
              <a:srgbClr val="FFFFF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674" name="Connector 23">
            <a:extLst xmlns:a="http://schemas.openxmlformats.org/drawingml/2006/main">
              <a:ext uri="{FF2B5EF4-FFF2-40B4-BE49-F238E27FC236}">
                <a16:creationId xmlns:a16="http://schemas.microsoft.com/office/drawing/2014/main" id="{F3F84F20-6548-4A84-B36D-BD2BFAA637A5}"/>
              </a:ext>
            </a:extLst>
          </p:cNvPr>
          <p:cNvSpPr>
            <a:spLocks xmlns:a="http://schemas.openxmlformats.org/drawingml/2006/main" noGrp="1"/>
          </p:cNvSpPr>
          <p:nvPr/>
        </p:nvSpPr>
        <p:spPr>
          <a:xfrm xmlns:a="http://schemas.openxmlformats.org/drawingml/2006/main" flipV="1">
            <a:off x="2971563" y="2569464"/>
            <a:ext cx="82300" cy="100588"/>
          </a:xfrm>
          <a:prstGeom xmlns:a="http://schemas.openxmlformats.org/drawingml/2006/main" prst="line">
            <a:avLst/>
          </a:prstGeom>
          <a:ln xmlns:a="http://schemas.openxmlformats.org/drawingml/2006/main" w="16510">
            <a:solidFill>
              <a:srgbClr val="FFFFF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675" name="Connector 27">
            <a:extLst xmlns:a="http://schemas.openxmlformats.org/drawingml/2006/main">
              <a:ext uri="{FF2B5EF4-FFF2-40B4-BE49-F238E27FC236}">
                <a16:creationId xmlns:a16="http://schemas.microsoft.com/office/drawing/2014/main" id="{EB076623-AA18-4EB8-95EC-E3CA30594CC2}"/>
              </a:ext>
            </a:extLst>
          </p:cNvPr>
          <p:cNvSpPr>
            <a:spLocks xmlns:a="http://schemas.openxmlformats.org/drawingml/2006/main" noGrp="1"/>
          </p:cNvSpPr>
          <p:nvPr/>
        </p:nvSpPr>
        <p:spPr>
          <a:xfrm xmlns:a="http://schemas.openxmlformats.org/drawingml/2006/main">
            <a:off x="3134853" y="2615119"/>
            <a:ext cx="192029" cy="4"/>
          </a:xfrm>
          <a:prstGeom xmlns:a="http://schemas.openxmlformats.org/drawingml/2006/main" prst="line">
            <a:avLst/>
          </a:prstGeom>
          <a:ln xmlns:a="http://schemas.openxmlformats.org/drawingml/2006/main" w="16510">
            <a:solidFill>
              <a:srgbClr val="EE7963"/>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676" name="Rectangle">
            <a:extLst xmlns:a="http://schemas.openxmlformats.org/drawingml/2006/main">
              <a:ext uri="{FF2B5EF4-FFF2-40B4-BE49-F238E27FC236}">
                <a16:creationId xmlns:a16="http://schemas.microsoft.com/office/drawing/2014/main" id="{8CB22136-E73B-411F-B39D-C2AC201AEBB4}"/>
              </a:ext>
            </a:extLst>
          </p:cNvPr>
          <p:cNvSpPr>
            <a:spLocks xmlns:a="http://schemas.openxmlformats.org/drawingml/2006/main" noGrp="1"/>
          </p:cNvSpPr>
          <p:nvPr/>
        </p:nvSpPr>
        <p:spPr>
          <a:xfrm xmlns:a="http://schemas.openxmlformats.org/drawingml/2006/main">
            <a:off x="6594474" y="1460621"/>
            <a:ext cx="5153310" cy="3644148"/>
          </a:xfrm>
          <a:prstGeom xmlns:a="http://schemas.openxmlformats.org/drawingml/2006/main" prst="rect">
            <a:avLst/>
          </a:prstGeom>
          <a:solidFill xmlns:a="http://schemas.openxmlformats.org/drawingml/2006/main">
            <a:srgbClr val="FFFFFF"/>
          </a:solidFill>
          <a:ln xmlns:a="http://schemas.openxmlformats.org/drawingml/2006/main" w="12700"/>
        </p:spPr>
        <p:txBody>
          <a:bodyPr xmlns:a="http://schemas.openxmlformats.org/drawingml/2006/main" lIns="45718" tIns="45718" rIns="45718" bIns="45718" anchor="ctr"/>
          <a:lstStyle xmlns:a="http://schemas.openxmlformats.org/drawingml/2006/main"/>
          <a:p xmlns:a="http://schemas.openxmlformats.org/drawingml/2006/main">
            <a:pPr>
              <a:buNone/>
              <a:defRPr>
                <a:latin typeface="+mn-lt"/>
                <a:ea typeface="+mn-lt"/>
                <a:cs typeface="+mn-lt"/>
              </a:defRPr>
            </a:pPr>
          </a:p>
        </p:txBody>
      </p:sp>
      <p:sp>
        <p:nvSpPr>
          <p:cNvPr id="1677" name="Rectangle">
            <a:extLst xmlns:a="http://schemas.openxmlformats.org/drawingml/2006/main">
              <a:ext uri="{FF2B5EF4-FFF2-40B4-BE49-F238E27FC236}">
                <a16:creationId xmlns:a16="http://schemas.microsoft.com/office/drawing/2014/main" id="{160CFF59-57F9-4FA4-9E23-5CFD9058A47B}"/>
              </a:ext>
            </a:extLst>
          </p:cNvPr>
          <p:cNvSpPr>
            <a:spLocks xmlns:a="http://schemas.openxmlformats.org/drawingml/2006/main" noGrp="1"/>
          </p:cNvSpPr>
          <p:nvPr/>
        </p:nvSpPr>
        <p:spPr>
          <a:xfrm xmlns:a="http://schemas.openxmlformats.org/drawingml/2006/main">
            <a:off x="4145505" y="3414910"/>
            <a:ext cx="7729275" cy="1691629"/>
          </a:xfrm>
          <a:prstGeom xmlns:a="http://schemas.openxmlformats.org/drawingml/2006/main" prst="rect">
            <a:avLst/>
          </a:prstGeom>
          <a:solidFill xmlns:a="http://schemas.openxmlformats.org/drawingml/2006/main">
            <a:srgbClr val="FFFFFF"/>
          </a:solidFill>
          <a:ln xmlns:a="http://schemas.openxmlformats.org/drawingml/2006/main" w="12700"/>
        </p:spPr>
        <p:txBody>
          <a:bodyPr xmlns:a="http://schemas.openxmlformats.org/drawingml/2006/main" lIns="45718" tIns="45718" rIns="45718" bIns="45718" anchor="ctr"/>
          <a:lstStyle xmlns:a="http://schemas.openxmlformats.org/drawingml/2006/main"/>
          <a:p xmlns:a="http://schemas.openxmlformats.org/drawingml/2006/main">
            <a:pPr>
              <a:buNone/>
              <a:defRPr>
                <a:latin typeface="+mn-lt"/>
                <a:ea typeface="+mn-lt"/>
                <a:cs typeface="+mn-lt"/>
              </a:defRPr>
            </a:pPr>
          </a:p>
        </p:txBody>
      </p:sp>
    </p:spTree>
    <p:extLst>
      <p:ext uri="{BB962C8B-B14F-4D97-AF65-F5344CB8AC3E}">
        <p14:creationId xmlns:p14="http://schemas.microsoft.com/office/powerpoint/2010/main" val="2095747848"/>
      </p:ext>
    </p:extLst>
  </p:cSld>
</p:sld>
</file>

<file path=ppt/slides/slide19.xml><?xml version="1.0" encoding="utf-8"?>
<p:sld xmlns:p="http://schemas.openxmlformats.org/presentationml/2006/main" showMasterSp="1">
  <p:cSld>
    <p:spTree>
      <p:nvGrpSpPr>
        <p:cNvPr id="1" name=""/>
        <p:cNvGrpSpPr/>
        <p:nvPr/>
      </p:nvGrpSpPr>
      <p:grpSpPr>
        <a:xfrm xmlns:a="http://schemas.openxmlformats.org/drawingml/2006/main"/>
      </p:grpSpPr>
      <p:sp>
        <p:nvSpPr>
          <p:cNvPr id="1679" name="TextBox 1">
            <a:extLst xmlns:a="http://schemas.openxmlformats.org/drawingml/2006/main">
              <a:ext uri="{FF2B5EF4-FFF2-40B4-BE49-F238E27FC236}">
                <a16:creationId xmlns:a16="http://schemas.microsoft.com/office/drawing/2014/main" id="{33611656-8109-4F57-B33B-154FEA93C2A8}"/>
              </a:ext>
            </a:extLst>
          </p:cNvPr>
          <p:cNvSpPr>
            <a:spLocks xmlns:a="http://schemas.openxmlformats.org/drawingml/2006/main" noGrp="1"/>
          </p:cNvSpPr>
          <p:nvPr/>
        </p:nvSpPr>
        <p:spPr>
          <a:xfrm xmlns:a="http://schemas.openxmlformats.org/drawingml/2006/main">
            <a:off x="603500" y="420623"/>
            <a:ext cx="4389127" cy="14871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000" b="1">
                <a:solidFill>
                  <a:srgbClr val="73777F"/>
                </a:solidFill>
                <a:latin typeface="Helvetica Neue"/>
                <a:ea typeface="Helvetica Neue"/>
                <a:cs typeface="Helvetica Neue"/>
              </a:defRPr>
            </a:lvl1pPr>
          </a:lstStyle>
          <a:p xmlns:a="http://schemas.openxmlformats.org/drawingml/2006/main">
            <a:pPr>
              <a:buNone/>
            </a:pPr>
            <a:r>
              <a:t>BRIDGING, REFRAMED</a:t>
            </a:r>
          </a:p>
        </p:txBody>
      </p:sp>
      <p:sp>
        <p:nvSpPr>
          <p:cNvPr id="1680" name="TextBox 2">
            <a:extLst xmlns:a="http://schemas.openxmlformats.org/drawingml/2006/main">
              <a:ext uri="{FF2B5EF4-FFF2-40B4-BE49-F238E27FC236}">
                <a16:creationId xmlns:a16="http://schemas.microsoft.com/office/drawing/2014/main" id="{033873CF-F6BE-4FD3-B8A1-ED36AD989AA3}"/>
              </a:ext>
            </a:extLst>
          </p:cNvPr>
          <p:cNvSpPr>
            <a:spLocks xmlns:a="http://schemas.openxmlformats.org/drawingml/2006/main" noGrp="1"/>
          </p:cNvSpPr>
          <p:nvPr/>
        </p:nvSpPr>
        <p:spPr>
          <a:xfrm xmlns:a="http://schemas.openxmlformats.org/drawingml/2006/main">
            <a:off x="603504" y="786383"/>
            <a:ext cx="10515601" cy="458849"/>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3000" b="1">
                <a:solidFill>
                  <a:srgbClr val="111318"/>
                </a:solidFill>
                <a:latin typeface="Helvetica Neue"/>
                <a:ea typeface="Helvetica Neue"/>
                <a:cs typeface="Helvetica Neue"/>
              </a:defRPr>
            </a:lvl1pPr>
          </a:lstStyle>
          <a:p xmlns:a="http://schemas.openxmlformats.org/drawingml/2006/main">
            <a:pPr>
              <a:buNone/>
            </a:pPr>
            <a:r>
              <a:t>The handshake is right. The electorate is not.</a:t>
            </a:r>
          </a:p>
        </p:txBody>
      </p:sp>
      <p:sp>
        <p:nvSpPr>
          <p:cNvPr id="1681" name="TextBox 3">
            <a:extLst xmlns:a="http://schemas.openxmlformats.org/drawingml/2006/main">
              <a:ext uri="{FF2B5EF4-FFF2-40B4-BE49-F238E27FC236}">
                <a16:creationId xmlns:a16="http://schemas.microsoft.com/office/drawing/2014/main" id="{CA3BB60F-6F07-464D-87B5-4DF7BAED8CFD}"/>
              </a:ext>
            </a:extLst>
          </p:cNvPr>
          <p:cNvSpPr>
            <a:spLocks xmlns:a="http://schemas.openxmlformats.org/drawingml/2006/main" noGrp="1"/>
          </p:cNvSpPr>
          <p:nvPr/>
        </p:nvSpPr>
        <p:spPr>
          <a:xfrm xmlns:a="http://schemas.openxmlformats.org/drawingml/2006/main">
            <a:off x="11082528" y="457198"/>
            <a:ext cx="438916" cy="136385"/>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r">
              <a:buNone/>
              <a:defRPr sz="900" b="1">
                <a:solidFill>
                  <a:srgbClr val="73777F"/>
                </a:solidFill>
                <a:latin typeface="Helvetica Neue"/>
                <a:ea typeface="Helvetica Neue"/>
                <a:cs typeface="Helvetica Neue"/>
              </a:defRPr>
            </a:lvl1pPr>
          </a:lstStyle>
          <a:p xmlns:a="http://schemas.openxmlformats.org/drawingml/2006/main">
            <a:pPr>
              <a:buNone/>
            </a:pPr>
            <a:r>
              <a:t>06</a:t>
            </a:r>
          </a:p>
        </p:txBody>
      </p:sp>
      <p:sp>
        <p:nvSpPr>
          <p:cNvPr id="1682" name="Connector 4">
            <a:extLst xmlns:a="http://schemas.openxmlformats.org/drawingml/2006/main">
              <a:ext uri="{FF2B5EF4-FFF2-40B4-BE49-F238E27FC236}">
                <a16:creationId xmlns:a16="http://schemas.microsoft.com/office/drawing/2014/main" id="{12591906-16B2-47A1-8D6C-B70C3586EB7C}"/>
              </a:ext>
            </a:extLst>
          </p:cNvPr>
          <p:cNvSpPr>
            <a:spLocks xmlns:a="http://schemas.openxmlformats.org/drawingml/2006/main" noGrp="1"/>
          </p:cNvSpPr>
          <p:nvPr/>
        </p:nvSpPr>
        <p:spPr>
          <a:xfrm xmlns:a="http://schemas.openxmlformats.org/drawingml/2006/main" flipH="1">
            <a:off x="4005070" y="1554478"/>
            <a:ext cx="5" cy="3456437"/>
          </a:xfrm>
          <a:prstGeom xmlns:a="http://schemas.openxmlformats.org/drawingml/2006/main" prst="line">
            <a:avLst/>
          </a:prstGeom>
          <a:ln xmlns:a="http://schemas.openxmlformats.org/drawingml/2006/main" w="1270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683" name="Connector 5">
            <a:extLst xmlns:a="http://schemas.openxmlformats.org/drawingml/2006/main">
              <a:ext uri="{FF2B5EF4-FFF2-40B4-BE49-F238E27FC236}">
                <a16:creationId xmlns:a16="http://schemas.microsoft.com/office/drawing/2014/main" id="{1C8986AE-5AB3-45BB-9807-F89BB581204C}"/>
              </a:ext>
            </a:extLst>
          </p:cNvPr>
          <p:cNvSpPr>
            <a:spLocks xmlns:a="http://schemas.openxmlformats.org/drawingml/2006/main" noGrp="1"/>
          </p:cNvSpPr>
          <p:nvPr/>
        </p:nvSpPr>
        <p:spPr>
          <a:xfrm xmlns:a="http://schemas.openxmlformats.org/drawingml/2006/main">
            <a:off x="8010141" y="1554478"/>
            <a:ext cx="5" cy="3456437"/>
          </a:xfrm>
          <a:prstGeom xmlns:a="http://schemas.openxmlformats.org/drawingml/2006/main" prst="line">
            <a:avLst/>
          </a:prstGeom>
          <a:ln xmlns:a="http://schemas.openxmlformats.org/drawingml/2006/main" w="1270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684" name="TextBox 6">
            <a:extLst xmlns:a="http://schemas.openxmlformats.org/drawingml/2006/main">
              <a:ext uri="{FF2B5EF4-FFF2-40B4-BE49-F238E27FC236}">
                <a16:creationId xmlns:a16="http://schemas.microsoft.com/office/drawing/2014/main" id="{3948753A-FB43-468F-8601-9419B3E33381}"/>
              </a:ext>
            </a:extLst>
          </p:cNvPr>
          <p:cNvSpPr>
            <a:spLocks xmlns:a="http://schemas.openxmlformats.org/drawingml/2006/main" noGrp="1"/>
          </p:cNvSpPr>
          <p:nvPr/>
        </p:nvSpPr>
        <p:spPr>
          <a:xfrm xmlns:a="http://schemas.openxmlformats.org/drawingml/2006/main">
            <a:off x="768094" y="1572766"/>
            <a:ext cx="1645924" cy="136385"/>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900" b="1">
                <a:solidFill>
                  <a:srgbClr val="73777F"/>
                </a:solidFill>
                <a:latin typeface="Helvetica Neue"/>
                <a:ea typeface="Helvetica Neue"/>
                <a:cs typeface="Helvetica Neue"/>
              </a:defRPr>
            </a:lvl1pPr>
          </a:lstStyle>
          <a:p xmlns:a="http://schemas.openxmlformats.org/drawingml/2006/main">
            <a:pPr>
              <a:buNone/>
            </a:pPr>
            <a:r>
              <a:t>GOOD INSTINCT</a:t>
            </a:r>
          </a:p>
        </p:txBody>
      </p:sp>
      <p:sp>
        <p:nvSpPr>
          <p:cNvPr id="1685" name="Oval 7">
            <a:extLst xmlns:a="http://schemas.openxmlformats.org/drawingml/2006/main">
              <a:ext uri="{FF2B5EF4-FFF2-40B4-BE49-F238E27FC236}">
                <a16:creationId xmlns:a16="http://schemas.microsoft.com/office/drawing/2014/main" id="{A0DF634A-3DB0-4115-94ED-0B9D426EDD90}"/>
              </a:ext>
            </a:extLst>
          </p:cNvPr>
          <p:cNvSpPr>
            <a:spLocks xmlns:a="http://schemas.openxmlformats.org/drawingml/2006/main" noGrp="1"/>
          </p:cNvSpPr>
          <p:nvPr/>
        </p:nvSpPr>
        <p:spPr>
          <a:xfrm xmlns:a="http://schemas.openxmlformats.org/drawingml/2006/main">
            <a:off x="960119" y="2240277"/>
            <a:ext cx="164599" cy="164599"/>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686" name="Connector 8">
            <a:extLst xmlns:a="http://schemas.openxmlformats.org/drawingml/2006/main">
              <a:ext uri="{FF2B5EF4-FFF2-40B4-BE49-F238E27FC236}">
                <a16:creationId xmlns:a16="http://schemas.microsoft.com/office/drawing/2014/main" id="{747BA5F1-9FE1-4940-86FA-72B0678012C2}"/>
              </a:ext>
            </a:extLst>
          </p:cNvPr>
          <p:cNvSpPr>
            <a:spLocks xmlns:a="http://schemas.openxmlformats.org/drawingml/2006/main" noGrp="1"/>
          </p:cNvSpPr>
          <p:nvPr/>
        </p:nvSpPr>
        <p:spPr>
          <a:xfrm xmlns:a="http://schemas.openxmlformats.org/drawingml/2006/main">
            <a:off x="1042412" y="2404872"/>
            <a:ext cx="5" cy="271580"/>
          </a:xfrm>
          <a:prstGeom xmlns:a="http://schemas.openxmlformats.org/drawingml/2006/main" prst="line">
            <a:avLst/>
          </a:prstGeom>
          <a:ln xmlns:a="http://schemas.openxmlformats.org/drawingml/2006/main" w="1905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687" name="Connector 9">
            <a:extLst xmlns:a="http://schemas.openxmlformats.org/drawingml/2006/main">
              <a:ext uri="{FF2B5EF4-FFF2-40B4-BE49-F238E27FC236}">
                <a16:creationId xmlns:a16="http://schemas.microsoft.com/office/drawing/2014/main" id="{82199840-B1ED-4964-A102-3FB4C8389035}"/>
              </a:ext>
            </a:extLst>
          </p:cNvPr>
          <p:cNvSpPr>
            <a:spLocks xmlns:a="http://schemas.openxmlformats.org/drawingml/2006/main" noGrp="1"/>
          </p:cNvSpPr>
          <p:nvPr/>
        </p:nvSpPr>
        <p:spPr>
          <a:xfrm xmlns:a="http://schemas.openxmlformats.org/drawingml/2006/main">
            <a:off x="927199" y="2520083"/>
            <a:ext cx="230433" cy="4"/>
          </a:xfrm>
          <a:prstGeom xmlns:a="http://schemas.openxmlformats.org/drawingml/2006/main" prst="line">
            <a:avLst/>
          </a:prstGeom>
          <a:ln xmlns:a="http://schemas.openxmlformats.org/drawingml/2006/main" w="1905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688" name="Connector 10">
            <a:extLst xmlns:a="http://schemas.openxmlformats.org/drawingml/2006/main">
              <a:ext uri="{FF2B5EF4-FFF2-40B4-BE49-F238E27FC236}">
                <a16:creationId xmlns:a16="http://schemas.microsoft.com/office/drawing/2014/main" id="{8ECF1FB5-33FA-4634-B139-890BA1758E87}"/>
              </a:ext>
            </a:extLst>
          </p:cNvPr>
          <p:cNvSpPr>
            <a:spLocks xmlns:a="http://schemas.openxmlformats.org/drawingml/2006/main" noGrp="1"/>
          </p:cNvSpPr>
          <p:nvPr/>
        </p:nvSpPr>
        <p:spPr>
          <a:xfrm xmlns:a="http://schemas.openxmlformats.org/drawingml/2006/main" flipH="1">
            <a:off x="935430" y="2676448"/>
            <a:ext cx="106988" cy="172826"/>
          </a:xfrm>
          <a:prstGeom xmlns:a="http://schemas.openxmlformats.org/drawingml/2006/main" prst="line">
            <a:avLst/>
          </a:prstGeom>
          <a:ln xmlns:a="http://schemas.openxmlformats.org/drawingml/2006/main" w="1905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689" name="Connector 11">
            <a:extLst xmlns:a="http://schemas.openxmlformats.org/drawingml/2006/main">
              <a:ext uri="{FF2B5EF4-FFF2-40B4-BE49-F238E27FC236}">
                <a16:creationId xmlns:a16="http://schemas.microsoft.com/office/drawing/2014/main" id="{F08B7E01-B526-448D-97AA-361BE986A447}"/>
              </a:ext>
            </a:extLst>
          </p:cNvPr>
          <p:cNvSpPr>
            <a:spLocks xmlns:a="http://schemas.openxmlformats.org/drawingml/2006/main" noGrp="1"/>
          </p:cNvSpPr>
          <p:nvPr/>
        </p:nvSpPr>
        <p:spPr>
          <a:xfrm xmlns:a="http://schemas.openxmlformats.org/drawingml/2006/main">
            <a:off x="1042416" y="2676448"/>
            <a:ext cx="106987" cy="172826"/>
          </a:xfrm>
          <a:prstGeom xmlns:a="http://schemas.openxmlformats.org/drawingml/2006/main" prst="line">
            <a:avLst/>
          </a:prstGeom>
          <a:ln xmlns:a="http://schemas.openxmlformats.org/drawingml/2006/main" w="1905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690" name="Oval 12">
            <a:extLst xmlns:a="http://schemas.openxmlformats.org/drawingml/2006/main">
              <a:ext uri="{FF2B5EF4-FFF2-40B4-BE49-F238E27FC236}">
                <a16:creationId xmlns:a16="http://schemas.microsoft.com/office/drawing/2014/main" id="{B4FEC0B9-23E6-4C65-BBFF-ADEF68EAB612}"/>
              </a:ext>
            </a:extLst>
          </p:cNvPr>
          <p:cNvSpPr>
            <a:spLocks xmlns:a="http://schemas.openxmlformats.org/drawingml/2006/main" noGrp="1"/>
          </p:cNvSpPr>
          <p:nvPr/>
        </p:nvSpPr>
        <p:spPr>
          <a:xfrm xmlns:a="http://schemas.openxmlformats.org/drawingml/2006/main">
            <a:off x="3502150" y="2215624"/>
            <a:ext cx="164599" cy="164599"/>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691" name="Connector 13">
            <a:extLst xmlns:a="http://schemas.openxmlformats.org/drawingml/2006/main">
              <a:ext uri="{FF2B5EF4-FFF2-40B4-BE49-F238E27FC236}">
                <a16:creationId xmlns:a16="http://schemas.microsoft.com/office/drawing/2014/main" id="{91FE91F1-9630-4780-937A-7B5E91D95FF9}"/>
              </a:ext>
            </a:extLst>
          </p:cNvPr>
          <p:cNvSpPr>
            <a:spLocks xmlns:a="http://schemas.openxmlformats.org/drawingml/2006/main" noGrp="1"/>
          </p:cNvSpPr>
          <p:nvPr/>
        </p:nvSpPr>
        <p:spPr>
          <a:xfrm xmlns:a="http://schemas.openxmlformats.org/drawingml/2006/main">
            <a:off x="3584447" y="2380214"/>
            <a:ext cx="4" cy="271580"/>
          </a:xfrm>
          <a:prstGeom xmlns:a="http://schemas.openxmlformats.org/drawingml/2006/main" prst="line">
            <a:avLst/>
          </a:prstGeom>
          <a:ln xmlns:a="http://schemas.openxmlformats.org/drawingml/2006/main" w="1905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692" name="Connector 14">
            <a:extLst xmlns:a="http://schemas.openxmlformats.org/drawingml/2006/main">
              <a:ext uri="{FF2B5EF4-FFF2-40B4-BE49-F238E27FC236}">
                <a16:creationId xmlns:a16="http://schemas.microsoft.com/office/drawing/2014/main" id="{0FE632BD-1B94-4988-8F80-1741D7C7EEC2}"/>
              </a:ext>
            </a:extLst>
          </p:cNvPr>
          <p:cNvSpPr>
            <a:spLocks xmlns:a="http://schemas.openxmlformats.org/drawingml/2006/main" noGrp="1"/>
          </p:cNvSpPr>
          <p:nvPr/>
        </p:nvSpPr>
        <p:spPr>
          <a:xfrm xmlns:a="http://schemas.openxmlformats.org/drawingml/2006/main">
            <a:off x="3469232" y="2495430"/>
            <a:ext cx="230433" cy="4"/>
          </a:xfrm>
          <a:prstGeom xmlns:a="http://schemas.openxmlformats.org/drawingml/2006/main" prst="line">
            <a:avLst/>
          </a:prstGeom>
          <a:ln xmlns:a="http://schemas.openxmlformats.org/drawingml/2006/main" w="1905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693" name="Connector 15">
            <a:extLst xmlns:a="http://schemas.openxmlformats.org/drawingml/2006/main">
              <a:ext uri="{FF2B5EF4-FFF2-40B4-BE49-F238E27FC236}">
                <a16:creationId xmlns:a16="http://schemas.microsoft.com/office/drawing/2014/main" id="{20C21774-83AF-4A63-BE95-50CAEC5413F7}"/>
              </a:ext>
            </a:extLst>
          </p:cNvPr>
          <p:cNvSpPr>
            <a:spLocks xmlns:a="http://schemas.openxmlformats.org/drawingml/2006/main" noGrp="1"/>
          </p:cNvSpPr>
          <p:nvPr/>
        </p:nvSpPr>
        <p:spPr>
          <a:xfrm xmlns:a="http://schemas.openxmlformats.org/drawingml/2006/main" flipH="1">
            <a:off x="3477463" y="2651792"/>
            <a:ext cx="106988" cy="172826"/>
          </a:xfrm>
          <a:prstGeom xmlns:a="http://schemas.openxmlformats.org/drawingml/2006/main" prst="line">
            <a:avLst/>
          </a:prstGeom>
          <a:ln xmlns:a="http://schemas.openxmlformats.org/drawingml/2006/main" w="1905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694" name="Connector 16">
            <a:extLst xmlns:a="http://schemas.openxmlformats.org/drawingml/2006/main">
              <a:ext uri="{FF2B5EF4-FFF2-40B4-BE49-F238E27FC236}">
                <a16:creationId xmlns:a16="http://schemas.microsoft.com/office/drawing/2014/main" id="{40E5AA82-E28B-4180-95E4-051216CE6ED4}"/>
              </a:ext>
            </a:extLst>
          </p:cNvPr>
          <p:cNvSpPr>
            <a:spLocks xmlns:a="http://schemas.openxmlformats.org/drawingml/2006/main" noGrp="1"/>
          </p:cNvSpPr>
          <p:nvPr/>
        </p:nvSpPr>
        <p:spPr>
          <a:xfrm xmlns:a="http://schemas.openxmlformats.org/drawingml/2006/main">
            <a:off x="3584447" y="2651792"/>
            <a:ext cx="106988" cy="172826"/>
          </a:xfrm>
          <a:prstGeom xmlns:a="http://schemas.openxmlformats.org/drawingml/2006/main" prst="line">
            <a:avLst/>
          </a:prstGeom>
          <a:ln xmlns:a="http://schemas.openxmlformats.org/drawingml/2006/main" w="1905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695" name="Rounded Rectangle 17">
            <a:extLst xmlns:a="http://schemas.openxmlformats.org/drawingml/2006/main">
              <a:ext uri="{FF2B5EF4-FFF2-40B4-BE49-F238E27FC236}">
                <a16:creationId xmlns:a16="http://schemas.microsoft.com/office/drawing/2014/main" id="{4CB1B393-74B1-4E27-92E8-A9233F33E1C5}"/>
              </a:ext>
            </a:extLst>
          </p:cNvPr>
          <p:cNvSpPr>
            <a:spLocks xmlns:a="http://schemas.openxmlformats.org/drawingml/2006/main" noGrp="1"/>
          </p:cNvSpPr>
          <p:nvPr/>
        </p:nvSpPr>
        <p:spPr>
          <a:xfrm xmlns:a="http://schemas.openxmlformats.org/drawingml/2006/main">
            <a:off x="1856231" y="2011677"/>
            <a:ext cx="960124" cy="1298451"/>
          </a:xfrm>
          <a:prstGeom xmlns:a="http://schemas.openxmlformats.org/drawingml/2006/main" prst="roundRect">
            <a:avLst>
              <a:gd name="adj" fmla="val 16667"/>
            </a:avLst>
          </a:prstGeom>
          <a:ln xmlns:a="http://schemas.openxmlformats.org/drawingml/2006/main" w="1397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696" name="Connector 18">
            <a:extLst xmlns:a="http://schemas.openxmlformats.org/drawingml/2006/main">
              <a:ext uri="{FF2B5EF4-FFF2-40B4-BE49-F238E27FC236}">
                <a16:creationId xmlns:a16="http://schemas.microsoft.com/office/drawing/2014/main" id="{A9FBE8A3-3FFD-4B3B-819E-71A9BF9CD811}"/>
              </a:ext>
            </a:extLst>
          </p:cNvPr>
          <p:cNvSpPr>
            <a:spLocks xmlns:a="http://schemas.openxmlformats.org/drawingml/2006/main" noGrp="1"/>
          </p:cNvSpPr>
          <p:nvPr/>
        </p:nvSpPr>
        <p:spPr>
          <a:xfrm xmlns:a="http://schemas.openxmlformats.org/drawingml/2006/main">
            <a:off x="2075687" y="2450592"/>
            <a:ext cx="521209" cy="4"/>
          </a:xfrm>
          <a:prstGeom xmlns:a="http://schemas.openxmlformats.org/drawingml/2006/main" prst="line">
            <a:avLst/>
          </a:prstGeom>
          <a:ln xmlns:a="http://schemas.openxmlformats.org/drawingml/2006/main" w="1524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697" name="Connector 19">
            <a:extLst xmlns:a="http://schemas.openxmlformats.org/drawingml/2006/main">
              <a:ext uri="{FF2B5EF4-FFF2-40B4-BE49-F238E27FC236}">
                <a16:creationId xmlns:a16="http://schemas.microsoft.com/office/drawing/2014/main" id="{334B0E0D-D6A3-4835-8F5E-A151E597D073}"/>
              </a:ext>
            </a:extLst>
          </p:cNvPr>
          <p:cNvSpPr>
            <a:spLocks xmlns:a="http://schemas.openxmlformats.org/drawingml/2006/main" noGrp="1"/>
          </p:cNvSpPr>
          <p:nvPr/>
        </p:nvSpPr>
        <p:spPr>
          <a:xfrm xmlns:a="http://schemas.openxmlformats.org/drawingml/2006/main">
            <a:off x="2075687" y="2761488"/>
            <a:ext cx="393197" cy="4"/>
          </a:xfrm>
          <a:prstGeom xmlns:a="http://schemas.openxmlformats.org/drawingml/2006/main" prst="line">
            <a:avLst/>
          </a:prstGeom>
          <a:ln xmlns:a="http://schemas.openxmlformats.org/drawingml/2006/main" w="1524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698" name="Connector 20">
            <a:extLst xmlns:a="http://schemas.openxmlformats.org/drawingml/2006/main">
              <a:ext uri="{FF2B5EF4-FFF2-40B4-BE49-F238E27FC236}">
                <a16:creationId xmlns:a16="http://schemas.microsoft.com/office/drawing/2014/main" id="{0268EC12-0AE0-420C-BB06-30EB9B775CF9}"/>
              </a:ext>
            </a:extLst>
          </p:cNvPr>
          <p:cNvSpPr>
            <a:spLocks xmlns:a="http://schemas.openxmlformats.org/drawingml/2006/main" noGrp="1"/>
          </p:cNvSpPr>
          <p:nvPr/>
        </p:nvSpPr>
        <p:spPr>
          <a:xfrm xmlns:a="http://schemas.openxmlformats.org/drawingml/2006/main">
            <a:off x="2075687" y="3072383"/>
            <a:ext cx="484637" cy="4"/>
          </a:xfrm>
          <a:prstGeom xmlns:a="http://schemas.openxmlformats.org/drawingml/2006/main" prst="line">
            <a:avLst/>
          </a:prstGeom>
          <a:ln xmlns:a="http://schemas.openxmlformats.org/drawingml/2006/main" w="1524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699" name="Oval 21">
            <a:extLst xmlns:a="http://schemas.openxmlformats.org/drawingml/2006/main">
              <a:ext uri="{FF2B5EF4-FFF2-40B4-BE49-F238E27FC236}">
                <a16:creationId xmlns:a16="http://schemas.microsoft.com/office/drawing/2014/main" id="{0DA4978C-8A62-43E3-A121-1F971559B8CF}"/>
              </a:ext>
            </a:extLst>
          </p:cNvPr>
          <p:cNvSpPr>
            <a:spLocks xmlns:a="http://schemas.openxmlformats.org/drawingml/2006/main" noGrp="1"/>
          </p:cNvSpPr>
          <p:nvPr/>
        </p:nvSpPr>
        <p:spPr>
          <a:xfrm xmlns:a="http://schemas.openxmlformats.org/drawingml/2006/main">
            <a:off x="1572766" y="2514599"/>
            <a:ext cx="201175" cy="201175"/>
          </a:xfrm>
          <a:prstGeom xmlns:a="http://schemas.openxmlformats.org/drawingml/2006/main" prst="ellipse">
            <a:avLst/>
          </a:prstGeom>
          <a:solidFill xmlns:a="http://schemas.openxmlformats.org/drawingml/2006/main">
            <a:srgbClr val="1FA873"/>
          </a:solidFill>
          <a:ln xmlns:a="http://schemas.openxmlformats.org/drawingml/2006/main" w="10160">
            <a:solidFill>
              <a:srgbClr val="1FA873"/>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700" name="Connector 22">
            <a:extLst xmlns:a="http://schemas.openxmlformats.org/drawingml/2006/main">
              <a:ext uri="{FF2B5EF4-FFF2-40B4-BE49-F238E27FC236}">
                <a16:creationId xmlns:a16="http://schemas.microsoft.com/office/drawing/2014/main" id="{CCFB3CEB-93FB-4C3D-BCCC-3EFC09B4B655}"/>
              </a:ext>
            </a:extLst>
          </p:cNvPr>
          <p:cNvSpPr>
            <a:spLocks xmlns:a="http://schemas.openxmlformats.org/drawingml/2006/main" noGrp="1"/>
          </p:cNvSpPr>
          <p:nvPr/>
        </p:nvSpPr>
        <p:spPr>
          <a:xfrm xmlns:a="http://schemas.openxmlformats.org/drawingml/2006/main">
            <a:off x="1613915" y="2624327"/>
            <a:ext cx="45724" cy="45724"/>
          </a:xfrm>
          <a:prstGeom xmlns:a="http://schemas.openxmlformats.org/drawingml/2006/main" prst="line">
            <a:avLst/>
          </a:prstGeom>
          <a:ln xmlns:a="http://schemas.openxmlformats.org/drawingml/2006/main" w="16510">
            <a:solidFill>
              <a:srgbClr val="FFFFF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701" name="Connector 23">
            <a:extLst xmlns:a="http://schemas.openxmlformats.org/drawingml/2006/main">
              <a:ext uri="{FF2B5EF4-FFF2-40B4-BE49-F238E27FC236}">
                <a16:creationId xmlns:a16="http://schemas.microsoft.com/office/drawing/2014/main" id="{A1693F4E-D66A-4B94-91F4-81BF679DFBF9}"/>
              </a:ext>
            </a:extLst>
          </p:cNvPr>
          <p:cNvSpPr>
            <a:spLocks xmlns:a="http://schemas.openxmlformats.org/drawingml/2006/main" noGrp="1"/>
          </p:cNvSpPr>
          <p:nvPr/>
        </p:nvSpPr>
        <p:spPr>
          <a:xfrm xmlns:a="http://schemas.openxmlformats.org/drawingml/2006/main" flipV="1">
            <a:off x="1659633" y="2569464"/>
            <a:ext cx="82300" cy="100588"/>
          </a:xfrm>
          <a:prstGeom xmlns:a="http://schemas.openxmlformats.org/drawingml/2006/main" prst="line">
            <a:avLst/>
          </a:prstGeom>
          <a:ln xmlns:a="http://schemas.openxmlformats.org/drawingml/2006/main" w="16510">
            <a:solidFill>
              <a:srgbClr val="FFFFF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702" name="Connector 27">
            <a:extLst xmlns:a="http://schemas.openxmlformats.org/drawingml/2006/main">
              <a:ext uri="{FF2B5EF4-FFF2-40B4-BE49-F238E27FC236}">
                <a16:creationId xmlns:a16="http://schemas.microsoft.com/office/drawing/2014/main" id="{D64EF8F7-FE38-4263-AB3A-3FE01C4215B1}"/>
              </a:ext>
            </a:extLst>
          </p:cNvPr>
          <p:cNvSpPr>
            <a:spLocks xmlns:a="http://schemas.openxmlformats.org/drawingml/2006/main" noGrp="1"/>
          </p:cNvSpPr>
          <p:nvPr/>
        </p:nvSpPr>
        <p:spPr>
          <a:xfrm xmlns:a="http://schemas.openxmlformats.org/drawingml/2006/main">
            <a:off x="1344166" y="2615183"/>
            <a:ext cx="192028" cy="4"/>
          </a:xfrm>
          <a:prstGeom xmlns:a="http://schemas.openxmlformats.org/drawingml/2006/main" prst="line">
            <a:avLst/>
          </a:prstGeom>
          <a:ln xmlns:a="http://schemas.openxmlformats.org/drawingml/2006/main" w="1651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703" name="TextBox 30">
            <a:extLst xmlns:a="http://schemas.openxmlformats.org/drawingml/2006/main">
              <a:ext uri="{FF2B5EF4-FFF2-40B4-BE49-F238E27FC236}">
                <a16:creationId xmlns:a16="http://schemas.microsoft.com/office/drawing/2014/main" id="{0E6B2A48-14EE-4F9B-A1B2-60677B56F6D2}"/>
              </a:ext>
            </a:extLst>
          </p:cNvPr>
          <p:cNvSpPr>
            <a:spLocks xmlns:a="http://schemas.openxmlformats.org/drawingml/2006/main" noGrp="1"/>
          </p:cNvSpPr>
          <p:nvPr/>
        </p:nvSpPr>
        <p:spPr>
          <a:xfrm xmlns:a="http://schemas.openxmlformats.org/drawingml/2006/main">
            <a:off x="941830" y="3675886"/>
            <a:ext cx="2834646" cy="16104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100" b="1">
                <a:solidFill>
                  <a:srgbClr val="1FA873"/>
                </a:solidFill>
                <a:latin typeface="Helvetica Neue"/>
                <a:ea typeface="Helvetica Neue"/>
                <a:cs typeface="Helvetica Neue"/>
              </a:defRPr>
            </a:lvl1pPr>
          </a:lstStyle>
          <a:p xmlns:a="http://schemas.openxmlformats.org/drawingml/2006/main">
            <a:pPr>
              <a:buNone/>
            </a:pPr>
            <a:r>
              <a:t>ENEMIES SHAKE HANDS</a:t>
            </a:r>
          </a:p>
        </p:txBody>
      </p:sp>
      <p:sp>
        <p:nvSpPr>
          <p:cNvPr id="1704" name="TextBox 31">
            <a:extLst xmlns:a="http://schemas.openxmlformats.org/drawingml/2006/main">
              <a:ext uri="{FF2B5EF4-FFF2-40B4-BE49-F238E27FC236}">
                <a16:creationId xmlns:a16="http://schemas.microsoft.com/office/drawing/2014/main" id="{5936E39B-7961-42FB-9205-FB74CAB2206A}"/>
              </a:ext>
            </a:extLst>
          </p:cNvPr>
          <p:cNvSpPr>
            <a:spLocks xmlns:a="http://schemas.openxmlformats.org/drawingml/2006/main" noGrp="1"/>
          </p:cNvSpPr>
          <p:nvPr/>
        </p:nvSpPr>
        <p:spPr>
          <a:xfrm xmlns:a="http://schemas.openxmlformats.org/drawingml/2006/main">
            <a:off x="859536" y="4315967"/>
            <a:ext cx="2971801" cy="198412"/>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300" b="1">
                <a:solidFill>
                  <a:srgbClr val="1FA873"/>
                </a:solidFill>
                <a:latin typeface="Helvetica Neue"/>
                <a:ea typeface="Helvetica Neue"/>
                <a:cs typeface="Helvetica Neue"/>
              </a:defRPr>
            </a:pPr>
            <a:r>
              <a:t>• </a:t>
            </a:r>
            <a:r>
              <a:rPr>
                <a:solidFill>
                  <a:srgbClr val="111318"/>
                </a:solidFill>
              </a:rPr>
              <a:t>Cross-group agreement is valuable</a:t>
            </a:r>
          </a:p>
        </p:txBody>
      </p:sp>
      <p:sp>
        <p:nvSpPr>
          <p:cNvPr id="1705" name="TextBox 32">
            <a:extLst xmlns:a="http://schemas.openxmlformats.org/drawingml/2006/main">
              <a:ext uri="{FF2B5EF4-FFF2-40B4-BE49-F238E27FC236}">
                <a16:creationId xmlns:a16="http://schemas.microsoft.com/office/drawing/2014/main" id="{B940B34F-9B21-4B97-BE54-42F3DD74D948}"/>
              </a:ext>
            </a:extLst>
          </p:cNvPr>
          <p:cNvSpPr>
            <a:spLocks xmlns:a="http://schemas.openxmlformats.org/drawingml/2006/main" noGrp="1"/>
          </p:cNvSpPr>
          <p:nvPr/>
        </p:nvSpPr>
        <p:spPr>
          <a:xfrm xmlns:a="http://schemas.openxmlformats.org/drawingml/2006/main">
            <a:off x="4261103" y="1572766"/>
            <a:ext cx="1920241" cy="136385"/>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900" b="1">
                <a:solidFill>
                  <a:srgbClr val="73777F"/>
                </a:solidFill>
                <a:latin typeface="Helvetica Neue"/>
                <a:ea typeface="Helvetica Neue"/>
                <a:cs typeface="Helvetica Neue"/>
              </a:defRPr>
            </a:lvl1pPr>
          </a:lstStyle>
          <a:p xmlns:a="http://schemas.openxmlformats.org/drawingml/2006/main">
            <a:pPr>
              <a:buNone/>
            </a:pPr>
            <a:r>
              <a:t>SELECTION BALANCE</a:t>
            </a:r>
          </a:p>
        </p:txBody>
      </p:sp>
      <p:sp>
        <p:nvSpPr>
          <p:cNvPr id="1706" name="TextBox 33">
            <a:extLst xmlns:a="http://schemas.openxmlformats.org/drawingml/2006/main">
              <a:ext uri="{FF2B5EF4-FFF2-40B4-BE49-F238E27FC236}">
                <a16:creationId xmlns:a16="http://schemas.microsoft.com/office/drawing/2014/main" id="{2AEA8BDE-98F7-46CA-9525-E04635C002BB}"/>
              </a:ext>
            </a:extLst>
          </p:cNvPr>
          <p:cNvSpPr>
            <a:spLocks xmlns:a="http://schemas.openxmlformats.org/drawingml/2006/main" noGrp="1"/>
          </p:cNvSpPr>
          <p:nvPr/>
        </p:nvSpPr>
        <p:spPr>
          <a:xfrm xmlns:a="http://schemas.openxmlformats.org/drawingml/2006/main">
            <a:off x="4315967" y="1993392"/>
            <a:ext cx="1005840"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800" b="1">
                <a:solidFill>
                  <a:srgbClr val="73777F"/>
                </a:solidFill>
                <a:latin typeface="Helvetica Neue"/>
                <a:ea typeface="Helvetica Neue"/>
                <a:cs typeface="Helvetica Neue"/>
              </a:defRPr>
            </a:lvl1pPr>
          </a:lstStyle>
          <a:p xmlns:a="http://schemas.openxmlformats.org/drawingml/2006/main">
            <a:pPr>
              <a:buNone/>
            </a:pPr>
            <a:r>
              <a:t>BALANCED</a:t>
            </a:r>
          </a:p>
        </p:txBody>
      </p:sp>
      <p:sp>
        <p:nvSpPr>
          <p:cNvPr id="1707" name="Oval 34">
            <a:extLst xmlns:a="http://schemas.openxmlformats.org/drawingml/2006/main">
              <a:ext uri="{FF2B5EF4-FFF2-40B4-BE49-F238E27FC236}">
                <a16:creationId xmlns:a16="http://schemas.microsoft.com/office/drawing/2014/main" id="{C485CCC4-A04B-4B1F-A6FF-8C23DC6A4446}"/>
              </a:ext>
            </a:extLst>
          </p:cNvPr>
          <p:cNvSpPr>
            <a:spLocks xmlns:a="http://schemas.openxmlformats.org/drawingml/2006/main" noGrp="1"/>
          </p:cNvSpPr>
          <p:nvPr/>
        </p:nvSpPr>
        <p:spPr>
          <a:xfrm xmlns:a="http://schemas.openxmlformats.org/drawingml/2006/main">
            <a:off x="4315967" y="2340864"/>
            <a:ext cx="96019" cy="96019"/>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708" name="Oval 35">
            <a:extLst xmlns:a="http://schemas.openxmlformats.org/drawingml/2006/main">
              <a:ext uri="{FF2B5EF4-FFF2-40B4-BE49-F238E27FC236}">
                <a16:creationId xmlns:a16="http://schemas.microsoft.com/office/drawing/2014/main" id="{AEF32685-373C-4646-B134-9454666ECB04}"/>
              </a:ext>
            </a:extLst>
          </p:cNvPr>
          <p:cNvSpPr>
            <a:spLocks xmlns:a="http://schemas.openxmlformats.org/drawingml/2006/main" noGrp="1"/>
          </p:cNvSpPr>
          <p:nvPr/>
        </p:nvSpPr>
        <p:spPr>
          <a:xfrm xmlns:a="http://schemas.openxmlformats.org/drawingml/2006/main">
            <a:off x="4507991" y="2340864"/>
            <a:ext cx="96019" cy="96019"/>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709" name="Oval 36">
            <a:extLst xmlns:a="http://schemas.openxmlformats.org/drawingml/2006/main">
              <a:ext uri="{FF2B5EF4-FFF2-40B4-BE49-F238E27FC236}">
                <a16:creationId xmlns:a16="http://schemas.microsoft.com/office/drawing/2014/main" id="{FD77B65A-1B09-4D97-BBF6-C42507D76FEA}"/>
              </a:ext>
            </a:extLst>
          </p:cNvPr>
          <p:cNvSpPr>
            <a:spLocks xmlns:a="http://schemas.openxmlformats.org/drawingml/2006/main" noGrp="1"/>
          </p:cNvSpPr>
          <p:nvPr/>
        </p:nvSpPr>
        <p:spPr>
          <a:xfrm xmlns:a="http://schemas.openxmlformats.org/drawingml/2006/main">
            <a:off x="4700015" y="2340864"/>
            <a:ext cx="96019" cy="96019"/>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710" name="Oval 37">
            <a:extLst xmlns:a="http://schemas.openxmlformats.org/drawingml/2006/main">
              <a:ext uri="{FF2B5EF4-FFF2-40B4-BE49-F238E27FC236}">
                <a16:creationId xmlns:a16="http://schemas.microsoft.com/office/drawing/2014/main" id="{AB505DF3-405B-4F08-A9DA-019523D274D6}"/>
              </a:ext>
            </a:extLst>
          </p:cNvPr>
          <p:cNvSpPr>
            <a:spLocks xmlns:a="http://schemas.openxmlformats.org/drawingml/2006/main" noGrp="1"/>
          </p:cNvSpPr>
          <p:nvPr/>
        </p:nvSpPr>
        <p:spPr>
          <a:xfrm xmlns:a="http://schemas.openxmlformats.org/drawingml/2006/main">
            <a:off x="4892040" y="2340864"/>
            <a:ext cx="96019" cy="96019"/>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711" name="Oval 38">
            <a:extLst xmlns:a="http://schemas.openxmlformats.org/drawingml/2006/main">
              <a:ext uri="{FF2B5EF4-FFF2-40B4-BE49-F238E27FC236}">
                <a16:creationId xmlns:a16="http://schemas.microsoft.com/office/drawing/2014/main" id="{184B6960-5ED3-4607-9F2E-6D6450F87657}"/>
              </a:ext>
            </a:extLst>
          </p:cNvPr>
          <p:cNvSpPr>
            <a:spLocks xmlns:a="http://schemas.openxmlformats.org/drawingml/2006/main" noGrp="1"/>
          </p:cNvSpPr>
          <p:nvPr/>
        </p:nvSpPr>
        <p:spPr>
          <a:xfrm xmlns:a="http://schemas.openxmlformats.org/drawingml/2006/main">
            <a:off x="5084064" y="2340864"/>
            <a:ext cx="96019" cy="96019"/>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712" name="Oval 39">
            <a:extLst xmlns:a="http://schemas.openxmlformats.org/drawingml/2006/main">
              <a:ext uri="{FF2B5EF4-FFF2-40B4-BE49-F238E27FC236}">
                <a16:creationId xmlns:a16="http://schemas.microsoft.com/office/drawing/2014/main" id="{6A409E93-93BB-44EB-BB8F-370DE846C027}"/>
              </a:ext>
            </a:extLst>
          </p:cNvPr>
          <p:cNvSpPr>
            <a:spLocks xmlns:a="http://schemas.openxmlformats.org/drawingml/2006/main" noGrp="1"/>
          </p:cNvSpPr>
          <p:nvPr/>
        </p:nvSpPr>
        <p:spPr>
          <a:xfrm xmlns:a="http://schemas.openxmlformats.org/drawingml/2006/main">
            <a:off x="5276088" y="2340864"/>
            <a:ext cx="96019" cy="96019"/>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713" name="Oval 40">
            <a:extLst xmlns:a="http://schemas.openxmlformats.org/drawingml/2006/main">
              <a:ext uri="{FF2B5EF4-FFF2-40B4-BE49-F238E27FC236}">
                <a16:creationId xmlns:a16="http://schemas.microsoft.com/office/drawing/2014/main" id="{3BC62BD6-0F7A-4354-BD40-E2BAF0B1D2EC}"/>
              </a:ext>
            </a:extLst>
          </p:cNvPr>
          <p:cNvSpPr>
            <a:spLocks xmlns:a="http://schemas.openxmlformats.org/drawingml/2006/main" noGrp="1"/>
          </p:cNvSpPr>
          <p:nvPr/>
        </p:nvSpPr>
        <p:spPr>
          <a:xfrm xmlns:a="http://schemas.openxmlformats.org/drawingml/2006/main">
            <a:off x="5468110" y="2340864"/>
            <a:ext cx="96019" cy="96019"/>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714" name="Oval 41">
            <a:extLst xmlns:a="http://schemas.openxmlformats.org/drawingml/2006/main">
              <a:ext uri="{FF2B5EF4-FFF2-40B4-BE49-F238E27FC236}">
                <a16:creationId xmlns:a16="http://schemas.microsoft.com/office/drawing/2014/main" id="{B25CF383-CC1D-4DA7-AD1C-A597886200C7}"/>
              </a:ext>
            </a:extLst>
          </p:cNvPr>
          <p:cNvSpPr>
            <a:spLocks xmlns:a="http://schemas.openxmlformats.org/drawingml/2006/main" noGrp="1"/>
          </p:cNvSpPr>
          <p:nvPr/>
        </p:nvSpPr>
        <p:spPr>
          <a:xfrm xmlns:a="http://schemas.openxmlformats.org/drawingml/2006/main">
            <a:off x="5660135" y="2340864"/>
            <a:ext cx="96019" cy="96019"/>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715" name="Oval 42">
            <a:extLst xmlns:a="http://schemas.openxmlformats.org/drawingml/2006/main">
              <a:ext uri="{FF2B5EF4-FFF2-40B4-BE49-F238E27FC236}">
                <a16:creationId xmlns:a16="http://schemas.microsoft.com/office/drawing/2014/main" id="{FF873C71-2EDD-4B29-A8D5-31004306A9BA}"/>
              </a:ext>
            </a:extLst>
          </p:cNvPr>
          <p:cNvSpPr>
            <a:spLocks xmlns:a="http://schemas.openxmlformats.org/drawingml/2006/main" noGrp="1"/>
          </p:cNvSpPr>
          <p:nvPr/>
        </p:nvSpPr>
        <p:spPr>
          <a:xfrm xmlns:a="http://schemas.openxmlformats.org/drawingml/2006/main">
            <a:off x="5852159" y="2340864"/>
            <a:ext cx="96019" cy="96019"/>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716" name="Oval 43">
            <a:extLst xmlns:a="http://schemas.openxmlformats.org/drawingml/2006/main">
              <a:ext uri="{FF2B5EF4-FFF2-40B4-BE49-F238E27FC236}">
                <a16:creationId xmlns:a16="http://schemas.microsoft.com/office/drawing/2014/main" id="{31BD9F37-EC22-4E90-98E7-CA42DEF2DF05}"/>
              </a:ext>
            </a:extLst>
          </p:cNvPr>
          <p:cNvSpPr>
            <a:spLocks xmlns:a="http://schemas.openxmlformats.org/drawingml/2006/main" noGrp="1"/>
          </p:cNvSpPr>
          <p:nvPr/>
        </p:nvSpPr>
        <p:spPr>
          <a:xfrm xmlns:a="http://schemas.openxmlformats.org/drawingml/2006/main">
            <a:off x="6044183" y="2340864"/>
            <a:ext cx="96019" cy="96019"/>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717" name="TextBox 44">
            <a:extLst xmlns:a="http://schemas.openxmlformats.org/drawingml/2006/main">
              <a:ext uri="{FF2B5EF4-FFF2-40B4-BE49-F238E27FC236}">
                <a16:creationId xmlns:a16="http://schemas.microsoft.com/office/drawing/2014/main" id="{2A05141C-9065-4FF6-B038-C12596F63F45}"/>
              </a:ext>
            </a:extLst>
          </p:cNvPr>
          <p:cNvSpPr>
            <a:spLocks xmlns:a="http://schemas.openxmlformats.org/drawingml/2006/main" noGrp="1"/>
          </p:cNvSpPr>
          <p:nvPr/>
        </p:nvSpPr>
        <p:spPr>
          <a:xfrm xmlns:a="http://schemas.openxmlformats.org/drawingml/2006/main">
            <a:off x="4315967" y="2670048"/>
            <a:ext cx="2057403" cy="16104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100" b="1">
                <a:solidFill>
                  <a:srgbClr val="111318"/>
                </a:solidFill>
                <a:latin typeface="Helvetica Neue"/>
                <a:ea typeface="Helvetica Neue"/>
                <a:cs typeface="Helvetica Neue"/>
              </a:defRPr>
            </a:lvl1pPr>
          </a:lstStyle>
          <a:p xmlns:a="http://schemas.openxmlformats.org/drawingml/2006/main">
            <a:pPr>
              <a:buNone/>
            </a:pPr>
            <a:r>
              <a:t>πA = .50   πB = .50</a:t>
            </a:r>
          </a:p>
        </p:txBody>
      </p:sp>
      <p:sp>
        <p:nvSpPr>
          <p:cNvPr id="1718" name="TextBox 45">
            <a:extLst xmlns:a="http://schemas.openxmlformats.org/drawingml/2006/main">
              <a:ext uri="{FF2B5EF4-FFF2-40B4-BE49-F238E27FC236}">
                <a16:creationId xmlns:a16="http://schemas.microsoft.com/office/drawing/2014/main" id="{809211CA-A4E3-4933-B0F0-40F41E7A6800}"/>
              </a:ext>
            </a:extLst>
          </p:cNvPr>
          <p:cNvSpPr>
            <a:spLocks xmlns:a="http://schemas.openxmlformats.org/drawingml/2006/main" noGrp="1"/>
          </p:cNvSpPr>
          <p:nvPr/>
        </p:nvSpPr>
        <p:spPr>
          <a:xfrm xmlns:a="http://schemas.openxmlformats.org/drawingml/2006/main">
            <a:off x="4315967" y="2990088"/>
            <a:ext cx="2514603" cy="235406"/>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600" b="1">
                <a:solidFill>
                  <a:srgbClr val="1FA873"/>
                </a:solidFill>
                <a:latin typeface="Helvetica Neue"/>
                <a:ea typeface="Helvetica Neue"/>
                <a:cs typeface="Helvetica Neue"/>
              </a:defRPr>
            </a:lvl1pPr>
          </a:lstStyle>
          <a:p xmlns:a="http://schemas.openxmlformats.org/drawingml/2006/main">
            <a:pPr>
              <a:buNone/>
            </a:pPr>
            <a:r>
              <a:t>2(.50)(.50) = 50%</a:t>
            </a:r>
          </a:p>
        </p:txBody>
      </p:sp>
      <p:sp>
        <p:nvSpPr>
          <p:cNvPr id="1719" name="TextBox 46">
            <a:extLst xmlns:a="http://schemas.openxmlformats.org/drawingml/2006/main">
              <a:ext uri="{FF2B5EF4-FFF2-40B4-BE49-F238E27FC236}">
                <a16:creationId xmlns:a16="http://schemas.microsoft.com/office/drawing/2014/main" id="{E6087F2A-AD59-4C67-A80C-F3986EECD510}"/>
              </a:ext>
            </a:extLst>
          </p:cNvPr>
          <p:cNvSpPr>
            <a:spLocks xmlns:a="http://schemas.openxmlformats.org/drawingml/2006/main" noGrp="1"/>
          </p:cNvSpPr>
          <p:nvPr/>
        </p:nvSpPr>
        <p:spPr>
          <a:xfrm xmlns:a="http://schemas.openxmlformats.org/drawingml/2006/main">
            <a:off x="4315967" y="3566159"/>
            <a:ext cx="1005840"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800" b="1">
                <a:solidFill>
                  <a:srgbClr val="73777F"/>
                </a:solidFill>
                <a:latin typeface="Helvetica Neue"/>
                <a:ea typeface="Helvetica Neue"/>
                <a:cs typeface="Helvetica Neue"/>
              </a:defRPr>
            </a:lvl1pPr>
          </a:lstStyle>
          <a:p xmlns:a="http://schemas.openxmlformats.org/drawingml/2006/main">
            <a:pPr>
              <a:buNone/>
            </a:pPr>
            <a:r>
              <a:t>OBSERVED</a:t>
            </a:r>
          </a:p>
        </p:txBody>
      </p:sp>
      <p:sp>
        <p:nvSpPr>
          <p:cNvPr id="1720" name="Oval 47">
            <a:extLst xmlns:a="http://schemas.openxmlformats.org/drawingml/2006/main">
              <a:ext uri="{FF2B5EF4-FFF2-40B4-BE49-F238E27FC236}">
                <a16:creationId xmlns:a16="http://schemas.microsoft.com/office/drawing/2014/main" id="{0EADDA68-C515-4F50-A119-97D6F62EA4B0}"/>
              </a:ext>
            </a:extLst>
          </p:cNvPr>
          <p:cNvSpPr>
            <a:spLocks xmlns:a="http://schemas.openxmlformats.org/drawingml/2006/main" noGrp="1"/>
          </p:cNvSpPr>
          <p:nvPr/>
        </p:nvSpPr>
        <p:spPr>
          <a:xfrm xmlns:a="http://schemas.openxmlformats.org/drawingml/2006/main">
            <a:off x="4315967" y="3913632"/>
            <a:ext cx="96019" cy="96019"/>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721" name="Oval 48">
            <a:extLst xmlns:a="http://schemas.openxmlformats.org/drawingml/2006/main">
              <a:ext uri="{FF2B5EF4-FFF2-40B4-BE49-F238E27FC236}">
                <a16:creationId xmlns:a16="http://schemas.microsoft.com/office/drawing/2014/main" id="{109C234F-0345-45F1-99A9-19BE311AF1AA}"/>
              </a:ext>
            </a:extLst>
          </p:cNvPr>
          <p:cNvSpPr>
            <a:spLocks xmlns:a="http://schemas.openxmlformats.org/drawingml/2006/main" noGrp="1"/>
          </p:cNvSpPr>
          <p:nvPr/>
        </p:nvSpPr>
        <p:spPr>
          <a:xfrm xmlns:a="http://schemas.openxmlformats.org/drawingml/2006/main">
            <a:off x="4507991" y="3913632"/>
            <a:ext cx="96019" cy="96019"/>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722" name="Oval 49">
            <a:extLst xmlns:a="http://schemas.openxmlformats.org/drawingml/2006/main">
              <a:ext uri="{FF2B5EF4-FFF2-40B4-BE49-F238E27FC236}">
                <a16:creationId xmlns:a16="http://schemas.microsoft.com/office/drawing/2014/main" id="{F7EE29C1-A63A-456B-9506-0C131D687214}"/>
              </a:ext>
            </a:extLst>
          </p:cNvPr>
          <p:cNvSpPr>
            <a:spLocks xmlns:a="http://schemas.openxmlformats.org/drawingml/2006/main" noGrp="1"/>
          </p:cNvSpPr>
          <p:nvPr/>
        </p:nvSpPr>
        <p:spPr>
          <a:xfrm xmlns:a="http://schemas.openxmlformats.org/drawingml/2006/main">
            <a:off x="4700015" y="3913632"/>
            <a:ext cx="96019" cy="96019"/>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723" name="Oval 50">
            <a:extLst xmlns:a="http://schemas.openxmlformats.org/drawingml/2006/main">
              <a:ext uri="{FF2B5EF4-FFF2-40B4-BE49-F238E27FC236}">
                <a16:creationId xmlns:a16="http://schemas.microsoft.com/office/drawing/2014/main" id="{19355320-5E2F-4915-9F5E-3C69BFE77696}"/>
              </a:ext>
            </a:extLst>
          </p:cNvPr>
          <p:cNvSpPr>
            <a:spLocks xmlns:a="http://schemas.openxmlformats.org/drawingml/2006/main" noGrp="1"/>
          </p:cNvSpPr>
          <p:nvPr/>
        </p:nvSpPr>
        <p:spPr>
          <a:xfrm xmlns:a="http://schemas.openxmlformats.org/drawingml/2006/main">
            <a:off x="4892040" y="3913632"/>
            <a:ext cx="96019" cy="96019"/>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724" name="Oval 51">
            <a:extLst xmlns:a="http://schemas.openxmlformats.org/drawingml/2006/main">
              <a:ext uri="{FF2B5EF4-FFF2-40B4-BE49-F238E27FC236}">
                <a16:creationId xmlns:a16="http://schemas.microsoft.com/office/drawing/2014/main" id="{F3824960-E239-4D02-B5D5-B75C5989419D}"/>
              </a:ext>
            </a:extLst>
          </p:cNvPr>
          <p:cNvSpPr>
            <a:spLocks xmlns:a="http://schemas.openxmlformats.org/drawingml/2006/main" noGrp="1"/>
          </p:cNvSpPr>
          <p:nvPr/>
        </p:nvSpPr>
        <p:spPr>
          <a:xfrm xmlns:a="http://schemas.openxmlformats.org/drawingml/2006/main">
            <a:off x="5084064" y="3913632"/>
            <a:ext cx="96019" cy="96019"/>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725" name="Oval 52">
            <a:extLst xmlns:a="http://schemas.openxmlformats.org/drawingml/2006/main">
              <a:ext uri="{FF2B5EF4-FFF2-40B4-BE49-F238E27FC236}">
                <a16:creationId xmlns:a16="http://schemas.microsoft.com/office/drawing/2014/main" id="{8000E318-27C7-4637-A0C8-8E3753FE90FD}"/>
              </a:ext>
            </a:extLst>
          </p:cNvPr>
          <p:cNvSpPr>
            <a:spLocks xmlns:a="http://schemas.openxmlformats.org/drawingml/2006/main" noGrp="1"/>
          </p:cNvSpPr>
          <p:nvPr/>
        </p:nvSpPr>
        <p:spPr>
          <a:xfrm xmlns:a="http://schemas.openxmlformats.org/drawingml/2006/main">
            <a:off x="5276088" y="3913632"/>
            <a:ext cx="96019" cy="96019"/>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726" name="Oval 53">
            <a:extLst xmlns:a="http://schemas.openxmlformats.org/drawingml/2006/main">
              <a:ext uri="{FF2B5EF4-FFF2-40B4-BE49-F238E27FC236}">
                <a16:creationId xmlns:a16="http://schemas.microsoft.com/office/drawing/2014/main" id="{798D8337-0A71-4219-9BE7-98A53EC5E874}"/>
              </a:ext>
            </a:extLst>
          </p:cNvPr>
          <p:cNvSpPr>
            <a:spLocks xmlns:a="http://schemas.openxmlformats.org/drawingml/2006/main" noGrp="1"/>
          </p:cNvSpPr>
          <p:nvPr/>
        </p:nvSpPr>
        <p:spPr>
          <a:xfrm xmlns:a="http://schemas.openxmlformats.org/drawingml/2006/main">
            <a:off x="5468110" y="3913632"/>
            <a:ext cx="96019" cy="96019"/>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727" name="Oval 54">
            <a:extLst xmlns:a="http://schemas.openxmlformats.org/drawingml/2006/main">
              <a:ext uri="{FF2B5EF4-FFF2-40B4-BE49-F238E27FC236}">
                <a16:creationId xmlns:a16="http://schemas.microsoft.com/office/drawing/2014/main" id="{884A9F62-89DA-4DD0-8F11-D0B208DD23D5}"/>
              </a:ext>
            </a:extLst>
          </p:cNvPr>
          <p:cNvSpPr>
            <a:spLocks xmlns:a="http://schemas.openxmlformats.org/drawingml/2006/main" noGrp="1"/>
          </p:cNvSpPr>
          <p:nvPr/>
        </p:nvSpPr>
        <p:spPr>
          <a:xfrm xmlns:a="http://schemas.openxmlformats.org/drawingml/2006/main">
            <a:off x="5660135" y="3913632"/>
            <a:ext cx="96019" cy="96019"/>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728" name="Oval 55">
            <a:extLst xmlns:a="http://schemas.openxmlformats.org/drawingml/2006/main">
              <a:ext uri="{FF2B5EF4-FFF2-40B4-BE49-F238E27FC236}">
                <a16:creationId xmlns:a16="http://schemas.microsoft.com/office/drawing/2014/main" id="{BB204BB5-2871-47D9-AD4B-7C238E2EC6C0}"/>
              </a:ext>
            </a:extLst>
          </p:cNvPr>
          <p:cNvSpPr>
            <a:spLocks xmlns:a="http://schemas.openxmlformats.org/drawingml/2006/main" noGrp="1"/>
          </p:cNvSpPr>
          <p:nvPr/>
        </p:nvSpPr>
        <p:spPr>
          <a:xfrm xmlns:a="http://schemas.openxmlformats.org/drawingml/2006/main">
            <a:off x="5852159" y="3913632"/>
            <a:ext cx="96019" cy="96019"/>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729" name="Oval 56">
            <a:extLst xmlns:a="http://schemas.openxmlformats.org/drawingml/2006/main">
              <a:ext uri="{FF2B5EF4-FFF2-40B4-BE49-F238E27FC236}">
                <a16:creationId xmlns:a16="http://schemas.microsoft.com/office/drawing/2014/main" id="{2D6AB631-913E-4A64-BF16-52D9804BA2D7}"/>
              </a:ext>
            </a:extLst>
          </p:cNvPr>
          <p:cNvSpPr>
            <a:spLocks xmlns:a="http://schemas.openxmlformats.org/drawingml/2006/main" noGrp="1"/>
          </p:cNvSpPr>
          <p:nvPr/>
        </p:nvSpPr>
        <p:spPr>
          <a:xfrm xmlns:a="http://schemas.openxmlformats.org/drawingml/2006/main">
            <a:off x="6044183" y="3913632"/>
            <a:ext cx="96019" cy="96019"/>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730" name="TextBox 57">
            <a:extLst xmlns:a="http://schemas.openxmlformats.org/drawingml/2006/main">
              <a:ext uri="{FF2B5EF4-FFF2-40B4-BE49-F238E27FC236}">
                <a16:creationId xmlns:a16="http://schemas.microsoft.com/office/drawing/2014/main" id="{79DC7A90-25E7-405C-BB72-556590209C32}"/>
              </a:ext>
            </a:extLst>
          </p:cNvPr>
          <p:cNvSpPr>
            <a:spLocks xmlns:a="http://schemas.openxmlformats.org/drawingml/2006/main" noGrp="1"/>
          </p:cNvSpPr>
          <p:nvPr/>
        </p:nvSpPr>
        <p:spPr>
          <a:xfrm xmlns:a="http://schemas.openxmlformats.org/drawingml/2006/main">
            <a:off x="4315967" y="4242815"/>
            <a:ext cx="2057403" cy="16104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100" b="1">
                <a:solidFill>
                  <a:srgbClr val="111318"/>
                </a:solidFill>
                <a:latin typeface="Helvetica Neue"/>
                <a:ea typeface="Helvetica Neue"/>
                <a:cs typeface="Helvetica Neue"/>
              </a:defRPr>
            </a:lvl1pPr>
          </a:lstStyle>
          <a:p xmlns:a="http://schemas.openxmlformats.org/drawingml/2006/main">
            <a:pPr>
              <a:buNone/>
            </a:pPr>
            <a:r>
              <a:t>πA = .90   πB = .10</a:t>
            </a:r>
          </a:p>
        </p:txBody>
      </p:sp>
      <p:sp>
        <p:nvSpPr>
          <p:cNvPr id="1731" name="TextBox 58">
            <a:extLst xmlns:a="http://schemas.openxmlformats.org/drawingml/2006/main">
              <a:ext uri="{FF2B5EF4-FFF2-40B4-BE49-F238E27FC236}">
                <a16:creationId xmlns:a16="http://schemas.microsoft.com/office/drawing/2014/main" id="{E2D4E7F6-484A-4B56-A85F-2D505402AAB5}"/>
              </a:ext>
            </a:extLst>
          </p:cNvPr>
          <p:cNvSpPr>
            <a:spLocks xmlns:a="http://schemas.openxmlformats.org/drawingml/2006/main" noGrp="1"/>
          </p:cNvSpPr>
          <p:nvPr/>
        </p:nvSpPr>
        <p:spPr>
          <a:xfrm xmlns:a="http://schemas.openxmlformats.org/drawingml/2006/main">
            <a:off x="4315967" y="4562854"/>
            <a:ext cx="2514603" cy="235406"/>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600" b="1">
                <a:solidFill>
                  <a:srgbClr val="FF705B"/>
                </a:solidFill>
                <a:latin typeface="Helvetica Neue"/>
                <a:ea typeface="Helvetica Neue"/>
                <a:cs typeface="Helvetica Neue"/>
              </a:defRPr>
            </a:lvl1pPr>
          </a:lstStyle>
          <a:p xmlns:a="http://schemas.openxmlformats.org/drawingml/2006/main">
            <a:pPr>
              <a:buNone/>
            </a:pPr>
            <a:r>
              <a:t>2(.90)(.10) = 18%</a:t>
            </a:r>
          </a:p>
        </p:txBody>
      </p:sp>
      <p:sp>
        <p:nvSpPr>
          <p:cNvPr id="1732" name="TextBox 59">
            <a:extLst xmlns:a="http://schemas.openxmlformats.org/drawingml/2006/main">
              <a:ext uri="{FF2B5EF4-FFF2-40B4-BE49-F238E27FC236}">
                <a16:creationId xmlns:a16="http://schemas.microsoft.com/office/drawing/2014/main" id="{340D3D74-7241-4F5B-B30D-03FDD8895B74}"/>
              </a:ext>
            </a:extLst>
          </p:cNvPr>
          <p:cNvSpPr>
            <a:spLocks xmlns:a="http://schemas.openxmlformats.org/drawingml/2006/main" noGrp="1"/>
          </p:cNvSpPr>
          <p:nvPr/>
        </p:nvSpPr>
        <p:spPr>
          <a:xfrm xmlns:a="http://schemas.openxmlformats.org/drawingml/2006/main">
            <a:off x="6629400" y="3145533"/>
            <a:ext cx="1188720" cy="677696"/>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2200" b="1">
                <a:solidFill>
                  <a:srgbClr val="111318"/>
                </a:solidFill>
                <a:latin typeface="Helvetica Neue"/>
                <a:ea typeface="Helvetica Neue"/>
                <a:cs typeface="Helvetica Neue"/>
              </a:defRPr>
            </a:lvl1pPr>
          </a:lstStyle>
          <a:p xmlns:a="http://schemas.openxmlformats.org/drawingml/2006/main">
            <a:pPr>
              <a:buNone/>
            </a:pPr>
            <a:r>
              <a:t>50%  →  18%</a:t>
            </a:r>
          </a:p>
        </p:txBody>
      </p:sp>
      <p:sp>
        <p:nvSpPr>
          <p:cNvPr id="1733" name="TextBox 60">
            <a:extLst xmlns:a="http://schemas.openxmlformats.org/drawingml/2006/main">
              <a:ext uri="{FF2B5EF4-FFF2-40B4-BE49-F238E27FC236}">
                <a16:creationId xmlns:a16="http://schemas.microsoft.com/office/drawing/2014/main" id="{2EF5B416-7325-4CFE-94C2-3B39CC9F8652}"/>
              </a:ext>
            </a:extLst>
          </p:cNvPr>
          <p:cNvSpPr>
            <a:spLocks xmlns:a="http://schemas.openxmlformats.org/drawingml/2006/main" noGrp="1"/>
          </p:cNvSpPr>
          <p:nvPr/>
        </p:nvSpPr>
        <p:spPr>
          <a:xfrm xmlns:a="http://schemas.openxmlformats.org/drawingml/2006/main">
            <a:off x="8193023" y="1572766"/>
            <a:ext cx="2377444" cy="136385"/>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900" b="1">
                <a:solidFill>
                  <a:srgbClr val="73777F"/>
                </a:solidFill>
                <a:latin typeface="Helvetica Neue"/>
                <a:ea typeface="Helvetica Neue"/>
                <a:cs typeface="Helvetica Neue"/>
              </a:defRPr>
            </a:lvl1pPr>
          </a:lstStyle>
          <a:p xmlns:a="http://schemas.openxmlformats.org/drawingml/2006/main">
            <a:pPr>
              <a:buNone/>
            </a:pPr>
            <a:r>
              <a:t>THEN IT GETS MESSIER</a:t>
            </a:r>
          </a:p>
        </p:txBody>
      </p:sp>
      <p:sp>
        <p:nvSpPr>
          <p:cNvPr id="1734" name="TextBox 61">
            <a:extLst xmlns:a="http://schemas.openxmlformats.org/drawingml/2006/main">
              <a:ext uri="{FF2B5EF4-FFF2-40B4-BE49-F238E27FC236}">
                <a16:creationId xmlns:a16="http://schemas.microsoft.com/office/drawing/2014/main" id="{ECE9BEE0-899D-4707-A9E0-3B182F52A2EC}"/>
              </a:ext>
            </a:extLst>
          </p:cNvPr>
          <p:cNvSpPr>
            <a:spLocks xmlns:a="http://schemas.openxmlformats.org/drawingml/2006/main" noGrp="1"/>
          </p:cNvSpPr>
          <p:nvPr/>
        </p:nvSpPr>
        <p:spPr>
          <a:xfrm xmlns:a="http://schemas.openxmlformats.org/drawingml/2006/main">
            <a:off x="8229599" y="2039110"/>
            <a:ext cx="1051565" cy="136385"/>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900" b="1">
                <a:solidFill>
                  <a:srgbClr val="FF705B"/>
                </a:solidFill>
                <a:latin typeface="Helvetica Neue"/>
                <a:ea typeface="Helvetica Neue"/>
                <a:cs typeface="Helvetica Neue"/>
              </a:defRPr>
            </a:lvl1pPr>
          </a:lstStyle>
          <a:p xmlns:a="http://schemas.openxmlformats.org/drawingml/2006/main">
            <a:pPr>
              <a:buNone/>
            </a:pPr>
            <a:r>
              <a:t>PARTISAN</a:t>
            </a:r>
          </a:p>
        </p:txBody>
      </p:sp>
      <p:sp>
        <p:nvSpPr>
          <p:cNvPr id="1735" name="TextBox 62">
            <a:extLst xmlns:a="http://schemas.openxmlformats.org/drawingml/2006/main">
              <a:ext uri="{FF2B5EF4-FFF2-40B4-BE49-F238E27FC236}">
                <a16:creationId xmlns:a16="http://schemas.microsoft.com/office/drawing/2014/main" id="{8BE9492D-B37D-4D69-9096-A90B1FEA5F1D}"/>
              </a:ext>
            </a:extLst>
          </p:cNvPr>
          <p:cNvSpPr>
            <a:spLocks xmlns:a="http://schemas.openxmlformats.org/drawingml/2006/main" noGrp="1"/>
          </p:cNvSpPr>
          <p:nvPr/>
        </p:nvSpPr>
        <p:spPr>
          <a:xfrm xmlns:a="http://schemas.openxmlformats.org/drawingml/2006/main">
            <a:off x="8229600" y="2395727"/>
            <a:ext cx="1097281" cy="33126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2100" b="1">
                <a:solidFill>
                  <a:srgbClr val="FF705B"/>
                </a:solidFill>
                <a:latin typeface="Helvetica Neue"/>
                <a:ea typeface="Helvetica Neue"/>
                <a:cs typeface="Helvetica Neue"/>
              </a:defRPr>
            </a:pPr>
            <a:r>
              <a:t>f</a:t>
            </a:r>
            <a:r>
              <a:rPr>
                <a:latin typeface="+mn-lt"/>
                <a:ea typeface="+mn-lt"/>
                <a:cs typeface="+mn-lt"/>
              </a:rPr>
              <a:t>ᵤ </a:t>
            </a:r>
            <a:r>
              <a:t>· fₙ</a:t>
            </a:r>
          </a:p>
        </p:txBody>
      </p:sp>
      <p:sp>
        <p:nvSpPr>
          <p:cNvPr id="1736" name="TextBox 63">
            <a:extLst xmlns:a="http://schemas.openxmlformats.org/drawingml/2006/main">
              <a:ext uri="{FF2B5EF4-FFF2-40B4-BE49-F238E27FC236}">
                <a16:creationId xmlns:a16="http://schemas.microsoft.com/office/drawing/2014/main" id="{A66824CD-CCE8-40A9-BC17-D2E582DE64C8}"/>
              </a:ext>
            </a:extLst>
          </p:cNvPr>
          <p:cNvSpPr>
            <a:spLocks xmlns:a="http://schemas.openxmlformats.org/drawingml/2006/main" noGrp="1"/>
          </p:cNvSpPr>
          <p:nvPr/>
        </p:nvSpPr>
        <p:spPr>
          <a:xfrm xmlns:a="http://schemas.openxmlformats.org/drawingml/2006/main">
            <a:off x="9372600" y="2468877"/>
            <a:ext cx="1874518" cy="18608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200" b="1">
                <a:solidFill>
                  <a:srgbClr val="111318"/>
                </a:solidFill>
                <a:latin typeface="Helvetica Neue"/>
                <a:ea typeface="Helvetica Neue"/>
                <a:cs typeface="Helvetica Neue"/>
              </a:defRPr>
            </a:lvl1pPr>
          </a:lstStyle>
          <a:p xmlns:a="http://schemas.openxmlformats.org/drawingml/2006/main">
            <a:pPr>
              <a:buNone/>
            </a:pPr>
            <a:r>
              <a:t>changes the credit</a:t>
            </a:r>
          </a:p>
        </p:txBody>
      </p:sp>
      <p:sp>
        <p:nvSpPr>
          <p:cNvPr id="1737" name="TextBox 64">
            <a:extLst xmlns:a="http://schemas.openxmlformats.org/drawingml/2006/main">
              <a:ext uri="{FF2B5EF4-FFF2-40B4-BE49-F238E27FC236}">
                <a16:creationId xmlns:a16="http://schemas.microsoft.com/office/drawing/2014/main" id="{47B79F99-1353-41D8-8842-0C6AA15BCC8F}"/>
              </a:ext>
            </a:extLst>
          </p:cNvPr>
          <p:cNvSpPr>
            <a:spLocks xmlns:a="http://schemas.openxmlformats.org/drawingml/2006/main" noGrp="1"/>
          </p:cNvSpPr>
          <p:nvPr/>
        </p:nvSpPr>
        <p:spPr>
          <a:xfrm xmlns:a="http://schemas.openxmlformats.org/drawingml/2006/main">
            <a:off x="8229599" y="2852927"/>
            <a:ext cx="2880365" cy="18608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200" b="1">
                <a:solidFill>
                  <a:srgbClr val="FF705B"/>
                </a:solidFill>
                <a:latin typeface="Helvetica Neue"/>
                <a:ea typeface="Helvetica Neue"/>
                <a:cs typeface="Helvetica Neue"/>
              </a:defRPr>
            </a:pPr>
            <a:r>
              <a:t>• </a:t>
            </a:r>
            <a:r>
              <a:rPr b="0">
                <a:solidFill>
                  <a:srgbClr val="73777F"/>
                </a:solidFill>
              </a:rPr>
              <a:t>The same click is interpreted differently</a:t>
            </a:r>
          </a:p>
        </p:txBody>
      </p:sp>
      <p:sp>
        <p:nvSpPr>
          <p:cNvPr id="1738" name="Connector 65">
            <a:extLst xmlns:a="http://schemas.openxmlformats.org/drawingml/2006/main">
              <a:ext uri="{FF2B5EF4-FFF2-40B4-BE49-F238E27FC236}">
                <a16:creationId xmlns:a16="http://schemas.microsoft.com/office/drawing/2014/main" id="{8391D5E9-0127-4DEE-A105-E67BF3A7E753}"/>
              </a:ext>
            </a:extLst>
          </p:cNvPr>
          <p:cNvSpPr>
            <a:spLocks xmlns:a="http://schemas.openxmlformats.org/drawingml/2006/main" noGrp="1"/>
          </p:cNvSpPr>
          <p:nvPr/>
        </p:nvSpPr>
        <p:spPr>
          <a:xfrm xmlns:a="http://schemas.openxmlformats.org/drawingml/2006/main">
            <a:off x="8229599" y="3328414"/>
            <a:ext cx="3035813" cy="5"/>
          </a:xfrm>
          <a:prstGeom xmlns:a="http://schemas.openxmlformats.org/drawingml/2006/main" prst="line">
            <a:avLst/>
          </a:prstGeom>
          <a:ln xmlns:a="http://schemas.openxmlformats.org/drawingml/2006/main" w="1016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739" name="TextBox 66">
            <a:extLst xmlns:a="http://schemas.openxmlformats.org/drawingml/2006/main">
              <a:ext uri="{FF2B5EF4-FFF2-40B4-BE49-F238E27FC236}">
                <a16:creationId xmlns:a16="http://schemas.microsoft.com/office/drawing/2014/main" id="{37E08B9A-09F2-4DDC-85B4-0FCC2D347173}"/>
              </a:ext>
            </a:extLst>
          </p:cNvPr>
          <p:cNvSpPr>
            <a:spLocks xmlns:a="http://schemas.openxmlformats.org/drawingml/2006/main" noGrp="1"/>
          </p:cNvSpPr>
          <p:nvPr/>
        </p:nvSpPr>
        <p:spPr>
          <a:xfrm xmlns:a="http://schemas.openxmlformats.org/drawingml/2006/main">
            <a:off x="8229599" y="3639310"/>
            <a:ext cx="1051565" cy="136385"/>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900" b="1">
                <a:solidFill>
                  <a:srgbClr val="3977F6"/>
                </a:solidFill>
                <a:latin typeface="Helvetica Neue"/>
                <a:ea typeface="Helvetica Neue"/>
                <a:cs typeface="Helvetica Neue"/>
              </a:defRPr>
            </a:lvl1pPr>
          </a:lstStyle>
          <a:p xmlns:a="http://schemas.openxmlformats.org/drawingml/2006/main">
            <a:pPr>
              <a:buNone/>
            </a:pPr>
            <a:r>
              <a:t>ACTIVITY</a:t>
            </a:r>
          </a:p>
        </p:txBody>
      </p:sp>
      <p:sp>
        <p:nvSpPr>
          <p:cNvPr id="1740" name="TextBox 67">
            <a:extLst xmlns:a="http://schemas.openxmlformats.org/drawingml/2006/main">
              <a:ext uri="{FF2B5EF4-FFF2-40B4-BE49-F238E27FC236}">
                <a16:creationId xmlns:a16="http://schemas.microsoft.com/office/drawing/2014/main" id="{8FC5B9D6-C048-433E-94AC-C5DA021E1DD7}"/>
              </a:ext>
            </a:extLst>
          </p:cNvPr>
          <p:cNvSpPr>
            <a:spLocks xmlns:a="http://schemas.openxmlformats.org/drawingml/2006/main" noGrp="1"/>
          </p:cNvSpPr>
          <p:nvPr/>
        </p:nvSpPr>
        <p:spPr>
          <a:xfrm xmlns:a="http://schemas.openxmlformats.org/drawingml/2006/main">
            <a:off x="8229599" y="3968496"/>
            <a:ext cx="502923" cy="322464"/>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2100" b="1">
                <a:solidFill>
                  <a:srgbClr val="3977F6"/>
                </a:solidFill>
                <a:latin typeface="Helvetica Neue"/>
                <a:ea typeface="Helvetica Neue"/>
                <a:cs typeface="Helvetica Neue"/>
              </a:defRPr>
            </a:lvl1pPr>
          </a:lstStyle>
          <a:p xmlns:a="http://schemas.openxmlformats.org/drawingml/2006/main">
            <a:pPr>
              <a:buNone/>
            </a:pPr>
            <a:r>
              <a:t>πg</a:t>
            </a:r>
          </a:p>
        </p:txBody>
      </p:sp>
      <p:sp>
        <p:nvSpPr>
          <p:cNvPr id="1741" name="TextBox 68">
            <a:extLst xmlns:a="http://schemas.openxmlformats.org/drawingml/2006/main">
              <a:ext uri="{FF2B5EF4-FFF2-40B4-BE49-F238E27FC236}">
                <a16:creationId xmlns:a16="http://schemas.microsoft.com/office/drawing/2014/main" id="{F75BE4B6-6B01-4AC5-8809-1665787C2DCA}"/>
              </a:ext>
            </a:extLst>
          </p:cNvPr>
          <p:cNvSpPr>
            <a:spLocks xmlns:a="http://schemas.openxmlformats.org/drawingml/2006/main" noGrp="1"/>
          </p:cNvSpPr>
          <p:nvPr/>
        </p:nvSpPr>
        <p:spPr>
          <a:xfrm xmlns:a="http://schemas.openxmlformats.org/drawingml/2006/main">
            <a:off x="8732518" y="4041647"/>
            <a:ext cx="2487172" cy="18608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200" b="1">
                <a:solidFill>
                  <a:srgbClr val="111318"/>
                </a:solidFill>
                <a:latin typeface="Helvetica Neue"/>
                <a:ea typeface="Helvetica Neue"/>
                <a:cs typeface="Helvetica Neue"/>
              </a:defRPr>
            </a:lvl1pPr>
          </a:lstStyle>
          <a:p xmlns:a="http://schemas.openxmlformats.org/drawingml/2006/main">
            <a:pPr>
              <a:buNone/>
            </a:pPr>
            <a:r>
              <a:t>follows ratings—not people</a:t>
            </a:r>
          </a:p>
        </p:txBody>
      </p:sp>
      <p:sp>
        <p:nvSpPr>
          <p:cNvPr id="1742" name="TextBox 69">
            <a:extLst xmlns:a="http://schemas.openxmlformats.org/drawingml/2006/main">
              <a:ext uri="{FF2B5EF4-FFF2-40B4-BE49-F238E27FC236}">
                <a16:creationId xmlns:a16="http://schemas.microsoft.com/office/drawing/2014/main" id="{1B0C31AB-97D5-4D5E-962D-ADE7B42005CC}"/>
              </a:ext>
            </a:extLst>
          </p:cNvPr>
          <p:cNvSpPr>
            <a:spLocks xmlns:a="http://schemas.openxmlformats.org/drawingml/2006/main" noGrp="1"/>
          </p:cNvSpPr>
          <p:nvPr/>
        </p:nvSpPr>
        <p:spPr>
          <a:xfrm xmlns:a="http://schemas.openxmlformats.org/drawingml/2006/main">
            <a:off x="8229600" y="4443984"/>
            <a:ext cx="2834640" cy="18608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200" b="1">
                <a:solidFill>
                  <a:srgbClr val="3977F6"/>
                </a:solidFill>
                <a:latin typeface="Helvetica Neue"/>
                <a:ea typeface="Helvetica Neue"/>
                <a:cs typeface="Helvetica Neue"/>
              </a:defRPr>
            </a:pPr>
            <a:r>
              <a:t>• </a:t>
            </a:r>
            <a:r>
              <a:rPr b="0">
                <a:solidFill>
                  <a:srgbClr val="73777F"/>
                </a:solidFill>
              </a:rPr>
              <a:t>Active users represent each side</a:t>
            </a:r>
          </a:p>
        </p:txBody>
      </p:sp>
      <p:sp>
        <p:nvSpPr>
          <p:cNvPr id="1743" name="Connector 70">
            <a:extLst xmlns:a="http://schemas.openxmlformats.org/drawingml/2006/main">
              <a:ext uri="{FF2B5EF4-FFF2-40B4-BE49-F238E27FC236}">
                <a16:creationId xmlns:a16="http://schemas.microsoft.com/office/drawing/2014/main" id="{AA58EDF7-4DD1-4A12-B8D6-C69E137B34F5}"/>
              </a:ext>
            </a:extLst>
          </p:cNvPr>
          <p:cNvSpPr>
            <a:spLocks xmlns:a="http://schemas.openxmlformats.org/drawingml/2006/main" noGrp="1"/>
          </p:cNvSpPr>
          <p:nvPr/>
        </p:nvSpPr>
        <p:spPr>
          <a:xfrm xmlns:a="http://schemas.openxmlformats.org/drawingml/2006/main">
            <a:off x="749805" y="5230365"/>
            <a:ext cx="10680198" cy="7"/>
          </a:xfrm>
          <a:prstGeom xmlns:a="http://schemas.openxmlformats.org/drawingml/2006/main" prst="line">
            <a:avLst/>
          </a:prstGeom>
          <a:ln xmlns:a="http://schemas.openxmlformats.org/drawingml/2006/main" w="1270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744" name="TextBox 71">
            <a:extLst xmlns:a="http://schemas.openxmlformats.org/drawingml/2006/main">
              <a:ext uri="{FF2B5EF4-FFF2-40B4-BE49-F238E27FC236}">
                <a16:creationId xmlns:a16="http://schemas.microsoft.com/office/drawing/2014/main" id="{C09C0510-37B7-4E16-B963-0C14904767CF}"/>
              </a:ext>
            </a:extLst>
          </p:cNvPr>
          <p:cNvSpPr>
            <a:spLocks xmlns:a="http://schemas.openxmlformats.org/drawingml/2006/main" noGrp="1"/>
          </p:cNvSpPr>
          <p:nvPr/>
        </p:nvSpPr>
        <p:spPr>
          <a:xfrm xmlns:a="http://schemas.openxmlformats.org/drawingml/2006/main">
            <a:off x="2944366" y="5522976"/>
            <a:ext cx="6355085" cy="26043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lgn="ctr">
              <a:buNone/>
              <a:defRPr sz="1700" b="1">
                <a:solidFill>
                  <a:srgbClr val="1FA873"/>
                </a:solidFill>
                <a:latin typeface="Helvetica Neue"/>
                <a:ea typeface="Helvetica Neue"/>
                <a:cs typeface="Helvetica Neue"/>
              </a:defRPr>
            </a:pPr>
            <a:r>
              <a:t>• </a:t>
            </a:r>
            <a:r>
              <a:rPr>
                <a:solidFill>
                  <a:srgbClr val="111318"/>
                </a:solidFill>
              </a:rPr>
              <a:t>Keep consent. Make representation explicit.</a:t>
            </a:r>
          </a:p>
        </p:txBody>
      </p:sp>
      <p:sp>
        <p:nvSpPr>
          <p:cNvPr id="1745" name="TextBox 72">
            <a:extLst xmlns:a="http://schemas.openxmlformats.org/drawingml/2006/main">
              <a:ext uri="{FF2B5EF4-FFF2-40B4-BE49-F238E27FC236}">
                <a16:creationId xmlns:a16="http://schemas.microsoft.com/office/drawing/2014/main" id="{788F85E4-2A18-42D5-9E7C-7CD748C9CE70}"/>
              </a:ext>
            </a:extLst>
          </p:cNvPr>
          <p:cNvSpPr>
            <a:spLocks xmlns:a="http://schemas.openxmlformats.org/drawingml/2006/main" noGrp="1"/>
          </p:cNvSpPr>
          <p:nvPr/>
        </p:nvSpPr>
        <p:spPr>
          <a:xfrm xmlns:a="http://schemas.openxmlformats.org/drawingml/2006/main">
            <a:off x="621792" y="6437376"/>
            <a:ext cx="10881360"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800">
                <a:solidFill>
                  <a:srgbClr val="73777F"/>
                </a:solidFill>
                <a:latin typeface="Helvetica Neue"/>
                <a:ea typeface="Helvetica Neue"/>
                <a:cs typeface="Helvetica Neue"/>
              </a:defRPr>
            </a:lvl1pPr>
          </a:lstStyle>
          <a:p xmlns:a="http://schemas.openxmlformats.org/drawingml/2006/main">
            <a:pPr>
              <a:buNone/>
            </a:pPr>
            <a:r>
              <a:t>• Toy illustration—not the Community Notes scoring formula; Buterin (2023); Wojcik et al. (2022); Nudo et al. (2026)</a:t>
            </a:r>
          </a:p>
        </p:txBody>
      </p:sp>
      <p:sp>
        <p:nvSpPr>
          <p:cNvPr id="1746" name="Oval 21">
            <a:extLst xmlns:a="http://schemas.openxmlformats.org/drawingml/2006/main">
              <a:ext uri="{FF2B5EF4-FFF2-40B4-BE49-F238E27FC236}">
                <a16:creationId xmlns:a16="http://schemas.microsoft.com/office/drawing/2014/main" id="{13569A45-910E-4F4A-92D3-234B00C2A54E}"/>
              </a:ext>
            </a:extLst>
          </p:cNvPr>
          <p:cNvSpPr>
            <a:spLocks xmlns:a="http://schemas.openxmlformats.org/drawingml/2006/main" noGrp="1"/>
          </p:cNvSpPr>
          <p:nvPr/>
        </p:nvSpPr>
        <p:spPr>
          <a:xfrm xmlns:a="http://schemas.openxmlformats.org/drawingml/2006/main">
            <a:off x="2884696" y="2514599"/>
            <a:ext cx="201175" cy="201175"/>
          </a:xfrm>
          <a:prstGeom xmlns:a="http://schemas.openxmlformats.org/drawingml/2006/main" prst="ellipse">
            <a:avLst/>
          </a:prstGeom>
          <a:solidFill xmlns:a="http://schemas.openxmlformats.org/drawingml/2006/main">
            <a:srgbClr val="1FA873"/>
          </a:solidFill>
          <a:ln xmlns:a="http://schemas.openxmlformats.org/drawingml/2006/main" w="10160">
            <a:solidFill>
              <a:srgbClr val="1FA873"/>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747" name="Connector 22">
            <a:extLst xmlns:a="http://schemas.openxmlformats.org/drawingml/2006/main">
              <a:ext uri="{FF2B5EF4-FFF2-40B4-BE49-F238E27FC236}">
                <a16:creationId xmlns:a16="http://schemas.microsoft.com/office/drawing/2014/main" id="{883D49FA-6BAB-4B04-8D14-508F1CDFD9AB}"/>
              </a:ext>
            </a:extLst>
          </p:cNvPr>
          <p:cNvSpPr>
            <a:spLocks xmlns:a="http://schemas.openxmlformats.org/drawingml/2006/main" noGrp="1"/>
          </p:cNvSpPr>
          <p:nvPr/>
        </p:nvSpPr>
        <p:spPr>
          <a:xfrm xmlns:a="http://schemas.openxmlformats.org/drawingml/2006/main">
            <a:off x="2925845" y="2624327"/>
            <a:ext cx="45724" cy="45724"/>
          </a:xfrm>
          <a:prstGeom xmlns:a="http://schemas.openxmlformats.org/drawingml/2006/main" prst="line">
            <a:avLst/>
          </a:prstGeom>
          <a:ln xmlns:a="http://schemas.openxmlformats.org/drawingml/2006/main" w="16510">
            <a:solidFill>
              <a:srgbClr val="FFFFF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748" name="Connector 23">
            <a:extLst xmlns:a="http://schemas.openxmlformats.org/drawingml/2006/main">
              <a:ext uri="{FF2B5EF4-FFF2-40B4-BE49-F238E27FC236}">
                <a16:creationId xmlns:a16="http://schemas.microsoft.com/office/drawing/2014/main" id="{0152C920-66A6-4DB2-9B92-59A5521A54FD}"/>
              </a:ext>
            </a:extLst>
          </p:cNvPr>
          <p:cNvSpPr>
            <a:spLocks xmlns:a="http://schemas.openxmlformats.org/drawingml/2006/main" noGrp="1"/>
          </p:cNvSpPr>
          <p:nvPr/>
        </p:nvSpPr>
        <p:spPr>
          <a:xfrm xmlns:a="http://schemas.openxmlformats.org/drawingml/2006/main" flipV="1">
            <a:off x="2971563" y="2569464"/>
            <a:ext cx="82300" cy="100588"/>
          </a:xfrm>
          <a:prstGeom xmlns:a="http://schemas.openxmlformats.org/drawingml/2006/main" prst="line">
            <a:avLst/>
          </a:prstGeom>
          <a:ln xmlns:a="http://schemas.openxmlformats.org/drawingml/2006/main" w="16510">
            <a:solidFill>
              <a:srgbClr val="FFFFF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749" name="Connector 27">
            <a:extLst xmlns:a="http://schemas.openxmlformats.org/drawingml/2006/main">
              <a:ext uri="{FF2B5EF4-FFF2-40B4-BE49-F238E27FC236}">
                <a16:creationId xmlns:a16="http://schemas.microsoft.com/office/drawing/2014/main" id="{723DB51A-6E12-40B8-A63F-744042ED1203}"/>
              </a:ext>
            </a:extLst>
          </p:cNvPr>
          <p:cNvSpPr>
            <a:spLocks xmlns:a="http://schemas.openxmlformats.org/drawingml/2006/main" noGrp="1"/>
          </p:cNvSpPr>
          <p:nvPr/>
        </p:nvSpPr>
        <p:spPr>
          <a:xfrm xmlns:a="http://schemas.openxmlformats.org/drawingml/2006/main">
            <a:off x="3134853" y="2615119"/>
            <a:ext cx="192029" cy="4"/>
          </a:xfrm>
          <a:prstGeom xmlns:a="http://schemas.openxmlformats.org/drawingml/2006/main" prst="line">
            <a:avLst/>
          </a:prstGeom>
          <a:ln xmlns:a="http://schemas.openxmlformats.org/drawingml/2006/main" w="16510">
            <a:solidFill>
              <a:srgbClr val="EE7963"/>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750" name="Rectangle">
            <a:extLst xmlns:a="http://schemas.openxmlformats.org/drawingml/2006/main">
              <a:ext uri="{FF2B5EF4-FFF2-40B4-BE49-F238E27FC236}">
                <a16:creationId xmlns:a16="http://schemas.microsoft.com/office/drawing/2014/main" id="{1A96182E-0398-44DD-BF0D-C5AC1B8BC6D5}"/>
              </a:ext>
            </a:extLst>
          </p:cNvPr>
          <p:cNvSpPr>
            <a:spLocks xmlns:a="http://schemas.openxmlformats.org/drawingml/2006/main" noGrp="1"/>
          </p:cNvSpPr>
          <p:nvPr/>
        </p:nvSpPr>
        <p:spPr>
          <a:xfrm xmlns:a="http://schemas.openxmlformats.org/drawingml/2006/main">
            <a:off x="6594475" y="1460621"/>
            <a:ext cx="5153306" cy="3644148"/>
          </a:xfrm>
          <a:prstGeom xmlns:a="http://schemas.openxmlformats.org/drawingml/2006/main" prst="rect">
            <a:avLst/>
          </a:prstGeom>
          <a:solidFill xmlns:a="http://schemas.openxmlformats.org/drawingml/2006/main">
            <a:srgbClr val="FFFFFF"/>
          </a:solidFill>
          <a:ln xmlns:a="http://schemas.openxmlformats.org/drawingml/2006/main" w="12700"/>
        </p:spPr>
        <p:txBody>
          <a:bodyPr xmlns:a="http://schemas.openxmlformats.org/drawingml/2006/main" lIns="45718" tIns="45718" rIns="45718" bIns="45718" anchor="ctr"/>
          <a:lstStyle xmlns:a="http://schemas.openxmlformats.org/drawingml/2006/main"/>
          <a:p xmlns:a="http://schemas.openxmlformats.org/drawingml/2006/main">
            <a:pPr>
              <a:buNone/>
              <a:defRPr>
                <a:latin typeface="+mn-lt"/>
                <a:ea typeface="+mn-lt"/>
                <a:cs typeface="+mn-lt"/>
              </a:defRPr>
            </a:pPr>
          </a:p>
        </p:txBody>
      </p:sp>
    </p:spTree>
    <p:extLst>
      <p:ext uri="{BB962C8B-B14F-4D97-AF65-F5344CB8AC3E}">
        <p14:creationId xmlns:p14="http://schemas.microsoft.com/office/powerpoint/2010/main" val="721270517"/>
      </p:ext>
    </p:extLst>
  </p:cSld>
</p:sld>
</file>

<file path=ppt/slides/slide20.xml><?xml version="1.0" encoding="utf-8"?>
<p:sld xmlns:p="http://schemas.openxmlformats.org/presentationml/2006/main" showMasterSp="1">
  <p:cSld>
    <p:spTree>
      <p:nvGrpSpPr>
        <p:cNvPr id="1" name=""/>
        <p:cNvGrpSpPr/>
        <p:nvPr/>
      </p:nvGrpSpPr>
      <p:grpSpPr>
        <a:xfrm xmlns:a="http://schemas.openxmlformats.org/drawingml/2006/main"/>
      </p:grpSpPr>
      <p:sp>
        <p:nvSpPr>
          <p:cNvPr id="1752" name="TextBox 1">
            <a:extLst xmlns:a="http://schemas.openxmlformats.org/drawingml/2006/main">
              <a:ext uri="{FF2B5EF4-FFF2-40B4-BE49-F238E27FC236}">
                <a16:creationId xmlns:a16="http://schemas.microsoft.com/office/drawing/2014/main" id="{EB55278B-EA5E-4A67-88F3-8C63E62E7BE3}"/>
              </a:ext>
            </a:extLst>
          </p:cNvPr>
          <p:cNvSpPr>
            <a:spLocks xmlns:a="http://schemas.openxmlformats.org/drawingml/2006/main" noGrp="1"/>
          </p:cNvSpPr>
          <p:nvPr/>
        </p:nvSpPr>
        <p:spPr>
          <a:xfrm xmlns:a="http://schemas.openxmlformats.org/drawingml/2006/main">
            <a:off x="603500" y="420623"/>
            <a:ext cx="4389127" cy="14871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000" b="1">
                <a:solidFill>
                  <a:srgbClr val="73777F"/>
                </a:solidFill>
                <a:latin typeface="Helvetica Neue"/>
                <a:ea typeface="Helvetica Neue"/>
                <a:cs typeface="Helvetica Neue"/>
              </a:defRPr>
            </a:lvl1pPr>
          </a:lstStyle>
          <a:p xmlns:a="http://schemas.openxmlformats.org/drawingml/2006/main">
            <a:pPr>
              <a:buNone/>
            </a:pPr>
            <a:r>
              <a:t>BRIDGING, REFRAMED</a:t>
            </a:r>
          </a:p>
        </p:txBody>
      </p:sp>
      <p:sp>
        <p:nvSpPr>
          <p:cNvPr id="1753" name="TextBox 2">
            <a:extLst xmlns:a="http://schemas.openxmlformats.org/drawingml/2006/main">
              <a:ext uri="{FF2B5EF4-FFF2-40B4-BE49-F238E27FC236}">
                <a16:creationId xmlns:a16="http://schemas.microsoft.com/office/drawing/2014/main" id="{D2520333-0F9B-4080-B538-7BDF9A3B2689}"/>
              </a:ext>
            </a:extLst>
          </p:cNvPr>
          <p:cNvSpPr>
            <a:spLocks xmlns:a="http://schemas.openxmlformats.org/drawingml/2006/main" noGrp="1"/>
          </p:cNvSpPr>
          <p:nvPr/>
        </p:nvSpPr>
        <p:spPr>
          <a:xfrm xmlns:a="http://schemas.openxmlformats.org/drawingml/2006/main">
            <a:off x="603504" y="786383"/>
            <a:ext cx="10515601" cy="458849"/>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3000" b="1">
                <a:solidFill>
                  <a:srgbClr val="111318"/>
                </a:solidFill>
                <a:latin typeface="Helvetica Neue"/>
                <a:ea typeface="Helvetica Neue"/>
                <a:cs typeface="Helvetica Neue"/>
              </a:defRPr>
            </a:lvl1pPr>
          </a:lstStyle>
          <a:p xmlns:a="http://schemas.openxmlformats.org/drawingml/2006/main">
            <a:pPr>
              <a:buNone/>
            </a:pPr>
            <a:r>
              <a:t>The handshake is right. The electorate is not.</a:t>
            </a:r>
          </a:p>
        </p:txBody>
      </p:sp>
      <p:sp>
        <p:nvSpPr>
          <p:cNvPr id="1754" name="TextBox 3">
            <a:extLst xmlns:a="http://schemas.openxmlformats.org/drawingml/2006/main">
              <a:ext uri="{FF2B5EF4-FFF2-40B4-BE49-F238E27FC236}">
                <a16:creationId xmlns:a16="http://schemas.microsoft.com/office/drawing/2014/main" id="{D4E8084E-72FE-44E5-ADFA-73AAE32E699A}"/>
              </a:ext>
            </a:extLst>
          </p:cNvPr>
          <p:cNvSpPr>
            <a:spLocks xmlns:a="http://schemas.openxmlformats.org/drawingml/2006/main" noGrp="1"/>
          </p:cNvSpPr>
          <p:nvPr/>
        </p:nvSpPr>
        <p:spPr>
          <a:xfrm xmlns:a="http://schemas.openxmlformats.org/drawingml/2006/main">
            <a:off x="11082528" y="457198"/>
            <a:ext cx="438916" cy="136385"/>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r">
              <a:buNone/>
              <a:defRPr sz="900" b="1">
                <a:solidFill>
                  <a:srgbClr val="73777F"/>
                </a:solidFill>
                <a:latin typeface="Helvetica Neue"/>
                <a:ea typeface="Helvetica Neue"/>
                <a:cs typeface="Helvetica Neue"/>
              </a:defRPr>
            </a:lvl1pPr>
          </a:lstStyle>
          <a:p xmlns:a="http://schemas.openxmlformats.org/drawingml/2006/main">
            <a:pPr>
              <a:buNone/>
            </a:pPr>
            <a:r>
              <a:t>06</a:t>
            </a:r>
          </a:p>
        </p:txBody>
      </p:sp>
      <p:sp>
        <p:nvSpPr>
          <p:cNvPr id="1755" name="Connector 4">
            <a:extLst xmlns:a="http://schemas.openxmlformats.org/drawingml/2006/main">
              <a:ext uri="{FF2B5EF4-FFF2-40B4-BE49-F238E27FC236}">
                <a16:creationId xmlns:a16="http://schemas.microsoft.com/office/drawing/2014/main" id="{355E4F27-9CEA-4767-8AE9-06531BA41505}"/>
              </a:ext>
            </a:extLst>
          </p:cNvPr>
          <p:cNvSpPr>
            <a:spLocks xmlns:a="http://schemas.openxmlformats.org/drawingml/2006/main" noGrp="1"/>
          </p:cNvSpPr>
          <p:nvPr/>
        </p:nvSpPr>
        <p:spPr>
          <a:xfrm xmlns:a="http://schemas.openxmlformats.org/drawingml/2006/main" flipH="1">
            <a:off x="4005070" y="1554478"/>
            <a:ext cx="5" cy="3456437"/>
          </a:xfrm>
          <a:prstGeom xmlns:a="http://schemas.openxmlformats.org/drawingml/2006/main" prst="line">
            <a:avLst/>
          </a:prstGeom>
          <a:ln xmlns:a="http://schemas.openxmlformats.org/drawingml/2006/main" w="1270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756" name="Connector 5">
            <a:extLst xmlns:a="http://schemas.openxmlformats.org/drawingml/2006/main">
              <a:ext uri="{FF2B5EF4-FFF2-40B4-BE49-F238E27FC236}">
                <a16:creationId xmlns:a16="http://schemas.microsoft.com/office/drawing/2014/main" id="{353BB3B4-170F-424D-817B-0D36F4755C7D}"/>
              </a:ext>
            </a:extLst>
          </p:cNvPr>
          <p:cNvSpPr>
            <a:spLocks xmlns:a="http://schemas.openxmlformats.org/drawingml/2006/main" noGrp="1"/>
          </p:cNvSpPr>
          <p:nvPr/>
        </p:nvSpPr>
        <p:spPr>
          <a:xfrm xmlns:a="http://schemas.openxmlformats.org/drawingml/2006/main">
            <a:off x="8010141" y="1554478"/>
            <a:ext cx="5" cy="3456437"/>
          </a:xfrm>
          <a:prstGeom xmlns:a="http://schemas.openxmlformats.org/drawingml/2006/main" prst="line">
            <a:avLst/>
          </a:prstGeom>
          <a:ln xmlns:a="http://schemas.openxmlformats.org/drawingml/2006/main" w="1270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757" name="TextBox 6">
            <a:extLst xmlns:a="http://schemas.openxmlformats.org/drawingml/2006/main">
              <a:ext uri="{FF2B5EF4-FFF2-40B4-BE49-F238E27FC236}">
                <a16:creationId xmlns:a16="http://schemas.microsoft.com/office/drawing/2014/main" id="{8D588087-32EB-44E0-A4C2-6AB7DD67C770}"/>
              </a:ext>
            </a:extLst>
          </p:cNvPr>
          <p:cNvSpPr>
            <a:spLocks xmlns:a="http://schemas.openxmlformats.org/drawingml/2006/main" noGrp="1"/>
          </p:cNvSpPr>
          <p:nvPr/>
        </p:nvSpPr>
        <p:spPr>
          <a:xfrm xmlns:a="http://schemas.openxmlformats.org/drawingml/2006/main">
            <a:off x="768094" y="1572766"/>
            <a:ext cx="1645924" cy="136385"/>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900" b="1">
                <a:solidFill>
                  <a:srgbClr val="73777F"/>
                </a:solidFill>
                <a:latin typeface="Helvetica Neue"/>
                <a:ea typeface="Helvetica Neue"/>
                <a:cs typeface="Helvetica Neue"/>
              </a:defRPr>
            </a:lvl1pPr>
          </a:lstStyle>
          <a:p xmlns:a="http://schemas.openxmlformats.org/drawingml/2006/main">
            <a:pPr>
              <a:buNone/>
            </a:pPr>
            <a:r>
              <a:t>GOOD INSTINCT</a:t>
            </a:r>
          </a:p>
        </p:txBody>
      </p:sp>
      <p:sp>
        <p:nvSpPr>
          <p:cNvPr id="1758" name="Oval 7">
            <a:extLst xmlns:a="http://schemas.openxmlformats.org/drawingml/2006/main">
              <a:ext uri="{FF2B5EF4-FFF2-40B4-BE49-F238E27FC236}">
                <a16:creationId xmlns:a16="http://schemas.microsoft.com/office/drawing/2014/main" id="{38122A0C-025E-4EA0-BD72-1AEF63BD6CD1}"/>
              </a:ext>
            </a:extLst>
          </p:cNvPr>
          <p:cNvSpPr>
            <a:spLocks xmlns:a="http://schemas.openxmlformats.org/drawingml/2006/main" noGrp="1"/>
          </p:cNvSpPr>
          <p:nvPr/>
        </p:nvSpPr>
        <p:spPr>
          <a:xfrm xmlns:a="http://schemas.openxmlformats.org/drawingml/2006/main">
            <a:off x="960119" y="2240277"/>
            <a:ext cx="164599" cy="164599"/>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759" name="Connector 8">
            <a:extLst xmlns:a="http://schemas.openxmlformats.org/drawingml/2006/main">
              <a:ext uri="{FF2B5EF4-FFF2-40B4-BE49-F238E27FC236}">
                <a16:creationId xmlns:a16="http://schemas.microsoft.com/office/drawing/2014/main" id="{A8BD7810-949B-475B-A244-C73008107684}"/>
              </a:ext>
            </a:extLst>
          </p:cNvPr>
          <p:cNvSpPr>
            <a:spLocks xmlns:a="http://schemas.openxmlformats.org/drawingml/2006/main" noGrp="1"/>
          </p:cNvSpPr>
          <p:nvPr/>
        </p:nvSpPr>
        <p:spPr>
          <a:xfrm xmlns:a="http://schemas.openxmlformats.org/drawingml/2006/main">
            <a:off x="1042412" y="2404872"/>
            <a:ext cx="5" cy="271580"/>
          </a:xfrm>
          <a:prstGeom xmlns:a="http://schemas.openxmlformats.org/drawingml/2006/main" prst="line">
            <a:avLst/>
          </a:prstGeom>
          <a:ln xmlns:a="http://schemas.openxmlformats.org/drawingml/2006/main" w="1905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760" name="Connector 9">
            <a:extLst xmlns:a="http://schemas.openxmlformats.org/drawingml/2006/main">
              <a:ext uri="{FF2B5EF4-FFF2-40B4-BE49-F238E27FC236}">
                <a16:creationId xmlns:a16="http://schemas.microsoft.com/office/drawing/2014/main" id="{CF86B19D-7CBD-4178-9013-85EBA2723D86}"/>
              </a:ext>
            </a:extLst>
          </p:cNvPr>
          <p:cNvSpPr>
            <a:spLocks xmlns:a="http://schemas.openxmlformats.org/drawingml/2006/main" noGrp="1"/>
          </p:cNvSpPr>
          <p:nvPr/>
        </p:nvSpPr>
        <p:spPr>
          <a:xfrm xmlns:a="http://schemas.openxmlformats.org/drawingml/2006/main">
            <a:off x="927199" y="2520083"/>
            <a:ext cx="230433" cy="4"/>
          </a:xfrm>
          <a:prstGeom xmlns:a="http://schemas.openxmlformats.org/drawingml/2006/main" prst="line">
            <a:avLst/>
          </a:prstGeom>
          <a:ln xmlns:a="http://schemas.openxmlformats.org/drawingml/2006/main" w="1905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761" name="Connector 10">
            <a:extLst xmlns:a="http://schemas.openxmlformats.org/drawingml/2006/main">
              <a:ext uri="{FF2B5EF4-FFF2-40B4-BE49-F238E27FC236}">
                <a16:creationId xmlns:a16="http://schemas.microsoft.com/office/drawing/2014/main" id="{5F00013C-A96A-4F81-916B-D9E982DD1563}"/>
              </a:ext>
            </a:extLst>
          </p:cNvPr>
          <p:cNvSpPr>
            <a:spLocks xmlns:a="http://schemas.openxmlformats.org/drawingml/2006/main" noGrp="1"/>
          </p:cNvSpPr>
          <p:nvPr/>
        </p:nvSpPr>
        <p:spPr>
          <a:xfrm xmlns:a="http://schemas.openxmlformats.org/drawingml/2006/main" flipH="1">
            <a:off x="935430" y="2676448"/>
            <a:ext cx="106988" cy="172826"/>
          </a:xfrm>
          <a:prstGeom xmlns:a="http://schemas.openxmlformats.org/drawingml/2006/main" prst="line">
            <a:avLst/>
          </a:prstGeom>
          <a:ln xmlns:a="http://schemas.openxmlformats.org/drawingml/2006/main" w="1905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762" name="Connector 11">
            <a:extLst xmlns:a="http://schemas.openxmlformats.org/drawingml/2006/main">
              <a:ext uri="{FF2B5EF4-FFF2-40B4-BE49-F238E27FC236}">
                <a16:creationId xmlns:a16="http://schemas.microsoft.com/office/drawing/2014/main" id="{A799F9B5-E123-4234-8AAA-2DAA9563981C}"/>
              </a:ext>
            </a:extLst>
          </p:cNvPr>
          <p:cNvSpPr>
            <a:spLocks xmlns:a="http://schemas.openxmlformats.org/drawingml/2006/main" noGrp="1"/>
          </p:cNvSpPr>
          <p:nvPr/>
        </p:nvSpPr>
        <p:spPr>
          <a:xfrm xmlns:a="http://schemas.openxmlformats.org/drawingml/2006/main">
            <a:off x="1042416" y="2676448"/>
            <a:ext cx="106987" cy="172826"/>
          </a:xfrm>
          <a:prstGeom xmlns:a="http://schemas.openxmlformats.org/drawingml/2006/main" prst="line">
            <a:avLst/>
          </a:prstGeom>
          <a:ln xmlns:a="http://schemas.openxmlformats.org/drawingml/2006/main" w="1905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763" name="Oval 12">
            <a:extLst xmlns:a="http://schemas.openxmlformats.org/drawingml/2006/main">
              <a:ext uri="{FF2B5EF4-FFF2-40B4-BE49-F238E27FC236}">
                <a16:creationId xmlns:a16="http://schemas.microsoft.com/office/drawing/2014/main" id="{523F3C74-2731-4C1C-8756-81658C8FD385}"/>
              </a:ext>
            </a:extLst>
          </p:cNvPr>
          <p:cNvSpPr>
            <a:spLocks xmlns:a="http://schemas.openxmlformats.org/drawingml/2006/main" noGrp="1"/>
          </p:cNvSpPr>
          <p:nvPr/>
        </p:nvSpPr>
        <p:spPr>
          <a:xfrm xmlns:a="http://schemas.openxmlformats.org/drawingml/2006/main">
            <a:off x="3502150" y="2215624"/>
            <a:ext cx="164599" cy="164599"/>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764" name="Connector 13">
            <a:extLst xmlns:a="http://schemas.openxmlformats.org/drawingml/2006/main">
              <a:ext uri="{FF2B5EF4-FFF2-40B4-BE49-F238E27FC236}">
                <a16:creationId xmlns:a16="http://schemas.microsoft.com/office/drawing/2014/main" id="{1CB5E680-A78D-416E-9B35-FC95AB88F9ED}"/>
              </a:ext>
            </a:extLst>
          </p:cNvPr>
          <p:cNvSpPr>
            <a:spLocks xmlns:a="http://schemas.openxmlformats.org/drawingml/2006/main" noGrp="1"/>
          </p:cNvSpPr>
          <p:nvPr/>
        </p:nvSpPr>
        <p:spPr>
          <a:xfrm xmlns:a="http://schemas.openxmlformats.org/drawingml/2006/main">
            <a:off x="3584447" y="2380214"/>
            <a:ext cx="4" cy="271580"/>
          </a:xfrm>
          <a:prstGeom xmlns:a="http://schemas.openxmlformats.org/drawingml/2006/main" prst="line">
            <a:avLst/>
          </a:prstGeom>
          <a:ln xmlns:a="http://schemas.openxmlformats.org/drawingml/2006/main" w="1905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765" name="Connector 14">
            <a:extLst xmlns:a="http://schemas.openxmlformats.org/drawingml/2006/main">
              <a:ext uri="{FF2B5EF4-FFF2-40B4-BE49-F238E27FC236}">
                <a16:creationId xmlns:a16="http://schemas.microsoft.com/office/drawing/2014/main" id="{81DCD9F2-4BDF-45BE-A345-ABD834DA7D39}"/>
              </a:ext>
            </a:extLst>
          </p:cNvPr>
          <p:cNvSpPr>
            <a:spLocks xmlns:a="http://schemas.openxmlformats.org/drawingml/2006/main" noGrp="1"/>
          </p:cNvSpPr>
          <p:nvPr/>
        </p:nvSpPr>
        <p:spPr>
          <a:xfrm xmlns:a="http://schemas.openxmlformats.org/drawingml/2006/main">
            <a:off x="3469232" y="2495430"/>
            <a:ext cx="230433" cy="4"/>
          </a:xfrm>
          <a:prstGeom xmlns:a="http://schemas.openxmlformats.org/drawingml/2006/main" prst="line">
            <a:avLst/>
          </a:prstGeom>
          <a:ln xmlns:a="http://schemas.openxmlformats.org/drawingml/2006/main" w="1905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766" name="Connector 15">
            <a:extLst xmlns:a="http://schemas.openxmlformats.org/drawingml/2006/main">
              <a:ext uri="{FF2B5EF4-FFF2-40B4-BE49-F238E27FC236}">
                <a16:creationId xmlns:a16="http://schemas.microsoft.com/office/drawing/2014/main" id="{CCF0ABE9-AE12-4282-B832-43780446F35C}"/>
              </a:ext>
            </a:extLst>
          </p:cNvPr>
          <p:cNvSpPr>
            <a:spLocks xmlns:a="http://schemas.openxmlformats.org/drawingml/2006/main" noGrp="1"/>
          </p:cNvSpPr>
          <p:nvPr/>
        </p:nvSpPr>
        <p:spPr>
          <a:xfrm xmlns:a="http://schemas.openxmlformats.org/drawingml/2006/main" flipH="1">
            <a:off x="3477463" y="2651792"/>
            <a:ext cx="106988" cy="172826"/>
          </a:xfrm>
          <a:prstGeom xmlns:a="http://schemas.openxmlformats.org/drawingml/2006/main" prst="line">
            <a:avLst/>
          </a:prstGeom>
          <a:ln xmlns:a="http://schemas.openxmlformats.org/drawingml/2006/main" w="1905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767" name="Connector 16">
            <a:extLst xmlns:a="http://schemas.openxmlformats.org/drawingml/2006/main">
              <a:ext uri="{FF2B5EF4-FFF2-40B4-BE49-F238E27FC236}">
                <a16:creationId xmlns:a16="http://schemas.microsoft.com/office/drawing/2014/main" id="{44F83D74-59DC-4AF7-B715-8C4F6D33B619}"/>
              </a:ext>
            </a:extLst>
          </p:cNvPr>
          <p:cNvSpPr>
            <a:spLocks xmlns:a="http://schemas.openxmlformats.org/drawingml/2006/main" noGrp="1"/>
          </p:cNvSpPr>
          <p:nvPr/>
        </p:nvSpPr>
        <p:spPr>
          <a:xfrm xmlns:a="http://schemas.openxmlformats.org/drawingml/2006/main">
            <a:off x="3584447" y="2651792"/>
            <a:ext cx="106988" cy="172826"/>
          </a:xfrm>
          <a:prstGeom xmlns:a="http://schemas.openxmlformats.org/drawingml/2006/main" prst="line">
            <a:avLst/>
          </a:prstGeom>
          <a:ln xmlns:a="http://schemas.openxmlformats.org/drawingml/2006/main" w="1905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768" name="Rounded Rectangle 17">
            <a:extLst xmlns:a="http://schemas.openxmlformats.org/drawingml/2006/main">
              <a:ext uri="{FF2B5EF4-FFF2-40B4-BE49-F238E27FC236}">
                <a16:creationId xmlns:a16="http://schemas.microsoft.com/office/drawing/2014/main" id="{DAE6CE64-B9A5-4A48-AE7D-43300599C321}"/>
              </a:ext>
            </a:extLst>
          </p:cNvPr>
          <p:cNvSpPr>
            <a:spLocks xmlns:a="http://schemas.openxmlformats.org/drawingml/2006/main" noGrp="1"/>
          </p:cNvSpPr>
          <p:nvPr/>
        </p:nvSpPr>
        <p:spPr>
          <a:xfrm xmlns:a="http://schemas.openxmlformats.org/drawingml/2006/main">
            <a:off x="1856231" y="2011677"/>
            <a:ext cx="960124" cy="1298451"/>
          </a:xfrm>
          <a:prstGeom xmlns:a="http://schemas.openxmlformats.org/drawingml/2006/main" prst="roundRect">
            <a:avLst>
              <a:gd name="adj" fmla="val 16667"/>
            </a:avLst>
          </a:prstGeom>
          <a:ln xmlns:a="http://schemas.openxmlformats.org/drawingml/2006/main" w="1397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769" name="Connector 18">
            <a:extLst xmlns:a="http://schemas.openxmlformats.org/drawingml/2006/main">
              <a:ext uri="{FF2B5EF4-FFF2-40B4-BE49-F238E27FC236}">
                <a16:creationId xmlns:a16="http://schemas.microsoft.com/office/drawing/2014/main" id="{A816D124-F54E-48D9-8C36-4D9D326C1205}"/>
              </a:ext>
            </a:extLst>
          </p:cNvPr>
          <p:cNvSpPr>
            <a:spLocks xmlns:a="http://schemas.openxmlformats.org/drawingml/2006/main" noGrp="1"/>
          </p:cNvSpPr>
          <p:nvPr/>
        </p:nvSpPr>
        <p:spPr>
          <a:xfrm xmlns:a="http://schemas.openxmlformats.org/drawingml/2006/main">
            <a:off x="2075687" y="2450592"/>
            <a:ext cx="521209" cy="4"/>
          </a:xfrm>
          <a:prstGeom xmlns:a="http://schemas.openxmlformats.org/drawingml/2006/main" prst="line">
            <a:avLst/>
          </a:prstGeom>
          <a:ln xmlns:a="http://schemas.openxmlformats.org/drawingml/2006/main" w="1524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770" name="Connector 19">
            <a:extLst xmlns:a="http://schemas.openxmlformats.org/drawingml/2006/main">
              <a:ext uri="{FF2B5EF4-FFF2-40B4-BE49-F238E27FC236}">
                <a16:creationId xmlns:a16="http://schemas.microsoft.com/office/drawing/2014/main" id="{411453EC-6E15-47EB-B900-4DBB4EAF1C61}"/>
              </a:ext>
            </a:extLst>
          </p:cNvPr>
          <p:cNvSpPr>
            <a:spLocks xmlns:a="http://schemas.openxmlformats.org/drawingml/2006/main" noGrp="1"/>
          </p:cNvSpPr>
          <p:nvPr/>
        </p:nvSpPr>
        <p:spPr>
          <a:xfrm xmlns:a="http://schemas.openxmlformats.org/drawingml/2006/main">
            <a:off x="2075687" y="2761488"/>
            <a:ext cx="393197" cy="4"/>
          </a:xfrm>
          <a:prstGeom xmlns:a="http://schemas.openxmlformats.org/drawingml/2006/main" prst="line">
            <a:avLst/>
          </a:prstGeom>
          <a:ln xmlns:a="http://schemas.openxmlformats.org/drawingml/2006/main" w="1524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771" name="Connector 20">
            <a:extLst xmlns:a="http://schemas.openxmlformats.org/drawingml/2006/main">
              <a:ext uri="{FF2B5EF4-FFF2-40B4-BE49-F238E27FC236}">
                <a16:creationId xmlns:a16="http://schemas.microsoft.com/office/drawing/2014/main" id="{827DDED4-75BB-433A-BA7E-1FDCD9E7EE91}"/>
              </a:ext>
            </a:extLst>
          </p:cNvPr>
          <p:cNvSpPr>
            <a:spLocks xmlns:a="http://schemas.openxmlformats.org/drawingml/2006/main" noGrp="1"/>
          </p:cNvSpPr>
          <p:nvPr/>
        </p:nvSpPr>
        <p:spPr>
          <a:xfrm xmlns:a="http://schemas.openxmlformats.org/drawingml/2006/main">
            <a:off x="2075687" y="3072383"/>
            <a:ext cx="484637" cy="4"/>
          </a:xfrm>
          <a:prstGeom xmlns:a="http://schemas.openxmlformats.org/drawingml/2006/main" prst="line">
            <a:avLst/>
          </a:prstGeom>
          <a:ln xmlns:a="http://schemas.openxmlformats.org/drawingml/2006/main" w="1524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772" name="Oval 21">
            <a:extLst xmlns:a="http://schemas.openxmlformats.org/drawingml/2006/main">
              <a:ext uri="{FF2B5EF4-FFF2-40B4-BE49-F238E27FC236}">
                <a16:creationId xmlns:a16="http://schemas.microsoft.com/office/drawing/2014/main" id="{D6ABC91F-DE94-46C0-953B-457917F1AA50}"/>
              </a:ext>
            </a:extLst>
          </p:cNvPr>
          <p:cNvSpPr>
            <a:spLocks xmlns:a="http://schemas.openxmlformats.org/drawingml/2006/main" noGrp="1"/>
          </p:cNvSpPr>
          <p:nvPr/>
        </p:nvSpPr>
        <p:spPr>
          <a:xfrm xmlns:a="http://schemas.openxmlformats.org/drawingml/2006/main">
            <a:off x="1572766" y="2514599"/>
            <a:ext cx="201175" cy="201175"/>
          </a:xfrm>
          <a:prstGeom xmlns:a="http://schemas.openxmlformats.org/drawingml/2006/main" prst="ellipse">
            <a:avLst/>
          </a:prstGeom>
          <a:solidFill xmlns:a="http://schemas.openxmlformats.org/drawingml/2006/main">
            <a:srgbClr val="1FA873"/>
          </a:solidFill>
          <a:ln xmlns:a="http://schemas.openxmlformats.org/drawingml/2006/main" w="10160">
            <a:solidFill>
              <a:srgbClr val="1FA873"/>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773" name="Connector 22">
            <a:extLst xmlns:a="http://schemas.openxmlformats.org/drawingml/2006/main">
              <a:ext uri="{FF2B5EF4-FFF2-40B4-BE49-F238E27FC236}">
                <a16:creationId xmlns:a16="http://schemas.microsoft.com/office/drawing/2014/main" id="{F2A87EC1-D718-4461-A929-3903F057F763}"/>
              </a:ext>
            </a:extLst>
          </p:cNvPr>
          <p:cNvSpPr>
            <a:spLocks xmlns:a="http://schemas.openxmlformats.org/drawingml/2006/main" noGrp="1"/>
          </p:cNvSpPr>
          <p:nvPr/>
        </p:nvSpPr>
        <p:spPr>
          <a:xfrm xmlns:a="http://schemas.openxmlformats.org/drawingml/2006/main">
            <a:off x="1613915" y="2624327"/>
            <a:ext cx="45724" cy="45724"/>
          </a:xfrm>
          <a:prstGeom xmlns:a="http://schemas.openxmlformats.org/drawingml/2006/main" prst="line">
            <a:avLst/>
          </a:prstGeom>
          <a:ln xmlns:a="http://schemas.openxmlformats.org/drawingml/2006/main" w="16510">
            <a:solidFill>
              <a:srgbClr val="FFFFF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774" name="Connector 23">
            <a:extLst xmlns:a="http://schemas.openxmlformats.org/drawingml/2006/main">
              <a:ext uri="{FF2B5EF4-FFF2-40B4-BE49-F238E27FC236}">
                <a16:creationId xmlns:a16="http://schemas.microsoft.com/office/drawing/2014/main" id="{D383F05D-1A36-4014-9DDE-694985CC566D}"/>
              </a:ext>
            </a:extLst>
          </p:cNvPr>
          <p:cNvSpPr>
            <a:spLocks xmlns:a="http://schemas.openxmlformats.org/drawingml/2006/main" noGrp="1"/>
          </p:cNvSpPr>
          <p:nvPr/>
        </p:nvSpPr>
        <p:spPr>
          <a:xfrm xmlns:a="http://schemas.openxmlformats.org/drawingml/2006/main" flipV="1">
            <a:off x="1659633" y="2569464"/>
            <a:ext cx="82300" cy="100588"/>
          </a:xfrm>
          <a:prstGeom xmlns:a="http://schemas.openxmlformats.org/drawingml/2006/main" prst="line">
            <a:avLst/>
          </a:prstGeom>
          <a:ln xmlns:a="http://schemas.openxmlformats.org/drawingml/2006/main" w="16510">
            <a:solidFill>
              <a:srgbClr val="FFFFF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775" name="Connector 27">
            <a:extLst xmlns:a="http://schemas.openxmlformats.org/drawingml/2006/main">
              <a:ext uri="{FF2B5EF4-FFF2-40B4-BE49-F238E27FC236}">
                <a16:creationId xmlns:a16="http://schemas.microsoft.com/office/drawing/2014/main" id="{737B7319-DC70-45B7-9BB0-7E7EBE329717}"/>
              </a:ext>
            </a:extLst>
          </p:cNvPr>
          <p:cNvSpPr>
            <a:spLocks xmlns:a="http://schemas.openxmlformats.org/drawingml/2006/main" noGrp="1"/>
          </p:cNvSpPr>
          <p:nvPr/>
        </p:nvSpPr>
        <p:spPr>
          <a:xfrm xmlns:a="http://schemas.openxmlformats.org/drawingml/2006/main">
            <a:off x="1344166" y="2615183"/>
            <a:ext cx="192028" cy="4"/>
          </a:xfrm>
          <a:prstGeom xmlns:a="http://schemas.openxmlformats.org/drawingml/2006/main" prst="line">
            <a:avLst/>
          </a:prstGeom>
          <a:ln xmlns:a="http://schemas.openxmlformats.org/drawingml/2006/main" w="1651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776" name="TextBox 30">
            <a:extLst xmlns:a="http://schemas.openxmlformats.org/drawingml/2006/main">
              <a:ext uri="{FF2B5EF4-FFF2-40B4-BE49-F238E27FC236}">
                <a16:creationId xmlns:a16="http://schemas.microsoft.com/office/drawing/2014/main" id="{5F8E2D7B-B6C3-49C8-AF58-17C94F2C7399}"/>
              </a:ext>
            </a:extLst>
          </p:cNvPr>
          <p:cNvSpPr>
            <a:spLocks xmlns:a="http://schemas.openxmlformats.org/drawingml/2006/main" noGrp="1"/>
          </p:cNvSpPr>
          <p:nvPr/>
        </p:nvSpPr>
        <p:spPr>
          <a:xfrm xmlns:a="http://schemas.openxmlformats.org/drawingml/2006/main">
            <a:off x="941830" y="3675886"/>
            <a:ext cx="2834646" cy="16104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100" b="1">
                <a:solidFill>
                  <a:srgbClr val="1FA873"/>
                </a:solidFill>
                <a:latin typeface="Helvetica Neue"/>
                <a:ea typeface="Helvetica Neue"/>
                <a:cs typeface="Helvetica Neue"/>
              </a:defRPr>
            </a:lvl1pPr>
          </a:lstStyle>
          <a:p xmlns:a="http://schemas.openxmlformats.org/drawingml/2006/main">
            <a:pPr>
              <a:buNone/>
            </a:pPr>
            <a:r>
              <a:t>ENEMIES SHAKE HANDS</a:t>
            </a:r>
          </a:p>
        </p:txBody>
      </p:sp>
      <p:sp>
        <p:nvSpPr>
          <p:cNvPr id="1777" name="TextBox 31">
            <a:extLst xmlns:a="http://schemas.openxmlformats.org/drawingml/2006/main">
              <a:ext uri="{FF2B5EF4-FFF2-40B4-BE49-F238E27FC236}">
                <a16:creationId xmlns:a16="http://schemas.microsoft.com/office/drawing/2014/main" id="{C0FB24D0-B54E-4794-B714-E082EBFF2D60}"/>
              </a:ext>
            </a:extLst>
          </p:cNvPr>
          <p:cNvSpPr>
            <a:spLocks xmlns:a="http://schemas.openxmlformats.org/drawingml/2006/main" noGrp="1"/>
          </p:cNvSpPr>
          <p:nvPr/>
        </p:nvSpPr>
        <p:spPr>
          <a:xfrm xmlns:a="http://schemas.openxmlformats.org/drawingml/2006/main">
            <a:off x="859536" y="4315967"/>
            <a:ext cx="2971801" cy="198412"/>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300" b="1">
                <a:solidFill>
                  <a:srgbClr val="1FA873"/>
                </a:solidFill>
                <a:latin typeface="Helvetica Neue"/>
                <a:ea typeface="Helvetica Neue"/>
                <a:cs typeface="Helvetica Neue"/>
              </a:defRPr>
            </a:pPr>
            <a:r>
              <a:t>• </a:t>
            </a:r>
            <a:r>
              <a:rPr>
                <a:solidFill>
                  <a:srgbClr val="111318"/>
                </a:solidFill>
              </a:rPr>
              <a:t>Cross-group agreement is valuable</a:t>
            </a:r>
          </a:p>
        </p:txBody>
      </p:sp>
      <p:sp>
        <p:nvSpPr>
          <p:cNvPr id="1778" name="TextBox 32">
            <a:extLst xmlns:a="http://schemas.openxmlformats.org/drawingml/2006/main">
              <a:ext uri="{FF2B5EF4-FFF2-40B4-BE49-F238E27FC236}">
                <a16:creationId xmlns:a16="http://schemas.microsoft.com/office/drawing/2014/main" id="{B19526D5-36D7-4977-B292-0CFF0D87A107}"/>
              </a:ext>
            </a:extLst>
          </p:cNvPr>
          <p:cNvSpPr>
            <a:spLocks xmlns:a="http://schemas.openxmlformats.org/drawingml/2006/main" noGrp="1"/>
          </p:cNvSpPr>
          <p:nvPr/>
        </p:nvSpPr>
        <p:spPr>
          <a:xfrm xmlns:a="http://schemas.openxmlformats.org/drawingml/2006/main">
            <a:off x="4261103" y="1572766"/>
            <a:ext cx="1920241" cy="136385"/>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900" b="1">
                <a:solidFill>
                  <a:srgbClr val="73777F"/>
                </a:solidFill>
                <a:latin typeface="Helvetica Neue"/>
                <a:ea typeface="Helvetica Neue"/>
                <a:cs typeface="Helvetica Neue"/>
              </a:defRPr>
            </a:lvl1pPr>
          </a:lstStyle>
          <a:p xmlns:a="http://schemas.openxmlformats.org/drawingml/2006/main">
            <a:pPr>
              <a:buNone/>
            </a:pPr>
            <a:r>
              <a:t>SELECTION BALANCE</a:t>
            </a:r>
          </a:p>
        </p:txBody>
      </p:sp>
      <p:sp>
        <p:nvSpPr>
          <p:cNvPr id="1779" name="TextBox 33">
            <a:extLst xmlns:a="http://schemas.openxmlformats.org/drawingml/2006/main">
              <a:ext uri="{FF2B5EF4-FFF2-40B4-BE49-F238E27FC236}">
                <a16:creationId xmlns:a16="http://schemas.microsoft.com/office/drawing/2014/main" id="{54E111F0-262D-4B57-A01A-0A6BD470CCB8}"/>
              </a:ext>
            </a:extLst>
          </p:cNvPr>
          <p:cNvSpPr>
            <a:spLocks xmlns:a="http://schemas.openxmlformats.org/drawingml/2006/main" noGrp="1"/>
          </p:cNvSpPr>
          <p:nvPr/>
        </p:nvSpPr>
        <p:spPr>
          <a:xfrm xmlns:a="http://schemas.openxmlformats.org/drawingml/2006/main">
            <a:off x="4315967" y="1993392"/>
            <a:ext cx="1005840"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800" b="1">
                <a:solidFill>
                  <a:srgbClr val="73777F"/>
                </a:solidFill>
                <a:latin typeface="Helvetica Neue"/>
                <a:ea typeface="Helvetica Neue"/>
                <a:cs typeface="Helvetica Neue"/>
              </a:defRPr>
            </a:lvl1pPr>
          </a:lstStyle>
          <a:p xmlns:a="http://schemas.openxmlformats.org/drawingml/2006/main">
            <a:pPr>
              <a:buNone/>
            </a:pPr>
            <a:r>
              <a:t>BALANCED</a:t>
            </a:r>
          </a:p>
        </p:txBody>
      </p:sp>
      <p:sp>
        <p:nvSpPr>
          <p:cNvPr id="1780" name="Oval 34">
            <a:extLst xmlns:a="http://schemas.openxmlformats.org/drawingml/2006/main">
              <a:ext uri="{FF2B5EF4-FFF2-40B4-BE49-F238E27FC236}">
                <a16:creationId xmlns:a16="http://schemas.microsoft.com/office/drawing/2014/main" id="{8685CEEF-8749-4BF9-A372-D252E0B96194}"/>
              </a:ext>
            </a:extLst>
          </p:cNvPr>
          <p:cNvSpPr>
            <a:spLocks xmlns:a="http://schemas.openxmlformats.org/drawingml/2006/main" noGrp="1"/>
          </p:cNvSpPr>
          <p:nvPr/>
        </p:nvSpPr>
        <p:spPr>
          <a:xfrm xmlns:a="http://schemas.openxmlformats.org/drawingml/2006/main">
            <a:off x="4315967" y="2340864"/>
            <a:ext cx="96019" cy="96019"/>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781" name="Oval 35">
            <a:extLst xmlns:a="http://schemas.openxmlformats.org/drawingml/2006/main">
              <a:ext uri="{FF2B5EF4-FFF2-40B4-BE49-F238E27FC236}">
                <a16:creationId xmlns:a16="http://schemas.microsoft.com/office/drawing/2014/main" id="{0E0AE0B8-D732-440F-BA43-1EDAA262E5C4}"/>
              </a:ext>
            </a:extLst>
          </p:cNvPr>
          <p:cNvSpPr>
            <a:spLocks xmlns:a="http://schemas.openxmlformats.org/drawingml/2006/main" noGrp="1"/>
          </p:cNvSpPr>
          <p:nvPr/>
        </p:nvSpPr>
        <p:spPr>
          <a:xfrm xmlns:a="http://schemas.openxmlformats.org/drawingml/2006/main">
            <a:off x="4507991" y="2340864"/>
            <a:ext cx="96019" cy="96019"/>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782" name="Oval 36">
            <a:extLst xmlns:a="http://schemas.openxmlformats.org/drawingml/2006/main">
              <a:ext uri="{FF2B5EF4-FFF2-40B4-BE49-F238E27FC236}">
                <a16:creationId xmlns:a16="http://schemas.microsoft.com/office/drawing/2014/main" id="{6E6AA81B-4463-4BCC-96A0-EF76B5BE2D68}"/>
              </a:ext>
            </a:extLst>
          </p:cNvPr>
          <p:cNvSpPr>
            <a:spLocks xmlns:a="http://schemas.openxmlformats.org/drawingml/2006/main" noGrp="1"/>
          </p:cNvSpPr>
          <p:nvPr/>
        </p:nvSpPr>
        <p:spPr>
          <a:xfrm xmlns:a="http://schemas.openxmlformats.org/drawingml/2006/main">
            <a:off x="4700015" y="2340864"/>
            <a:ext cx="96019" cy="96019"/>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783" name="Oval 37">
            <a:extLst xmlns:a="http://schemas.openxmlformats.org/drawingml/2006/main">
              <a:ext uri="{FF2B5EF4-FFF2-40B4-BE49-F238E27FC236}">
                <a16:creationId xmlns:a16="http://schemas.microsoft.com/office/drawing/2014/main" id="{094B49AA-1550-44F8-A3C6-50A8AF9B8730}"/>
              </a:ext>
            </a:extLst>
          </p:cNvPr>
          <p:cNvSpPr>
            <a:spLocks xmlns:a="http://schemas.openxmlformats.org/drawingml/2006/main" noGrp="1"/>
          </p:cNvSpPr>
          <p:nvPr/>
        </p:nvSpPr>
        <p:spPr>
          <a:xfrm xmlns:a="http://schemas.openxmlformats.org/drawingml/2006/main">
            <a:off x="4892040" y="2340864"/>
            <a:ext cx="96019" cy="96019"/>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784" name="Oval 38">
            <a:extLst xmlns:a="http://schemas.openxmlformats.org/drawingml/2006/main">
              <a:ext uri="{FF2B5EF4-FFF2-40B4-BE49-F238E27FC236}">
                <a16:creationId xmlns:a16="http://schemas.microsoft.com/office/drawing/2014/main" id="{5926E70D-3305-4FB6-B0F6-A10F14640D82}"/>
              </a:ext>
            </a:extLst>
          </p:cNvPr>
          <p:cNvSpPr>
            <a:spLocks xmlns:a="http://schemas.openxmlformats.org/drawingml/2006/main" noGrp="1"/>
          </p:cNvSpPr>
          <p:nvPr/>
        </p:nvSpPr>
        <p:spPr>
          <a:xfrm xmlns:a="http://schemas.openxmlformats.org/drawingml/2006/main">
            <a:off x="5084064" y="2340864"/>
            <a:ext cx="96019" cy="96019"/>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785" name="Oval 39">
            <a:extLst xmlns:a="http://schemas.openxmlformats.org/drawingml/2006/main">
              <a:ext uri="{FF2B5EF4-FFF2-40B4-BE49-F238E27FC236}">
                <a16:creationId xmlns:a16="http://schemas.microsoft.com/office/drawing/2014/main" id="{BFE434F4-C601-47E0-A93F-A2EE041E56B7}"/>
              </a:ext>
            </a:extLst>
          </p:cNvPr>
          <p:cNvSpPr>
            <a:spLocks xmlns:a="http://schemas.openxmlformats.org/drawingml/2006/main" noGrp="1"/>
          </p:cNvSpPr>
          <p:nvPr/>
        </p:nvSpPr>
        <p:spPr>
          <a:xfrm xmlns:a="http://schemas.openxmlformats.org/drawingml/2006/main">
            <a:off x="5276088" y="2340864"/>
            <a:ext cx="96019" cy="96019"/>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786" name="Oval 40">
            <a:extLst xmlns:a="http://schemas.openxmlformats.org/drawingml/2006/main">
              <a:ext uri="{FF2B5EF4-FFF2-40B4-BE49-F238E27FC236}">
                <a16:creationId xmlns:a16="http://schemas.microsoft.com/office/drawing/2014/main" id="{5D44F971-3CF5-493E-B76D-D675538F0B88}"/>
              </a:ext>
            </a:extLst>
          </p:cNvPr>
          <p:cNvSpPr>
            <a:spLocks xmlns:a="http://schemas.openxmlformats.org/drawingml/2006/main" noGrp="1"/>
          </p:cNvSpPr>
          <p:nvPr/>
        </p:nvSpPr>
        <p:spPr>
          <a:xfrm xmlns:a="http://schemas.openxmlformats.org/drawingml/2006/main">
            <a:off x="5468110" y="2340864"/>
            <a:ext cx="96019" cy="96019"/>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787" name="Oval 41">
            <a:extLst xmlns:a="http://schemas.openxmlformats.org/drawingml/2006/main">
              <a:ext uri="{FF2B5EF4-FFF2-40B4-BE49-F238E27FC236}">
                <a16:creationId xmlns:a16="http://schemas.microsoft.com/office/drawing/2014/main" id="{01B66461-AA87-4625-9173-1B012617AC5A}"/>
              </a:ext>
            </a:extLst>
          </p:cNvPr>
          <p:cNvSpPr>
            <a:spLocks xmlns:a="http://schemas.openxmlformats.org/drawingml/2006/main" noGrp="1"/>
          </p:cNvSpPr>
          <p:nvPr/>
        </p:nvSpPr>
        <p:spPr>
          <a:xfrm xmlns:a="http://schemas.openxmlformats.org/drawingml/2006/main">
            <a:off x="5660135" y="2340864"/>
            <a:ext cx="96019" cy="96019"/>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788" name="Oval 42">
            <a:extLst xmlns:a="http://schemas.openxmlformats.org/drawingml/2006/main">
              <a:ext uri="{FF2B5EF4-FFF2-40B4-BE49-F238E27FC236}">
                <a16:creationId xmlns:a16="http://schemas.microsoft.com/office/drawing/2014/main" id="{3000E235-ECB2-4AAB-A6D4-9EDEB5BF190C}"/>
              </a:ext>
            </a:extLst>
          </p:cNvPr>
          <p:cNvSpPr>
            <a:spLocks xmlns:a="http://schemas.openxmlformats.org/drawingml/2006/main" noGrp="1"/>
          </p:cNvSpPr>
          <p:nvPr/>
        </p:nvSpPr>
        <p:spPr>
          <a:xfrm xmlns:a="http://schemas.openxmlformats.org/drawingml/2006/main">
            <a:off x="5852159" y="2340864"/>
            <a:ext cx="96019" cy="96019"/>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789" name="Oval 43">
            <a:extLst xmlns:a="http://schemas.openxmlformats.org/drawingml/2006/main">
              <a:ext uri="{FF2B5EF4-FFF2-40B4-BE49-F238E27FC236}">
                <a16:creationId xmlns:a16="http://schemas.microsoft.com/office/drawing/2014/main" id="{32D64EBD-CF82-475F-8C93-1C98F82B6BE4}"/>
              </a:ext>
            </a:extLst>
          </p:cNvPr>
          <p:cNvSpPr>
            <a:spLocks xmlns:a="http://schemas.openxmlformats.org/drawingml/2006/main" noGrp="1"/>
          </p:cNvSpPr>
          <p:nvPr/>
        </p:nvSpPr>
        <p:spPr>
          <a:xfrm xmlns:a="http://schemas.openxmlformats.org/drawingml/2006/main">
            <a:off x="6044183" y="2340864"/>
            <a:ext cx="96019" cy="96019"/>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790" name="TextBox 44">
            <a:extLst xmlns:a="http://schemas.openxmlformats.org/drawingml/2006/main">
              <a:ext uri="{FF2B5EF4-FFF2-40B4-BE49-F238E27FC236}">
                <a16:creationId xmlns:a16="http://schemas.microsoft.com/office/drawing/2014/main" id="{DA5D9F9C-5039-4AD6-B7FD-AC86E167CEBB}"/>
              </a:ext>
            </a:extLst>
          </p:cNvPr>
          <p:cNvSpPr>
            <a:spLocks xmlns:a="http://schemas.openxmlformats.org/drawingml/2006/main" noGrp="1"/>
          </p:cNvSpPr>
          <p:nvPr/>
        </p:nvSpPr>
        <p:spPr>
          <a:xfrm xmlns:a="http://schemas.openxmlformats.org/drawingml/2006/main">
            <a:off x="4315967" y="2670048"/>
            <a:ext cx="2057403" cy="16104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100" b="1">
                <a:solidFill>
                  <a:srgbClr val="111318"/>
                </a:solidFill>
                <a:latin typeface="Helvetica Neue"/>
                <a:ea typeface="Helvetica Neue"/>
                <a:cs typeface="Helvetica Neue"/>
              </a:defRPr>
            </a:lvl1pPr>
          </a:lstStyle>
          <a:p xmlns:a="http://schemas.openxmlformats.org/drawingml/2006/main">
            <a:pPr>
              <a:buNone/>
            </a:pPr>
            <a:r>
              <a:t>πA = .50   πB = .50</a:t>
            </a:r>
          </a:p>
        </p:txBody>
      </p:sp>
      <p:sp>
        <p:nvSpPr>
          <p:cNvPr id="1791" name="TextBox 45">
            <a:extLst xmlns:a="http://schemas.openxmlformats.org/drawingml/2006/main">
              <a:ext uri="{FF2B5EF4-FFF2-40B4-BE49-F238E27FC236}">
                <a16:creationId xmlns:a16="http://schemas.microsoft.com/office/drawing/2014/main" id="{887AD5DB-A12C-4BF7-878A-321F1B9C41BE}"/>
              </a:ext>
            </a:extLst>
          </p:cNvPr>
          <p:cNvSpPr>
            <a:spLocks xmlns:a="http://schemas.openxmlformats.org/drawingml/2006/main" noGrp="1"/>
          </p:cNvSpPr>
          <p:nvPr/>
        </p:nvSpPr>
        <p:spPr>
          <a:xfrm xmlns:a="http://schemas.openxmlformats.org/drawingml/2006/main">
            <a:off x="4315967" y="2990088"/>
            <a:ext cx="2514603" cy="235406"/>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600" b="1">
                <a:solidFill>
                  <a:srgbClr val="1FA873"/>
                </a:solidFill>
                <a:latin typeface="Helvetica Neue"/>
                <a:ea typeface="Helvetica Neue"/>
                <a:cs typeface="Helvetica Neue"/>
              </a:defRPr>
            </a:lvl1pPr>
          </a:lstStyle>
          <a:p xmlns:a="http://schemas.openxmlformats.org/drawingml/2006/main">
            <a:pPr>
              <a:buNone/>
            </a:pPr>
            <a:r>
              <a:t>2(.50)(.50) = 50%</a:t>
            </a:r>
          </a:p>
        </p:txBody>
      </p:sp>
      <p:sp>
        <p:nvSpPr>
          <p:cNvPr id="1792" name="TextBox 46">
            <a:extLst xmlns:a="http://schemas.openxmlformats.org/drawingml/2006/main">
              <a:ext uri="{FF2B5EF4-FFF2-40B4-BE49-F238E27FC236}">
                <a16:creationId xmlns:a16="http://schemas.microsoft.com/office/drawing/2014/main" id="{C610DBCC-4E3F-4CA3-8D6C-DEF878868A22}"/>
              </a:ext>
            </a:extLst>
          </p:cNvPr>
          <p:cNvSpPr>
            <a:spLocks xmlns:a="http://schemas.openxmlformats.org/drawingml/2006/main" noGrp="1"/>
          </p:cNvSpPr>
          <p:nvPr/>
        </p:nvSpPr>
        <p:spPr>
          <a:xfrm xmlns:a="http://schemas.openxmlformats.org/drawingml/2006/main">
            <a:off x="4315967" y="3566159"/>
            <a:ext cx="1005840"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800" b="1">
                <a:solidFill>
                  <a:srgbClr val="73777F"/>
                </a:solidFill>
                <a:latin typeface="Helvetica Neue"/>
                <a:ea typeface="Helvetica Neue"/>
                <a:cs typeface="Helvetica Neue"/>
              </a:defRPr>
            </a:lvl1pPr>
          </a:lstStyle>
          <a:p xmlns:a="http://schemas.openxmlformats.org/drawingml/2006/main">
            <a:pPr>
              <a:buNone/>
            </a:pPr>
            <a:r>
              <a:t>OBSERVED</a:t>
            </a:r>
          </a:p>
        </p:txBody>
      </p:sp>
      <p:sp>
        <p:nvSpPr>
          <p:cNvPr id="1793" name="Oval 47">
            <a:extLst xmlns:a="http://schemas.openxmlformats.org/drawingml/2006/main">
              <a:ext uri="{FF2B5EF4-FFF2-40B4-BE49-F238E27FC236}">
                <a16:creationId xmlns:a16="http://schemas.microsoft.com/office/drawing/2014/main" id="{935B02C3-80BB-40CD-A1B4-BE37D74EA8CF}"/>
              </a:ext>
            </a:extLst>
          </p:cNvPr>
          <p:cNvSpPr>
            <a:spLocks xmlns:a="http://schemas.openxmlformats.org/drawingml/2006/main" noGrp="1"/>
          </p:cNvSpPr>
          <p:nvPr/>
        </p:nvSpPr>
        <p:spPr>
          <a:xfrm xmlns:a="http://schemas.openxmlformats.org/drawingml/2006/main">
            <a:off x="4315967" y="3913632"/>
            <a:ext cx="96019" cy="96019"/>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794" name="Oval 48">
            <a:extLst xmlns:a="http://schemas.openxmlformats.org/drawingml/2006/main">
              <a:ext uri="{FF2B5EF4-FFF2-40B4-BE49-F238E27FC236}">
                <a16:creationId xmlns:a16="http://schemas.microsoft.com/office/drawing/2014/main" id="{7A50DDED-4065-4A8D-B90E-0558FA348338}"/>
              </a:ext>
            </a:extLst>
          </p:cNvPr>
          <p:cNvSpPr>
            <a:spLocks xmlns:a="http://schemas.openxmlformats.org/drawingml/2006/main" noGrp="1"/>
          </p:cNvSpPr>
          <p:nvPr/>
        </p:nvSpPr>
        <p:spPr>
          <a:xfrm xmlns:a="http://schemas.openxmlformats.org/drawingml/2006/main">
            <a:off x="4507991" y="3913632"/>
            <a:ext cx="96019" cy="96019"/>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795" name="Oval 49">
            <a:extLst xmlns:a="http://schemas.openxmlformats.org/drawingml/2006/main">
              <a:ext uri="{FF2B5EF4-FFF2-40B4-BE49-F238E27FC236}">
                <a16:creationId xmlns:a16="http://schemas.microsoft.com/office/drawing/2014/main" id="{BFC9F259-996A-4E9B-83AF-AE011F87CB49}"/>
              </a:ext>
            </a:extLst>
          </p:cNvPr>
          <p:cNvSpPr>
            <a:spLocks xmlns:a="http://schemas.openxmlformats.org/drawingml/2006/main" noGrp="1"/>
          </p:cNvSpPr>
          <p:nvPr/>
        </p:nvSpPr>
        <p:spPr>
          <a:xfrm xmlns:a="http://schemas.openxmlformats.org/drawingml/2006/main">
            <a:off x="4700015" y="3913632"/>
            <a:ext cx="96019" cy="96019"/>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796" name="Oval 50">
            <a:extLst xmlns:a="http://schemas.openxmlformats.org/drawingml/2006/main">
              <a:ext uri="{FF2B5EF4-FFF2-40B4-BE49-F238E27FC236}">
                <a16:creationId xmlns:a16="http://schemas.microsoft.com/office/drawing/2014/main" id="{28A1394D-584A-48AD-80D2-B1C3FDF15EEF}"/>
              </a:ext>
            </a:extLst>
          </p:cNvPr>
          <p:cNvSpPr>
            <a:spLocks xmlns:a="http://schemas.openxmlformats.org/drawingml/2006/main" noGrp="1"/>
          </p:cNvSpPr>
          <p:nvPr/>
        </p:nvSpPr>
        <p:spPr>
          <a:xfrm xmlns:a="http://schemas.openxmlformats.org/drawingml/2006/main">
            <a:off x="4892040" y="3913632"/>
            <a:ext cx="96019" cy="96019"/>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797" name="Oval 51">
            <a:extLst xmlns:a="http://schemas.openxmlformats.org/drawingml/2006/main">
              <a:ext uri="{FF2B5EF4-FFF2-40B4-BE49-F238E27FC236}">
                <a16:creationId xmlns:a16="http://schemas.microsoft.com/office/drawing/2014/main" id="{C41C39F2-24C0-497C-9C7F-A52E6F64974D}"/>
              </a:ext>
            </a:extLst>
          </p:cNvPr>
          <p:cNvSpPr>
            <a:spLocks xmlns:a="http://schemas.openxmlformats.org/drawingml/2006/main" noGrp="1"/>
          </p:cNvSpPr>
          <p:nvPr/>
        </p:nvSpPr>
        <p:spPr>
          <a:xfrm xmlns:a="http://schemas.openxmlformats.org/drawingml/2006/main">
            <a:off x="5084064" y="3913632"/>
            <a:ext cx="96019" cy="96019"/>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798" name="Oval 52">
            <a:extLst xmlns:a="http://schemas.openxmlformats.org/drawingml/2006/main">
              <a:ext uri="{FF2B5EF4-FFF2-40B4-BE49-F238E27FC236}">
                <a16:creationId xmlns:a16="http://schemas.microsoft.com/office/drawing/2014/main" id="{8A37B46C-9826-4744-A918-20952B6D9CDB}"/>
              </a:ext>
            </a:extLst>
          </p:cNvPr>
          <p:cNvSpPr>
            <a:spLocks xmlns:a="http://schemas.openxmlformats.org/drawingml/2006/main" noGrp="1"/>
          </p:cNvSpPr>
          <p:nvPr/>
        </p:nvSpPr>
        <p:spPr>
          <a:xfrm xmlns:a="http://schemas.openxmlformats.org/drawingml/2006/main">
            <a:off x="5276088" y="3913632"/>
            <a:ext cx="96019" cy="96019"/>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799" name="Oval 53">
            <a:extLst xmlns:a="http://schemas.openxmlformats.org/drawingml/2006/main">
              <a:ext uri="{FF2B5EF4-FFF2-40B4-BE49-F238E27FC236}">
                <a16:creationId xmlns:a16="http://schemas.microsoft.com/office/drawing/2014/main" id="{C2D41353-4221-4F58-BB8A-E4CE2167AA57}"/>
              </a:ext>
            </a:extLst>
          </p:cNvPr>
          <p:cNvSpPr>
            <a:spLocks xmlns:a="http://schemas.openxmlformats.org/drawingml/2006/main" noGrp="1"/>
          </p:cNvSpPr>
          <p:nvPr/>
        </p:nvSpPr>
        <p:spPr>
          <a:xfrm xmlns:a="http://schemas.openxmlformats.org/drawingml/2006/main">
            <a:off x="5468110" y="3913632"/>
            <a:ext cx="96019" cy="96019"/>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800" name="Oval 54">
            <a:extLst xmlns:a="http://schemas.openxmlformats.org/drawingml/2006/main">
              <a:ext uri="{FF2B5EF4-FFF2-40B4-BE49-F238E27FC236}">
                <a16:creationId xmlns:a16="http://schemas.microsoft.com/office/drawing/2014/main" id="{4AE4D6D1-B031-4A62-85A9-98BB2A6D56BB}"/>
              </a:ext>
            </a:extLst>
          </p:cNvPr>
          <p:cNvSpPr>
            <a:spLocks xmlns:a="http://schemas.openxmlformats.org/drawingml/2006/main" noGrp="1"/>
          </p:cNvSpPr>
          <p:nvPr/>
        </p:nvSpPr>
        <p:spPr>
          <a:xfrm xmlns:a="http://schemas.openxmlformats.org/drawingml/2006/main">
            <a:off x="5660135" y="3913632"/>
            <a:ext cx="96019" cy="96019"/>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801" name="Oval 55">
            <a:extLst xmlns:a="http://schemas.openxmlformats.org/drawingml/2006/main">
              <a:ext uri="{FF2B5EF4-FFF2-40B4-BE49-F238E27FC236}">
                <a16:creationId xmlns:a16="http://schemas.microsoft.com/office/drawing/2014/main" id="{516BD41D-293A-4AAD-BDB5-F1A525DAFE26}"/>
              </a:ext>
            </a:extLst>
          </p:cNvPr>
          <p:cNvSpPr>
            <a:spLocks xmlns:a="http://schemas.openxmlformats.org/drawingml/2006/main" noGrp="1"/>
          </p:cNvSpPr>
          <p:nvPr/>
        </p:nvSpPr>
        <p:spPr>
          <a:xfrm xmlns:a="http://schemas.openxmlformats.org/drawingml/2006/main">
            <a:off x="5852159" y="3913632"/>
            <a:ext cx="96019" cy="96019"/>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802" name="Oval 56">
            <a:extLst xmlns:a="http://schemas.openxmlformats.org/drawingml/2006/main">
              <a:ext uri="{FF2B5EF4-FFF2-40B4-BE49-F238E27FC236}">
                <a16:creationId xmlns:a16="http://schemas.microsoft.com/office/drawing/2014/main" id="{FAF5455F-CB21-45E2-9213-0FA178BC2920}"/>
              </a:ext>
            </a:extLst>
          </p:cNvPr>
          <p:cNvSpPr>
            <a:spLocks xmlns:a="http://schemas.openxmlformats.org/drawingml/2006/main" noGrp="1"/>
          </p:cNvSpPr>
          <p:nvPr/>
        </p:nvSpPr>
        <p:spPr>
          <a:xfrm xmlns:a="http://schemas.openxmlformats.org/drawingml/2006/main">
            <a:off x="6044183" y="3913632"/>
            <a:ext cx="96019" cy="96019"/>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803" name="TextBox 57">
            <a:extLst xmlns:a="http://schemas.openxmlformats.org/drawingml/2006/main">
              <a:ext uri="{FF2B5EF4-FFF2-40B4-BE49-F238E27FC236}">
                <a16:creationId xmlns:a16="http://schemas.microsoft.com/office/drawing/2014/main" id="{8AD73E18-BB8C-4B80-89F6-9C3ABB84EEF5}"/>
              </a:ext>
            </a:extLst>
          </p:cNvPr>
          <p:cNvSpPr>
            <a:spLocks xmlns:a="http://schemas.openxmlformats.org/drawingml/2006/main" noGrp="1"/>
          </p:cNvSpPr>
          <p:nvPr/>
        </p:nvSpPr>
        <p:spPr>
          <a:xfrm xmlns:a="http://schemas.openxmlformats.org/drawingml/2006/main">
            <a:off x="4315967" y="4242815"/>
            <a:ext cx="2057403" cy="16104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100" b="1">
                <a:solidFill>
                  <a:srgbClr val="111318"/>
                </a:solidFill>
                <a:latin typeface="Helvetica Neue"/>
                <a:ea typeface="Helvetica Neue"/>
                <a:cs typeface="Helvetica Neue"/>
              </a:defRPr>
            </a:lvl1pPr>
          </a:lstStyle>
          <a:p xmlns:a="http://schemas.openxmlformats.org/drawingml/2006/main">
            <a:pPr>
              <a:buNone/>
            </a:pPr>
            <a:r>
              <a:t>πA = .90   πB = .10</a:t>
            </a:r>
          </a:p>
        </p:txBody>
      </p:sp>
      <p:sp>
        <p:nvSpPr>
          <p:cNvPr id="1804" name="TextBox 58">
            <a:extLst xmlns:a="http://schemas.openxmlformats.org/drawingml/2006/main">
              <a:ext uri="{FF2B5EF4-FFF2-40B4-BE49-F238E27FC236}">
                <a16:creationId xmlns:a16="http://schemas.microsoft.com/office/drawing/2014/main" id="{786ADDE0-6993-4B1C-8E63-79A0CB0E09B5}"/>
              </a:ext>
            </a:extLst>
          </p:cNvPr>
          <p:cNvSpPr>
            <a:spLocks xmlns:a="http://schemas.openxmlformats.org/drawingml/2006/main" noGrp="1"/>
          </p:cNvSpPr>
          <p:nvPr/>
        </p:nvSpPr>
        <p:spPr>
          <a:xfrm xmlns:a="http://schemas.openxmlformats.org/drawingml/2006/main">
            <a:off x="4315967" y="4562854"/>
            <a:ext cx="2514603" cy="235406"/>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600" b="1">
                <a:solidFill>
                  <a:srgbClr val="FF705B"/>
                </a:solidFill>
                <a:latin typeface="Helvetica Neue"/>
                <a:ea typeface="Helvetica Neue"/>
                <a:cs typeface="Helvetica Neue"/>
              </a:defRPr>
            </a:lvl1pPr>
          </a:lstStyle>
          <a:p xmlns:a="http://schemas.openxmlformats.org/drawingml/2006/main">
            <a:pPr>
              <a:buNone/>
            </a:pPr>
            <a:r>
              <a:t>2(.90)(.10) = 18%</a:t>
            </a:r>
          </a:p>
        </p:txBody>
      </p:sp>
      <p:sp>
        <p:nvSpPr>
          <p:cNvPr id="1805" name="TextBox 59">
            <a:extLst xmlns:a="http://schemas.openxmlformats.org/drawingml/2006/main">
              <a:ext uri="{FF2B5EF4-FFF2-40B4-BE49-F238E27FC236}">
                <a16:creationId xmlns:a16="http://schemas.microsoft.com/office/drawing/2014/main" id="{71879E0F-9801-49C8-AAC5-5674030EB366}"/>
              </a:ext>
            </a:extLst>
          </p:cNvPr>
          <p:cNvSpPr>
            <a:spLocks xmlns:a="http://schemas.openxmlformats.org/drawingml/2006/main" noGrp="1"/>
          </p:cNvSpPr>
          <p:nvPr/>
        </p:nvSpPr>
        <p:spPr>
          <a:xfrm xmlns:a="http://schemas.openxmlformats.org/drawingml/2006/main">
            <a:off x="6629400" y="3145533"/>
            <a:ext cx="1188720" cy="677696"/>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2200" b="1">
                <a:solidFill>
                  <a:srgbClr val="111318"/>
                </a:solidFill>
                <a:latin typeface="Helvetica Neue"/>
                <a:ea typeface="Helvetica Neue"/>
                <a:cs typeface="Helvetica Neue"/>
              </a:defRPr>
            </a:lvl1pPr>
          </a:lstStyle>
          <a:p xmlns:a="http://schemas.openxmlformats.org/drawingml/2006/main">
            <a:pPr>
              <a:buNone/>
            </a:pPr>
            <a:r>
              <a:t>50%  →  18%</a:t>
            </a:r>
          </a:p>
        </p:txBody>
      </p:sp>
      <p:sp>
        <p:nvSpPr>
          <p:cNvPr id="1806" name="TextBox 60">
            <a:extLst xmlns:a="http://schemas.openxmlformats.org/drawingml/2006/main">
              <a:ext uri="{FF2B5EF4-FFF2-40B4-BE49-F238E27FC236}">
                <a16:creationId xmlns:a16="http://schemas.microsoft.com/office/drawing/2014/main" id="{843DF074-BF37-441B-BCAE-15F29227D1D9}"/>
              </a:ext>
            </a:extLst>
          </p:cNvPr>
          <p:cNvSpPr>
            <a:spLocks xmlns:a="http://schemas.openxmlformats.org/drawingml/2006/main" noGrp="1"/>
          </p:cNvSpPr>
          <p:nvPr/>
        </p:nvSpPr>
        <p:spPr>
          <a:xfrm xmlns:a="http://schemas.openxmlformats.org/drawingml/2006/main">
            <a:off x="8193023" y="1572766"/>
            <a:ext cx="2377444" cy="136385"/>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900" b="1">
                <a:solidFill>
                  <a:srgbClr val="73777F"/>
                </a:solidFill>
                <a:latin typeface="Helvetica Neue"/>
                <a:ea typeface="Helvetica Neue"/>
                <a:cs typeface="Helvetica Neue"/>
              </a:defRPr>
            </a:lvl1pPr>
          </a:lstStyle>
          <a:p xmlns:a="http://schemas.openxmlformats.org/drawingml/2006/main">
            <a:pPr>
              <a:buNone/>
            </a:pPr>
            <a:r>
              <a:t>THEN IT GETS MESSIER</a:t>
            </a:r>
          </a:p>
        </p:txBody>
      </p:sp>
      <p:sp>
        <p:nvSpPr>
          <p:cNvPr id="1807" name="TextBox 61">
            <a:extLst xmlns:a="http://schemas.openxmlformats.org/drawingml/2006/main">
              <a:ext uri="{FF2B5EF4-FFF2-40B4-BE49-F238E27FC236}">
                <a16:creationId xmlns:a16="http://schemas.microsoft.com/office/drawing/2014/main" id="{ED763FAC-E2BE-4FBD-92D6-3E42B5786937}"/>
              </a:ext>
            </a:extLst>
          </p:cNvPr>
          <p:cNvSpPr>
            <a:spLocks xmlns:a="http://schemas.openxmlformats.org/drawingml/2006/main" noGrp="1"/>
          </p:cNvSpPr>
          <p:nvPr/>
        </p:nvSpPr>
        <p:spPr>
          <a:xfrm xmlns:a="http://schemas.openxmlformats.org/drawingml/2006/main">
            <a:off x="8229599" y="2039110"/>
            <a:ext cx="1051565" cy="136385"/>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900" b="1">
                <a:solidFill>
                  <a:srgbClr val="FF705B"/>
                </a:solidFill>
                <a:latin typeface="Helvetica Neue"/>
                <a:ea typeface="Helvetica Neue"/>
                <a:cs typeface="Helvetica Neue"/>
              </a:defRPr>
            </a:lvl1pPr>
          </a:lstStyle>
          <a:p xmlns:a="http://schemas.openxmlformats.org/drawingml/2006/main">
            <a:pPr>
              <a:buNone/>
            </a:pPr>
            <a:r>
              <a:t>PARTISAN</a:t>
            </a:r>
          </a:p>
        </p:txBody>
      </p:sp>
      <p:sp>
        <p:nvSpPr>
          <p:cNvPr id="1808" name="TextBox 62">
            <a:extLst xmlns:a="http://schemas.openxmlformats.org/drawingml/2006/main">
              <a:ext uri="{FF2B5EF4-FFF2-40B4-BE49-F238E27FC236}">
                <a16:creationId xmlns:a16="http://schemas.microsoft.com/office/drawing/2014/main" id="{D37D53C7-4A55-468A-8964-43FCE7031BDF}"/>
              </a:ext>
            </a:extLst>
          </p:cNvPr>
          <p:cNvSpPr>
            <a:spLocks xmlns:a="http://schemas.openxmlformats.org/drawingml/2006/main" noGrp="1"/>
          </p:cNvSpPr>
          <p:nvPr/>
        </p:nvSpPr>
        <p:spPr>
          <a:xfrm xmlns:a="http://schemas.openxmlformats.org/drawingml/2006/main">
            <a:off x="8229600" y="2395727"/>
            <a:ext cx="1097281" cy="33126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2100" b="1">
                <a:solidFill>
                  <a:srgbClr val="FF705B"/>
                </a:solidFill>
                <a:latin typeface="Helvetica Neue"/>
                <a:ea typeface="Helvetica Neue"/>
                <a:cs typeface="Helvetica Neue"/>
              </a:defRPr>
            </a:pPr>
            <a:r>
              <a:t>f</a:t>
            </a:r>
            <a:r>
              <a:rPr>
                <a:latin typeface="+mn-lt"/>
                <a:ea typeface="+mn-lt"/>
                <a:cs typeface="+mn-lt"/>
              </a:rPr>
              <a:t>ᵤ </a:t>
            </a:r>
            <a:r>
              <a:t>· fₙ</a:t>
            </a:r>
          </a:p>
        </p:txBody>
      </p:sp>
      <p:sp>
        <p:nvSpPr>
          <p:cNvPr id="1809" name="TextBox 63">
            <a:extLst xmlns:a="http://schemas.openxmlformats.org/drawingml/2006/main">
              <a:ext uri="{FF2B5EF4-FFF2-40B4-BE49-F238E27FC236}">
                <a16:creationId xmlns:a16="http://schemas.microsoft.com/office/drawing/2014/main" id="{70D04E4F-BE25-422D-837D-FE61B897B89D}"/>
              </a:ext>
            </a:extLst>
          </p:cNvPr>
          <p:cNvSpPr>
            <a:spLocks xmlns:a="http://schemas.openxmlformats.org/drawingml/2006/main" noGrp="1"/>
          </p:cNvSpPr>
          <p:nvPr/>
        </p:nvSpPr>
        <p:spPr>
          <a:xfrm xmlns:a="http://schemas.openxmlformats.org/drawingml/2006/main">
            <a:off x="9372600" y="2468877"/>
            <a:ext cx="1874518" cy="18608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200" b="1">
                <a:solidFill>
                  <a:srgbClr val="111318"/>
                </a:solidFill>
                <a:latin typeface="Helvetica Neue"/>
                <a:ea typeface="Helvetica Neue"/>
                <a:cs typeface="Helvetica Neue"/>
              </a:defRPr>
            </a:lvl1pPr>
          </a:lstStyle>
          <a:p xmlns:a="http://schemas.openxmlformats.org/drawingml/2006/main">
            <a:pPr>
              <a:buNone/>
            </a:pPr>
            <a:r>
              <a:t>changes the credit</a:t>
            </a:r>
          </a:p>
        </p:txBody>
      </p:sp>
      <p:sp>
        <p:nvSpPr>
          <p:cNvPr id="1810" name="TextBox 64">
            <a:extLst xmlns:a="http://schemas.openxmlformats.org/drawingml/2006/main">
              <a:ext uri="{FF2B5EF4-FFF2-40B4-BE49-F238E27FC236}">
                <a16:creationId xmlns:a16="http://schemas.microsoft.com/office/drawing/2014/main" id="{4EBC48DD-A6F6-4015-BD2C-CDFBE4B89B1D}"/>
              </a:ext>
            </a:extLst>
          </p:cNvPr>
          <p:cNvSpPr>
            <a:spLocks xmlns:a="http://schemas.openxmlformats.org/drawingml/2006/main" noGrp="1"/>
          </p:cNvSpPr>
          <p:nvPr/>
        </p:nvSpPr>
        <p:spPr>
          <a:xfrm xmlns:a="http://schemas.openxmlformats.org/drawingml/2006/main">
            <a:off x="8229599" y="2852927"/>
            <a:ext cx="2880365" cy="18608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200" b="1">
                <a:solidFill>
                  <a:srgbClr val="FF705B"/>
                </a:solidFill>
                <a:latin typeface="Helvetica Neue"/>
                <a:ea typeface="Helvetica Neue"/>
                <a:cs typeface="Helvetica Neue"/>
              </a:defRPr>
            </a:pPr>
            <a:r>
              <a:t>• </a:t>
            </a:r>
            <a:r>
              <a:rPr b="0">
                <a:solidFill>
                  <a:srgbClr val="73777F"/>
                </a:solidFill>
              </a:rPr>
              <a:t>The same click is interpreted differently</a:t>
            </a:r>
          </a:p>
        </p:txBody>
      </p:sp>
      <p:sp>
        <p:nvSpPr>
          <p:cNvPr id="1811" name="Connector 65">
            <a:extLst xmlns:a="http://schemas.openxmlformats.org/drawingml/2006/main">
              <a:ext uri="{FF2B5EF4-FFF2-40B4-BE49-F238E27FC236}">
                <a16:creationId xmlns:a16="http://schemas.microsoft.com/office/drawing/2014/main" id="{C4C940BB-7031-423C-9BFD-064E59C4D762}"/>
              </a:ext>
            </a:extLst>
          </p:cNvPr>
          <p:cNvSpPr>
            <a:spLocks xmlns:a="http://schemas.openxmlformats.org/drawingml/2006/main" noGrp="1"/>
          </p:cNvSpPr>
          <p:nvPr/>
        </p:nvSpPr>
        <p:spPr>
          <a:xfrm xmlns:a="http://schemas.openxmlformats.org/drawingml/2006/main">
            <a:off x="8229599" y="3328414"/>
            <a:ext cx="3035813" cy="5"/>
          </a:xfrm>
          <a:prstGeom xmlns:a="http://schemas.openxmlformats.org/drawingml/2006/main" prst="line">
            <a:avLst/>
          </a:prstGeom>
          <a:ln xmlns:a="http://schemas.openxmlformats.org/drawingml/2006/main" w="1016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812" name="TextBox 66">
            <a:extLst xmlns:a="http://schemas.openxmlformats.org/drawingml/2006/main">
              <a:ext uri="{FF2B5EF4-FFF2-40B4-BE49-F238E27FC236}">
                <a16:creationId xmlns:a16="http://schemas.microsoft.com/office/drawing/2014/main" id="{DC2D9B27-A726-4465-BCA1-74BF546DC567}"/>
              </a:ext>
            </a:extLst>
          </p:cNvPr>
          <p:cNvSpPr>
            <a:spLocks xmlns:a="http://schemas.openxmlformats.org/drawingml/2006/main" noGrp="1"/>
          </p:cNvSpPr>
          <p:nvPr/>
        </p:nvSpPr>
        <p:spPr>
          <a:xfrm xmlns:a="http://schemas.openxmlformats.org/drawingml/2006/main">
            <a:off x="8229599" y="3639310"/>
            <a:ext cx="1051565" cy="136385"/>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900" b="1">
                <a:solidFill>
                  <a:srgbClr val="3977F6"/>
                </a:solidFill>
                <a:latin typeface="Helvetica Neue"/>
                <a:ea typeface="Helvetica Neue"/>
                <a:cs typeface="Helvetica Neue"/>
              </a:defRPr>
            </a:lvl1pPr>
          </a:lstStyle>
          <a:p xmlns:a="http://schemas.openxmlformats.org/drawingml/2006/main">
            <a:pPr>
              <a:buNone/>
            </a:pPr>
            <a:r>
              <a:t>ACTIVITY</a:t>
            </a:r>
          </a:p>
        </p:txBody>
      </p:sp>
      <p:sp>
        <p:nvSpPr>
          <p:cNvPr id="1813" name="TextBox 67">
            <a:extLst xmlns:a="http://schemas.openxmlformats.org/drawingml/2006/main">
              <a:ext uri="{FF2B5EF4-FFF2-40B4-BE49-F238E27FC236}">
                <a16:creationId xmlns:a16="http://schemas.microsoft.com/office/drawing/2014/main" id="{392B2830-5AD8-47A7-AA8F-07932BEF2643}"/>
              </a:ext>
            </a:extLst>
          </p:cNvPr>
          <p:cNvSpPr>
            <a:spLocks xmlns:a="http://schemas.openxmlformats.org/drawingml/2006/main" noGrp="1"/>
          </p:cNvSpPr>
          <p:nvPr/>
        </p:nvSpPr>
        <p:spPr>
          <a:xfrm xmlns:a="http://schemas.openxmlformats.org/drawingml/2006/main">
            <a:off x="8229599" y="3968496"/>
            <a:ext cx="502923" cy="322464"/>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2100" b="1">
                <a:solidFill>
                  <a:srgbClr val="3977F6"/>
                </a:solidFill>
                <a:latin typeface="Helvetica Neue"/>
                <a:ea typeface="Helvetica Neue"/>
                <a:cs typeface="Helvetica Neue"/>
              </a:defRPr>
            </a:lvl1pPr>
          </a:lstStyle>
          <a:p xmlns:a="http://schemas.openxmlformats.org/drawingml/2006/main">
            <a:pPr>
              <a:buNone/>
            </a:pPr>
            <a:r>
              <a:t>πg</a:t>
            </a:r>
          </a:p>
        </p:txBody>
      </p:sp>
      <p:sp>
        <p:nvSpPr>
          <p:cNvPr id="1814" name="TextBox 68">
            <a:extLst xmlns:a="http://schemas.openxmlformats.org/drawingml/2006/main">
              <a:ext uri="{FF2B5EF4-FFF2-40B4-BE49-F238E27FC236}">
                <a16:creationId xmlns:a16="http://schemas.microsoft.com/office/drawing/2014/main" id="{4C1FAE55-C5AE-40C0-9B7F-7BA7E5F126AB}"/>
              </a:ext>
            </a:extLst>
          </p:cNvPr>
          <p:cNvSpPr>
            <a:spLocks xmlns:a="http://schemas.openxmlformats.org/drawingml/2006/main" noGrp="1"/>
          </p:cNvSpPr>
          <p:nvPr/>
        </p:nvSpPr>
        <p:spPr>
          <a:xfrm xmlns:a="http://schemas.openxmlformats.org/drawingml/2006/main">
            <a:off x="8732518" y="4041647"/>
            <a:ext cx="2487172" cy="18608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200" b="1">
                <a:solidFill>
                  <a:srgbClr val="111318"/>
                </a:solidFill>
                <a:latin typeface="Helvetica Neue"/>
                <a:ea typeface="Helvetica Neue"/>
                <a:cs typeface="Helvetica Neue"/>
              </a:defRPr>
            </a:lvl1pPr>
          </a:lstStyle>
          <a:p xmlns:a="http://schemas.openxmlformats.org/drawingml/2006/main">
            <a:pPr>
              <a:buNone/>
            </a:pPr>
            <a:r>
              <a:t>follows ratings—not people</a:t>
            </a:r>
          </a:p>
        </p:txBody>
      </p:sp>
      <p:sp>
        <p:nvSpPr>
          <p:cNvPr id="1815" name="TextBox 69">
            <a:extLst xmlns:a="http://schemas.openxmlformats.org/drawingml/2006/main">
              <a:ext uri="{FF2B5EF4-FFF2-40B4-BE49-F238E27FC236}">
                <a16:creationId xmlns:a16="http://schemas.microsoft.com/office/drawing/2014/main" id="{4E182EDB-0AF5-446D-B27A-5773DCA02EAA}"/>
              </a:ext>
            </a:extLst>
          </p:cNvPr>
          <p:cNvSpPr>
            <a:spLocks xmlns:a="http://schemas.openxmlformats.org/drawingml/2006/main" noGrp="1"/>
          </p:cNvSpPr>
          <p:nvPr/>
        </p:nvSpPr>
        <p:spPr>
          <a:xfrm xmlns:a="http://schemas.openxmlformats.org/drawingml/2006/main">
            <a:off x="8229600" y="4443984"/>
            <a:ext cx="2834640" cy="18608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200" b="1">
                <a:solidFill>
                  <a:srgbClr val="3977F6"/>
                </a:solidFill>
                <a:latin typeface="Helvetica Neue"/>
                <a:ea typeface="Helvetica Neue"/>
                <a:cs typeface="Helvetica Neue"/>
              </a:defRPr>
            </a:pPr>
            <a:r>
              <a:t>• </a:t>
            </a:r>
            <a:r>
              <a:rPr b="0">
                <a:solidFill>
                  <a:srgbClr val="73777F"/>
                </a:solidFill>
              </a:rPr>
              <a:t>Active users represent each side</a:t>
            </a:r>
          </a:p>
        </p:txBody>
      </p:sp>
      <p:sp>
        <p:nvSpPr>
          <p:cNvPr id="1816" name="Connector 70">
            <a:extLst xmlns:a="http://schemas.openxmlformats.org/drawingml/2006/main">
              <a:ext uri="{FF2B5EF4-FFF2-40B4-BE49-F238E27FC236}">
                <a16:creationId xmlns:a16="http://schemas.microsoft.com/office/drawing/2014/main" id="{298AA294-ED64-4978-89C0-EF517ECE2D6C}"/>
              </a:ext>
            </a:extLst>
          </p:cNvPr>
          <p:cNvSpPr>
            <a:spLocks xmlns:a="http://schemas.openxmlformats.org/drawingml/2006/main" noGrp="1"/>
          </p:cNvSpPr>
          <p:nvPr/>
        </p:nvSpPr>
        <p:spPr>
          <a:xfrm xmlns:a="http://schemas.openxmlformats.org/drawingml/2006/main">
            <a:off x="749805" y="5230365"/>
            <a:ext cx="10680198" cy="7"/>
          </a:xfrm>
          <a:prstGeom xmlns:a="http://schemas.openxmlformats.org/drawingml/2006/main" prst="line">
            <a:avLst/>
          </a:prstGeom>
          <a:ln xmlns:a="http://schemas.openxmlformats.org/drawingml/2006/main" w="1270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817" name="TextBox 71">
            <a:extLst xmlns:a="http://schemas.openxmlformats.org/drawingml/2006/main">
              <a:ext uri="{FF2B5EF4-FFF2-40B4-BE49-F238E27FC236}">
                <a16:creationId xmlns:a16="http://schemas.microsoft.com/office/drawing/2014/main" id="{1D8A6CBA-A917-40EB-BEDC-058A2CF7FC9A}"/>
              </a:ext>
            </a:extLst>
          </p:cNvPr>
          <p:cNvSpPr>
            <a:spLocks xmlns:a="http://schemas.openxmlformats.org/drawingml/2006/main" noGrp="1"/>
          </p:cNvSpPr>
          <p:nvPr/>
        </p:nvSpPr>
        <p:spPr>
          <a:xfrm xmlns:a="http://schemas.openxmlformats.org/drawingml/2006/main">
            <a:off x="2944366" y="5522976"/>
            <a:ext cx="6355085" cy="26043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lgn="ctr">
              <a:buNone/>
              <a:defRPr sz="1700" b="1">
                <a:solidFill>
                  <a:srgbClr val="1FA873"/>
                </a:solidFill>
                <a:latin typeface="Helvetica Neue"/>
                <a:ea typeface="Helvetica Neue"/>
                <a:cs typeface="Helvetica Neue"/>
              </a:defRPr>
            </a:pPr>
            <a:r>
              <a:t>• </a:t>
            </a:r>
            <a:r>
              <a:rPr>
                <a:solidFill>
                  <a:srgbClr val="111318"/>
                </a:solidFill>
              </a:rPr>
              <a:t>Keep consent. Make representation explicit.</a:t>
            </a:r>
          </a:p>
        </p:txBody>
      </p:sp>
      <p:sp>
        <p:nvSpPr>
          <p:cNvPr id="1818" name="TextBox 72">
            <a:extLst xmlns:a="http://schemas.openxmlformats.org/drawingml/2006/main">
              <a:ext uri="{FF2B5EF4-FFF2-40B4-BE49-F238E27FC236}">
                <a16:creationId xmlns:a16="http://schemas.microsoft.com/office/drawing/2014/main" id="{51C45A30-044D-46D2-A0C0-6527B9BC8E6B}"/>
              </a:ext>
            </a:extLst>
          </p:cNvPr>
          <p:cNvSpPr>
            <a:spLocks xmlns:a="http://schemas.openxmlformats.org/drawingml/2006/main" noGrp="1"/>
          </p:cNvSpPr>
          <p:nvPr/>
        </p:nvSpPr>
        <p:spPr>
          <a:xfrm xmlns:a="http://schemas.openxmlformats.org/drawingml/2006/main">
            <a:off x="621792" y="6437376"/>
            <a:ext cx="10881360"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800">
                <a:solidFill>
                  <a:srgbClr val="73777F"/>
                </a:solidFill>
                <a:latin typeface="Helvetica Neue"/>
                <a:ea typeface="Helvetica Neue"/>
                <a:cs typeface="Helvetica Neue"/>
              </a:defRPr>
            </a:lvl1pPr>
          </a:lstStyle>
          <a:p xmlns:a="http://schemas.openxmlformats.org/drawingml/2006/main">
            <a:pPr>
              <a:buNone/>
            </a:pPr>
            <a:r>
              <a:t>• Toy illustration—not the Community Notes scoring formula; Buterin (2023); Wojcik et al. (2022); Nudo et al. (2026)</a:t>
            </a:r>
          </a:p>
        </p:txBody>
      </p:sp>
      <p:sp>
        <p:nvSpPr>
          <p:cNvPr id="1819" name="Oval 21">
            <a:extLst xmlns:a="http://schemas.openxmlformats.org/drawingml/2006/main">
              <a:ext uri="{FF2B5EF4-FFF2-40B4-BE49-F238E27FC236}">
                <a16:creationId xmlns:a16="http://schemas.microsoft.com/office/drawing/2014/main" id="{6EE208BE-028E-4933-AA23-ACD2CD24DD3A}"/>
              </a:ext>
            </a:extLst>
          </p:cNvPr>
          <p:cNvSpPr>
            <a:spLocks xmlns:a="http://schemas.openxmlformats.org/drawingml/2006/main" noGrp="1"/>
          </p:cNvSpPr>
          <p:nvPr/>
        </p:nvSpPr>
        <p:spPr>
          <a:xfrm xmlns:a="http://schemas.openxmlformats.org/drawingml/2006/main">
            <a:off x="2884696" y="2514599"/>
            <a:ext cx="201175" cy="201175"/>
          </a:xfrm>
          <a:prstGeom xmlns:a="http://schemas.openxmlformats.org/drawingml/2006/main" prst="ellipse">
            <a:avLst/>
          </a:prstGeom>
          <a:solidFill xmlns:a="http://schemas.openxmlformats.org/drawingml/2006/main">
            <a:srgbClr val="1FA873"/>
          </a:solidFill>
          <a:ln xmlns:a="http://schemas.openxmlformats.org/drawingml/2006/main" w="10160">
            <a:solidFill>
              <a:srgbClr val="1FA873"/>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1820" name="Connector 22">
            <a:extLst xmlns:a="http://schemas.openxmlformats.org/drawingml/2006/main">
              <a:ext uri="{FF2B5EF4-FFF2-40B4-BE49-F238E27FC236}">
                <a16:creationId xmlns:a16="http://schemas.microsoft.com/office/drawing/2014/main" id="{E8356FC4-A06D-4740-9EB5-3AD3304F502E}"/>
              </a:ext>
            </a:extLst>
          </p:cNvPr>
          <p:cNvSpPr>
            <a:spLocks xmlns:a="http://schemas.openxmlformats.org/drawingml/2006/main" noGrp="1"/>
          </p:cNvSpPr>
          <p:nvPr/>
        </p:nvSpPr>
        <p:spPr>
          <a:xfrm xmlns:a="http://schemas.openxmlformats.org/drawingml/2006/main">
            <a:off x="2925845" y="2624327"/>
            <a:ext cx="45724" cy="45724"/>
          </a:xfrm>
          <a:prstGeom xmlns:a="http://schemas.openxmlformats.org/drawingml/2006/main" prst="line">
            <a:avLst/>
          </a:prstGeom>
          <a:ln xmlns:a="http://schemas.openxmlformats.org/drawingml/2006/main" w="16510">
            <a:solidFill>
              <a:srgbClr val="FFFFF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821" name="Connector 23">
            <a:extLst xmlns:a="http://schemas.openxmlformats.org/drawingml/2006/main">
              <a:ext uri="{FF2B5EF4-FFF2-40B4-BE49-F238E27FC236}">
                <a16:creationId xmlns:a16="http://schemas.microsoft.com/office/drawing/2014/main" id="{5F013E5C-3215-4A63-930A-19C68C00E12B}"/>
              </a:ext>
            </a:extLst>
          </p:cNvPr>
          <p:cNvSpPr>
            <a:spLocks xmlns:a="http://schemas.openxmlformats.org/drawingml/2006/main" noGrp="1"/>
          </p:cNvSpPr>
          <p:nvPr/>
        </p:nvSpPr>
        <p:spPr>
          <a:xfrm xmlns:a="http://schemas.openxmlformats.org/drawingml/2006/main" flipV="1">
            <a:off x="2971563" y="2569464"/>
            <a:ext cx="82300" cy="100588"/>
          </a:xfrm>
          <a:prstGeom xmlns:a="http://schemas.openxmlformats.org/drawingml/2006/main" prst="line">
            <a:avLst/>
          </a:prstGeom>
          <a:ln xmlns:a="http://schemas.openxmlformats.org/drawingml/2006/main" w="16510">
            <a:solidFill>
              <a:srgbClr val="FFFFF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822" name="Connector 27">
            <a:extLst xmlns:a="http://schemas.openxmlformats.org/drawingml/2006/main">
              <a:ext uri="{FF2B5EF4-FFF2-40B4-BE49-F238E27FC236}">
                <a16:creationId xmlns:a16="http://schemas.microsoft.com/office/drawing/2014/main" id="{38087203-FAF3-4FD9-A59E-B7F1F85FBADB}"/>
              </a:ext>
            </a:extLst>
          </p:cNvPr>
          <p:cNvSpPr>
            <a:spLocks xmlns:a="http://schemas.openxmlformats.org/drawingml/2006/main" noGrp="1"/>
          </p:cNvSpPr>
          <p:nvPr/>
        </p:nvSpPr>
        <p:spPr>
          <a:xfrm xmlns:a="http://schemas.openxmlformats.org/drawingml/2006/main">
            <a:off x="3134853" y="2615119"/>
            <a:ext cx="192029" cy="4"/>
          </a:xfrm>
          <a:prstGeom xmlns:a="http://schemas.openxmlformats.org/drawingml/2006/main" prst="line">
            <a:avLst/>
          </a:prstGeom>
          <a:ln xmlns:a="http://schemas.openxmlformats.org/drawingml/2006/main" w="16510">
            <a:solidFill>
              <a:srgbClr val="EE7963"/>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1059054889"/>
      </p:ext>
    </p:extLst>
  </p:cSld>
</p:sld>
</file>

<file path=ppt/slides/slide21.xml><?xml version="1.0" encoding="utf-8"?>
<p:sld xmlns:p="http://schemas.openxmlformats.org/presentationml/2006/main" showMasterSp="1">
  <p:cSld>
    <p:spTree>
      <p:nvGrpSpPr>
        <p:cNvPr id="1" name=""/>
        <p:cNvGrpSpPr/>
        <p:nvPr/>
      </p:nvGrpSpPr>
      <p:grpSpPr>
        <a:xfrm xmlns:a="http://schemas.openxmlformats.org/drawingml/2006/main"/>
      </p:grpSpPr>
      <p:sp>
        <p:nvSpPr>
          <p:cNvPr id="1824" name="TextBox 1">
            <a:extLst xmlns:a="http://schemas.openxmlformats.org/drawingml/2006/main">
              <a:ext uri="{FF2B5EF4-FFF2-40B4-BE49-F238E27FC236}">
                <a16:creationId xmlns:a16="http://schemas.microsoft.com/office/drawing/2014/main" id="{46940446-AA3D-4014-9DAC-61EDF63619F8}"/>
              </a:ext>
            </a:extLst>
          </p:cNvPr>
          <p:cNvSpPr>
            <a:spLocks xmlns:a="http://schemas.openxmlformats.org/drawingml/2006/main" noGrp="1"/>
          </p:cNvSpPr>
          <p:nvPr/>
        </p:nvSpPr>
        <p:spPr>
          <a:xfrm xmlns:a="http://schemas.openxmlformats.org/drawingml/2006/main">
            <a:off x="603499" y="420623"/>
            <a:ext cx="4389130" cy="14871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000" b="1">
                <a:solidFill>
                  <a:srgbClr val="73777F"/>
                </a:solidFill>
                <a:latin typeface="Helvetica Neue"/>
                <a:ea typeface="Helvetica Neue"/>
                <a:cs typeface="Helvetica Neue"/>
              </a:defRPr>
            </a:lvl1pPr>
          </a:lstStyle>
          <a:p xmlns:a="http://schemas.openxmlformats.org/drawingml/2006/main">
            <a:pPr>
              <a:buNone/>
            </a:pPr>
            <a:r>
              <a:t>COLLECTIVE DECISIONS</a:t>
            </a:r>
          </a:p>
        </p:txBody>
      </p:sp>
      <p:sp>
        <p:nvSpPr>
          <p:cNvPr id="1825" name="TextBox 2">
            <a:extLst xmlns:a="http://schemas.openxmlformats.org/drawingml/2006/main">
              <a:ext uri="{FF2B5EF4-FFF2-40B4-BE49-F238E27FC236}">
                <a16:creationId xmlns:a16="http://schemas.microsoft.com/office/drawing/2014/main" id="{80BE2114-E747-4B55-B869-7D6983F0A8B5}"/>
              </a:ext>
            </a:extLst>
          </p:cNvPr>
          <p:cNvSpPr>
            <a:spLocks xmlns:a="http://schemas.openxmlformats.org/drawingml/2006/main" noGrp="1"/>
          </p:cNvSpPr>
          <p:nvPr/>
        </p:nvSpPr>
        <p:spPr>
          <a:xfrm xmlns:a="http://schemas.openxmlformats.org/drawingml/2006/main">
            <a:off x="603504" y="786383"/>
            <a:ext cx="10515601" cy="458849"/>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3000" b="1">
                <a:solidFill>
                  <a:srgbClr val="111318"/>
                </a:solidFill>
                <a:latin typeface="Helvetica Neue"/>
                <a:ea typeface="Helvetica Neue"/>
                <a:cs typeface="Helvetica Neue"/>
              </a:defRPr>
            </a:lvl1pPr>
          </a:lstStyle>
          <a:p xmlns:a="http://schemas.openxmlformats.org/drawingml/2006/main">
            <a:pPr>
              <a:buNone/>
            </a:pPr>
            <a:r>
              <a:t>This problem predates platforms</a:t>
            </a:r>
          </a:p>
        </p:txBody>
      </p:sp>
      <p:sp>
        <p:nvSpPr>
          <p:cNvPr id="1826" name="TextBox 3">
            <a:extLst xmlns:a="http://schemas.openxmlformats.org/drawingml/2006/main">
              <a:ext uri="{FF2B5EF4-FFF2-40B4-BE49-F238E27FC236}">
                <a16:creationId xmlns:a16="http://schemas.microsoft.com/office/drawing/2014/main" id="{8D388898-DBF9-4A91-9FE1-CACE72948B0E}"/>
              </a:ext>
            </a:extLst>
          </p:cNvPr>
          <p:cNvSpPr>
            <a:spLocks xmlns:a="http://schemas.openxmlformats.org/drawingml/2006/main" noGrp="1"/>
          </p:cNvSpPr>
          <p:nvPr/>
        </p:nvSpPr>
        <p:spPr>
          <a:xfrm xmlns:a="http://schemas.openxmlformats.org/drawingml/2006/main">
            <a:off x="11082528" y="457198"/>
            <a:ext cx="438918" cy="136385"/>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r">
              <a:buNone/>
              <a:defRPr sz="900" b="1">
                <a:solidFill>
                  <a:srgbClr val="73777F"/>
                </a:solidFill>
                <a:latin typeface="Helvetica Neue"/>
                <a:ea typeface="Helvetica Neue"/>
                <a:cs typeface="Helvetica Neue"/>
              </a:defRPr>
            </a:lvl1pPr>
          </a:lstStyle>
          <a:p xmlns:a="http://schemas.openxmlformats.org/drawingml/2006/main">
            <a:pPr>
              <a:buNone/>
            </a:pPr>
            <a:r>
              <a:t>07</a:t>
            </a:r>
          </a:p>
        </p:txBody>
      </p:sp>
      <p:sp>
        <p:nvSpPr>
          <p:cNvPr id="1827" name="Connector 4">
            <a:extLst xmlns:a="http://schemas.openxmlformats.org/drawingml/2006/main">
              <a:ext uri="{FF2B5EF4-FFF2-40B4-BE49-F238E27FC236}">
                <a16:creationId xmlns:a16="http://schemas.microsoft.com/office/drawing/2014/main" id="{169EC10A-5CB3-458C-A53D-55A6C7CB396E}"/>
              </a:ext>
            </a:extLst>
          </p:cNvPr>
          <p:cNvSpPr>
            <a:spLocks xmlns:a="http://schemas.openxmlformats.org/drawingml/2006/main" noGrp="1"/>
          </p:cNvSpPr>
          <p:nvPr/>
        </p:nvSpPr>
        <p:spPr>
          <a:xfrm xmlns:a="http://schemas.openxmlformats.org/drawingml/2006/main" flipH="1">
            <a:off x="4160519" y="1627631"/>
            <a:ext cx="7" cy="3291843"/>
          </a:xfrm>
          <a:prstGeom xmlns:a="http://schemas.openxmlformats.org/drawingml/2006/main" prst="line">
            <a:avLst/>
          </a:prstGeom>
          <a:ln xmlns:a="http://schemas.openxmlformats.org/drawingml/2006/main" w="1270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828" name="TextBox 5">
            <a:extLst xmlns:a="http://schemas.openxmlformats.org/drawingml/2006/main">
              <a:ext uri="{FF2B5EF4-FFF2-40B4-BE49-F238E27FC236}">
                <a16:creationId xmlns:a16="http://schemas.microsoft.com/office/drawing/2014/main" id="{4F253566-067E-48D8-90BE-E430C23F925B}"/>
              </a:ext>
            </a:extLst>
          </p:cNvPr>
          <p:cNvSpPr>
            <a:spLocks xmlns:a="http://schemas.openxmlformats.org/drawingml/2006/main" noGrp="1"/>
          </p:cNvSpPr>
          <p:nvPr/>
        </p:nvSpPr>
        <p:spPr>
          <a:xfrm xmlns:a="http://schemas.openxmlformats.org/drawingml/2006/main">
            <a:off x="822960" y="1664205"/>
            <a:ext cx="2011679" cy="16104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100" b="1">
                <a:solidFill>
                  <a:srgbClr val="111318"/>
                </a:solidFill>
                <a:latin typeface="Helvetica Neue"/>
                <a:ea typeface="Helvetica Neue"/>
                <a:cs typeface="Helvetica Neue"/>
              </a:defRPr>
            </a:lvl1pPr>
          </a:lstStyle>
          <a:p xmlns:a="http://schemas.openxmlformats.org/drawingml/2006/main">
            <a:pPr>
              <a:buNone/>
            </a:pPr>
            <a:r>
              <a:t>SWITZERLAND</a:t>
            </a:r>
          </a:p>
        </p:txBody>
      </p:sp>
      <p:sp>
        <p:nvSpPr>
          <p:cNvPr id="1829" name="TextBox 6">
            <a:extLst xmlns:a="http://schemas.openxmlformats.org/drawingml/2006/main">
              <a:ext uri="{FF2B5EF4-FFF2-40B4-BE49-F238E27FC236}">
                <a16:creationId xmlns:a16="http://schemas.microsoft.com/office/drawing/2014/main" id="{61AE857D-6D83-4780-8023-D6CB45C52686}"/>
              </a:ext>
            </a:extLst>
          </p:cNvPr>
          <p:cNvSpPr>
            <a:spLocks xmlns:a="http://schemas.openxmlformats.org/drawingml/2006/main" noGrp="1"/>
          </p:cNvSpPr>
          <p:nvPr/>
        </p:nvSpPr>
        <p:spPr>
          <a:xfrm xmlns:a="http://schemas.openxmlformats.org/drawingml/2006/main">
            <a:off x="877824" y="2212848"/>
            <a:ext cx="777246"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800" b="1">
                <a:solidFill>
                  <a:srgbClr val="73777F"/>
                </a:solidFill>
                <a:latin typeface="Helvetica Neue"/>
                <a:ea typeface="Helvetica Neue"/>
                <a:cs typeface="Helvetica Neue"/>
              </a:defRPr>
            </a:lvl1pPr>
          </a:lstStyle>
          <a:p xmlns:a="http://schemas.openxmlformats.org/drawingml/2006/main">
            <a:pPr>
              <a:buNone/>
            </a:pPr>
            <a:r>
              <a:t>PEOPLE</a:t>
            </a:r>
          </a:p>
        </p:txBody>
      </p:sp>
      <p:sp>
        <p:nvSpPr>
          <p:cNvPr id="1830" name="Oval 7">
            <a:extLst xmlns:a="http://schemas.openxmlformats.org/drawingml/2006/main">
              <a:ext uri="{FF2B5EF4-FFF2-40B4-BE49-F238E27FC236}">
                <a16:creationId xmlns:a16="http://schemas.microsoft.com/office/drawing/2014/main" id="{8CDE68AA-7318-405E-A79A-84213517C37B}"/>
              </a:ext>
            </a:extLst>
          </p:cNvPr>
          <p:cNvSpPr>
            <a:spLocks xmlns:a="http://schemas.openxmlformats.org/drawingml/2006/main" noGrp="1"/>
          </p:cNvSpPr>
          <p:nvPr/>
        </p:nvSpPr>
        <p:spPr>
          <a:xfrm xmlns:a="http://schemas.openxmlformats.org/drawingml/2006/main">
            <a:off x="932688" y="2560320"/>
            <a:ext cx="128027" cy="128027"/>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831" name="Oval 8">
            <a:extLst xmlns:a="http://schemas.openxmlformats.org/drawingml/2006/main">
              <a:ext uri="{FF2B5EF4-FFF2-40B4-BE49-F238E27FC236}">
                <a16:creationId xmlns:a16="http://schemas.microsoft.com/office/drawing/2014/main" id="{CFCCC398-99B4-4396-8E60-8F2E561375E7}"/>
              </a:ext>
            </a:extLst>
          </p:cNvPr>
          <p:cNvSpPr>
            <a:spLocks xmlns:a="http://schemas.openxmlformats.org/drawingml/2006/main" noGrp="1"/>
          </p:cNvSpPr>
          <p:nvPr/>
        </p:nvSpPr>
        <p:spPr>
          <a:xfrm xmlns:a="http://schemas.openxmlformats.org/drawingml/2006/main">
            <a:off x="1243583" y="2560320"/>
            <a:ext cx="128027" cy="128027"/>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832" name="Oval 9">
            <a:extLst xmlns:a="http://schemas.openxmlformats.org/drawingml/2006/main">
              <a:ext uri="{FF2B5EF4-FFF2-40B4-BE49-F238E27FC236}">
                <a16:creationId xmlns:a16="http://schemas.microsoft.com/office/drawing/2014/main" id="{16C388EE-7D5C-4B78-A538-D6A48A6A9E89}"/>
              </a:ext>
            </a:extLst>
          </p:cNvPr>
          <p:cNvSpPr>
            <a:spLocks xmlns:a="http://schemas.openxmlformats.org/drawingml/2006/main" noGrp="1"/>
          </p:cNvSpPr>
          <p:nvPr/>
        </p:nvSpPr>
        <p:spPr>
          <a:xfrm xmlns:a="http://schemas.openxmlformats.org/drawingml/2006/main">
            <a:off x="1554480" y="2560320"/>
            <a:ext cx="128027" cy="128027"/>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833" name="Oval 10">
            <a:extLst xmlns:a="http://schemas.openxmlformats.org/drawingml/2006/main">
              <a:ext uri="{FF2B5EF4-FFF2-40B4-BE49-F238E27FC236}">
                <a16:creationId xmlns:a16="http://schemas.microsoft.com/office/drawing/2014/main" id="{F9D4E733-54F3-4012-9179-7983E8B2FAE6}"/>
              </a:ext>
            </a:extLst>
          </p:cNvPr>
          <p:cNvSpPr>
            <a:spLocks xmlns:a="http://schemas.openxmlformats.org/drawingml/2006/main" noGrp="1"/>
          </p:cNvSpPr>
          <p:nvPr/>
        </p:nvSpPr>
        <p:spPr>
          <a:xfrm xmlns:a="http://schemas.openxmlformats.org/drawingml/2006/main">
            <a:off x="1865376" y="2560320"/>
            <a:ext cx="128027" cy="128027"/>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834" name="Oval 11">
            <a:extLst xmlns:a="http://schemas.openxmlformats.org/drawingml/2006/main">
              <a:ext uri="{FF2B5EF4-FFF2-40B4-BE49-F238E27FC236}">
                <a16:creationId xmlns:a16="http://schemas.microsoft.com/office/drawing/2014/main" id="{4363863F-53CA-4E19-AFE0-47B229BC76D4}"/>
              </a:ext>
            </a:extLst>
          </p:cNvPr>
          <p:cNvSpPr>
            <a:spLocks xmlns:a="http://schemas.openxmlformats.org/drawingml/2006/main" noGrp="1"/>
          </p:cNvSpPr>
          <p:nvPr/>
        </p:nvSpPr>
        <p:spPr>
          <a:xfrm xmlns:a="http://schemas.openxmlformats.org/drawingml/2006/main">
            <a:off x="932688" y="2871215"/>
            <a:ext cx="128027" cy="128027"/>
          </a:xfrm>
          <a:prstGeom xmlns:a="http://schemas.openxmlformats.org/drawingml/2006/main" prst="ellipse">
            <a:avLst/>
          </a:prstGeom>
          <a:solidFill xmlns:a="http://schemas.openxmlformats.org/drawingml/2006/main">
            <a:srgbClr val="DADDE2"/>
          </a:solidFill>
          <a:ln xmlns:a="http://schemas.openxmlformats.org/drawingml/2006/main" w="1016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835" name="Oval 12">
            <a:extLst xmlns:a="http://schemas.openxmlformats.org/drawingml/2006/main">
              <a:ext uri="{FF2B5EF4-FFF2-40B4-BE49-F238E27FC236}">
                <a16:creationId xmlns:a16="http://schemas.microsoft.com/office/drawing/2014/main" id="{295F9B90-46B5-4030-A715-BD0A8439117A}"/>
              </a:ext>
            </a:extLst>
          </p:cNvPr>
          <p:cNvSpPr>
            <a:spLocks xmlns:a="http://schemas.openxmlformats.org/drawingml/2006/main" noGrp="1"/>
          </p:cNvSpPr>
          <p:nvPr/>
        </p:nvSpPr>
        <p:spPr>
          <a:xfrm xmlns:a="http://schemas.openxmlformats.org/drawingml/2006/main">
            <a:off x="1243583" y="2871215"/>
            <a:ext cx="128027" cy="128027"/>
          </a:xfrm>
          <a:prstGeom xmlns:a="http://schemas.openxmlformats.org/drawingml/2006/main" prst="ellipse">
            <a:avLst/>
          </a:prstGeom>
          <a:solidFill xmlns:a="http://schemas.openxmlformats.org/drawingml/2006/main">
            <a:srgbClr val="DADDE2"/>
          </a:solidFill>
          <a:ln xmlns:a="http://schemas.openxmlformats.org/drawingml/2006/main" w="1016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836" name="Oval 13">
            <a:extLst xmlns:a="http://schemas.openxmlformats.org/drawingml/2006/main">
              <a:ext uri="{FF2B5EF4-FFF2-40B4-BE49-F238E27FC236}">
                <a16:creationId xmlns:a16="http://schemas.microsoft.com/office/drawing/2014/main" id="{B215DDA4-718E-4B7A-BF8F-7EC943BE45B8}"/>
              </a:ext>
            </a:extLst>
          </p:cNvPr>
          <p:cNvSpPr>
            <a:spLocks xmlns:a="http://schemas.openxmlformats.org/drawingml/2006/main" noGrp="1"/>
          </p:cNvSpPr>
          <p:nvPr/>
        </p:nvSpPr>
        <p:spPr>
          <a:xfrm xmlns:a="http://schemas.openxmlformats.org/drawingml/2006/main">
            <a:off x="1554480" y="2871215"/>
            <a:ext cx="128027" cy="128027"/>
          </a:xfrm>
          <a:prstGeom xmlns:a="http://schemas.openxmlformats.org/drawingml/2006/main" prst="ellipse">
            <a:avLst/>
          </a:prstGeom>
          <a:solidFill xmlns:a="http://schemas.openxmlformats.org/drawingml/2006/main">
            <a:srgbClr val="DADDE2"/>
          </a:solidFill>
          <a:ln xmlns:a="http://schemas.openxmlformats.org/drawingml/2006/main" w="1016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837" name="TextBox 14">
            <a:extLst xmlns:a="http://schemas.openxmlformats.org/drawingml/2006/main">
              <a:ext uri="{FF2B5EF4-FFF2-40B4-BE49-F238E27FC236}">
                <a16:creationId xmlns:a16="http://schemas.microsoft.com/office/drawing/2014/main" id="{B4F885C6-3B91-4B86-92B7-261C37C82E3E}"/>
              </a:ext>
            </a:extLst>
          </p:cNvPr>
          <p:cNvSpPr>
            <a:spLocks xmlns:a="http://schemas.openxmlformats.org/drawingml/2006/main" noGrp="1"/>
          </p:cNvSpPr>
          <p:nvPr/>
        </p:nvSpPr>
        <p:spPr>
          <a:xfrm xmlns:a="http://schemas.openxmlformats.org/drawingml/2006/main">
            <a:off x="2359149" y="2642616"/>
            <a:ext cx="274323" cy="28547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b="1">
                <a:solidFill>
                  <a:srgbClr val="73777F"/>
                </a:solidFill>
                <a:latin typeface="Helvetica Neue"/>
                <a:ea typeface="Helvetica Neue"/>
                <a:cs typeface="Helvetica Neue"/>
              </a:defRPr>
            </a:lvl1pPr>
          </a:lstStyle>
          <a:p xmlns:a="http://schemas.openxmlformats.org/drawingml/2006/main">
            <a:pPr>
              <a:buNone/>
            </a:pPr>
            <a:r>
              <a:t>+</a:t>
            </a:r>
          </a:p>
        </p:txBody>
      </p:sp>
      <p:sp>
        <p:nvSpPr>
          <p:cNvPr id="1838" name="TextBox 15">
            <a:extLst xmlns:a="http://schemas.openxmlformats.org/drawingml/2006/main">
              <a:ext uri="{FF2B5EF4-FFF2-40B4-BE49-F238E27FC236}">
                <a16:creationId xmlns:a16="http://schemas.microsoft.com/office/drawing/2014/main" id="{35E44FDD-2492-4499-8C39-8DAEAA6C6431}"/>
              </a:ext>
            </a:extLst>
          </p:cNvPr>
          <p:cNvSpPr>
            <a:spLocks xmlns:a="http://schemas.openxmlformats.org/drawingml/2006/main" noGrp="1"/>
          </p:cNvSpPr>
          <p:nvPr/>
        </p:nvSpPr>
        <p:spPr>
          <a:xfrm xmlns:a="http://schemas.openxmlformats.org/drawingml/2006/main">
            <a:off x="877824" y="3319271"/>
            <a:ext cx="777246"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800" b="1">
                <a:solidFill>
                  <a:srgbClr val="73777F"/>
                </a:solidFill>
                <a:latin typeface="Helvetica Neue"/>
                <a:ea typeface="Helvetica Neue"/>
                <a:cs typeface="Helvetica Neue"/>
              </a:defRPr>
            </a:lvl1pPr>
          </a:lstStyle>
          <a:p xmlns:a="http://schemas.openxmlformats.org/drawingml/2006/main">
            <a:pPr>
              <a:buNone/>
            </a:pPr>
            <a:r>
              <a:t>CANTONS</a:t>
            </a:r>
          </a:p>
        </p:txBody>
      </p:sp>
      <p:sp>
        <p:nvSpPr>
          <p:cNvPr id="1839" name="Oval 16">
            <a:extLst xmlns:a="http://schemas.openxmlformats.org/drawingml/2006/main">
              <a:ext uri="{FF2B5EF4-FFF2-40B4-BE49-F238E27FC236}">
                <a16:creationId xmlns:a16="http://schemas.microsoft.com/office/drawing/2014/main" id="{576C7287-0560-4248-9B9C-CB70E9619981}"/>
              </a:ext>
            </a:extLst>
          </p:cNvPr>
          <p:cNvSpPr>
            <a:spLocks xmlns:a="http://schemas.openxmlformats.org/drawingml/2006/main" noGrp="1"/>
          </p:cNvSpPr>
          <p:nvPr/>
        </p:nvSpPr>
        <p:spPr>
          <a:xfrm xmlns:a="http://schemas.openxmlformats.org/drawingml/2006/main">
            <a:off x="932688" y="3666744"/>
            <a:ext cx="128027" cy="128027"/>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840" name="Oval 17">
            <a:extLst xmlns:a="http://schemas.openxmlformats.org/drawingml/2006/main">
              <a:ext uri="{FF2B5EF4-FFF2-40B4-BE49-F238E27FC236}">
                <a16:creationId xmlns:a16="http://schemas.microsoft.com/office/drawing/2014/main" id="{6A92CF50-A257-4E89-86EB-4E149FF39629}"/>
              </a:ext>
            </a:extLst>
          </p:cNvPr>
          <p:cNvSpPr>
            <a:spLocks xmlns:a="http://schemas.openxmlformats.org/drawingml/2006/main" noGrp="1"/>
          </p:cNvSpPr>
          <p:nvPr/>
        </p:nvSpPr>
        <p:spPr>
          <a:xfrm xmlns:a="http://schemas.openxmlformats.org/drawingml/2006/main">
            <a:off x="1243583" y="3666744"/>
            <a:ext cx="128027" cy="128027"/>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841" name="Oval 18">
            <a:extLst xmlns:a="http://schemas.openxmlformats.org/drawingml/2006/main">
              <a:ext uri="{FF2B5EF4-FFF2-40B4-BE49-F238E27FC236}">
                <a16:creationId xmlns:a16="http://schemas.microsoft.com/office/drawing/2014/main" id="{9B67F202-6384-44A1-B32B-5F5E3362E55D}"/>
              </a:ext>
            </a:extLst>
          </p:cNvPr>
          <p:cNvSpPr>
            <a:spLocks xmlns:a="http://schemas.openxmlformats.org/drawingml/2006/main" noGrp="1"/>
          </p:cNvSpPr>
          <p:nvPr/>
        </p:nvSpPr>
        <p:spPr>
          <a:xfrm xmlns:a="http://schemas.openxmlformats.org/drawingml/2006/main">
            <a:off x="1554480" y="3666744"/>
            <a:ext cx="128027" cy="128027"/>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842" name="Oval 19">
            <a:extLst xmlns:a="http://schemas.openxmlformats.org/drawingml/2006/main">
              <a:ext uri="{FF2B5EF4-FFF2-40B4-BE49-F238E27FC236}">
                <a16:creationId xmlns:a16="http://schemas.microsoft.com/office/drawing/2014/main" id="{3ACC0DC9-A987-45E9-BBA6-2CF1C8D98ADA}"/>
              </a:ext>
            </a:extLst>
          </p:cNvPr>
          <p:cNvSpPr>
            <a:spLocks xmlns:a="http://schemas.openxmlformats.org/drawingml/2006/main" noGrp="1"/>
          </p:cNvSpPr>
          <p:nvPr/>
        </p:nvSpPr>
        <p:spPr>
          <a:xfrm xmlns:a="http://schemas.openxmlformats.org/drawingml/2006/main">
            <a:off x="1865376" y="3666744"/>
            <a:ext cx="128027" cy="128027"/>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843" name="Oval 20">
            <a:extLst xmlns:a="http://schemas.openxmlformats.org/drawingml/2006/main">
              <a:ext uri="{FF2B5EF4-FFF2-40B4-BE49-F238E27FC236}">
                <a16:creationId xmlns:a16="http://schemas.microsoft.com/office/drawing/2014/main" id="{486D7E82-6900-4905-A9D3-BE564CCF847D}"/>
              </a:ext>
            </a:extLst>
          </p:cNvPr>
          <p:cNvSpPr>
            <a:spLocks xmlns:a="http://schemas.openxmlformats.org/drawingml/2006/main" noGrp="1"/>
          </p:cNvSpPr>
          <p:nvPr/>
        </p:nvSpPr>
        <p:spPr>
          <a:xfrm xmlns:a="http://schemas.openxmlformats.org/drawingml/2006/main">
            <a:off x="932688" y="3977637"/>
            <a:ext cx="128027" cy="128027"/>
          </a:xfrm>
          <a:prstGeom xmlns:a="http://schemas.openxmlformats.org/drawingml/2006/main" prst="ellipse">
            <a:avLst/>
          </a:prstGeom>
          <a:solidFill xmlns:a="http://schemas.openxmlformats.org/drawingml/2006/main">
            <a:srgbClr val="DADDE2"/>
          </a:solidFill>
          <a:ln xmlns:a="http://schemas.openxmlformats.org/drawingml/2006/main" w="1016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844" name="Oval 21">
            <a:extLst xmlns:a="http://schemas.openxmlformats.org/drawingml/2006/main">
              <a:ext uri="{FF2B5EF4-FFF2-40B4-BE49-F238E27FC236}">
                <a16:creationId xmlns:a16="http://schemas.microsoft.com/office/drawing/2014/main" id="{BA65F361-9259-44F6-BC09-4B19DD748587}"/>
              </a:ext>
            </a:extLst>
          </p:cNvPr>
          <p:cNvSpPr>
            <a:spLocks xmlns:a="http://schemas.openxmlformats.org/drawingml/2006/main" noGrp="1"/>
          </p:cNvSpPr>
          <p:nvPr/>
        </p:nvSpPr>
        <p:spPr>
          <a:xfrm xmlns:a="http://schemas.openxmlformats.org/drawingml/2006/main">
            <a:off x="1243583" y="3977637"/>
            <a:ext cx="128027" cy="128027"/>
          </a:xfrm>
          <a:prstGeom xmlns:a="http://schemas.openxmlformats.org/drawingml/2006/main" prst="ellipse">
            <a:avLst/>
          </a:prstGeom>
          <a:solidFill xmlns:a="http://schemas.openxmlformats.org/drawingml/2006/main">
            <a:srgbClr val="DADDE2"/>
          </a:solidFill>
          <a:ln xmlns:a="http://schemas.openxmlformats.org/drawingml/2006/main" w="1016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845" name="Oval 22">
            <a:extLst xmlns:a="http://schemas.openxmlformats.org/drawingml/2006/main">
              <a:ext uri="{FF2B5EF4-FFF2-40B4-BE49-F238E27FC236}">
                <a16:creationId xmlns:a16="http://schemas.microsoft.com/office/drawing/2014/main" id="{ECD91BD4-D4BE-4088-BB49-AB5C4285E7B1}"/>
              </a:ext>
            </a:extLst>
          </p:cNvPr>
          <p:cNvSpPr>
            <a:spLocks xmlns:a="http://schemas.openxmlformats.org/drawingml/2006/main" noGrp="1"/>
          </p:cNvSpPr>
          <p:nvPr/>
        </p:nvSpPr>
        <p:spPr>
          <a:xfrm xmlns:a="http://schemas.openxmlformats.org/drawingml/2006/main">
            <a:off x="1554480" y="3977637"/>
            <a:ext cx="128027" cy="128027"/>
          </a:xfrm>
          <a:prstGeom xmlns:a="http://schemas.openxmlformats.org/drawingml/2006/main" prst="ellipse">
            <a:avLst/>
          </a:prstGeom>
          <a:solidFill xmlns:a="http://schemas.openxmlformats.org/drawingml/2006/main">
            <a:srgbClr val="DADDE2"/>
          </a:solidFill>
          <a:ln xmlns:a="http://schemas.openxmlformats.org/drawingml/2006/main" w="1016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846" name="Connector 23">
            <a:extLst xmlns:a="http://schemas.openxmlformats.org/drawingml/2006/main">
              <a:ext uri="{FF2B5EF4-FFF2-40B4-BE49-F238E27FC236}">
                <a16:creationId xmlns:a16="http://schemas.microsoft.com/office/drawing/2014/main" id="{C240C735-4830-498C-B077-261403220E04}"/>
              </a:ext>
            </a:extLst>
          </p:cNvPr>
          <p:cNvSpPr>
            <a:spLocks xmlns:a="http://schemas.openxmlformats.org/drawingml/2006/main" noGrp="1"/>
          </p:cNvSpPr>
          <p:nvPr/>
        </p:nvSpPr>
        <p:spPr>
          <a:xfrm xmlns:a="http://schemas.openxmlformats.org/drawingml/2006/main">
            <a:off x="2660903" y="2752344"/>
            <a:ext cx="521209" cy="301758"/>
          </a:xfrm>
          <a:prstGeom xmlns:a="http://schemas.openxmlformats.org/drawingml/2006/main" prst="line">
            <a:avLst/>
          </a:prstGeom>
          <a:ln xmlns:a="http://schemas.openxmlformats.org/drawingml/2006/main" w="1524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847" name="Connector 24">
            <a:extLst xmlns:a="http://schemas.openxmlformats.org/drawingml/2006/main">
              <a:ext uri="{FF2B5EF4-FFF2-40B4-BE49-F238E27FC236}">
                <a16:creationId xmlns:a16="http://schemas.microsoft.com/office/drawing/2014/main" id="{E93429FA-641F-48A0-9F4D-B6F90126D880}"/>
              </a:ext>
            </a:extLst>
          </p:cNvPr>
          <p:cNvSpPr>
            <a:spLocks xmlns:a="http://schemas.openxmlformats.org/drawingml/2006/main" noGrp="1"/>
          </p:cNvSpPr>
          <p:nvPr/>
        </p:nvSpPr>
        <p:spPr>
          <a:xfrm xmlns:a="http://schemas.openxmlformats.org/drawingml/2006/main" flipV="1">
            <a:off x="2660904" y="3246119"/>
            <a:ext cx="521209" cy="576077"/>
          </a:xfrm>
          <a:prstGeom xmlns:a="http://schemas.openxmlformats.org/drawingml/2006/main" prst="line">
            <a:avLst/>
          </a:prstGeom>
          <a:ln xmlns:a="http://schemas.openxmlformats.org/drawingml/2006/main" w="1524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848" name="TextBox 28">
            <a:extLst xmlns:a="http://schemas.openxmlformats.org/drawingml/2006/main">
              <a:ext uri="{FF2B5EF4-FFF2-40B4-BE49-F238E27FC236}">
                <a16:creationId xmlns:a16="http://schemas.microsoft.com/office/drawing/2014/main" id="{11AE0A74-3AC4-4F51-837E-775BD183D8E2}"/>
              </a:ext>
            </a:extLst>
          </p:cNvPr>
          <p:cNvSpPr>
            <a:spLocks xmlns:a="http://schemas.openxmlformats.org/drawingml/2006/main" noGrp="1"/>
          </p:cNvSpPr>
          <p:nvPr/>
        </p:nvSpPr>
        <p:spPr>
          <a:xfrm xmlns:a="http://schemas.openxmlformats.org/drawingml/2006/main">
            <a:off x="877824" y="4590288"/>
            <a:ext cx="2057402" cy="19841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300" b="1">
                <a:solidFill>
                  <a:srgbClr val="1FA873"/>
                </a:solidFill>
                <a:latin typeface="Helvetica Neue"/>
                <a:ea typeface="Helvetica Neue"/>
                <a:cs typeface="Helvetica Neue"/>
              </a:defRPr>
            </a:pPr>
            <a:r>
              <a:t>• </a:t>
            </a:r>
            <a:r>
              <a:rPr>
                <a:solidFill>
                  <a:srgbClr val="111318"/>
                </a:solidFill>
              </a:rPr>
              <a:t>Double majority</a:t>
            </a:r>
          </a:p>
        </p:txBody>
      </p:sp>
      <p:sp>
        <p:nvSpPr>
          <p:cNvPr id="1849" name="TextBox 29">
            <a:extLst xmlns:a="http://schemas.openxmlformats.org/drawingml/2006/main">
              <a:ext uri="{FF2B5EF4-FFF2-40B4-BE49-F238E27FC236}">
                <a16:creationId xmlns:a16="http://schemas.microsoft.com/office/drawing/2014/main" id="{AC921D7F-8E9C-4D37-8069-9951407ED3B9}"/>
              </a:ext>
            </a:extLst>
          </p:cNvPr>
          <p:cNvSpPr>
            <a:spLocks xmlns:a="http://schemas.openxmlformats.org/drawingml/2006/main" noGrp="1"/>
          </p:cNvSpPr>
          <p:nvPr/>
        </p:nvSpPr>
        <p:spPr>
          <a:xfrm xmlns:a="http://schemas.openxmlformats.org/drawingml/2006/main">
            <a:off x="4663440" y="2048255"/>
            <a:ext cx="1600206" cy="14871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000" b="1">
                <a:solidFill>
                  <a:srgbClr val="111318"/>
                </a:solidFill>
                <a:latin typeface="Helvetica Neue"/>
                <a:ea typeface="Helvetica Neue"/>
                <a:cs typeface="Helvetica Neue"/>
              </a:defRPr>
            </a:lvl1pPr>
          </a:lstStyle>
          <a:p xmlns:a="http://schemas.openxmlformats.org/drawingml/2006/main">
            <a:pPr>
              <a:buNone/>
            </a:pPr>
            <a:r>
              <a:t>BELGIUM</a:t>
            </a:r>
          </a:p>
        </p:txBody>
      </p:sp>
      <p:sp>
        <p:nvSpPr>
          <p:cNvPr id="1850" name="Oval 30">
            <a:extLst xmlns:a="http://schemas.openxmlformats.org/drawingml/2006/main">
              <a:ext uri="{FF2B5EF4-FFF2-40B4-BE49-F238E27FC236}">
                <a16:creationId xmlns:a16="http://schemas.microsoft.com/office/drawing/2014/main" id="{FCB5DAAC-E1FD-4CF4-9841-D9FBB74F23E4}"/>
              </a:ext>
            </a:extLst>
          </p:cNvPr>
          <p:cNvSpPr>
            <a:spLocks xmlns:a="http://schemas.openxmlformats.org/drawingml/2006/main" noGrp="1"/>
          </p:cNvSpPr>
          <p:nvPr/>
        </p:nvSpPr>
        <p:spPr>
          <a:xfrm xmlns:a="http://schemas.openxmlformats.org/drawingml/2006/main">
            <a:off x="6437376" y="2020821"/>
            <a:ext cx="246899" cy="246899"/>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851" name="TextBox 31">
            <a:extLst xmlns:a="http://schemas.openxmlformats.org/drawingml/2006/main">
              <a:ext uri="{FF2B5EF4-FFF2-40B4-BE49-F238E27FC236}">
                <a16:creationId xmlns:a16="http://schemas.microsoft.com/office/drawing/2014/main" id="{EB4987CC-3353-486D-8A94-878E06AEF086}"/>
              </a:ext>
            </a:extLst>
          </p:cNvPr>
          <p:cNvSpPr>
            <a:spLocks xmlns:a="http://schemas.openxmlformats.org/drawingml/2006/main" noGrp="1"/>
          </p:cNvSpPr>
          <p:nvPr/>
        </p:nvSpPr>
        <p:spPr>
          <a:xfrm xmlns:a="http://schemas.openxmlformats.org/drawingml/2006/main">
            <a:off x="6437376" y="2071116"/>
            <a:ext cx="246894"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800" b="1">
                <a:solidFill>
                  <a:srgbClr val="FFFFFF"/>
                </a:solidFill>
                <a:latin typeface="Helvetica Neue"/>
                <a:ea typeface="Helvetica Neue"/>
                <a:cs typeface="Helvetica Neue"/>
              </a:defRPr>
            </a:lvl1pPr>
          </a:lstStyle>
          <a:p xmlns:a="http://schemas.openxmlformats.org/drawingml/2006/main">
            <a:pPr>
              <a:buNone/>
            </a:pPr>
            <a:r>
              <a:t>NL</a:t>
            </a:r>
          </a:p>
        </p:txBody>
      </p:sp>
      <p:sp>
        <p:nvSpPr>
          <p:cNvPr id="1852" name="TextBox 32">
            <a:extLst xmlns:a="http://schemas.openxmlformats.org/drawingml/2006/main">
              <a:ext uri="{FF2B5EF4-FFF2-40B4-BE49-F238E27FC236}">
                <a16:creationId xmlns:a16="http://schemas.microsoft.com/office/drawing/2014/main" id="{68404624-1DE6-4A37-B0C4-74A05E64D912}"/>
              </a:ext>
            </a:extLst>
          </p:cNvPr>
          <p:cNvSpPr>
            <a:spLocks xmlns:a="http://schemas.openxmlformats.org/drawingml/2006/main" noGrp="1"/>
          </p:cNvSpPr>
          <p:nvPr/>
        </p:nvSpPr>
        <p:spPr>
          <a:xfrm xmlns:a="http://schemas.openxmlformats.org/drawingml/2006/main">
            <a:off x="6720840" y="2057399"/>
            <a:ext cx="182886" cy="16104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100" b="1">
                <a:solidFill>
                  <a:srgbClr val="73777F"/>
                </a:solidFill>
                <a:latin typeface="Helvetica Neue"/>
                <a:ea typeface="Helvetica Neue"/>
                <a:cs typeface="Helvetica Neue"/>
              </a:defRPr>
            </a:lvl1pPr>
          </a:lstStyle>
          <a:p xmlns:a="http://schemas.openxmlformats.org/drawingml/2006/main">
            <a:pPr>
              <a:buNone/>
            </a:pPr>
            <a:r>
              <a:t>+</a:t>
            </a:r>
          </a:p>
        </p:txBody>
      </p:sp>
      <p:sp>
        <p:nvSpPr>
          <p:cNvPr id="1853" name="Oval 33">
            <a:extLst xmlns:a="http://schemas.openxmlformats.org/drawingml/2006/main">
              <a:ext uri="{FF2B5EF4-FFF2-40B4-BE49-F238E27FC236}">
                <a16:creationId xmlns:a16="http://schemas.microsoft.com/office/drawing/2014/main" id="{A1B03841-4D39-41FC-83B7-91B10591947A}"/>
              </a:ext>
            </a:extLst>
          </p:cNvPr>
          <p:cNvSpPr>
            <a:spLocks xmlns:a="http://schemas.openxmlformats.org/drawingml/2006/main" noGrp="1"/>
          </p:cNvSpPr>
          <p:nvPr/>
        </p:nvSpPr>
        <p:spPr>
          <a:xfrm xmlns:a="http://schemas.openxmlformats.org/drawingml/2006/main">
            <a:off x="6931152" y="2020821"/>
            <a:ext cx="246899" cy="246899"/>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854" name="TextBox 34">
            <a:extLst xmlns:a="http://schemas.openxmlformats.org/drawingml/2006/main">
              <a:ext uri="{FF2B5EF4-FFF2-40B4-BE49-F238E27FC236}">
                <a16:creationId xmlns:a16="http://schemas.microsoft.com/office/drawing/2014/main" id="{2F7F428D-6289-47CC-A7CC-A5A99B4872D4}"/>
              </a:ext>
            </a:extLst>
          </p:cNvPr>
          <p:cNvSpPr>
            <a:spLocks xmlns:a="http://schemas.openxmlformats.org/drawingml/2006/main" noGrp="1"/>
          </p:cNvSpPr>
          <p:nvPr/>
        </p:nvSpPr>
        <p:spPr>
          <a:xfrm xmlns:a="http://schemas.openxmlformats.org/drawingml/2006/main">
            <a:off x="6931152" y="2071116"/>
            <a:ext cx="246894"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800" b="1">
                <a:solidFill>
                  <a:srgbClr val="FFFFFF"/>
                </a:solidFill>
                <a:latin typeface="Helvetica Neue"/>
                <a:ea typeface="Helvetica Neue"/>
                <a:cs typeface="Helvetica Neue"/>
              </a:defRPr>
            </a:lvl1pPr>
          </a:lstStyle>
          <a:p xmlns:a="http://schemas.openxmlformats.org/drawingml/2006/main">
            <a:pPr>
              <a:buNone/>
            </a:pPr>
            <a:r>
              <a:t>FR</a:t>
            </a:r>
          </a:p>
        </p:txBody>
      </p:sp>
      <p:sp>
        <p:nvSpPr>
          <p:cNvPr id="1855" name="TextBox 35">
            <a:extLst xmlns:a="http://schemas.openxmlformats.org/drawingml/2006/main">
              <a:ext uri="{FF2B5EF4-FFF2-40B4-BE49-F238E27FC236}">
                <a16:creationId xmlns:a16="http://schemas.microsoft.com/office/drawing/2014/main" id="{BCD5B4AD-3086-4BF7-8658-D49B68614020}"/>
              </a:ext>
            </a:extLst>
          </p:cNvPr>
          <p:cNvSpPr>
            <a:spLocks xmlns:a="http://schemas.openxmlformats.org/drawingml/2006/main" noGrp="1"/>
          </p:cNvSpPr>
          <p:nvPr/>
        </p:nvSpPr>
        <p:spPr>
          <a:xfrm xmlns:a="http://schemas.openxmlformats.org/drawingml/2006/main">
            <a:off x="7443216" y="2029966"/>
            <a:ext cx="310902" cy="2286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600" b="1">
                <a:solidFill>
                  <a:srgbClr val="73777F"/>
                </a:solidFill>
                <a:latin typeface="Helvetica Neue"/>
                <a:ea typeface="Helvetica Neue"/>
                <a:cs typeface="Helvetica Neue"/>
              </a:defRPr>
            </a:lvl1pPr>
          </a:lstStyle>
          <a:p xmlns:a="http://schemas.openxmlformats.org/drawingml/2006/main">
            <a:pPr>
              <a:buNone/>
            </a:pPr>
            <a:r>
              <a:t>→</a:t>
            </a:r>
          </a:p>
        </p:txBody>
      </p:sp>
      <p:sp>
        <p:nvSpPr>
          <p:cNvPr id="1856" name="Oval 36">
            <a:extLst xmlns:a="http://schemas.openxmlformats.org/drawingml/2006/main">
              <a:ext uri="{FF2B5EF4-FFF2-40B4-BE49-F238E27FC236}">
                <a16:creationId xmlns:a16="http://schemas.microsoft.com/office/drawing/2014/main" id="{13D268C9-B3C6-4AEE-A370-3A2A7D2C5223}"/>
              </a:ext>
            </a:extLst>
          </p:cNvPr>
          <p:cNvSpPr>
            <a:spLocks xmlns:a="http://schemas.openxmlformats.org/drawingml/2006/main" noGrp="1"/>
          </p:cNvSpPr>
          <p:nvPr/>
        </p:nvSpPr>
        <p:spPr>
          <a:xfrm xmlns:a="http://schemas.openxmlformats.org/drawingml/2006/main" rot="0" flipH="0" flipV="0">
            <a:off x="7827261" y="2020818"/>
            <a:ext cx="246901" cy="246901"/>
          </a:xfrm>
          <a:prstGeom xmlns:a="http://schemas.openxmlformats.org/drawingml/2006/main" prst="ellipse">
            <a:avLst/>
          </a:prstGeom>
          <a:solidFill xmlns:a="http://schemas.openxmlformats.org/drawingml/2006/main">
            <a:srgbClr val="1FA873"/>
          </a:solidFill>
          <a:ln xmlns:a="http://schemas.openxmlformats.org/drawingml/2006/main" w="10160">
            <a:solidFill>
              <a:srgbClr val="1FA873"/>
            </a:solidFill>
            <a:prstDash val="solid"/>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wrap="square" lIns="45718" tIns="45718" rIns="45718" bIns="45718" anchor="ctr">
            <a:noAutofit/>
          </a:bodyPr>
          <a:lstStyle xmlns:a="http://schemas.openxmlformats.org/drawingml/2006/main"/>
          <a:p xmlns:a="http://schemas.openxmlformats.org/drawingml/2006/main">
            <a:pPr algn="ctr">
              <a:buNone/>
              <a:defRPr>
                <a:solidFill>
                  <a:srgbClr val="FFFFFF"/>
                </a:solidFill>
              </a:defRPr>
            </a:pPr>
          </a:p>
        </p:txBody>
      </p:sp>
      <p:sp>
        <p:nvSpPr>
          <p:cNvPr id="1857" name="Connector 37">
            <a:extLst xmlns:a="http://schemas.openxmlformats.org/drawingml/2006/main">
              <a:ext uri="{FF2B5EF4-FFF2-40B4-BE49-F238E27FC236}">
                <a16:creationId xmlns:a16="http://schemas.microsoft.com/office/drawing/2014/main" id="{0BDFBFC0-AA1D-46AD-A5CB-29785D960179}"/>
              </a:ext>
            </a:extLst>
          </p:cNvPr>
          <p:cNvSpPr>
            <a:spLocks xmlns:a="http://schemas.openxmlformats.org/drawingml/2006/main" noGrp="1"/>
          </p:cNvSpPr>
          <p:nvPr/>
        </p:nvSpPr>
        <p:spPr>
          <a:xfrm xmlns:a="http://schemas.openxmlformats.org/drawingml/2006/main" rot="0" flipH="0" flipV="0">
            <a:off x="7872981" y="2139691"/>
            <a:ext cx="45726" cy="45726"/>
          </a:xfrm>
          <a:prstGeom xmlns:a="http://schemas.openxmlformats.org/drawingml/2006/main" prst="line">
            <a:avLst/>
          </a:prstGeom>
          <a:noFill xmlns:a="http://schemas.openxmlformats.org/drawingml/2006/main"/>
          <a:ln xmlns:a="http://schemas.openxmlformats.org/drawingml/2006/main" w="15875">
            <a:solidFill>
              <a:srgbClr val="FFFFFF"/>
            </a:solidFill>
            <a:prstDash val="solid"/>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wrap="square" lIns="45718" tIns="45718" rIns="45718" bIns="45718" anchor="t">
            <a:noAutofit/>
          </a:bodyPr>
          <a:lstStyle xmlns:a="http://schemas.openxmlformats.org/drawingml/2006/main"/>
          <a:p xmlns:a="http://schemas.openxmlformats.org/drawingml/2006/main">
            <a:pPr>
              <a:buNone/>
            </a:pPr>
          </a:p>
        </p:txBody>
      </p:sp>
      <p:sp>
        <p:nvSpPr>
          <p:cNvPr id="1858" name="Connector 38">
            <a:extLst xmlns:a="http://schemas.openxmlformats.org/drawingml/2006/main">
              <a:ext uri="{FF2B5EF4-FFF2-40B4-BE49-F238E27FC236}">
                <a16:creationId xmlns:a16="http://schemas.microsoft.com/office/drawing/2014/main" id="{5DF39C73-FB9D-41D8-85FB-F758B85DA97E}"/>
              </a:ext>
            </a:extLst>
          </p:cNvPr>
          <p:cNvSpPr>
            <a:spLocks xmlns:a="http://schemas.openxmlformats.org/drawingml/2006/main" noGrp="1"/>
          </p:cNvSpPr>
          <p:nvPr/>
        </p:nvSpPr>
        <p:spPr>
          <a:xfrm xmlns:a="http://schemas.openxmlformats.org/drawingml/2006/main" rot="0" flipH="0" flipV="1">
            <a:off x="7918703" y="2075686"/>
            <a:ext cx="91446" cy="109734"/>
          </a:xfrm>
          <a:prstGeom xmlns:a="http://schemas.openxmlformats.org/drawingml/2006/main" prst="line">
            <a:avLst/>
          </a:prstGeom>
          <a:noFill xmlns:a="http://schemas.openxmlformats.org/drawingml/2006/main"/>
          <a:ln xmlns:a="http://schemas.openxmlformats.org/drawingml/2006/main" w="15875">
            <a:solidFill>
              <a:srgbClr val="FFFFFF"/>
            </a:solidFill>
            <a:prstDash val="solid"/>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wrap="square" lIns="45718" tIns="45718" rIns="45718" bIns="45718" anchor="t">
            <a:noAutofit/>
          </a:bodyPr>
          <a:lstStyle xmlns:a="http://schemas.openxmlformats.org/drawingml/2006/main"/>
          <a:p xmlns:a="http://schemas.openxmlformats.org/drawingml/2006/main">
            <a:pPr>
              <a:buNone/>
            </a:pPr>
          </a:p>
        </p:txBody>
      </p:sp>
      <p:sp>
        <p:nvSpPr>
          <p:cNvPr id="1860" name="TextBox 39">
            <a:extLst xmlns:a="http://schemas.openxmlformats.org/drawingml/2006/main">
              <a:ext uri="{FF2B5EF4-FFF2-40B4-BE49-F238E27FC236}">
                <a16:creationId xmlns:a16="http://schemas.microsoft.com/office/drawing/2014/main" id="{D8735583-D469-4E85-B3FD-3A3B2C612C25}"/>
              </a:ext>
            </a:extLst>
          </p:cNvPr>
          <p:cNvSpPr>
            <a:spLocks xmlns:a="http://schemas.openxmlformats.org/drawingml/2006/main" noGrp="1"/>
          </p:cNvSpPr>
          <p:nvPr/>
        </p:nvSpPr>
        <p:spPr>
          <a:xfrm xmlns:a="http://schemas.openxmlformats.org/drawingml/2006/main">
            <a:off x="9326880" y="2039110"/>
            <a:ext cx="1920241" cy="18608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200" b="1">
                <a:solidFill>
                  <a:srgbClr val="1FA873"/>
                </a:solidFill>
                <a:latin typeface="Helvetica Neue"/>
                <a:ea typeface="Helvetica Neue"/>
                <a:cs typeface="Helvetica Neue"/>
              </a:defRPr>
            </a:pPr>
            <a:r>
              <a:t>• </a:t>
            </a:r>
            <a:r>
              <a:rPr>
                <a:solidFill>
                  <a:srgbClr val="111318"/>
                </a:solidFill>
              </a:rPr>
              <a:t>Parallel majorities</a:t>
            </a:r>
          </a:p>
        </p:txBody>
      </p:sp>
      <p:sp>
        <p:nvSpPr>
          <p:cNvPr id="1861" name="Connector 40">
            <a:extLst xmlns:a="http://schemas.openxmlformats.org/drawingml/2006/main">
              <a:ext uri="{FF2B5EF4-FFF2-40B4-BE49-F238E27FC236}">
                <a16:creationId xmlns:a16="http://schemas.microsoft.com/office/drawing/2014/main" id="{4A24D1B4-D045-4D64-84BE-D76E8E579602}"/>
              </a:ext>
            </a:extLst>
          </p:cNvPr>
          <p:cNvSpPr>
            <a:spLocks xmlns:a="http://schemas.openxmlformats.org/drawingml/2006/main" noGrp="1"/>
          </p:cNvSpPr>
          <p:nvPr/>
        </p:nvSpPr>
        <p:spPr>
          <a:xfrm xmlns:a="http://schemas.openxmlformats.org/drawingml/2006/main">
            <a:off x="4663440" y="2679192"/>
            <a:ext cx="6638544" cy="5"/>
          </a:xfrm>
          <a:prstGeom xmlns:a="http://schemas.openxmlformats.org/drawingml/2006/main" prst="line">
            <a:avLst/>
          </a:prstGeom>
          <a:ln xmlns:a="http://schemas.openxmlformats.org/drawingml/2006/main" w="889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862" name="TextBox 41">
            <a:extLst xmlns:a="http://schemas.openxmlformats.org/drawingml/2006/main">
              <a:ext uri="{FF2B5EF4-FFF2-40B4-BE49-F238E27FC236}">
                <a16:creationId xmlns:a16="http://schemas.microsoft.com/office/drawing/2014/main" id="{8B990E93-6418-4424-BC92-16A26F0F5D46}"/>
              </a:ext>
            </a:extLst>
          </p:cNvPr>
          <p:cNvSpPr>
            <a:spLocks xmlns:a="http://schemas.openxmlformats.org/drawingml/2006/main" noGrp="1"/>
          </p:cNvSpPr>
          <p:nvPr/>
        </p:nvSpPr>
        <p:spPr>
          <a:xfrm xmlns:a="http://schemas.openxmlformats.org/drawingml/2006/main">
            <a:off x="4663440" y="3172966"/>
            <a:ext cx="1600206" cy="14871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000" b="1">
                <a:solidFill>
                  <a:srgbClr val="111318"/>
                </a:solidFill>
                <a:latin typeface="Helvetica Neue"/>
                <a:ea typeface="Helvetica Neue"/>
                <a:cs typeface="Helvetica Neue"/>
              </a:defRPr>
            </a:lvl1pPr>
          </a:lstStyle>
          <a:p xmlns:a="http://schemas.openxmlformats.org/drawingml/2006/main">
            <a:pPr>
              <a:buNone/>
            </a:pPr>
            <a:r>
              <a:t>BOSNIA</a:t>
            </a:r>
          </a:p>
        </p:txBody>
      </p:sp>
      <p:sp>
        <p:nvSpPr>
          <p:cNvPr id="1863" name="Oval 42">
            <a:extLst xmlns:a="http://schemas.openxmlformats.org/drawingml/2006/main">
              <a:ext uri="{FF2B5EF4-FFF2-40B4-BE49-F238E27FC236}">
                <a16:creationId xmlns:a16="http://schemas.microsoft.com/office/drawing/2014/main" id="{5C0BEE07-B605-47E6-9CEC-214FE071B50D}"/>
              </a:ext>
            </a:extLst>
          </p:cNvPr>
          <p:cNvSpPr>
            <a:spLocks xmlns:a="http://schemas.openxmlformats.org/drawingml/2006/main" noGrp="1"/>
          </p:cNvSpPr>
          <p:nvPr/>
        </p:nvSpPr>
        <p:spPr>
          <a:xfrm xmlns:a="http://schemas.openxmlformats.org/drawingml/2006/main">
            <a:off x="6437376" y="3145532"/>
            <a:ext cx="246899" cy="246899"/>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864" name="TextBox 43">
            <a:extLst xmlns:a="http://schemas.openxmlformats.org/drawingml/2006/main">
              <a:ext uri="{FF2B5EF4-FFF2-40B4-BE49-F238E27FC236}">
                <a16:creationId xmlns:a16="http://schemas.microsoft.com/office/drawing/2014/main" id="{CF8D8895-E9F3-456B-BB2F-3357831499AB}"/>
              </a:ext>
            </a:extLst>
          </p:cNvPr>
          <p:cNvSpPr>
            <a:spLocks xmlns:a="http://schemas.openxmlformats.org/drawingml/2006/main" noGrp="1"/>
          </p:cNvSpPr>
          <p:nvPr/>
        </p:nvSpPr>
        <p:spPr>
          <a:xfrm xmlns:a="http://schemas.openxmlformats.org/drawingml/2006/main">
            <a:off x="6437376" y="3195827"/>
            <a:ext cx="246894"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800" b="1">
                <a:solidFill>
                  <a:srgbClr val="FFFFFF"/>
                </a:solidFill>
                <a:latin typeface="Helvetica Neue"/>
                <a:ea typeface="Helvetica Neue"/>
                <a:cs typeface="Helvetica Neue"/>
              </a:defRPr>
            </a:lvl1pPr>
          </a:lstStyle>
          <a:p xmlns:a="http://schemas.openxmlformats.org/drawingml/2006/main">
            <a:pPr>
              <a:buNone/>
            </a:pPr>
            <a:r>
              <a:t>B</a:t>
            </a:r>
          </a:p>
        </p:txBody>
      </p:sp>
      <p:sp>
        <p:nvSpPr>
          <p:cNvPr id="1865" name="TextBox 44">
            <a:extLst xmlns:a="http://schemas.openxmlformats.org/drawingml/2006/main">
              <a:ext uri="{FF2B5EF4-FFF2-40B4-BE49-F238E27FC236}">
                <a16:creationId xmlns:a16="http://schemas.microsoft.com/office/drawing/2014/main" id="{91609CDB-5E5A-4736-99E1-A06A71677D7C}"/>
              </a:ext>
            </a:extLst>
          </p:cNvPr>
          <p:cNvSpPr>
            <a:spLocks xmlns:a="http://schemas.openxmlformats.org/drawingml/2006/main" noGrp="1"/>
          </p:cNvSpPr>
          <p:nvPr/>
        </p:nvSpPr>
        <p:spPr>
          <a:xfrm xmlns:a="http://schemas.openxmlformats.org/drawingml/2006/main">
            <a:off x="6720840" y="3182111"/>
            <a:ext cx="182886" cy="16104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100" b="1">
                <a:solidFill>
                  <a:srgbClr val="73777F"/>
                </a:solidFill>
                <a:latin typeface="Helvetica Neue"/>
                <a:ea typeface="Helvetica Neue"/>
                <a:cs typeface="Helvetica Neue"/>
              </a:defRPr>
            </a:lvl1pPr>
          </a:lstStyle>
          <a:p xmlns:a="http://schemas.openxmlformats.org/drawingml/2006/main">
            <a:pPr>
              <a:buNone/>
            </a:pPr>
            <a:r>
              <a:t>+</a:t>
            </a:r>
          </a:p>
        </p:txBody>
      </p:sp>
      <p:sp>
        <p:nvSpPr>
          <p:cNvPr id="1866" name="Oval 45">
            <a:extLst xmlns:a="http://schemas.openxmlformats.org/drawingml/2006/main">
              <a:ext uri="{FF2B5EF4-FFF2-40B4-BE49-F238E27FC236}">
                <a16:creationId xmlns:a16="http://schemas.microsoft.com/office/drawing/2014/main" id="{D85ADE90-F308-466E-BF8F-284DDBC52AB9}"/>
              </a:ext>
            </a:extLst>
          </p:cNvPr>
          <p:cNvSpPr>
            <a:spLocks xmlns:a="http://schemas.openxmlformats.org/drawingml/2006/main" noGrp="1"/>
          </p:cNvSpPr>
          <p:nvPr/>
        </p:nvSpPr>
        <p:spPr>
          <a:xfrm xmlns:a="http://schemas.openxmlformats.org/drawingml/2006/main">
            <a:off x="6931152" y="3145532"/>
            <a:ext cx="246899" cy="246899"/>
          </a:xfrm>
          <a:prstGeom xmlns:a="http://schemas.openxmlformats.org/drawingml/2006/main" prst="ellipse">
            <a:avLst/>
          </a:prstGeom>
          <a:solidFill xmlns:a="http://schemas.openxmlformats.org/drawingml/2006/main">
            <a:srgbClr val="D79A24"/>
          </a:solidFill>
          <a:ln xmlns:a="http://schemas.openxmlformats.org/drawingml/2006/main" w="10160">
            <a:solidFill>
              <a:srgbClr val="D79A24"/>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867" name="TextBox 46">
            <a:extLst xmlns:a="http://schemas.openxmlformats.org/drawingml/2006/main">
              <a:ext uri="{FF2B5EF4-FFF2-40B4-BE49-F238E27FC236}">
                <a16:creationId xmlns:a16="http://schemas.microsoft.com/office/drawing/2014/main" id="{BF969AA4-2C07-42FD-AEAE-55EC5FF30A64}"/>
              </a:ext>
            </a:extLst>
          </p:cNvPr>
          <p:cNvSpPr>
            <a:spLocks xmlns:a="http://schemas.openxmlformats.org/drawingml/2006/main" noGrp="1"/>
          </p:cNvSpPr>
          <p:nvPr/>
        </p:nvSpPr>
        <p:spPr>
          <a:xfrm xmlns:a="http://schemas.openxmlformats.org/drawingml/2006/main">
            <a:off x="6931152" y="3195827"/>
            <a:ext cx="246894"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800" b="1">
                <a:solidFill>
                  <a:srgbClr val="FFFFFF"/>
                </a:solidFill>
                <a:latin typeface="Helvetica Neue"/>
                <a:ea typeface="Helvetica Neue"/>
                <a:cs typeface="Helvetica Neue"/>
              </a:defRPr>
            </a:lvl1pPr>
          </a:lstStyle>
          <a:p xmlns:a="http://schemas.openxmlformats.org/drawingml/2006/main">
            <a:pPr>
              <a:buNone/>
            </a:pPr>
            <a:r>
              <a:t>C</a:t>
            </a:r>
          </a:p>
        </p:txBody>
      </p:sp>
      <p:sp>
        <p:nvSpPr>
          <p:cNvPr id="1868" name="TextBox 47">
            <a:extLst xmlns:a="http://schemas.openxmlformats.org/drawingml/2006/main">
              <a:ext uri="{FF2B5EF4-FFF2-40B4-BE49-F238E27FC236}">
                <a16:creationId xmlns:a16="http://schemas.microsoft.com/office/drawing/2014/main" id="{DBA5D416-EC62-4F9F-A322-CC52AE8E84F6}"/>
              </a:ext>
            </a:extLst>
          </p:cNvPr>
          <p:cNvSpPr>
            <a:spLocks xmlns:a="http://schemas.openxmlformats.org/drawingml/2006/main" noGrp="1"/>
          </p:cNvSpPr>
          <p:nvPr/>
        </p:nvSpPr>
        <p:spPr>
          <a:xfrm xmlns:a="http://schemas.openxmlformats.org/drawingml/2006/main">
            <a:off x="7214616" y="3182111"/>
            <a:ext cx="182886" cy="16104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100" b="1">
                <a:solidFill>
                  <a:srgbClr val="73777F"/>
                </a:solidFill>
                <a:latin typeface="Helvetica Neue"/>
                <a:ea typeface="Helvetica Neue"/>
                <a:cs typeface="Helvetica Neue"/>
              </a:defRPr>
            </a:lvl1pPr>
          </a:lstStyle>
          <a:p xmlns:a="http://schemas.openxmlformats.org/drawingml/2006/main">
            <a:pPr>
              <a:buNone/>
            </a:pPr>
            <a:r>
              <a:t>+</a:t>
            </a:r>
          </a:p>
        </p:txBody>
      </p:sp>
      <p:sp>
        <p:nvSpPr>
          <p:cNvPr id="1869" name="Oval 48">
            <a:extLst xmlns:a="http://schemas.openxmlformats.org/drawingml/2006/main">
              <a:ext uri="{FF2B5EF4-FFF2-40B4-BE49-F238E27FC236}">
                <a16:creationId xmlns:a16="http://schemas.microsoft.com/office/drawing/2014/main" id="{9292AC5B-2B61-4716-B909-9510DACEB90E}"/>
              </a:ext>
            </a:extLst>
          </p:cNvPr>
          <p:cNvSpPr>
            <a:spLocks xmlns:a="http://schemas.openxmlformats.org/drawingml/2006/main" noGrp="1"/>
          </p:cNvSpPr>
          <p:nvPr/>
        </p:nvSpPr>
        <p:spPr>
          <a:xfrm xmlns:a="http://schemas.openxmlformats.org/drawingml/2006/main">
            <a:off x="7424928" y="3145532"/>
            <a:ext cx="246899" cy="246899"/>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870" name="TextBox 49">
            <a:extLst xmlns:a="http://schemas.openxmlformats.org/drawingml/2006/main">
              <a:ext uri="{FF2B5EF4-FFF2-40B4-BE49-F238E27FC236}">
                <a16:creationId xmlns:a16="http://schemas.microsoft.com/office/drawing/2014/main" id="{1B4E952C-03FD-42FA-95BF-A66F0E76DEB4}"/>
              </a:ext>
            </a:extLst>
          </p:cNvPr>
          <p:cNvSpPr>
            <a:spLocks xmlns:a="http://schemas.openxmlformats.org/drawingml/2006/main" noGrp="1"/>
          </p:cNvSpPr>
          <p:nvPr/>
        </p:nvSpPr>
        <p:spPr>
          <a:xfrm xmlns:a="http://schemas.openxmlformats.org/drawingml/2006/main">
            <a:off x="7424928" y="3195827"/>
            <a:ext cx="246894"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800" b="1">
                <a:solidFill>
                  <a:srgbClr val="FFFFFF"/>
                </a:solidFill>
                <a:latin typeface="Helvetica Neue"/>
                <a:ea typeface="Helvetica Neue"/>
                <a:cs typeface="Helvetica Neue"/>
              </a:defRPr>
            </a:lvl1pPr>
          </a:lstStyle>
          <a:p xmlns:a="http://schemas.openxmlformats.org/drawingml/2006/main">
            <a:pPr>
              <a:buNone/>
            </a:pPr>
            <a:r>
              <a:t>S</a:t>
            </a:r>
          </a:p>
        </p:txBody>
      </p:sp>
      <p:sp>
        <p:nvSpPr>
          <p:cNvPr id="1871" name="TextBox 50">
            <a:extLst xmlns:a="http://schemas.openxmlformats.org/drawingml/2006/main">
              <a:ext uri="{FF2B5EF4-FFF2-40B4-BE49-F238E27FC236}">
                <a16:creationId xmlns:a16="http://schemas.microsoft.com/office/drawing/2014/main" id="{996C23AB-4E4A-4CE3-938C-FA10FC4A3E22}"/>
              </a:ext>
            </a:extLst>
          </p:cNvPr>
          <p:cNvSpPr>
            <a:spLocks xmlns:a="http://schemas.openxmlformats.org/drawingml/2006/main" noGrp="1"/>
          </p:cNvSpPr>
          <p:nvPr/>
        </p:nvSpPr>
        <p:spPr>
          <a:xfrm xmlns:a="http://schemas.openxmlformats.org/drawingml/2006/main">
            <a:off x="7936992" y="3154677"/>
            <a:ext cx="310902" cy="2286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600" b="1">
                <a:solidFill>
                  <a:srgbClr val="73777F"/>
                </a:solidFill>
                <a:latin typeface="Helvetica Neue"/>
                <a:ea typeface="Helvetica Neue"/>
                <a:cs typeface="Helvetica Neue"/>
              </a:defRPr>
            </a:lvl1pPr>
          </a:lstStyle>
          <a:p xmlns:a="http://schemas.openxmlformats.org/drawingml/2006/main">
            <a:pPr>
              <a:buNone/>
            </a:pPr>
            <a:r>
              <a:t>→</a:t>
            </a:r>
          </a:p>
        </p:txBody>
      </p:sp>
      <p:sp>
        <p:nvSpPr>
          <p:cNvPr id="1872" name="Oval 51">
            <a:extLst xmlns:a="http://schemas.openxmlformats.org/drawingml/2006/main">
              <a:ext uri="{FF2B5EF4-FFF2-40B4-BE49-F238E27FC236}">
                <a16:creationId xmlns:a16="http://schemas.microsoft.com/office/drawing/2014/main" id="{1F3D2B51-4AD0-4524-B289-407C36B1B54E}"/>
              </a:ext>
            </a:extLst>
          </p:cNvPr>
          <p:cNvSpPr>
            <a:spLocks xmlns:a="http://schemas.openxmlformats.org/drawingml/2006/main" noGrp="1"/>
          </p:cNvSpPr>
          <p:nvPr/>
        </p:nvSpPr>
        <p:spPr>
          <a:xfrm xmlns:a="http://schemas.openxmlformats.org/drawingml/2006/main">
            <a:off x="8321040" y="3145532"/>
            <a:ext cx="246899" cy="246899"/>
          </a:xfrm>
          <a:prstGeom xmlns:a="http://schemas.openxmlformats.org/drawingml/2006/main" prst="ellipse">
            <a:avLst/>
          </a:prstGeom>
          <a:solidFill xmlns:a="http://schemas.openxmlformats.org/drawingml/2006/main">
            <a:srgbClr val="1FA873"/>
          </a:solidFill>
          <a:ln xmlns:a="http://schemas.openxmlformats.org/drawingml/2006/main" w="10160">
            <a:solidFill>
              <a:srgbClr val="1FA873"/>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873" name="TextBox 52">
            <a:extLst xmlns:a="http://schemas.openxmlformats.org/drawingml/2006/main">
              <a:ext uri="{FF2B5EF4-FFF2-40B4-BE49-F238E27FC236}">
                <a16:creationId xmlns:a16="http://schemas.microsoft.com/office/drawing/2014/main" id="{0AF8573B-5989-48B3-98A0-C205225A9C78}"/>
              </a:ext>
            </a:extLst>
          </p:cNvPr>
          <p:cNvSpPr>
            <a:spLocks xmlns:a="http://schemas.openxmlformats.org/drawingml/2006/main" noGrp="1"/>
          </p:cNvSpPr>
          <p:nvPr/>
        </p:nvSpPr>
        <p:spPr>
          <a:xfrm xmlns:a="http://schemas.openxmlformats.org/drawingml/2006/main">
            <a:off x="8321040" y="3214116"/>
            <a:ext cx="246894"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700" b="1">
                <a:solidFill>
                  <a:srgbClr val="FFFFFF"/>
                </a:solidFill>
                <a:latin typeface="Helvetica Neue"/>
                <a:ea typeface="Helvetica Neue"/>
                <a:cs typeface="Helvetica Neue"/>
              </a:defRPr>
            </a:lvl1pPr>
          </a:lstStyle>
          <a:p xmlns:a="http://schemas.openxmlformats.org/drawingml/2006/main">
            <a:pPr>
              <a:buNone/>
            </a:pPr>
            <a:r>
              <a:t>VETO</a:t>
            </a:r>
          </a:p>
        </p:txBody>
      </p:sp>
      <p:sp>
        <p:nvSpPr>
          <p:cNvPr id="1874" name="TextBox 53">
            <a:extLst xmlns:a="http://schemas.openxmlformats.org/drawingml/2006/main">
              <a:ext uri="{FF2B5EF4-FFF2-40B4-BE49-F238E27FC236}">
                <a16:creationId xmlns:a16="http://schemas.microsoft.com/office/drawing/2014/main" id="{87C07A1C-3562-42BB-9B5B-B09F3A949DEA}"/>
              </a:ext>
            </a:extLst>
          </p:cNvPr>
          <p:cNvSpPr>
            <a:spLocks xmlns:a="http://schemas.openxmlformats.org/drawingml/2006/main" noGrp="1"/>
          </p:cNvSpPr>
          <p:nvPr/>
        </p:nvSpPr>
        <p:spPr>
          <a:xfrm xmlns:a="http://schemas.openxmlformats.org/drawingml/2006/main">
            <a:off x="9326880" y="3163821"/>
            <a:ext cx="1920241" cy="18608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200" b="1">
                <a:solidFill>
                  <a:srgbClr val="1FA873"/>
                </a:solidFill>
                <a:latin typeface="Helvetica Neue"/>
                <a:ea typeface="Helvetica Neue"/>
                <a:cs typeface="Helvetica Neue"/>
              </a:defRPr>
            </a:pPr>
            <a:r>
              <a:t>• </a:t>
            </a:r>
            <a:r>
              <a:rPr>
                <a:solidFill>
                  <a:srgbClr val="111318"/>
                </a:solidFill>
              </a:rPr>
              <a:t>Vital-interest veto</a:t>
            </a:r>
          </a:p>
        </p:txBody>
      </p:sp>
      <p:sp>
        <p:nvSpPr>
          <p:cNvPr id="1875" name="Connector 54">
            <a:extLst xmlns:a="http://schemas.openxmlformats.org/drawingml/2006/main">
              <a:ext uri="{FF2B5EF4-FFF2-40B4-BE49-F238E27FC236}">
                <a16:creationId xmlns:a16="http://schemas.microsoft.com/office/drawing/2014/main" id="{CD3EA287-A2DB-432B-B06A-C17CB23841E4}"/>
              </a:ext>
            </a:extLst>
          </p:cNvPr>
          <p:cNvSpPr>
            <a:spLocks xmlns:a="http://schemas.openxmlformats.org/drawingml/2006/main" noGrp="1"/>
          </p:cNvSpPr>
          <p:nvPr/>
        </p:nvSpPr>
        <p:spPr>
          <a:xfrm xmlns:a="http://schemas.openxmlformats.org/drawingml/2006/main">
            <a:off x="4663440" y="3803903"/>
            <a:ext cx="6638544" cy="5"/>
          </a:xfrm>
          <a:prstGeom xmlns:a="http://schemas.openxmlformats.org/drawingml/2006/main" prst="line">
            <a:avLst/>
          </a:prstGeom>
          <a:ln xmlns:a="http://schemas.openxmlformats.org/drawingml/2006/main" w="889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876" name="TextBox 55">
            <a:extLst xmlns:a="http://schemas.openxmlformats.org/drawingml/2006/main">
              <a:ext uri="{FF2B5EF4-FFF2-40B4-BE49-F238E27FC236}">
                <a16:creationId xmlns:a16="http://schemas.microsoft.com/office/drawing/2014/main" id="{075C6DBD-E485-40C3-8BDF-2753F8B66772}"/>
              </a:ext>
            </a:extLst>
          </p:cNvPr>
          <p:cNvSpPr>
            <a:spLocks xmlns:a="http://schemas.openxmlformats.org/drawingml/2006/main" noGrp="1"/>
          </p:cNvSpPr>
          <p:nvPr/>
        </p:nvSpPr>
        <p:spPr>
          <a:xfrm xmlns:a="http://schemas.openxmlformats.org/drawingml/2006/main">
            <a:off x="4663440" y="4297679"/>
            <a:ext cx="1600206" cy="14871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000" b="1">
                <a:solidFill>
                  <a:srgbClr val="111318"/>
                </a:solidFill>
                <a:latin typeface="Helvetica Neue"/>
                <a:ea typeface="Helvetica Neue"/>
                <a:cs typeface="Helvetica Neue"/>
              </a:defRPr>
            </a:lvl1pPr>
          </a:lstStyle>
          <a:p xmlns:a="http://schemas.openxmlformats.org/drawingml/2006/main">
            <a:pPr>
              <a:buNone/>
            </a:pPr>
            <a:r>
              <a:t>N. IRELAND</a:t>
            </a:r>
          </a:p>
        </p:txBody>
      </p:sp>
      <p:sp>
        <p:nvSpPr>
          <p:cNvPr id="1877" name="Oval 56">
            <a:extLst xmlns:a="http://schemas.openxmlformats.org/drawingml/2006/main">
              <a:ext uri="{FF2B5EF4-FFF2-40B4-BE49-F238E27FC236}">
                <a16:creationId xmlns:a16="http://schemas.microsoft.com/office/drawing/2014/main" id="{06453E34-6E09-4076-8884-CC0828997DBE}"/>
              </a:ext>
            </a:extLst>
          </p:cNvPr>
          <p:cNvSpPr>
            <a:spLocks xmlns:a="http://schemas.openxmlformats.org/drawingml/2006/main" noGrp="1"/>
          </p:cNvSpPr>
          <p:nvPr/>
        </p:nvSpPr>
        <p:spPr>
          <a:xfrm xmlns:a="http://schemas.openxmlformats.org/drawingml/2006/main">
            <a:off x="6437376" y="4270247"/>
            <a:ext cx="246899" cy="246899"/>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878" name="TextBox 57">
            <a:extLst xmlns:a="http://schemas.openxmlformats.org/drawingml/2006/main">
              <a:ext uri="{FF2B5EF4-FFF2-40B4-BE49-F238E27FC236}">
                <a16:creationId xmlns:a16="http://schemas.microsoft.com/office/drawing/2014/main" id="{DDA935E6-CB0B-4DCB-9F54-4A8B9C466BBB}"/>
              </a:ext>
            </a:extLst>
          </p:cNvPr>
          <p:cNvSpPr>
            <a:spLocks xmlns:a="http://schemas.openxmlformats.org/drawingml/2006/main" noGrp="1"/>
          </p:cNvSpPr>
          <p:nvPr/>
        </p:nvSpPr>
        <p:spPr>
          <a:xfrm xmlns:a="http://schemas.openxmlformats.org/drawingml/2006/main">
            <a:off x="6437376" y="4320540"/>
            <a:ext cx="246894"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800" b="1">
                <a:solidFill>
                  <a:srgbClr val="FFFFFF"/>
                </a:solidFill>
                <a:latin typeface="Helvetica Neue"/>
                <a:ea typeface="Helvetica Neue"/>
                <a:cs typeface="Helvetica Neue"/>
              </a:defRPr>
            </a:lvl1pPr>
          </a:lstStyle>
          <a:p xmlns:a="http://schemas.openxmlformats.org/drawingml/2006/main">
            <a:pPr>
              <a:buNone/>
            </a:pPr>
            <a:r>
              <a:t>U</a:t>
            </a:r>
          </a:p>
        </p:txBody>
      </p:sp>
      <p:sp>
        <p:nvSpPr>
          <p:cNvPr id="1879" name="TextBox 58">
            <a:extLst xmlns:a="http://schemas.openxmlformats.org/drawingml/2006/main">
              <a:ext uri="{FF2B5EF4-FFF2-40B4-BE49-F238E27FC236}">
                <a16:creationId xmlns:a16="http://schemas.microsoft.com/office/drawing/2014/main" id="{C1653688-4C64-441E-A501-E782B35EC24A}"/>
              </a:ext>
            </a:extLst>
          </p:cNvPr>
          <p:cNvSpPr>
            <a:spLocks xmlns:a="http://schemas.openxmlformats.org/drawingml/2006/main" noGrp="1"/>
          </p:cNvSpPr>
          <p:nvPr/>
        </p:nvSpPr>
        <p:spPr>
          <a:xfrm xmlns:a="http://schemas.openxmlformats.org/drawingml/2006/main">
            <a:off x="6720840" y="4306823"/>
            <a:ext cx="182886" cy="16104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100" b="1">
                <a:solidFill>
                  <a:srgbClr val="73777F"/>
                </a:solidFill>
                <a:latin typeface="Helvetica Neue"/>
                <a:ea typeface="Helvetica Neue"/>
                <a:cs typeface="Helvetica Neue"/>
              </a:defRPr>
            </a:lvl1pPr>
          </a:lstStyle>
          <a:p xmlns:a="http://schemas.openxmlformats.org/drawingml/2006/main">
            <a:pPr>
              <a:buNone/>
            </a:pPr>
            <a:r>
              <a:t>+</a:t>
            </a:r>
          </a:p>
        </p:txBody>
      </p:sp>
      <p:sp>
        <p:nvSpPr>
          <p:cNvPr id="1880" name="Oval 59">
            <a:extLst xmlns:a="http://schemas.openxmlformats.org/drawingml/2006/main">
              <a:ext uri="{FF2B5EF4-FFF2-40B4-BE49-F238E27FC236}">
                <a16:creationId xmlns:a16="http://schemas.microsoft.com/office/drawing/2014/main" id="{3DDC7E19-A7FA-4DD0-8D6F-35393B3AA6B3}"/>
              </a:ext>
            </a:extLst>
          </p:cNvPr>
          <p:cNvSpPr>
            <a:spLocks xmlns:a="http://schemas.openxmlformats.org/drawingml/2006/main" noGrp="1"/>
          </p:cNvSpPr>
          <p:nvPr/>
        </p:nvSpPr>
        <p:spPr>
          <a:xfrm xmlns:a="http://schemas.openxmlformats.org/drawingml/2006/main">
            <a:off x="6931152" y="4270247"/>
            <a:ext cx="246899" cy="246899"/>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881" name="TextBox 60">
            <a:extLst xmlns:a="http://schemas.openxmlformats.org/drawingml/2006/main">
              <a:ext uri="{FF2B5EF4-FFF2-40B4-BE49-F238E27FC236}">
                <a16:creationId xmlns:a16="http://schemas.microsoft.com/office/drawing/2014/main" id="{59431FD4-B286-4704-83FD-838E4FD64DF3}"/>
              </a:ext>
            </a:extLst>
          </p:cNvPr>
          <p:cNvSpPr>
            <a:spLocks xmlns:a="http://schemas.openxmlformats.org/drawingml/2006/main" noGrp="1"/>
          </p:cNvSpPr>
          <p:nvPr/>
        </p:nvSpPr>
        <p:spPr>
          <a:xfrm xmlns:a="http://schemas.openxmlformats.org/drawingml/2006/main">
            <a:off x="6931152" y="4320540"/>
            <a:ext cx="246894"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800" b="1">
                <a:solidFill>
                  <a:srgbClr val="FFFFFF"/>
                </a:solidFill>
                <a:latin typeface="Helvetica Neue"/>
                <a:ea typeface="Helvetica Neue"/>
                <a:cs typeface="Helvetica Neue"/>
              </a:defRPr>
            </a:lvl1pPr>
          </a:lstStyle>
          <a:p xmlns:a="http://schemas.openxmlformats.org/drawingml/2006/main">
            <a:pPr>
              <a:buNone/>
            </a:pPr>
            <a:r>
              <a:t>N</a:t>
            </a:r>
          </a:p>
        </p:txBody>
      </p:sp>
      <p:sp>
        <p:nvSpPr>
          <p:cNvPr id="1882" name="TextBox 61">
            <a:extLst xmlns:a="http://schemas.openxmlformats.org/drawingml/2006/main">
              <a:ext uri="{FF2B5EF4-FFF2-40B4-BE49-F238E27FC236}">
                <a16:creationId xmlns:a16="http://schemas.microsoft.com/office/drawing/2014/main" id="{DCC4B86B-14F3-4D23-AB91-49FDD878D574}"/>
              </a:ext>
            </a:extLst>
          </p:cNvPr>
          <p:cNvSpPr>
            <a:spLocks xmlns:a="http://schemas.openxmlformats.org/drawingml/2006/main" noGrp="1"/>
          </p:cNvSpPr>
          <p:nvPr/>
        </p:nvSpPr>
        <p:spPr>
          <a:xfrm xmlns:a="http://schemas.openxmlformats.org/drawingml/2006/main">
            <a:off x="7443216" y="4279391"/>
            <a:ext cx="310902" cy="2286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600" b="1">
                <a:solidFill>
                  <a:srgbClr val="73777F"/>
                </a:solidFill>
                <a:latin typeface="Helvetica Neue"/>
                <a:ea typeface="Helvetica Neue"/>
                <a:cs typeface="Helvetica Neue"/>
              </a:defRPr>
            </a:lvl1pPr>
          </a:lstStyle>
          <a:p xmlns:a="http://schemas.openxmlformats.org/drawingml/2006/main">
            <a:pPr>
              <a:buNone/>
            </a:pPr>
            <a:r>
              <a:t>→</a:t>
            </a:r>
          </a:p>
        </p:txBody>
      </p:sp>
      <p:sp>
        <p:nvSpPr>
          <p:cNvPr id="1883" name="Oval 62">
            <a:extLst xmlns:a="http://schemas.openxmlformats.org/drawingml/2006/main">
              <a:ext uri="{FF2B5EF4-FFF2-40B4-BE49-F238E27FC236}">
                <a16:creationId xmlns:a16="http://schemas.microsoft.com/office/drawing/2014/main" id="{2E8ADE4D-D050-4D83-956A-4C1D207004F6}"/>
              </a:ext>
            </a:extLst>
          </p:cNvPr>
          <p:cNvSpPr>
            <a:spLocks xmlns:a="http://schemas.openxmlformats.org/drawingml/2006/main" noGrp="1"/>
          </p:cNvSpPr>
          <p:nvPr/>
        </p:nvSpPr>
        <p:spPr>
          <a:xfrm xmlns:a="http://schemas.openxmlformats.org/drawingml/2006/main">
            <a:off x="7827264" y="4270247"/>
            <a:ext cx="246899" cy="246899"/>
          </a:xfrm>
          <a:prstGeom xmlns:a="http://schemas.openxmlformats.org/drawingml/2006/main" prst="ellipse">
            <a:avLst/>
          </a:prstGeom>
          <a:solidFill xmlns:a="http://schemas.openxmlformats.org/drawingml/2006/main">
            <a:srgbClr val="1FA873"/>
          </a:solidFill>
          <a:ln xmlns:a="http://schemas.openxmlformats.org/drawingml/2006/main" w="10160">
            <a:solidFill>
              <a:srgbClr val="1FA873"/>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884" name="Connector 63">
            <a:extLst xmlns:a="http://schemas.openxmlformats.org/drawingml/2006/main">
              <a:ext uri="{FF2B5EF4-FFF2-40B4-BE49-F238E27FC236}">
                <a16:creationId xmlns:a16="http://schemas.microsoft.com/office/drawing/2014/main" id="{E951B374-8DAA-4122-B0D7-B753F2C27F98}"/>
              </a:ext>
            </a:extLst>
          </p:cNvPr>
          <p:cNvSpPr>
            <a:spLocks xmlns:a="http://schemas.openxmlformats.org/drawingml/2006/main" noGrp="1"/>
          </p:cNvSpPr>
          <p:nvPr/>
        </p:nvSpPr>
        <p:spPr>
          <a:xfrm xmlns:a="http://schemas.openxmlformats.org/drawingml/2006/main">
            <a:off x="7872983" y="4389120"/>
            <a:ext cx="45726" cy="45726"/>
          </a:xfrm>
          <a:prstGeom xmlns:a="http://schemas.openxmlformats.org/drawingml/2006/main" prst="line">
            <a:avLst/>
          </a:prstGeom>
          <a:ln xmlns:a="http://schemas.openxmlformats.org/drawingml/2006/main" w="15875">
            <a:solidFill>
              <a:srgbClr val="FFFFF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885" name="Connector 64">
            <a:extLst xmlns:a="http://schemas.openxmlformats.org/drawingml/2006/main">
              <a:ext uri="{FF2B5EF4-FFF2-40B4-BE49-F238E27FC236}">
                <a16:creationId xmlns:a16="http://schemas.microsoft.com/office/drawing/2014/main" id="{375382FB-6B55-432F-80BF-26E52B899441}"/>
              </a:ext>
            </a:extLst>
          </p:cNvPr>
          <p:cNvSpPr>
            <a:spLocks xmlns:a="http://schemas.openxmlformats.org/drawingml/2006/main" noGrp="1"/>
          </p:cNvSpPr>
          <p:nvPr/>
        </p:nvSpPr>
        <p:spPr>
          <a:xfrm xmlns:a="http://schemas.openxmlformats.org/drawingml/2006/main" flipV="1">
            <a:off x="7918704" y="4325111"/>
            <a:ext cx="91446" cy="109731"/>
          </a:xfrm>
          <a:prstGeom xmlns:a="http://schemas.openxmlformats.org/drawingml/2006/main" prst="line">
            <a:avLst/>
          </a:prstGeom>
          <a:ln xmlns:a="http://schemas.openxmlformats.org/drawingml/2006/main" w="15875">
            <a:solidFill>
              <a:srgbClr val="FFFFF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886" name="TextBox 65">
            <a:extLst xmlns:a="http://schemas.openxmlformats.org/drawingml/2006/main">
              <a:ext uri="{FF2B5EF4-FFF2-40B4-BE49-F238E27FC236}">
                <a16:creationId xmlns:a16="http://schemas.microsoft.com/office/drawing/2014/main" id="{46C3AF01-71F8-4097-A8A3-C6B56B683C59}"/>
              </a:ext>
            </a:extLst>
          </p:cNvPr>
          <p:cNvSpPr>
            <a:spLocks xmlns:a="http://schemas.openxmlformats.org/drawingml/2006/main" noGrp="1"/>
          </p:cNvSpPr>
          <p:nvPr/>
        </p:nvSpPr>
        <p:spPr>
          <a:xfrm xmlns:a="http://schemas.openxmlformats.org/drawingml/2006/main">
            <a:off x="9326880" y="4288535"/>
            <a:ext cx="1920241" cy="18608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200" b="1">
                <a:solidFill>
                  <a:srgbClr val="1FA873"/>
                </a:solidFill>
                <a:latin typeface="Helvetica Neue"/>
                <a:ea typeface="Helvetica Neue"/>
                <a:cs typeface="Helvetica Neue"/>
              </a:defRPr>
            </a:pPr>
            <a:r>
              <a:t>• </a:t>
            </a:r>
            <a:r>
              <a:rPr>
                <a:solidFill>
                  <a:srgbClr val="111318"/>
                </a:solidFill>
              </a:rPr>
              <a:t>Parallel consent</a:t>
            </a:r>
          </a:p>
        </p:txBody>
      </p:sp>
      <p:sp>
        <p:nvSpPr>
          <p:cNvPr id="1887" name="Connector 66">
            <a:extLst xmlns:a="http://schemas.openxmlformats.org/drawingml/2006/main">
              <a:ext uri="{FF2B5EF4-FFF2-40B4-BE49-F238E27FC236}">
                <a16:creationId xmlns:a16="http://schemas.microsoft.com/office/drawing/2014/main" id="{55A782FB-6D5E-44DF-99D4-64437804BF00}"/>
              </a:ext>
            </a:extLst>
          </p:cNvPr>
          <p:cNvSpPr>
            <a:spLocks xmlns:a="http://schemas.openxmlformats.org/drawingml/2006/main" noGrp="1"/>
          </p:cNvSpPr>
          <p:nvPr/>
        </p:nvSpPr>
        <p:spPr>
          <a:xfrm xmlns:a="http://schemas.openxmlformats.org/drawingml/2006/main">
            <a:off x="749803" y="5230366"/>
            <a:ext cx="10680201" cy="7"/>
          </a:xfrm>
          <a:prstGeom xmlns:a="http://schemas.openxmlformats.org/drawingml/2006/main" prst="line">
            <a:avLst/>
          </a:prstGeom>
          <a:ln xmlns:a="http://schemas.openxmlformats.org/drawingml/2006/main" w="1270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888" name="TextBox 67">
            <a:extLst xmlns:a="http://schemas.openxmlformats.org/drawingml/2006/main">
              <a:ext uri="{FF2B5EF4-FFF2-40B4-BE49-F238E27FC236}">
                <a16:creationId xmlns:a16="http://schemas.microsoft.com/office/drawing/2014/main" id="{71555FD8-89D3-4DE5-8CE2-B44ECCEE2F6D}"/>
              </a:ext>
            </a:extLst>
          </p:cNvPr>
          <p:cNvSpPr>
            <a:spLocks xmlns:a="http://schemas.openxmlformats.org/drawingml/2006/main" noGrp="1"/>
          </p:cNvSpPr>
          <p:nvPr/>
        </p:nvSpPr>
        <p:spPr>
          <a:xfrm xmlns:a="http://schemas.openxmlformats.org/drawingml/2006/main">
            <a:off x="841244" y="5532120"/>
            <a:ext cx="3154690" cy="235406"/>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600" b="1">
                <a:solidFill>
                  <a:srgbClr val="1FA873"/>
                </a:solidFill>
                <a:latin typeface="Helvetica Neue"/>
                <a:ea typeface="Helvetica Neue"/>
                <a:cs typeface="Helvetica Neue"/>
              </a:defRPr>
            </a:pPr>
            <a:r>
              <a:t>• </a:t>
            </a:r>
            <a:r>
              <a:rPr>
                <a:solidFill>
                  <a:srgbClr val="111318"/>
                </a:solidFill>
              </a:rPr>
              <a:t>No group decides alone</a:t>
            </a:r>
          </a:p>
        </p:txBody>
      </p:sp>
      <p:sp>
        <p:nvSpPr>
          <p:cNvPr id="1889" name="TextBox 68">
            <a:extLst xmlns:a="http://schemas.openxmlformats.org/drawingml/2006/main">
              <a:ext uri="{FF2B5EF4-FFF2-40B4-BE49-F238E27FC236}">
                <a16:creationId xmlns:a16="http://schemas.microsoft.com/office/drawing/2014/main" id="{8298E59C-8226-4EF0-9662-461167040E61}"/>
              </a:ext>
            </a:extLst>
          </p:cNvPr>
          <p:cNvSpPr>
            <a:spLocks xmlns:a="http://schemas.openxmlformats.org/drawingml/2006/main" noGrp="1"/>
          </p:cNvSpPr>
          <p:nvPr/>
        </p:nvSpPr>
        <p:spPr>
          <a:xfrm xmlns:a="http://schemas.openxmlformats.org/drawingml/2006/main">
            <a:off x="6693406" y="5532120"/>
            <a:ext cx="4297682" cy="235406"/>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lgn="r">
              <a:buNone/>
              <a:defRPr sz="1600" b="1">
                <a:solidFill>
                  <a:srgbClr val="3977F6"/>
                </a:solidFill>
                <a:latin typeface="Helvetica Neue"/>
                <a:ea typeface="Helvetica Neue"/>
                <a:cs typeface="Helvetica Neue"/>
              </a:defRPr>
            </a:pPr>
            <a:r>
              <a:t>• </a:t>
            </a:r>
            <a:r>
              <a:rPr>
                <a:solidFill>
                  <a:srgbClr val="111318"/>
                </a:solidFill>
              </a:rPr>
              <a:t>But online, who are the groups? →</a:t>
            </a:r>
          </a:p>
        </p:txBody>
      </p:sp>
      <p:sp>
        <p:nvSpPr>
          <p:cNvPr id="1890" name="TextBox 69">
            <a:extLst xmlns:a="http://schemas.openxmlformats.org/drawingml/2006/main">
              <a:ext uri="{FF2B5EF4-FFF2-40B4-BE49-F238E27FC236}">
                <a16:creationId xmlns:a16="http://schemas.microsoft.com/office/drawing/2014/main" id="{FB00D262-9867-497A-A53E-7E22440CE241}"/>
              </a:ext>
            </a:extLst>
          </p:cNvPr>
          <p:cNvSpPr>
            <a:spLocks xmlns:a="http://schemas.openxmlformats.org/drawingml/2006/main" noGrp="1"/>
          </p:cNvSpPr>
          <p:nvPr/>
        </p:nvSpPr>
        <p:spPr>
          <a:xfrm xmlns:a="http://schemas.openxmlformats.org/drawingml/2006/main">
            <a:off x="621792" y="6437376"/>
            <a:ext cx="10881360"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800">
                <a:solidFill>
                  <a:srgbClr val="73777F"/>
                </a:solidFill>
                <a:latin typeface="Helvetica Neue"/>
                <a:ea typeface="Helvetica Neue"/>
                <a:cs typeface="Helvetica Neue"/>
              </a:defRPr>
            </a:lvl1pPr>
          </a:lstStyle>
          <a:p xmlns:a="http://schemas.openxmlformats.org/drawingml/2006/main">
            <a:pPr>
              <a:buNone/>
            </a:pPr>
            <a:r>
              <a:t>• Linder &amp; Mueller (2021); Lijphart (1977); Bieber (2006); McGarry &amp; O’Leary (2009)</a:t>
            </a:r>
          </a:p>
        </p:txBody>
      </p:sp>
      <p:sp>
        <p:nvSpPr>
          <p:cNvPr id="1891" name="Oval 36">
            <a:extLst xmlns:a="http://schemas.openxmlformats.org/drawingml/2006/main">
              <a:ext uri="{FF2B5EF4-FFF2-40B4-BE49-F238E27FC236}">
                <a16:creationId xmlns:a16="http://schemas.microsoft.com/office/drawing/2014/main" id="{E889EBAD-328B-442E-BD82-B2CA26FB9077}"/>
              </a:ext>
            </a:extLst>
          </p:cNvPr>
          <p:cNvSpPr>
            <a:spLocks xmlns:a="http://schemas.openxmlformats.org/drawingml/2006/main" noGrp="1"/>
          </p:cNvSpPr>
          <p:nvPr/>
        </p:nvSpPr>
        <p:spPr>
          <a:xfrm xmlns:a="http://schemas.openxmlformats.org/drawingml/2006/main" rot="0" flipH="0" flipV="0">
            <a:off x="3260338" y="3017768"/>
            <a:ext cx="246901" cy="246901"/>
          </a:xfrm>
          <a:prstGeom xmlns:a="http://schemas.openxmlformats.org/drawingml/2006/main" prst="ellipse">
            <a:avLst/>
          </a:prstGeom>
          <a:solidFill xmlns:a="http://schemas.openxmlformats.org/drawingml/2006/main">
            <a:srgbClr val="1FA873"/>
          </a:solidFill>
          <a:ln xmlns:a="http://schemas.openxmlformats.org/drawingml/2006/main" w="10160">
            <a:solidFill>
              <a:srgbClr val="1FA873"/>
            </a:solidFill>
            <a:prstDash val="solid"/>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wrap="square" lIns="45718" tIns="45718" rIns="45718" bIns="45718" anchor="ctr">
            <a:noAutofit/>
          </a:bodyPr>
          <a:lstStyle xmlns:a="http://schemas.openxmlformats.org/drawingml/2006/main"/>
          <a:p xmlns:a="http://schemas.openxmlformats.org/drawingml/2006/main">
            <a:pPr algn="ctr">
              <a:buNone/>
              <a:defRPr>
                <a:solidFill>
                  <a:srgbClr val="FFFFFF"/>
                </a:solidFill>
              </a:defRPr>
            </a:pPr>
          </a:p>
        </p:txBody>
      </p:sp>
      <p:sp>
        <p:nvSpPr>
          <p:cNvPr id="1892" name="Connector 37">
            <a:extLst xmlns:a="http://schemas.openxmlformats.org/drawingml/2006/main">
              <a:ext uri="{FF2B5EF4-FFF2-40B4-BE49-F238E27FC236}">
                <a16:creationId xmlns:a16="http://schemas.microsoft.com/office/drawing/2014/main" id="{F47A0F5D-61D5-4D8B-997C-371CA5471DBA}"/>
              </a:ext>
            </a:extLst>
          </p:cNvPr>
          <p:cNvSpPr>
            <a:spLocks xmlns:a="http://schemas.openxmlformats.org/drawingml/2006/main" noGrp="1"/>
          </p:cNvSpPr>
          <p:nvPr/>
        </p:nvSpPr>
        <p:spPr>
          <a:xfrm xmlns:a="http://schemas.openxmlformats.org/drawingml/2006/main" rot="0" flipH="0" flipV="0">
            <a:off x="3306058" y="3136641"/>
            <a:ext cx="45726" cy="45726"/>
          </a:xfrm>
          <a:prstGeom xmlns:a="http://schemas.openxmlformats.org/drawingml/2006/main" prst="line">
            <a:avLst/>
          </a:prstGeom>
          <a:noFill xmlns:a="http://schemas.openxmlformats.org/drawingml/2006/main"/>
          <a:ln xmlns:a="http://schemas.openxmlformats.org/drawingml/2006/main" w="15875">
            <a:solidFill>
              <a:srgbClr val="FFFFFF"/>
            </a:solidFill>
            <a:prstDash val="solid"/>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wrap="square" lIns="45718" tIns="45718" rIns="45718" bIns="45718" anchor="t">
            <a:noAutofit/>
          </a:bodyPr>
          <a:lstStyle xmlns:a="http://schemas.openxmlformats.org/drawingml/2006/main"/>
          <a:p xmlns:a="http://schemas.openxmlformats.org/drawingml/2006/main">
            <a:pPr>
              <a:buNone/>
            </a:pPr>
          </a:p>
        </p:txBody>
      </p:sp>
      <p:sp>
        <p:nvSpPr>
          <p:cNvPr id="1893" name="Connector 38">
            <a:extLst xmlns:a="http://schemas.openxmlformats.org/drawingml/2006/main">
              <a:ext uri="{FF2B5EF4-FFF2-40B4-BE49-F238E27FC236}">
                <a16:creationId xmlns:a16="http://schemas.microsoft.com/office/drawing/2014/main" id="{E36F4432-0281-43E4-98C8-EC96A783A90D}"/>
              </a:ext>
            </a:extLst>
          </p:cNvPr>
          <p:cNvSpPr>
            <a:spLocks xmlns:a="http://schemas.openxmlformats.org/drawingml/2006/main" noGrp="1"/>
          </p:cNvSpPr>
          <p:nvPr/>
        </p:nvSpPr>
        <p:spPr>
          <a:xfrm xmlns:a="http://schemas.openxmlformats.org/drawingml/2006/main" rot="0" flipH="0" flipV="1">
            <a:off x="3351780" y="3072636"/>
            <a:ext cx="91446" cy="109734"/>
          </a:xfrm>
          <a:prstGeom xmlns:a="http://schemas.openxmlformats.org/drawingml/2006/main" prst="line">
            <a:avLst/>
          </a:prstGeom>
          <a:noFill xmlns:a="http://schemas.openxmlformats.org/drawingml/2006/main"/>
          <a:ln xmlns:a="http://schemas.openxmlformats.org/drawingml/2006/main" w="15875">
            <a:solidFill>
              <a:srgbClr val="FFFFFF"/>
            </a:solidFill>
            <a:prstDash val="solid"/>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wrap="square" lIns="45718" tIns="45718" rIns="45718" bIns="45718" anchor="t">
            <a:noAutofit/>
          </a:bodyPr>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1431005304"/>
      </p:ext>
    </p:extLst>
  </p:cSld>
</p:sld>
</file>

<file path=ppt/slides/slide22.xml><?xml version="1.0" encoding="utf-8"?>
<p:sld xmlns:p="http://schemas.openxmlformats.org/presentationml/2006/main" showMasterSp="1">
  <p:cSld>
    <p:spTree>
      <p:nvGrpSpPr>
        <p:cNvPr id="1" name=""/>
        <p:cNvGrpSpPr/>
        <p:nvPr/>
      </p:nvGrpSpPr>
      <p:grpSpPr>
        <a:xfrm xmlns:a="http://schemas.openxmlformats.org/drawingml/2006/main"/>
      </p:grpSpPr>
      <p:sp>
        <p:nvSpPr>
          <p:cNvPr id="1896" name="TextBox 1">
            <a:extLst xmlns:a="http://schemas.openxmlformats.org/drawingml/2006/main">
              <a:ext uri="{FF2B5EF4-FFF2-40B4-BE49-F238E27FC236}">
                <a16:creationId xmlns:a16="http://schemas.microsoft.com/office/drawing/2014/main" id="{9C988516-B70A-4290-B0EB-933B57F3B39A}"/>
              </a:ext>
            </a:extLst>
          </p:cNvPr>
          <p:cNvSpPr>
            <a:spLocks xmlns:a="http://schemas.openxmlformats.org/drawingml/2006/main" noGrp="1"/>
          </p:cNvSpPr>
          <p:nvPr/>
        </p:nvSpPr>
        <p:spPr>
          <a:xfrm xmlns:a="http://schemas.openxmlformats.org/drawingml/2006/main">
            <a:off x="603499" y="420623"/>
            <a:ext cx="4389130" cy="14871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000" b="1">
                <a:solidFill>
                  <a:srgbClr val="73777F"/>
                </a:solidFill>
                <a:latin typeface="Helvetica Neue"/>
                <a:ea typeface="Helvetica Neue"/>
                <a:cs typeface="Helvetica Neue"/>
              </a:defRPr>
            </a:lvl1pPr>
          </a:lstStyle>
          <a:p xmlns:a="http://schemas.openxmlformats.org/drawingml/2006/main">
            <a:pPr>
              <a:buNone/>
            </a:pPr>
            <a:r>
              <a:t>OUR SHIFT · RECOVERY</a:t>
            </a:r>
          </a:p>
        </p:txBody>
      </p:sp>
      <p:sp>
        <p:nvSpPr>
          <p:cNvPr id="1897" name="TextBox 2">
            <a:extLst xmlns:a="http://schemas.openxmlformats.org/drawingml/2006/main">
              <a:ext uri="{FF2B5EF4-FFF2-40B4-BE49-F238E27FC236}">
                <a16:creationId xmlns:a16="http://schemas.microsoft.com/office/drawing/2014/main" id="{05EB8393-CF98-4648-8DB1-EB19D4E683D9}"/>
              </a:ext>
            </a:extLst>
          </p:cNvPr>
          <p:cNvSpPr>
            <a:spLocks xmlns:a="http://schemas.openxmlformats.org/drawingml/2006/main" noGrp="1"/>
          </p:cNvSpPr>
          <p:nvPr/>
        </p:nvSpPr>
        <p:spPr>
          <a:xfrm xmlns:a="http://schemas.openxmlformats.org/drawingml/2006/main">
            <a:off x="603504" y="786383"/>
            <a:ext cx="10515601" cy="458849"/>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3000" b="1">
                <a:solidFill>
                  <a:srgbClr val="111318"/>
                </a:solidFill>
                <a:latin typeface="Helvetica Neue"/>
                <a:ea typeface="Helvetica Neue"/>
                <a:cs typeface="Helvetica Neue"/>
              </a:defRPr>
            </a:lvl1pPr>
          </a:lstStyle>
          <a:p xmlns:a="http://schemas.openxmlformats.org/drawingml/2006/main">
            <a:pPr>
              <a:buNone/>
            </a:pPr>
            <a:r>
              <a:t>From ratings to constituencies</a:t>
            </a:r>
          </a:p>
        </p:txBody>
      </p:sp>
      <p:sp>
        <p:nvSpPr>
          <p:cNvPr id="1898" name="TextBox 3">
            <a:extLst xmlns:a="http://schemas.openxmlformats.org/drawingml/2006/main">
              <a:ext uri="{FF2B5EF4-FFF2-40B4-BE49-F238E27FC236}">
                <a16:creationId xmlns:a16="http://schemas.microsoft.com/office/drawing/2014/main" id="{876A3F64-7B28-4D52-8733-E1E16B982623}"/>
              </a:ext>
            </a:extLst>
          </p:cNvPr>
          <p:cNvSpPr>
            <a:spLocks xmlns:a="http://schemas.openxmlformats.org/drawingml/2006/main" noGrp="1"/>
          </p:cNvSpPr>
          <p:nvPr/>
        </p:nvSpPr>
        <p:spPr>
          <a:xfrm xmlns:a="http://schemas.openxmlformats.org/drawingml/2006/main">
            <a:off x="11082528" y="457198"/>
            <a:ext cx="438918" cy="136385"/>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r">
              <a:buNone/>
              <a:defRPr sz="900" b="1">
                <a:solidFill>
                  <a:srgbClr val="73777F"/>
                </a:solidFill>
                <a:latin typeface="Helvetica Neue"/>
                <a:ea typeface="Helvetica Neue"/>
                <a:cs typeface="Helvetica Neue"/>
              </a:defRPr>
            </a:lvl1pPr>
          </a:lstStyle>
          <a:p xmlns:a="http://schemas.openxmlformats.org/drawingml/2006/main">
            <a:pPr>
              <a:buNone/>
            </a:pPr>
            <a:r>
              <a:t>08</a:t>
            </a:r>
          </a:p>
        </p:txBody>
      </p:sp>
      <p:sp>
        <p:nvSpPr>
          <p:cNvPr id="1899" name="TextBox 4">
            <a:extLst xmlns:a="http://schemas.openxmlformats.org/drawingml/2006/main">
              <a:ext uri="{FF2B5EF4-FFF2-40B4-BE49-F238E27FC236}">
                <a16:creationId xmlns:a16="http://schemas.microsoft.com/office/drawing/2014/main" id="{EF15E30C-CD97-4192-B0CB-B13BCF22F69E}"/>
              </a:ext>
            </a:extLst>
          </p:cNvPr>
          <p:cNvSpPr>
            <a:spLocks xmlns:a="http://schemas.openxmlformats.org/drawingml/2006/main" noGrp="1"/>
          </p:cNvSpPr>
          <p:nvPr/>
        </p:nvSpPr>
        <p:spPr>
          <a:xfrm xmlns:a="http://schemas.openxmlformats.org/drawingml/2006/main">
            <a:off x="841247" y="1609344"/>
            <a:ext cx="2194562" cy="210743"/>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400" b="1">
                <a:solidFill>
                  <a:srgbClr val="3977F6"/>
                </a:solidFill>
                <a:latin typeface="Helvetica Neue"/>
                <a:ea typeface="Helvetica Neue"/>
                <a:cs typeface="Helvetica Neue"/>
              </a:defRPr>
            </a:pPr>
            <a:r>
              <a:t>• </a:t>
            </a:r>
            <a:r>
              <a:rPr>
                <a:solidFill>
                  <a:srgbClr val="111318"/>
                </a:solidFill>
              </a:rPr>
              <a:t>Rate notes</a:t>
            </a:r>
          </a:p>
        </p:txBody>
      </p:sp>
      <p:sp>
        <p:nvSpPr>
          <p:cNvPr id="1900" name="TextBox 5">
            <a:extLst xmlns:a="http://schemas.openxmlformats.org/drawingml/2006/main">
              <a:ext uri="{FF2B5EF4-FFF2-40B4-BE49-F238E27FC236}">
                <a16:creationId xmlns:a16="http://schemas.microsoft.com/office/drawing/2014/main" id="{166F98A7-7AEF-435F-AF8A-3F5D616E35BA}"/>
              </a:ext>
            </a:extLst>
          </p:cNvPr>
          <p:cNvSpPr>
            <a:spLocks xmlns:a="http://schemas.openxmlformats.org/drawingml/2006/main" noGrp="1"/>
          </p:cNvSpPr>
          <p:nvPr/>
        </p:nvSpPr>
        <p:spPr>
          <a:xfrm xmlns:a="http://schemas.openxmlformats.org/drawingml/2006/main">
            <a:off x="4462269" y="1609344"/>
            <a:ext cx="2743207" cy="210743"/>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400" b="1">
                <a:solidFill>
                  <a:srgbClr val="3977F6"/>
                </a:solidFill>
                <a:latin typeface="Helvetica Neue"/>
                <a:ea typeface="Helvetica Neue"/>
                <a:cs typeface="Helvetica Neue"/>
              </a:defRPr>
            </a:pPr>
            <a:r>
              <a:t>• </a:t>
            </a:r>
            <a:r>
              <a:rPr>
                <a:solidFill>
                  <a:srgbClr val="111318"/>
                </a:solidFill>
              </a:rPr>
              <a:t>Find matching patterns</a:t>
            </a:r>
          </a:p>
        </p:txBody>
      </p:sp>
      <p:sp>
        <p:nvSpPr>
          <p:cNvPr id="1901" name="TextBox 6">
            <a:extLst xmlns:a="http://schemas.openxmlformats.org/drawingml/2006/main">
              <a:ext uri="{FF2B5EF4-FFF2-40B4-BE49-F238E27FC236}">
                <a16:creationId xmlns:a16="http://schemas.microsoft.com/office/drawing/2014/main" id="{D6931A4A-3D98-469A-B44F-468740E099C2}"/>
              </a:ext>
            </a:extLst>
          </p:cNvPr>
          <p:cNvSpPr>
            <a:spLocks xmlns:a="http://schemas.openxmlformats.org/drawingml/2006/main" noGrp="1"/>
          </p:cNvSpPr>
          <p:nvPr/>
        </p:nvSpPr>
        <p:spPr>
          <a:xfrm xmlns:a="http://schemas.openxmlformats.org/drawingml/2006/main">
            <a:off x="8641080" y="1609344"/>
            <a:ext cx="2743206" cy="210743"/>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400" b="1">
                <a:solidFill>
                  <a:srgbClr val="3977F6"/>
                </a:solidFill>
                <a:latin typeface="Helvetica Neue"/>
                <a:ea typeface="Helvetica Neue"/>
                <a:cs typeface="Helvetica Neue"/>
              </a:defRPr>
            </a:pPr>
            <a:r>
              <a:t>• </a:t>
            </a:r>
            <a:r>
              <a:rPr>
                <a:solidFill>
                  <a:srgbClr val="111318"/>
                </a:solidFill>
              </a:rPr>
              <a:t>Recover constituencies</a:t>
            </a:r>
          </a:p>
        </p:txBody>
      </p:sp>
      <p:sp>
        <p:nvSpPr>
          <p:cNvPr id="1902" name="Connector 7">
            <a:extLst xmlns:a="http://schemas.openxmlformats.org/drawingml/2006/main">
              <a:ext uri="{FF2B5EF4-FFF2-40B4-BE49-F238E27FC236}">
                <a16:creationId xmlns:a16="http://schemas.microsoft.com/office/drawing/2014/main" id="{6DE643A4-2ACE-4B32-B08A-4498BEF5AA82}"/>
              </a:ext>
            </a:extLst>
          </p:cNvPr>
          <p:cNvSpPr>
            <a:spLocks xmlns:a="http://schemas.openxmlformats.org/drawingml/2006/main" noGrp="1"/>
          </p:cNvSpPr>
          <p:nvPr/>
        </p:nvSpPr>
        <p:spPr>
          <a:xfrm xmlns:a="http://schemas.openxmlformats.org/drawingml/2006/main" flipH="1">
            <a:off x="1225294" y="2148836"/>
            <a:ext cx="6" cy="2359159"/>
          </a:xfrm>
          <a:prstGeom xmlns:a="http://schemas.openxmlformats.org/drawingml/2006/main" prst="line">
            <a:avLst/>
          </a:prstGeom>
          <a:ln xmlns:a="http://schemas.openxmlformats.org/drawingml/2006/main" w="6985">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903" name="Connector 8">
            <a:extLst xmlns:a="http://schemas.openxmlformats.org/drawingml/2006/main">
              <a:ext uri="{FF2B5EF4-FFF2-40B4-BE49-F238E27FC236}">
                <a16:creationId xmlns:a16="http://schemas.microsoft.com/office/drawing/2014/main" id="{7944D410-E35C-4A71-BC9E-FDB6ED5DBAF7}"/>
              </a:ext>
            </a:extLst>
          </p:cNvPr>
          <p:cNvSpPr>
            <a:spLocks xmlns:a="http://schemas.openxmlformats.org/drawingml/2006/main" noGrp="1"/>
          </p:cNvSpPr>
          <p:nvPr/>
        </p:nvSpPr>
        <p:spPr>
          <a:xfrm xmlns:a="http://schemas.openxmlformats.org/drawingml/2006/main" flipH="1">
            <a:off x="1581911" y="2148836"/>
            <a:ext cx="6" cy="2359159"/>
          </a:xfrm>
          <a:prstGeom xmlns:a="http://schemas.openxmlformats.org/drawingml/2006/main" prst="line">
            <a:avLst/>
          </a:prstGeom>
          <a:ln xmlns:a="http://schemas.openxmlformats.org/drawingml/2006/main" w="6985">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904" name="Connector 9">
            <a:extLst xmlns:a="http://schemas.openxmlformats.org/drawingml/2006/main">
              <a:ext uri="{FF2B5EF4-FFF2-40B4-BE49-F238E27FC236}">
                <a16:creationId xmlns:a16="http://schemas.microsoft.com/office/drawing/2014/main" id="{8D453926-7CDC-44E6-9A2E-4AA02020572F}"/>
              </a:ext>
            </a:extLst>
          </p:cNvPr>
          <p:cNvSpPr>
            <a:spLocks xmlns:a="http://schemas.openxmlformats.org/drawingml/2006/main" noGrp="1"/>
          </p:cNvSpPr>
          <p:nvPr/>
        </p:nvSpPr>
        <p:spPr>
          <a:xfrm xmlns:a="http://schemas.openxmlformats.org/drawingml/2006/main" flipH="1">
            <a:off x="1938527" y="2148836"/>
            <a:ext cx="6" cy="2359159"/>
          </a:xfrm>
          <a:prstGeom xmlns:a="http://schemas.openxmlformats.org/drawingml/2006/main" prst="line">
            <a:avLst/>
          </a:prstGeom>
          <a:ln xmlns:a="http://schemas.openxmlformats.org/drawingml/2006/main" w="6985">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905" name="Connector 10">
            <a:extLst xmlns:a="http://schemas.openxmlformats.org/drawingml/2006/main">
              <a:ext uri="{FF2B5EF4-FFF2-40B4-BE49-F238E27FC236}">
                <a16:creationId xmlns:a16="http://schemas.microsoft.com/office/drawing/2014/main" id="{6D205D30-1168-4F82-A9D0-98644AFC238B}"/>
              </a:ext>
            </a:extLst>
          </p:cNvPr>
          <p:cNvSpPr>
            <a:spLocks xmlns:a="http://schemas.openxmlformats.org/drawingml/2006/main" noGrp="1"/>
          </p:cNvSpPr>
          <p:nvPr/>
        </p:nvSpPr>
        <p:spPr>
          <a:xfrm xmlns:a="http://schemas.openxmlformats.org/drawingml/2006/main" flipH="1">
            <a:off x="2295144" y="2148836"/>
            <a:ext cx="6" cy="2359159"/>
          </a:xfrm>
          <a:prstGeom xmlns:a="http://schemas.openxmlformats.org/drawingml/2006/main" prst="line">
            <a:avLst/>
          </a:prstGeom>
          <a:ln xmlns:a="http://schemas.openxmlformats.org/drawingml/2006/main" w="6985">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906" name="Connector 11">
            <a:extLst xmlns:a="http://schemas.openxmlformats.org/drawingml/2006/main">
              <a:ext uri="{FF2B5EF4-FFF2-40B4-BE49-F238E27FC236}">
                <a16:creationId xmlns:a16="http://schemas.microsoft.com/office/drawing/2014/main" id="{611E7792-8518-4A5C-A441-55F00FC6B0BD}"/>
              </a:ext>
            </a:extLst>
          </p:cNvPr>
          <p:cNvSpPr>
            <a:spLocks xmlns:a="http://schemas.openxmlformats.org/drawingml/2006/main" noGrp="1"/>
          </p:cNvSpPr>
          <p:nvPr/>
        </p:nvSpPr>
        <p:spPr>
          <a:xfrm xmlns:a="http://schemas.openxmlformats.org/drawingml/2006/main" flipH="1">
            <a:off x="2651760" y="2148836"/>
            <a:ext cx="6" cy="2359159"/>
          </a:xfrm>
          <a:prstGeom xmlns:a="http://schemas.openxmlformats.org/drawingml/2006/main" prst="line">
            <a:avLst/>
          </a:prstGeom>
          <a:ln xmlns:a="http://schemas.openxmlformats.org/drawingml/2006/main" w="6985">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907" name="Connector 12">
            <a:extLst xmlns:a="http://schemas.openxmlformats.org/drawingml/2006/main">
              <a:ext uri="{FF2B5EF4-FFF2-40B4-BE49-F238E27FC236}">
                <a16:creationId xmlns:a16="http://schemas.microsoft.com/office/drawing/2014/main" id="{31E254A1-3CE8-49E2-A026-FEED1429B38A}"/>
              </a:ext>
            </a:extLst>
          </p:cNvPr>
          <p:cNvSpPr>
            <a:spLocks xmlns:a="http://schemas.openxmlformats.org/drawingml/2006/main" noGrp="1"/>
          </p:cNvSpPr>
          <p:nvPr/>
        </p:nvSpPr>
        <p:spPr>
          <a:xfrm xmlns:a="http://schemas.openxmlformats.org/drawingml/2006/main" flipH="1">
            <a:off x="3008376" y="2148836"/>
            <a:ext cx="6" cy="2359159"/>
          </a:xfrm>
          <a:prstGeom xmlns:a="http://schemas.openxmlformats.org/drawingml/2006/main" prst="line">
            <a:avLst/>
          </a:prstGeom>
          <a:ln xmlns:a="http://schemas.openxmlformats.org/drawingml/2006/main" w="6985">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908" name="Connector 13">
            <a:extLst xmlns:a="http://schemas.openxmlformats.org/drawingml/2006/main">
              <a:ext uri="{FF2B5EF4-FFF2-40B4-BE49-F238E27FC236}">
                <a16:creationId xmlns:a16="http://schemas.microsoft.com/office/drawing/2014/main" id="{AE8ABAA5-1DD8-43F1-98AB-D326B540DF70}"/>
              </a:ext>
            </a:extLst>
          </p:cNvPr>
          <p:cNvSpPr>
            <a:spLocks xmlns:a="http://schemas.openxmlformats.org/drawingml/2006/main" noGrp="1"/>
          </p:cNvSpPr>
          <p:nvPr/>
        </p:nvSpPr>
        <p:spPr>
          <a:xfrm xmlns:a="http://schemas.openxmlformats.org/drawingml/2006/main" flipH="1">
            <a:off x="3364991" y="2148836"/>
            <a:ext cx="6" cy="2359159"/>
          </a:xfrm>
          <a:prstGeom xmlns:a="http://schemas.openxmlformats.org/drawingml/2006/main" prst="line">
            <a:avLst/>
          </a:prstGeom>
          <a:ln xmlns:a="http://schemas.openxmlformats.org/drawingml/2006/main" w="6985">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909" name="Connector 14">
            <a:extLst xmlns:a="http://schemas.openxmlformats.org/drawingml/2006/main">
              <a:ext uri="{FF2B5EF4-FFF2-40B4-BE49-F238E27FC236}">
                <a16:creationId xmlns:a16="http://schemas.microsoft.com/office/drawing/2014/main" id="{0F026CC3-714B-424A-B7B7-E23A9047AE6E}"/>
              </a:ext>
            </a:extLst>
          </p:cNvPr>
          <p:cNvSpPr>
            <a:spLocks xmlns:a="http://schemas.openxmlformats.org/drawingml/2006/main" noGrp="1"/>
          </p:cNvSpPr>
          <p:nvPr/>
        </p:nvSpPr>
        <p:spPr>
          <a:xfrm xmlns:a="http://schemas.openxmlformats.org/drawingml/2006/main" flipH="1">
            <a:off x="3721608" y="2148836"/>
            <a:ext cx="6" cy="2359159"/>
          </a:xfrm>
          <a:prstGeom xmlns:a="http://schemas.openxmlformats.org/drawingml/2006/main" prst="line">
            <a:avLst/>
          </a:prstGeom>
          <a:ln xmlns:a="http://schemas.openxmlformats.org/drawingml/2006/main" w="6985">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910" name="Connector 15">
            <a:extLst xmlns:a="http://schemas.openxmlformats.org/drawingml/2006/main">
              <a:ext uri="{FF2B5EF4-FFF2-40B4-BE49-F238E27FC236}">
                <a16:creationId xmlns:a16="http://schemas.microsoft.com/office/drawing/2014/main" id="{8762C0D0-05B9-4387-87A4-AA23B56AFDF0}"/>
              </a:ext>
            </a:extLst>
          </p:cNvPr>
          <p:cNvSpPr>
            <a:spLocks xmlns:a="http://schemas.openxmlformats.org/drawingml/2006/main" noGrp="1"/>
          </p:cNvSpPr>
          <p:nvPr/>
        </p:nvSpPr>
        <p:spPr>
          <a:xfrm xmlns:a="http://schemas.openxmlformats.org/drawingml/2006/main">
            <a:off x="1225294" y="2148837"/>
            <a:ext cx="2496314" cy="7"/>
          </a:xfrm>
          <a:prstGeom xmlns:a="http://schemas.openxmlformats.org/drawingml/2006/main" prst="line">
            <a:avLst/>
          </a:prstGeom>
          <a:ln xmlns:a="http://schemas.openxmlformats.org/drawingml/2006/main" w="6985">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911" name="Connector 16">
            <a:extLst xmlns:a="http://schemas.openxmlformats.org/drawingml/2006/main">
              <a:ext uri="{FF2B5EF4-FFF2-40B4-BE49-F238E27FC236}">
                <a16:creationId xmlns:a16="http://schemas.microsoft.com/office/drawing/2014/main" id="{6090E2F7-D705-4EEE-B0C0-E3C90118B40F}"/>
              </a:ext>
            </a:extLst>
          </p:cNvPr>
          <p:cNvSpPr>
            <a:spLocks xmlns:a="http://schemas.openxmlformats.org/drawingml/2006/main" noGrp="1"/>
          </p:cNvSpPr>
          <p:nvPr/>
        </p:nvSpPr>
        <p:spPr>
          <a:xfrm xmlns:a="http://schemas.openxmlformats.org/drawingml/2006/main">
            <a:off x="1225294" y="2542031"/>
            <a:ext cx="2496314" cy="7"/>
          </a:xfrm>
          <a:prstGeom xmlns:a="http://schemas.openxmlformats.org/drawingml/2006/main" prst="line">
            <a:avLst/>
          </a:prstGeom>
          <a:ln xmlns:a="http://schemas.openxmlformats.org/drawingml/2006/main" w="6985">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912" name="Connector 17">
            <a:extLst xmlns:a="http://schemas.openxmlformats.org/drawingml/2006/main">
              <a:ext uri="{FF2B5EF4-FFF2-40B4-BE49-F238E27FC236}">
                <a16:creationId xmlns:a16="http://schemas.microsoft.com/office/drawing/2014/main" id="{21648B7D-D783-4120-8DCD-E7B1737A28D7}"/>
              </a:ext>
            </a:extLst>
          </p:cNvPr>
          <p:cNvSpPr>
            <a:spLocks xmlns:a="http://schemas.openxmlformats.org/drawingml/2006/main" noGrp="1"/>
          </p:cNvSpPr>
          <p:nvPr/>
        </p:nvSpPr>
        <p:spPr>
          <a:xfrm xmlns:a="http://schemas.openxmlformats.org/drawingml/2006/main">
            <a:off x="1225294" y="2935221"/>
            <a:ext cx="2496314" cy="7"/>
          </a:xfrm>
          <a:prstGeom xmlns:a="http://schemas.openxmlformats.org/drawingml/2006/main" prst="line">
            <a:avLst/>
          </a:prstGeom>
          <a:ln xmlns:a="http://schemas.openxmlformats.org/drawingml/2006/main" w="6985">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913" name="Connector 18">
            <a:extLst xmlns:a="http://schemas.openxmlformats.org/drawingml/2006/main">
              <a:ext uri="{FF2B5EF4-FFF2-40B4-BE49-F238E27FC236}">
                <a16:creationId xmlns:a16="http://schemas.microsoft.com/office/drawing/2014/main" id="{401371DB-CF38-4EA4-96AE-CEDC2530D395}"/>
              </a:ext>
            </a:extLst>
          </p:cNvPr>
          <p:cNvSpPr>
            <a:spLocks xmlns:a="http://schemas.openxmlformats.org/drawingml/2006/main" noGrp="1"/>
          </p:cNvSpPr>
          <p:nvPr/>
        </p:nvSpPr>
        <p:spPr>
          <a:xfrm xmlns:a="http://schemas.openxmlformats.org/drawingml/2006/main">
            <a:off x="1225294" y="3328414"/>
            <a:ext cx="2496314" cy="7"/>
          </a:xfrm>
          <a:prstGeom xmlns:a="http://schemas.openxmlformats.org/drawingml/2006/main" prst="line">
            <a:avLst/>
          </a:prstGeom>
          <a:ln xmlns:a="http://schemas.openxmlformats.org/drawingml/2006/main" w="6985">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914" name="Connector 19">
            <a:extLst xmlns:a="http://schemas.openxmlformats.org/drawingml/2006/main">
              <a:ext uri="{FF2B5EF4-FFF2-40B4-BE49-F238E27FC236}">
                <a16:creationId xmlns:a16="http://schemas.microsoft.com/office/drawing/2014/main" id="{8FD3092C-4109-4A89-BFD0-7DE462CD5F68}"/>
              </a:ext>
            </a:extLst>
          </p:cNvPr>
          <p:cNvSpPr>
            <a:spLocks xmlns:a="http://schemas.openxmlformats.org/drawingml/2006/main" noGrp="1"/>
          </p:cNvSpPr>
          <p:nvPr/>
        </p:nvSpPr>
        <p:spPr>
          <a:xfrm xmlns:a="http://schemas.openxmlformats.org/drawingml/2006/main">
            <a:off x="1225294" y="3721607"/>
            <a:ext cx="2496314" cy="7"/>
          </a:xfrm>
          <a:prstGeom xmlns:a="http://schemas.openxmlformats.org/drawingml/2006/main" prst="line">
            <a:avLst/>
          </a:prstGeom>
          <a:ln xmlns:a="http://schemas.openxmlformats.org/drawingml/2006/main" w="6985">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915" name="Connector 20">
            <a:extLst xmlns:a="http://schemas.openxmlformats.org/drawingml/2006/main">
              <a:ext uri="{FF2B5EF4-FFF2-40B4-BE49-F238E27FC236}">
                <a16:creationId xmlns:a16="http://schemas.microsoft.com/office/drawing/2014/main" id="{1C0AD24D-DA43-42A6-8541-28D2C6E69336}"/>
              </a:ext>
            </a:extLst>
          </p:cNvPr>
          <p:cNvSpPr>
            <a:spLocks xmlns:a="http://schemas.openxmlformats.org/drawingml/2006/main" noGrp="1"/>
          </p:cNvSpPr>
          <p:nvPr/>
        </p:nvSpPr>
        <p:spPr>
          <a:xfrm xmlns:a="http://schemas.openxmlformats.org/drawingml/2006/main">
            <a:off x="1225294" y="4114800"/>
            <a:ext cx="2496314" cy="0"/>
          </a:xfrm>
          <a:prstGeom xmlns:a="http://schemas.openxmlformats.org/drawingml/2006/main" prst="line">
            <a:avLst/>
          </a:prstGeom>
          <a:ln xmlns:a="http://schemas.openxmlformats.org/drawingml/2006/main" w="6985">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916" name="Connector 21">
            <a:extLst xmlns:a="http://schemas.openxmlformats.org/drawingml/2006/main">
              <a:ext uri="{FF2B5EF4-FFF2-40B4-BE49-F238E27FC236}">
                <a16:creationId xmlns:a16="http://schemas.microsoft.com/office/drawing/2014/main" id="{A02A5155-D3FF-4653-9F79-4B95335FEEE3}"/>
              </a:ext>
            </a:extLst>
          </p:cNvPr>
          <p:cNvSpPr>
            <a:spLocks xmlns:a="http://schemas.openxmlformats.org/drawingml/2006/main" noGrp="1"/>
          </p:cNvSpPr>
          <p:nvPr/>
        </p:nvSpPr>
        <p:spPr>
          <a:xfrm xmlns:a="http://schemas.openxmlformats.org/drawingml/2006/main">
            <a:off x="1225294" y="4507990"/>
            <a:ext cx="2496314" cy="7"/>
          </a:xfrm>
          <a:prstGeom xmlns:a="http://schemas.openxmlformats.org/drawingml/2006/main" prst="line">
            <a:avLst/>
          </a:prstGeom>
          <a:ln xmlns:a="http://schemas.openxmlformats.org/drawingml/2006/main" w="6985">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917" name="Oval 22">
            <a:extLst xmlns:a="http://schemas.openxmlformats.org/drawingml/2006/main">
              <a:ext uri="{FF2B5EF4-FFF2-40B4-BE49-F238E27FC236}">
                <a16:creationId xmlns:a16="http://schemas.microsoft.com/office/drawing/2014/main" id="{F4679A9A-B91A-4495-B932-EC38C7560C2D}"/>
              </a:ext>
            </a:extLst>
          </p:cNvPr>
          <p:cNvSpPr>
            <a:spLocks xmlns:a="http://schemas.openxmlformats.org/drawingml/2006/main" noGrp="1"/>
          </p:cNvSpPr>
          <p:nvPr/>
        </p:nvSpPr>
        <p:spPr>
          <a:xfrm xmlns:a="http://schemas.openxmlformats.org/drawingml/2006/main">
            <a:off x="932688" y="2286000"/>
            <a:ext cx="109731" cy="109728"/>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918" name="TextBox 23">
            <a:extLst xmlns:a="http://schemas.openxmlformats.org/drawingml/2006/main">
              <a:ext uri="{FF2B5EF4-FFF2-40B4-BE49-F238E27FC236}">
                <a16:creationId xmlns:a16="http://schemas.microsoft.com/office/drawing/2014/main" id="{520FB969-1D34-42F1-BFC5-48A90A99970A}"/>
              </a:ext>
            </a:extLst>
          </p:cNvPr>
          <p:cNvSpPr>
            <a:spLocks xmlns:a="http://schemas.openxmlformats.org/drawingml/2006/main" noGrp="1"/>
          </p:cNvSpPr>
          <p:nvPr/>
        </p:nvSpPr>
        <p:spPr>
          <a:xfrm xmlns:a="http://schemas.openxmlformats.org/drawingml/2006/main">
            <a:off x="1289302" y="2217420"/>
            <a:ext cx="219459" cy="1905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200" b="1">
                <a:solidFill>
                  <a:srgbClr val="1FA873"/>
                </a:solidFill>
              </a:defRPr>
            </a:lvl1pPr>
          </a:lstStyle>
          <a:p xmlns:a="http://schemas.openxmlformats.org/drawingml/2006/main">
            <a:pPr>
              <a:buNone/>
            </a:pPr>
            <a:r>
              <a:t>✓</a:t>
            </a:r>
          </a:p>
        </p:txBody>
      </p:sp>
      <p:sp>
        <p:nvSpPr>
          <p:cNvPr id="1919" name="TextBox 24">
            <a:extLst xmlns:a="http://schemas.openxmlformats.org/drawingml/2006/main">
              <a:ext uri="{FF2B5EF4-FFF2-40B4-BE49-F238E27FC236}">
                <a16:creationId xmlns:a16="http://schemas.microsoft.com/office/drawing/2014/main" id="{CBC283AC-4465-4D32-AEC6-58688479EA64}"/>
              </a:ext>
            </a:extLst>
          </p:cNvPr>
          <p:cNvSpPr>
            <a:spLocks xmlns:a="http://schemas.openxmlformats.org/drawingml/2006/main" noGrp="1"/>
          </p:cNvSpPr>
          <p:nvPr/>
        </p:nvSpPr>
        <p:spPr>
          <a:xfrm xmlns:a="http://schemas.openxmlformats.org/drawingml/2006/main">
            <a:off x="1645916" y="2217420"/>
            <a:ext cx="219459" cy="1905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200" b="1">
                <a:solidFill>
                  <a:srgbClr val="1FA873"/>
                </a:solidFill>
              </a:defRPr>
            </a:lvl1pPr>
          </a:lstStyle>
          <a:p xmlns:a="http://schemas.openxmlformats.org/drawingml/2006/main">
            <a:pPr>
              <a:buNone/>
            </a:pPr>
            <a:r>
              <a:t>✓</a:t>
            </a:r>
          </a:p>
        </p:txBody>
      </p:sp>
      <p:sp>
        <p:nvSpPr>
          <p:cNvPr id="1920" name="TextBox 25">
            <a:extLst xmlns:a="http://schemas.openxmlformats.org/drawingml/2006/main">
              <a:ext uri="{FF2B5EF4-FFF2-40B4-BE49-F238E27FC236}">
                <a16:creationId xmlns:a16="http://schemas.microsoft.com/office/drawing/2014/main" id="{92C32AEA-7326-49A9-B5FF-9088DFB67DB9}"/>
              </a:ext>
            </a:extLst>
          </p:cNvPr>
          <p:cNvSpPr>
            <a:spLocks xmlns:a="http://schemas.openxmlformats.org/drawingml/2006/main" noGrp="1"/>
          </p:cNvSpPr>
          <p:nvPr/>
        </p:nvSpPr>
        <p:spPr>
          <a:xfrm xmlns:a="http://schemas.openxmlformats.org/drawingml/2006/main">
            <a:off x="2359149" y="2217420"/>
            <a:ext cx="219459" cy="18608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200" b="1">
                <a:solidFill>
                  <a:srgbClr val="FF705B"/>
                </a:solidFill>
                <a:latin typeface="Helvetica Neue"/>
                <a:ea typeface="Helvetica Neue"/>
                <a:cs typeface="Helvetica Neue"/>
              </a:defRPr>
            </a:lvl1pPr>
          </a:lstStyle>
          <a:p xmlns:a="http://schemas.openxmlformats.org/drawingml/2006/main">
            <a:pPr>
              <a:buNone/>
            </a:pPr>
            <a:r>
              <a:t>×</a:t>
            </a:r>
          </a:p>
        </p:txBody>
      </p:sp>
      <p:sp>
        <p:nvSpPr>
          <p:cNvPr id="1921" name="TextBox 26">
            <a:extLst xmlns:a="http://schemas.openxmlformats.org/drawingml/2006/main">
              <a:ext uri="{FF2B5EF4-FFF2-40B4-BE49-F238E27FC236}">
                <a16:creationId xmlns:a16="http://schemas.microsoft.com/office/drawing/2014/main" id="{68B4C836-804B-4FA7-83B7-49C5EFDF1253}"/>
              </a:ext>
            </a:extLst>
          </p:cNvPr>
          <p:cNvSpPr>
            <a:spLocks xmlns:a="http://schemas.openxmlformats.org/drawingml/2006/main" noGrp="1"/>
          </p:cNvSpPr>
          <p:nvPr/>
        </p:nvSpPr>
        <p:spPr>
          <a:xfrm xmlns:a="http://schemas.openxmlformats.org/drawingml/2006/main">
            <a:off x="3072383" y="2217420"/>
            <a:ext cx="219459" cy="1905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200" b="1">
                <a:solidFill>
                  <a:srgbClr val="1FA873"/>
                </a:solidFill>
              </a:defRPr>
            </a:lvl1pPr>
          </a:lstStyle>
          <a:p xmlns:a="http://schemas.openxmlformats.org/drawingml/2006/main">
            <a:pPr>
              <a:buNone/>
            </a:pPr>
            <a:r>
              <a:t>✓</a:t>
            </a:r>
          </a:p>
        </p:txBody>
      </p:sp>
      <p:sp>
        <p:nvSpPr>
          <p:cNvPr id="1922" name="TextBox 27">
            <a:extLst xmlns:a="http://schemas.openxmlformats.org/drawingml/2006/main">
              <a:ext uri="{FF2B5EF4-FFF2-40B4-BE49-F238E27FC236}">
                <a16:creationId xmlns:a16="http://schemas.microsoft.com/office/drawing/2014/main" id="{44CAD6AB-B3A6-413E-B8BC-E37E839C1210}"/>
              </a:ext>
            </a:extLst>
          </p:cNvPr>
          <p:cNvSpPr>
            <a:spLocks xmlns:a="http://schemas.openxmlformats.org/drawingml/2006/main" noGrp="1"/>
          </p:cNvSpPr>
          <p:nvPr/>
        </p:nvSpPr>
        <p:spPr>
          <a:xfrm xmlns:a="http://schemas.openxmlformats.org/drawingml/2006/main">
            <a:off x="3429000" y="2217420"/>
            <a:ext cx="219456" cy="18608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200" b="1">
                <a:solidFill>
                  <a:srgbClr val="FF705B"/>
                </a:solidFill>
                <a:latin typeface="Helvetica Neue"/>
                <a:ea typeface="Helvetica Neue"/>
                <a:cs typeface="Helvetica Neue"/>
              </a:defRPr>
            </a:lvl1pPr>
          </a:lstStyle>
          <a:p xmlns:a="http://schemas.openxmlformats.org/drawingml/2006/main">
            <a:pPr>
              <a:buNone/>
            </a:pPr>
            <a:r>
              <a:t>×</a:t>
            </a:r>
          </a:p>
        </p:txBody>
      </p:sp>
      <p:sp>
        <p:nvSpPr>
          <p:cNvPr id="1923" name="Oval 28">
            <a:extLst xmlns:a="http://schemas.openxmlformats.org/drawingml/2006/main">
              <a:ext uri="{FF2B5EF4-FFF2-40B4-BE49-F238E27FC236}">
                <a16:creationId xmlns:a16="http://schemas.microsoft.com/office/drawing/2014/main" id="{624D5212-662D-4BA7-870A-712FEBF250D8}"/>
              </a:ext>
            </a:extLst>
          </p:cNvPr>
          <p:cNvSpPr>
            <a:spLocks xmlns:a="http://schemas.openxmlformats.org/drawingml/2006/main" noGrp="1"/>
          </p:cNvSpPr>
          <p:nvPr/>
        </p:nvSpPr>
        <p:spPr>
          <a:xfrm xmlns:a="http://schemas.openxmlformats.org/drawingml/2006/main">
            <a:off x="932688" y="2679192"/>
            <a:ext cx="109731" cy="109731"/>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924" name="TextBox 29">
            <a:extLst xmlns:a="http://schemas.openxmlformats.org/drawingml/2006/main">
              <a:ext uri="{FF2B5EF4-FFF2-40B4-BE49-F238E27FC236}">
                <a16:creationId xmlns:a16="http://schemas.microsoft.com/office/drawing/2014/main" id="{B0A5A33E-6906-4C8C-A821-324F74D00456}"/>
              </a:ext>
            </a:extLst>
          </p:cNvPr>
          <p:cNvSpPr>
            <a:spLocks xmlns:a="http://schemas.openxmlformats.org/drawingml/2006/main" noGrp="1"/>
          </p:cNvSpPr>
          <p:nvPr/>
        </p:nvSpPr>
        <p:spPr>
          <a:xfrm xmlns:a="http://schemas.openxmlformats.org/drawingml/2006/main">
            <a:off x="1289302" y="2610610"/>
            <a:ext cx="219459" cy="1905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200" b="1">
                <a:solidFill>
                  <a:srgbClr val="1FA873"/>
                </a:solidFill>
              </a:defRPr>
            </a:lvl1pPr>
          </a:lstStyle>
          <a:p xmlns:a="http://schemas.openxmlformats.org/drawingml/2006/main">
            <a:pPr>
              <a:buNone/>
            </a:pPr>
            <a:r>
              <a:t>✓</a:t>
            </a:r>
          </a:p>
        </p:txBody>
      </p:sp>
      <p:sp>
        <p:nvSpPr>
          <p:cNvPr id="1925" name="TextBox 30">
            <a:extLst xmlns:a="http://schemas.openxmlformats.org/drawingml/2006/main">
              <a:ext uri="{FF2B5EF4-FFF2-40B4-BE49-F238E27FC236}">
                <a16:creationId xmlns:a16="http://schemas.microsoft.com/office/drawing/2014/main" id="{4864AFFE-E2F1-4325-B7F9-520B1E81BC53}"/>
              </a:ext>
            </a:extLst>
          </p:cNvPr>
          <p:cNvSpPr>
            <a:spLocks xmlns:a="http://schemas.openxmlformats.org/drawingml/2006/main" noGrp="1"/>
          </p:cNvSpPr>
          <p:nvPr/>
        </p:nvSpPr>
        <p:spPr>
          <a:xfrm xmlns:a="http://schemas.openxmlformats.org/drawingml/2006/main">
            <a:off x="2002533" y="2610610"/>
            <a:ext cx="219458" cy="1905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200" b="1">
                <a:solidFill>
                  <a:srgbClr val="1FA873"/>
                </a:solidFill>
              </a:defRPr>
            </a:lvl1pPr>
          </a:lstStyle>
          <a:p xmlns:a="http://schemas.openxmlformats.org/drawingml/2006/main">
            <a:pPr>
              <a:buNone/>
            </a:pPr>
            <a:r>
              <a:t>✓</a:t>
            </a:r>
          </a:p>
        </p:txBody>
      </p:sp>
      <p:sp>
        <p:nvSpPr>
          <p:cNvPr id="1926" name="TextBox 31">
            <a:extLst xmlns:a="http://schemas.openxmlformats.org/drawingml/2006/main">
              <a:ext uri="{FF2B5EF4-FFF2-40B4-BE49-F238E27FC236}">
                <a16:creationId xmlns:a16="http://schemas.microsoft.com/office/drawing/2014/main" id="{14F3D161-3932-41F3-BBDC-48ECA009ED9C}"/>
              </a:ext>
            </a:extLst>
          </p:cNvPr>
          <p:cNvSpPr>
            <a:spLocks xmlns:a="http://schemas.openxmlformats.org/drawingml/2006/main" noGrp="1"/>
          </p:cNvSpPr>
          <p:nvPr/>
        </p:nvSpPr>
        <p:spPr>
          <a:xfrm xmlns:a="http://schemas.openxmlformats.org/drawingml/2006/main">
            <a:off x="2359149" y="2610610"/>
            <a:ext cx="219459" cy="18608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200" b="1">
                <a:solidFill>
                  <a:srgbClr val="FF705B"/>
                </a:solidFill>
                <a:latin typeface="Helvetica Neue"/>
                <a:ea typeface="Helvetica Neue"/>
                <a:cs typeface="Helvetica Neue"/>
              </a:defRPr>
            </a:lvl1pPr>
          </a:lstStyle>
          <a:p xmlns:a="http://schemas.openxmlformats.org/drawingml/2006/main">
            <a:pPr>
              <a:buNone/>
            </a:pPr>
            <a:r>
              <a:t>×</a:t>
            </a:r>
          </a:p>
        </p:txBody>
      </p:sp>
      <p:sp>
        <p:nvSpPr>
          <p:cNvPr id="1927" name="TextBox 32">
            <a:extLst xmlns:a="http://schemas.openxmlformats.org/drawingml/2006/main">
              <a:ext uri="{FF2B5EF4-FFF2-40B4-BE49-F238E27FC236}">
                <a16:creationId xmlns:a16="http://schemas.microsoft.com/office/drawing/2014/main" id="{60C32E24-D3C8-432C-AD5F-BE598F6DA8B3}"/>
              </a:ext>
            </a:extLst>
          </p:cNvPr>
          <p:cNvSpPr>
            <a:spLocks xmlns:a="http://schemas.openxmlformats.org/drawingml/2006/main" noGrp="1"/>
          </p:cNvSpPr>
          <p:nvPr/>
        </p:nvSpPr>
        <p:spPr>
          <a:xfrm xmlns:a="http://schemas.openxmlformats.org/drawingml/2006/main">
            <a:off x="3072383" y="2610610"/>
            <a:ext cx="219459" cy="1905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200" b="1">
                <a:solidFill>
                  <a:srgbClr val="1FA873"/>
                </a:solidFill>
              </a:defRPr>
            </a:lvl1pPr>
          </a:lstStyle>
          <a:p xmlns:a="http://schemas.openxmlformats.org/drawingml/2006/main">
            <a:pPr>
              <a:buNone/>
            </a:pPr>
            <a:r>
              <a:t>✓</a:t>
            </a:r>
          </a:p>
        </p:txBody>
      </p:sp>
      <p:sp>
        <p:nvSpPr>
          <p:cNvPr id="1928" name="TextBox 33">
            <a:extLst xmlns:a="http://schemas.openxmlformats.org/drawingml/2006/main">
              <a:ext uri="{FF2B5EF4-FFF2-40B4-BE49-F238E27FC236}">
                <a16:creationId xmlns:a16="http://schemas.microsoft.com/office/drawing/2014/main" id="{B7AF0040-EC3A-4501-AE7D-D59478681F43}"/>
              </a:ext>
            </a:extLst>
          </p:cNvPr>
          <p:cNvSpPr>
            <a:spLocks xmlns:a="http://schemas.openxmlformats.org/drawingml/2006/main" noGrp="1"/>
          </p:cNvSpPr>
          <p:nvPr/>
        </p:nvSpPr>
        <p:spPr>
          <a:xfrm xmlns:a="http://schemas.openxmlformats.org/drawingml/2006/main">
            <a:off x="3429000" y="2610610"/>
            <a:ext cx="219456" cy="18608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200" b="1">
                <a:solidFill>
                  <a:srgbClr val="FF705B"/>
                </a:solidFill>
                <a:latin typeface="Helvetica Neue"/>
                <a:ea typeface="Helvetica Neue"/>
                <a:cs typeface="Helvetica Neue"/>
              </a:defRPr>
            </a:lvl1pPr>
          </a:lstStyle>
          <a:p xmlns:a="http://schemas.openxmlformats.org/drawingml/2006/main">
            <a:pPr>
              <a:buNone/>
            </a:pPr>
            <a:r>
              <a:t>×</a:t>
            </a:r>
          </a:p>
        </p:txBody>
      </p:sp>
      <p:sp>
        <p:nvSpPr>
          <p:cNvPr id="1929" name="Oval 34">
            <a:extLst xmlns:a="http://schemas.openxmlformats.org/drawingml/2006/main">
              <a:ext uri="{FF2B5EF4-FFF2-40B4-BE49-F238E27FC236}">
                <a16:creationId xmlns:a16="http://schemas.microsoft.com/office/drawing/2014/main" id="{591647D9-66C2-425D-9AF0-C712CAAF8C21}"/>
              </a:ext>
            </a:extLst>
          </p:cNvPr>
          <p:cNvSpPr>
            <a:spLocks xmlns:a="http://schemas.openxmlformats.org/drawingml/2006/main" noGrp="1"/>
          </p:cNvSpPr>
          <p:nvPr/>
        </p:nvSpPr>
        <p:spPr>
          <a:xfrm xmlns:a="http://schemas.openxmlformats.org/drawingml/2006/main">
            <a:off x="932688" y="3072383"/>
            <a:ext cx="109731" cy="109731"/>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930" name="TextBox 35">
            <a:extLst xmlns:a="http://schemas.openxmlformats.org/drawingml/2006/main">
              <a:ext uri="{FF2B5EF4-FFF2-40B4-BE49-F238E27FC236}">
                <a16:creationId xmlns:a16="http://schemas.microsoft.com/office/drawing/2014/main" id="{7382ABAE-9A01-4C53-B07B-E93FB3C80C89}"/>
              </a:ext>
            </a:extLst>
          </p:cNvPr>
          <p:cNvSpPr>
            <a:spLocks xmlns:a="http://schemas.openxmlformats.org/drawingml/2006/main" noGrp="1"/>
          </p:cNvSpPr>
          <p:nvPr/>
        </p:nvSpPr>
        <p:spPr>
          <a:xfrm xmlns:a="http://schemas.openxmlformats.org/drawingml/2006/main">
            <a:off x="1645916" y="3003804"/>
            <a:ext cx="219459" cy="1905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200" b="1">
                <a:solidFill>
                  <a:srgbClr val="1FA873"/>
                </a:solidFill>
              </a:defRPr>
            </a:lvl1pPr>
          </a:lstStyle>
          <a:p xmlns:a="http://schemas.openxmlformats.org/drawingml/2006/main">
            <a:pPr>
              <a:buNone/>
            </a:pPr>
            <a:r>
              <a:t>✓</a:t>
            </a:r>
          </a:p>
        </p:txBody>
      </p:sp>
      <p:sp>
        <p:nvSpPr>
          <p:cNvPr id="1931" name="TextBox 36">
            <a:extLst xmlns:a="http://schemas.openxmlformats.org/drawingml/2006/main">
              <a:ext uri="{FF2B5EF4-FFF2-40B4-BE49-F238E27FC236}">
                <a16:creationId xmlns:a16="http://schemas.microsoft.com/office/drawing/2014/main" id="{C094BF23-D72B-460E-8333-DE24FCF0B085}"/>
              </a:ext>
            </a:extLst>
          </p:cNvPr>
          <p:cNvSpPr>
            <a:spLocks xmlns:a="http://schemas.openxmlformats.org/drawingml/2006/main" noGrp="1"/>
          </p:cNvSpPr>
          <p:nvPr/>
        </p:nvSpPr>
        <p:spPr>
          <a:xfrm xmlns:a="http://schemas.openxmlformats.org/drawingml/2006/main">
            <a:off x="2002533" y="3003804"/>
            <a:ext cx="219458" cy="1905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200" b="1">
                <a:solidFill>
                  <a:srgbClr val="1FA873"/>
                </a:solidFill>
              </a:defRPr>
            </a:lvl1pPr>
          </a:lstStyle>
          <a:p xmlns:a="http://schemas.openxmlformats.org/drawingml/2006/main">
            <a:pPr>
              <a:buNone/>
            </a:pPr>
            <a:r>
              <a:t>✓</a:t>
            </a:r>
          </a:p>
        </p:txBody>
      </p:sp>
      <p:sp>
        <p:nvSpPr>
          <p:cNvPr id="1932" name="TextBox 37">
            <a:extLst xmlns:a="http://schemas.openxmlformats.org/drawingml/2006/main">
              <a:ext uri="{FF2B5EF4-FFF2-40B4-BE49-F238E27FC236}">
                <a16:creationId xmlns:a16="http://schemas.microsoft.com/office/drawing/2014/main" id="{0EEFFD87-3F79-4D55-80D4-69585EF8FBFD}"/>
              </a:ext>
            </a:extLst>
          </p:cNvPr>
          <p:cNvSpPr>
            <a:spLocks xmlns:a="http://schemas.openxmlformats.org/drawingml/2006/main" noGrp="1"/>
          </p:cNvSpPr>
          <p:nvPr/>
        </p:nvSpPr>
        <p:spPr>
          <a:xfrm xmlns:a="http://schemas.openxmlformats.org/drawingml/2006/main">
            <a:off x="2359149" y="3003804"/>
            <a:ext cx="219459" cy="18608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200" b="1">
                <a:solidFill>
                  <a:srgbClr val="FF705B"/>
                </a:solidFill>
                <a:latin typeface="Helvetica Neue"/>
                <a:ea typeface="Helvetica Neue"/>
                <a:cs typeface="Helvetica Neue"/>
              </a:defRPr>
            </a:lvl1pPr>
          </a:lstStyle>
          <a:p xmlns:a="http://schemas.openxmlformats.org/drawingml/2006/main">
            <a:pPr>
              <a:buNone/>
            </a:pPr>
            <a:r>
              <a:t>×</a:t>
            </a:r>
          </a:p>
        </p:txBody>
      </p:sp>
      <p:sp>
        <p:nvSpPr>
          <p:cNvPr id="1933" name="TextBox 38">
            <a:extLst xmlns:a="http://schemas.openxmlformats.org/drawingml/2006/main">
              <a:ext uri="{FF2B5EF4-FFF2-40B4-BE49-F238E27FC236}">
                <a16:creationId xmlns:a16="http://schemas.microsoft.com/office/drawing/2014/main" id="{4E626327-F39E-458F-AF27-3BB11335D15C}"/>
              </a:ext>
            </a:extLst>
          </p:cNvPr>
          <p:cNvSpPr>
            <a:spLocks xmlns:a="http://schemas.openxmlformats.org/drawingml/2006/main" noGrp="1"/>
          </p:cNvSpPr>
          <p:nvPr/>
        </p:nvSpPr>
        <p:spPr>
          <a:xfrm xmlns:a="http://schemas.openxmlformats.org/drawingml/2006/main">
            <a:off x="2715766" y="3003804"/>
            <a:ext cx="219459" cy="18608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200" b="1">
                <a:solidFill>
                  <a:srgbClr val="FF705B"/>
                </a:solidFill>
                <a:latin typeface="Helvetica Neue"/>
                <a:ea typeface="Helvetica Neue"/>
                <a:cs typeface="Helvetica Neue"/>
              </a:defRPr>
            </a:lvl1pPr>
          </a:lstStyle>
          <a:p xmlns:a="http://schemas.openxmlformats.org/drawingml/2006/main">
            <a:pPr>
              <a:buNone/>
            </a:pPr>
            <a:r>
              <a:t>×</a:t>
            </a:r>
          </a:p>
        </p:txBody>
      </p:sp>
      <p:sp>
        <p:nvSpPr>
          <p:cNvPr id="1934" name="TextBox 39">
            <a:extLst xmlns:a="http://schemas.openxmlformats.org/drawingml/2006/main">
              <a:ext uri="{FF2B5EF4-FFF2-40B4-BE49-F238E27FC236}">
                <a16:creationId xmlns:a16="http://schemas.microsoft.com/office/drawing/2014/main" id="{710194BB-20A4-46AE-9841-BFDF2007B0AE}"/>
              </a:ext>
            </a:extLst>
          </p:cNvPr>
          <p:cNvSpPr>
            <a:spLocks xmlns:a="http://schemas.openxmlformats.org/drawingml/2006/main" noGrp="1"/>
          </p:cNvSpPr>
          <p:nvPr/>
        </p:nvSpPr>
        <p:spPr>
          <a:xfrm xmlns:a="http://schemas.openxmlformats.org/drawingml/2006/main">
            <a:off x="3429000" y="3003804"/>
            <a:ext cx="219456" cy="18608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200" b="1">
                <a:solidFill>
                  <a:srgbClr val="FF705B"/>
                </a:solidFill>
                <a:latin typeface="Helvetica Neue"/>
                <a:ea typeface="Helvetica Neue"/>
                <a:cs typeface="Helvetica Neue"/>
              </a:defRPr>
            </a:lvl1pPr>
          </a:lstStyle>
          <a:p xmlns:a="http://schemas.openxmlformats.org/drawingml/2006/main">
            <a:pPr>
              <a:buNone/>
            </a:pPr>
            <a:r>
              <a:t>×</a:t>
            </a:r>
          </a:p>
        </p:txBody>
      </p:sp>
      <p:sp>
        <p:nvSpPr>
          <p:cNvPr id="1935" name="Oval 40">
            <a:extLst xmlns:a="http://schemas.openxmlformats.org/drawingml/2006/main">
              <a:ext uri="{FF2B5EF4-FFF2-40B4-BE49-F238E27FC236}">
                <a16:creationId xmlns:a16="http://schemas.microsoft.com/office/drawing/2014/main" id="{8AC067A2-48E0-4C06-B8B3-DF101C8EE54B}"/>
              </a:ext>
            </a:extLst>
          </p:cNvPr>
          <p:cNvSpPr>
            <a:spLocks xmlns:a="http://schemas.openxmlformats.org/drawingml/2006/main" noGrp="1"/>
          </p:cNvSpPr>
          <p:nvPr/>
        </p:nvSpPr>
        <p:spPr>
          <a:xfrm xmlns:a="http://schemas.openxmlformats.org/drawingml/2006/main">
            <a:off x="932688" y="3465576"/>
            <a:ext cx="109731" cy="109731"/>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936" name="TextBox 41">
            <a:extLst xmlns:a="http://schemas.openxmlformats.org/drawingml/2006/main">
              <a:ext uri="{FF2B5EF4-FFF2-40B4-BE49-F238E27FC236}">
                <a16:creationId xmlns:a16="http://schemas.microsoft.com/office/drawing/2014/main" id="{F33B9DAD-857C-4F65-833D-BEAE0B910AAA}"/>
              </a:ext>
            </a:extLst>
          </p:cNvPr>
          <p:cNvSpPr>
            <a:spLocks xmlns:a="http://schemas.openxmlformats.org/drawingml/2006/main" noGrp="1"/>
          </p:cNvSpPr>
          <p:nvPr/>
        </p:nvSpPr>
        <p:spPr>
          <a:xfrm xmlns:a="http://schemas.openxmlformats.org/drawingml/2006/main">
            <a:off x="1289302" y="3396996"/>
            <a:ext cx="219459" cy="18608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200" b="1">
                <a:solidFill>
                  <a:srgbClr val="FF705B"/>
                </a:solidFill>
                <a:latin typeface="Helvetica Neue"/>
                <a:ea typeface="Helvetica Neue"/>
                <a:cs typeface="Helvetica Neue"/>
              </a:defRPr>
            </a:lvl1pPr>
          </a:lstStyle>
          <a:p xmlns:a="http://schemas.openxmlformats.org/drawingml/2006/main">
            <a:pPr>
              <a:buNone/>
            </a:pPr>
            <a:r>
              <a:t>×</a:t>
            </a:r>
          </a:p>
        </p:txBody>
      </p:sp>
      <p:sp>
        <p:nvSpPr>
          <p:cNvPr id="1937" name="TextBox 42">
            <a:extLst xmlns:a="http://schemas.openxmlformats.org/drawingml/2006/main">
              <a:ext uri="{FF2B5EF4-FFF2-40B4-BE49-F238E27FC236}">
                <a16:creationId xmlns:a16="http://schemas.microsoft.com/office/drawing/2014/main" id="{B09345F5-C7A8-42B1-9AC3-29B8B218B5E7}"/>
              </a:ext>
            </a:extLst>
          </p:cNvPr>
          <p:cNvSpPr>
            <a:spLocks xmlns:a="http://schemas.openxmlformats.org/drawingml/2006/main" noGrp="1"/>
          </p:cNvSpPr>
          <p:nvPr/>
        </p:nvSpPr>
        <p:spPr>
          <a:xfrm xmlns:a="http://schemas.openxmlformats.org/drawingml/2006/main">
            <a:off x="1645916" y="3396996"/>
            <a:ext cx="219459" cy="18608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200" b="1">
                <a:solidFill>
                  <a:srgbClr val="FF705B"/>
                </a:solidFill>
                <a:latin typeface="Helvetica Neue"/>
                <a:ea typeface="Helvetica Neue"/>
                <a:cs typeface="Helvetica Neue"/>
              </a:defRPr>
            </a:lvl1pPr>
          </a:lstStyle>
          <a:p xmlns:a="http://schemas.openxmlformats.org/drawingml/2006/main">
            <a:pPr>
              <a:buNone/>
            </a:pPr>
            <a:r>
              <a:t>×</a:t>
            </a:r>
          </a:p>
        </p:txBody>
      </p:sp>
      <p:sp>
        <p:nvSpPr>
          <p:cNvPr id="1938" name="TextBox 43">
            <a:extLst xmlns:a="http://schemas.openxmlformats.org/drawingml/2006/main">
              <a:ext uri="{FF2B5EF4-FFF2-40B4-BE49-F238E27FC236}">
                <a16:creationId xmlns:a16="http://schemas.microsoft.com/office/drawing/2014/main" id="{7E7EBA87-8036-4D1A-AFA6-D99B8AF253CF}"/>
              </a:ext>
            </a:extLst>
          </p:cNvPr>
          <p:cNvSpPr>
            <a:spLocks xmlns:a="http://schemas.openxmlformats.org/drawingml/2006/main" noGrp="1"/>
          </p:cNvSpPr>
          <p:nvPr/>
        </p:nvSpPr>
        <p:spPr>
          <a:xfrm xmlns:a="http://schemas.openxmlformats.org/drawingml/2006/main">
            <a:off x="2359149" y="3396996"/>
            <a:ext cx="219459" cy="1905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200" b="1">
                <a:solidFill>
                  <a:srgbClr val="1FA873"/>
                </a:solidFill>
              </a:defRPr>
            </a:lvl1pPr>
          </a:lstStyle>
          <a:p xmlns:a="http://schemas.openxmlformats.org/drawingml/2006/main">
            <a:pPr>
              <a:buNone/>
            </a:pPr>
            <a:r>
              <a:t>✓</a:t>
            </a:r>
          </a:p>
        </p:txBody>
      </p:sp>
      <p:sp>
        <p:nvSpPr>
          <p:cNvPr id="1939" name="TextBox 44">
            <a:extLst xmlns:a="http://schemas.openxmlformats.org/drawingml/2006/main">
              <a:ext uri="{FF2B5EF4-FFF2-40B4-BE49-F238E27FC236}">
                <a16:creationId xmlns:a16="http://schemas.microsoft.com/office/drawing/2014/main" id="{CBA9F911-438A-4F61-A981-33FABDDB9519}"/>
              </a:ext>
            </a:extLst>
          </p:cNvPr>
          <p:cNvSpPr>
            <a:spLocks xmlns:a="http://schemas.openxmlformats.org/drawingml/2006/main" noGrp="1"/>
          </p:cNvSpPr>
          <p:nvPr/>
        </p:nvSpPr>
        <p:spPr>
          <a:xfrm xmlns:a="http://schemas.openxmlformats.org/drawingml/2006/main">
            <a:off x="3072383" y="3396996"/>
            <a:ext cx="219459" cy="18608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200" b="1">
                <a:solidFill>
                  <a:srgbClr val="FF705B"/>
                </a:solidFill>
                <a:latin typeface="Helvetica Neue"/>
                <a:ea typeface="Helvetica Neue"/>
                <a:cs typeface="Helvetica Neue"/>
              </a:defRPr>
            </a:lvl1pPr>
          </a:lstStyle>
          <a:p xmlns:a="http://schemas.openxmlformats.org/drawingml/2006/main">
            <a:pPr>
              <a:buNone/>
            </a:pPr>
            <a:r>
              <a:t>×</a:t>
            </a:r>
          </a:p>
        </p:txBody>
      </p:sp>
      <p:sp>
        <p:nvSpPr>
          <p:cNvPr id="1940" name="TextBox 45">
            <a:extLst xmlns:a="http://schemas.openxmlformats.org/drawingml/2006/main">
              <a:ext uri="{FF2B5EF4-FFF2-40B4-BE49-F238E27FC236}">
                <a16:creationId xmlns:a16="http://schemas.microsoft.com/office/drawing/2014/main" id="{986A5092-B652-452D-BBB9-1C7EA9F4C548}"/>
              </a:ext>
            </a:extLst>
          </p:cNvPr>
          <p:cNvSpPr>
            <a:spLocks xmlns:a="http://schemas.openxmlformats.org/drawingml/2006/main" noGrp="1"/>
          </p:cNvSpPr>
          <p:nvPr/>
        </p:nvSpPr>
        <p:spPr>
          <a:xfrm xmlns:a="http://schemas.openxmlformats.org/drawingml/2006/main">
            <a:off x="3429000" y="3396996"/>
            <a:ext cx="219456" cy="1905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200" b="1">
                <a:solidFill>
                  <a:srgbClr val="1FA873"/>
                </a:solidFill>
              </a:defRPr>
            </a:lvl1pPr>
          </a:lstStyle>
          <a:p xmlns:a="http://schemas.openxmlformats.org/drawingml/2006/main">
            <a:pPr>
              <a:buNone/>
            </a:pPr>
            <a:r>
              <a:t>✓</a:t>
            </a:r>
          </a:p>
        </p:txBody>
      </p:sp>
      <p:sp>
        <p:nvSpPr>
          <p:cNvPr id="1941" name="Oval 46">
            <a:extLst xmlns:a="http://schemas.openxmlformats.org/drawingml/2006/main">
              <a:ext uri="{FF2B5EF4-FFF2-40B4-BE49-F238E27FC236}">
                <a16:creationId xmlns:a16="http://schemas.microsoft.com/office/drawing/2014/main" id="{6699108D-B305-4237-BD2F-C4DCDC0B6962}"/>
              </a:ext>
            </a:extLst>
          </p:cNvPr>
          <p:cNvSpPr>
            <a:spLocks xmlns:a="http://schemas.openxmlformats.org/drawingml/2006/main" noGrp="1"/>
          </p:cNvSpPr>
          <p:nvPr/>
        </p:nvSpPr>
        <p:spPr>
          <a:xfrm xmlns:a="http://schemas.openxmlformats.org/drawingml/2006/main">
            <a:off x="932688" y="3858767"/>
            <a:ext cx="109731" cy="109731"/>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942" name="TextBox 47">
            <a:extLst xmlns:a="http://schemas.openxmlformats.org/drawingml/2006/main">
              <a:ext uri="{FF2B5EF4-FFF2-40B4-BE49-F238E27FC236}">
                <a16:creationId xmlns:a16="http://schemas.microsoft.com/office/drawing/2014/main" id="{4C5F549A-DBD2-42DC-ABB9-8DCC674864A3}"/>
              </a:ext>
            </a:extLst>
          </p:cNvPr>
          <p:cNvSpPr>
            <a:spLocks xmlns:a="http://schemas.openxmlformats.org/drawingml/2006/main" noGrp="1"/>
          </p:cNvSpPr>
          <p:nvPr/>
        </p:nvSpPr>
        <p:spPr>
          <a:xfrm xmlns:a="http://schemas.openxmlformats.org/drawingml/2006/main">
            <a:off x="1289302" y="3790188"/>
            <a:ext cx="219459" cy="18608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200" b="1">
                <a:solidFill>
                  <a:srgbClr val="FF705B"/>
                </a:solidFill>
                <a:latin typeface="Helvetica Neue"/>
                <a:ea typeface="Helvetica Neue"/>
                <a:cs typeface="Helvetica Neue"/>
              </a:defRPr>
            </a:lvl1pPr>
          </a:lstStyle>
          <a:p xmlns:a="http://schemas.openxmlformats.org/drawingml/2006/main">
            <a:pPr>
              <a:buNone/>
            </a:pPr>
            <a:r>
              <a:t>×</a:t>
            </a:r>
          </a:p>
        </p:txBody>
      </p:sp>
      <p:sp>
        <p:nvSpPr>
          <p:cNvPr id="1943" name="TextBox 48">
            <a:extLst xmlns:a="http://schemas.openxmlformats.org/drawingml/2006/main">
              <a:ext uri="{FF2B5EF4-FFF2-40B4-BE49-F238E27FC236}">
                <a16:creationId xmlns:a16="http://schemas.microsoft.com/office/drawing/2014/main" id="{F801CE5B-106C-4730-B160-99D078C54CD3}"/>
              </a:ext>
            </a:extLst>
          </p:cNvPr>
          <p:cNvSpPr>
            <a:spLocks xmlns:a="http://schemas.openxmlformats.org/drawingml/2006/main" noGrp="1"/>
          </p:cNvSpPr>
          <p:nvPr/>
        </p:nvSpPr>
        <p:spPr>
          <a:xfrm xmlns:a="http://schemas.openxmlformats.org/drawingml/2006/main">
            <a:off x="2002533" y="3790188"/>
            <a:ext cx="219458" cy="18608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200" b="1">
                <a:solidFill>
                  <a:srgbClr val="FF705B"/>
                </a:solidFill>
                <a:latin typeface="Helvetica Neue"/>
                <a:ea typeface="Helvetica Neue"/>
                <a:cs typeface="Helvetica Neue"/>
              </a:defRPr>
            </a:lvl1pPr>
          </a:lstStyle>
          <a:p xmlns:a="http://schemas.openxmlformats.org/drawingml/2006/main">
            <a:pPr>
              <a:buNone/>
            </a:pPr>
            <a:r>
              <a:t>×</a:t>
            </a:r>
          </a:p>
        </p:txBody>
      </p:sp>
      <p:sp>
        <p:nvSpPr>
          <p:cNvPr id="1944" name="TextBox 49">
            <a:extLst xmlns:a="http://schemas.openxmlformats.org/drawingml/2006/main">
              <a:ext uri="{FF2B5EF4-FFF2-40B4-BE49-F238E27FC236}">
                <a16:creationId xmlns:a16="http://schemas.microsoft.com/office/drawing/2014/main" id="{77C8F9BD-ABE0-4923-A043-FF13203A6738}"/>
              </a:ext>
            </a:extLst>
          </p:cNvPr>
          <p:cNvSpPr>
            <a:spLocks xmlns:a="http://schemas.openxmlformats.org/drawingml/2006/main" noGrp="1"/>
          </p:cNvSpPr>
          <p:nvPr/>
        </p:nvSpPr>
        <p:spPr>
          <a:xfrm xmlns:a="http://schemas.openxmlformats.org/drawingml/2006/main">
            <a:off x="2359149" y="3790188"/>
            <a:ext cx="219459" cy="1905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200" b="1">
                <a:solidFill>
                  <a:srgbClr val="1FA873"/>
                </a:solidFill>
              </a:defRPr>
            </a:lvl1pPr>
          </a:lstStyle>
          <a:p xmlns:a="http://schemas.openxmlformats.org/drawingml/2006/main">
            <a:pPr>
              <a:buNone/>
            </a:pPr>
            <a:r>
              <a:t>✓</a:t>
            </a:r>
          </a:p>
        </p:txBody>
      </p:sp>
      <p:sp>
        <p:nvSpPr>
          <p:cNvPr id="1945" name="TextBox 50">
            <a:extLst xmlns:a="http://schemas.openxmlformats.org/drawingml/2006/main">
              <a:ext uri="{FF2B5EF4-FFF2-40B4-BE49-F238E27FC236}">
                <a16:creationId xmlns:a16="http://schemas.microsoft.com/office/drawing/2014/main" id="{857A0423-440B-4EE6-AED3-3A76CF6495E1}"/>
              </a:ext>
            </a:extLst>
          </p:cNvPr>
          <p:cNvSpPr>
            <a:spLocks xmlns:a="http://schemas.openxmlformats.org/drawingml/2006/main" noGrp="1"/>
          </p:cNvSpPr>
          <p:nvPr/>
        </p:nvSpPr>
        <p:spPr>
          <a:xfrm xmlns:a="http://schemas.openxmlformats.org/drawingml/2006/main">
            <a:off x="2715766" y="3790188"/>
            <a:ext cx="219459" cy="1905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200" b="1">
                <a:solidFill>
                  <a:srgbClr val="1FA873"/>
                </a:solidFill>
              </a:defRPr>
            </a:lvl1pPr>
          </a:lstStyle>
          <a:p xmlns:a="http://schemas.openxmlformats.org/drawingml/2006/main">
            <a:pPr>
              <a:buNone/>
            </a:pPr>
            <a:r>
              <a:t>✓</a:t>
            </a:r>
          </a:p>
        </p:txBody>
      </p:sp>
      <p:sp>
        <p:nvSpPr>
          <p:cNvPr id="1946" name="TextBox 51">
            <a:extLst xmlns:a="http://schemas.openxmlformats.org/drawingml/2006/main">
              <a:ext uri="{FF2B5EF4-FFF2-40B4-BE49-F238E27FC236}">
                <a16:creationId xmlns:a16="http://schemas.microsoft.com/office/drawing/2014/main" id="{FE71C915-74BC-4C3A-B1E5-112CB43231A7}"/>
              </a:ext>
            </a:extLst>
          </p:cNvPr>
          <p:cNvSpPr>
            <a:spLocks xmlns:a="http://schemas.openxmlformats.org/drawingml/2006/main" noGrp="1"/>
          </p:cNvSpPr>
          <p:nvPr/>
        </p:nvSpPr>
        <p:spPr>
          <a:xfrm xmlns:a="http://schemas.openxmlformats.org/drawingml/2006/main">
            <a:off x="3429000" y="3790188"/>
            <a:ext cx="219456" cy="1905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200" b="1">
                <a:solidFill>
                  <a:srgbClr val="1FA873"/>
                </a:solidFill>
              </a:defRPr>
            </a:lvl1pPr>
          </a:lstStyle>
          <a:p xmlns:a="http://schemas.openxmlformats.org/drawingml/2006/main">
            <a:pPr>
              <a:buNone/>
            </a:pPr>
            <a:r>
              <a:t>✓</a:t>
            </a:r>
          </a:p>
        </p:txBody>
      </p:sp>
      <p:sp>
        <p:nvSpPr>
          <p:cNvPr id="1947" name="Oval 52">
            <a:extLst xmlns:a="http://schemas.openxmlformats.org/drawingml/2006/main">
              <a:ext uri="{FF2B5EF4-FFF2-40B4-BE49-F238E27FC236}">
                <a16:creationId xmlns:a16="http://schemas.microsoft.com/office/drawing/2014/main" id="{FB4F053F-1DC7-4A67-956E-22810EC44F8C}"/>
              </a:ext>
            </a:extLst>
          </p:cNvPr>
          <p:cNvSpPr>
            <a:spLocks xmlns:a="http://schemas.openxmlformats.org/drawingml/2006/main" noGrp="1"/>
          </p:cNvSpPr>
          <p:nvPr/>
        </p:nvSpPr>
        <p:spPr>
          <a:xfrm xmlns:a="http://schemas.openxmlformats.org/drawingml/2006/main">
            <a:off x="932688" y="4251959"/>
            <a:ext cx="109731" cy="109731"/>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948" name="TextBox 53">
            <a:extLst xmlns:a="http://schemas.openxmlformats.org/drawingml/2006/main">
              <a:ext uri="{FF2B5EF4-FFF2-40B4-BE49-F238E27FC236}">
                <a16:creationId xmlns:a16="http://schemas.microsoft.com/office/drawing/2014/main" id="{72FBE7A4-DC7A-4B5A-8674-2BBE9CCFA875}"/>
              </a:ext>
            </a:extLst>
          </p:cNvPr>
          <p:cNvSpPr>
            <a:spLocks xmlns:a="http://schemas.openxmlformats.org/drawingml/2006/main" noGrp="1"/>
          </p:cNvSpPr>
          <p:nvPr/>
        </p:nvSpPr>
        <p:spPr>
          <a:xfrm xmlns:a="http://schemas.openxmlformats.org/drawingml/2006/main">
            <a:off x="1645916" y="4183379"/>
            <a:ext cx="219459" cy="18608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200" b="1">
                <a:solidFill>
                  <a:srgbClr val="FF705B"/>
                </a:solidFill>
                <a:latin typeface="Helvetica Neue"/>
                <a:ea typeface="Helvetica Neue"/>
                <a:cs typeface="Helvetica Neue"/>
              </a:defRPr>
            </a:lvl1pPr>
          </a:lstStyle>
          <a:p xmlns:a="http://schemas.openxmlformats.org/drawingml/2006/main">
            <a:pPr>
              <a:buNone/>
            </a:pPr>
            <a:r>
              <a:t>×</a:t>
            </a:r>
          </a:p>
        </p:txBody>
      </p:sp>
      <p:sp>
        <p:nvSpPr>
          <p:cNvPr id="1949" name="TextBox 54">
            <a:extLst xmlns:a="http://schemas.openxmlformats.org/drawingml/2006/main">
              <a:ext uri="{FF2B5EF4-FFF2-40B4-BE49-F238E27FC236}">
                <a16:creationId xmlns:a16="http://schemas.microsoft.com/office/drawing/2014/main" id="{A35A8506-559E-4AAF-A5B1-0A0F3E7DCE52}"/>
              </a:ext>
            </a:extLst>
          </p:cNvPr>
          <p:cNvSpPr>
            <a:spLocks xmlns:a="http://schemas.openxmlformats.org/drawingml/2006/main" noGrp="1"/>
          </p:cNvSpPr>
          <p:nvPr/>
        </p:nvSpPr>
        <p:spPr>
          <a:xfrm xmlns:a="http://schemas.openxmlformats.org/drawingml/2006/main">
            <a:off x="2002533" y="4183379"/>
            <a:ext cx="219458" cy="18608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200" b="1">
                <a:solidFill>
                  <a:srgbClr val="FF705B"/>
                </a:solidFill>
                <a:latin typeface="Helvetica Neue"/>
                <a:ea typeface="Helvetica Neue"/>
                <a:cs typeface="Helvetica Neue"/>
              </a:defRPr>
            </a:lvl1pPr>
          </a:lstStyle>
          <a:p xmlns:a="http://schemas.openxmlformats.org/drawingml/2006/main">
            <a:pPr>
              <a:buNone/>
            </a:pPr>
            <a:r>
              <a:t>×</a:t>
            </a:r>
          </a:p>
        </p:txBody>
      </p:sp>
      <p:sp>
        <p:nvSpPr>
          <p:cNvPr id="1950" name="TextBox 55">
            <a:extLst xmlns:a="http://schemas.openxmlformats.org/drawingml/2006/main">
              <a:ext uri="{FF2B5EF4-FFF2-40B4-BE49-F238E27FC236}">
                <a16:creationId xmlns:a16="http://schemas.microsoft.com/office/drawing/2014/main" id="{856886B3-1A72-4861-A59C-79A3B6CF0D4B}"/>
              </a:ext>
            </a:extLst>
          </p:cNvPr>
          <p:cNvSpPr>
            <a:spLocks xmlns:a="http://schemas.openxmlformats.org/drawingml/2006/main" noGrp="1"/>
          </p:cNvSpPr>
          <p:nvPr/>
        </p:nvSpPr>
        <p:spPr>
          <a:xfrm xmlns:a="http://schemas.openxmlformats.org/drawingml/2006/main">
            <a:off x="2359149" y="4183379"/>
            <a:ext cx="219459" cy="1905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200" b="1">
                <a:solidFill>
                  <a:srgbClr val="1FA873"/>
                </a:solidFill>
              </a:defRPr>
            </a:lvl1pPr>
          </a:lstStyle>
          <a:p xmlns:a="http://schemas.openxmlformats.org/drawingml/2006/main">
            <a:pPr>
              <a:buNone/>
            </a:pPr>
            <a:r>
              <a:t>✓</a:t>
            </a:r>
          </a:p>
        </p:txBody>
      </p:sp>
      <p:sp>
        <p:nvSpPr>
          <p:cNvPr id="1951" name="TextBox 56">
            <a:extLst xmlns:a="http://schemas.openxmlformats.org/drawingml/2006/main">
              <a:ext uri="{FF2B5EF4-FFF2-40B4-BE49-F238E27FC236}">
                <a16:creationId xmlns:a16="http://schemas.microsoft.com/office/drawing/2014/main" id="{5C085071-6F3F-4823-A9CD-611CA9A36072}"/>
              </a:ext>
            </a:extLst>
          </p:cNvPr>
          <p:cNvSpPr>
            <a:spLocks xmlns:a="http://schemas.openxmlformats.org/drawingml/2006/main" noGrp="1"/>
          </p:cNvSpPr>
          <p:nvPr/>
        </p:nvSpPr>
        <p:spPr>
          <a:xfrm xmlns:a="http://schemas.openxmlformats.org/drawingml/2006/main">
            <a:off x="2715766" y="4183379"/>
            <a:ext cx="219459" cy="1905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200" b="1">
                <a:solidFill>
                  <a:srgbClr val="1FA873"/>
                </a:solidFill>
              </a:defRPr>
            </a:lvl1pPr>
          </a:lstStyle>
          <a:p xmlns:a="http://schemas.openxmlformats.org/drawingml/2006/main">
            <a:pPr>
              <a:buNone/>
            </a:pPr>
            <a:r>
              <a:t>✓</a:t>
            </a:r>
          </a:p>
        </p:txBody>
      </p:sp>
      <p:sp>
        <p:nvSpPr>
          <p:cNvPr id="1952" name="TextBox 57">
            <a:extLst xmlns:a="http://schemas.openxmlformats.org/drawingml/2006/main">
              <a:ext uri="{FF2B5EF4-FFF2-40B4-BE49-F238E27FC236}">
                <a16:creationId xmlns:a16="http://schemas.microsoft.com/office/drawing/2014/main" id="{DFFF0479-D531-45EA-83C2-5F7CF239A4A5}"/>
              </a:ext>
            </a:extLst>
          </p:cNvPr>
          <p:cNvSpPr>
            <a:spLocks xmlns:a="http://schemas.openxmlformats.org/drawingml/2006/main" noGrp="1"/>
          </p:cNvSpPr>
          <p:nvPr/>
        </p:nvSpPr>
        <p:spPr>
          <a:xfrm xmlns:a="http://schemas.openxmlformats.org/drawingml/2006/main">
            <a:off x="3072383" y="4183379"/>
            <a:ext cx="219459" cy="18608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200" b="1">
                <a:solidFill>
                  <a:srgbClr val="FF705B"/>
                </a:solidFill>
                <a:latin typeface="Helvetica Neue"/>
                <a:ea typeface="Helvetica Neue"/>
                <a:cs typeface="Helvetica Neue"/>
              </a:defRPr>
            </a:lvl1pPr>
          </a:lstStyle>
          <a:p xmlns:a="http://schemas.openxmlformats.org/drawingml/2006/main">
            <a:pPr>
              <a:buNone/>
            </a:pPr>
            <a:r>
              <a:t>×</a:t>
            </a:r>
          </a:p>
        </p:txBody>
      </p:sp>
      <p:sp>
        <p:nvSpPr>
          <p:cNvPr id="1953" name="TextBox 58">
            <a:extLst xmlns:a="http://schemas.openxmlformats.org/drawingml/2006/main">
              <a:ext uri="{FF2B5EF4-FFF2-40B4-BE49-F238E27FC236}">
                <a16:creationId xmlns:a16="http://schemas.microsoft.com/office/drawing/2014/main" id="{2D1F4D6C-E9CB-4612-A088-96A542EFB709}"/>
              </a:ext>
            </a:extLst>
          </p:cNvPr>
          <p:cNvSpPr>
            <a:spLocks xmlns:a="http://schemas.openxmlformats.org/drawingml/2006/main" noGrp="1"/>
          </p:cNvSpPr>
          <p:nvPr/>
        </p:nvSpPr>
        <p:spPr>
          <a:xfrm xmlns:a="http://schemas.openxmlformats.org/drawingml/2006/main">
            <a:off x="832102" y="4645152"/>
            <a:ext cx="640086"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800" b="1">
                <a:solidFill>
                  <a:srgbClr val="73777F"/>
                </a:solidFill>
                <a:latin typeface="Helvetica Neue"/>
                <a:ea typeface="Helvetica Neue"/>
                <a:cs typeface="Helvetica Neue"/>
              </a:defRPr>
            </a:lvl1pPr>
          </a:lstStyle>
          <a:p xmlns:a="http://schemas.openxmlformats.org/drawingml/2006/main">
            <a:pPr>
              <a:buNone/>
            </a:pPr>
            <a:r>
              <a:t>USERS</a:t>
            </a:r>
          </a:p>
        </p:txBody>
      </p:sp>
      <p:sp>
        <p:nvSpPr>
          <p:cNvPr id="1954" name="TextBox 59">
            <a:extLst xmlns:a="http://schemas.openxmlformats.org/drawingml/2006/main">
              <a:ext uri="{FF2B5EF4-FFF2-40B4-BE49-F238E27FC236}">
                <a16:creationId xmlns:a16="http://schemas.microsoft.com/office/drawing/2014/main" id="{46BBE870-A614-456B-9C56-D7BC89D12C17}"/>
              </a:ext>
            </a:extLst>
          </p:cNvPr>
          <p:cNvSpPr>
            <a:spLocks xmlns:a="http://schemas.openxmlformats.org/drawingml/2006/main" noGrp="1"/>
          </p:cNvSpPr>
          <p:nvPr/>
        </p:nvSpPr>
        <p:spPr>
          <a:xfrm xmlns:a="http://schemas.openxmlformats.org/drawingml/2006/main">
            <a:off x="2002532" y="4645152"/>
            <a:ext cx="640086"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800" b="1">
                <a:solidFill>
                  <a:srgbClr val="73777F"/>
                </a:solidFill>
                <a:latin typeface="Helvetica Neue"/>
                <a:ea typeface="Helvetica Neue"/>
                <a:cs typeface="Helvetica Neue"/>
              </a:defRPr>
            </a:lvl1pPr>
          </a:lstStyle>
          <a:p xmlns:a="http://schemas.openxmlformats.org/drawingml/2006/main">
            <a:pPr>
              <a:buNone/>
            </a:pPr>
            <a:r>
              <a:t>NOTES</a:t>
            </a:r>
          </a:p>
        </p:txBody>
      </p:sp>
      <p:sp>
        <p:nvSpPr>
          <p:cNvPr id="1955" name="TextBox 60">
            <a:extLst xmlns:a="http://schemas.openxmlformats.org/drawingml/2006/main">
              <a:ext uri="{FF2B5EF4-FFF2-40B4-BE49-F238E27FC236}">
                <a16:creationId xmlns:a16="http://schemas.microsoft.com/office/drawing/2014/main" id="{2FF4CCDE-32C1-476C-B798-7871DEE2F80D}"/>
              </a:ext>
            </a:extLst>
          </p:cNvPr>
          <p:cNvSpPr>
            <a:spLocks xmlns:a="http://schemas.openxmlformats.org/drawingml/2006/main" noGrp="1"/>
          </p:cNvSpPr>
          <p:nvPr/>
        </p:nvSpPr>
        <p:spPr>
          <a:xfrm xmlns:a="http://schemas.openxmlformats.org/drawingml/2006/main">
            <a:off x="3703320" y="2990088"/>
            <a:ext cx="384054" cy="3556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2400" b="1">
                <a:solidFill>
                  <a:srgbClr val="73777F"/>
                </a:solidFill>
                <a:latin typeface="Helvetica Neue"/>
                <a:ea typeface="Helvetica Neue"/>
                <a:cs typeface="Helvetica Neue"/>
              </a:defRPr>
            </a:lvl1pPr>
          </a:lstStyle>
          <a:p xmlns:a="http://schemas.openxmlformats.org/drawingml/2006/main">
            <a:pPr>
              <a:buNone/>
            </a:pPr>
            <a:r>
              <a:t>→</a:t>
            </a:r>
          </a:p>
        </p:txBody>
      </p:sp>
      <p:sp>
        <p:nvSpPr>
          <p:cNvPr id="1956" name="Connector 61">
            <a:extLst xmlns:a="http://schemas.openxmlformats.org/drawingml/2006/main">
              <a:ext uri="{FF2B5EF4-FFF2-40B4-BE49-F238E27FC236}">
                <a16:creationId xmlns:a16="http://schemas.microsoft.com/office/drawing/2014/main" id="{05398009-BE62-496E-B5F6-A707B36D3FF1}"/>
              </a:ext>
            </a:extLst>
          </p:cNvPr>
          <p:cNvSpPr>
            <a:spLocks xmlns:a="http://schemas.openxmlformats.org/drawingml/2006/main" noGrp="1"/>
          </p:cNvSpPr>
          <p:nvPr/>
        </p:nvSpPr>
        <p:spPr>
          <a:xfrm xmlns:a="http://schemas.openxmlformats.org/drawingml/2006/main" flipV="1">
            <a:off x="4681728" y="2212848"/>
            <a:ext cx="521209" cy="246894"/>
          </a:xfrm>
          <a:prstGeom xmlns:a="http://schemas.openxmlformats.org/drawingml/2006/main" prst="line">
            <a:avLst/>
          </a:prstGeom>
          <a:ln xmlns:a="http://schemas.openxmlformats.org/drawingml/2006/main" w="1270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957" name="Connector 62">
            <a:extLst xmlns:a="http://schemas.openxmlformats.org/drawingml/2006/main">
              <a:ext uri="{FF2B5EF4-FFF2-40B4-BE49-F238E27FC236}">
                <a16:creationId xmlns:a16="http://schemas.microsoft.com/office/drawing/2014/main" id="{684A1AF6-241E-42AA-B942-8A1803133480}"/>
              </a:ext>
            </a:extLst>
          </p:cNvPr>
          <p:cNvSpPr>
            <a:spLocks xmlns:a="http://schemas.openxmlformats.org/drawingml/2006/main" noGrp="1"/>
          </p:cNvSpPr>
          <p:nvPr/>
        </p:nvSpPr>
        <p:spPr>
          <a:xfrm xmlns:a="http://schemas.openxmlformats.org/drawingml/2006/main">
            <a:off x="4681728" y="2459731"/>
            <a:ext cx="182886" cy="603510"/>
          </a:xfrm>
          <a:prstGeom xmlns:a="http://schemas.openxmlformats.org/drawingml/2006/main" prst="line">
            <a:avLst/>
          </a:prstGeom>
          <a:ln xmlns:a="http://schemas.openxmlformats.org/drawingml/2006/main" w="1270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958" name="Connector 63">
            <a:extLst xmlns:a="http://schemas.openxmlformats.org/drawingml/2006/main">
              <a:ext uri="{FF2B5EF4-FFF2-40B4-BE49-F238E27FC236}">
                <a16:creationId xmlns:a16="http://schemas.microsoft.com/office/drawing/2014/main" id="{A9E38C0F-AE1F-4AA4-B357-F00C515086A4}"/>
              </a:ext>
            </a:extLst>
          </p:cNvPr>
          <p:cNvSpPr>
            <a:spLocks xmlns:a="http://schemas.openxmlformats.org/drawingml/2006/main" noGrp="1"/>
          </p:cNvSpPr>
          <p:nvPr/>
        </p:nvSpPr>
        <p:spPr>
          <a:xfrm xmlns:a="http://schemas.openxmlformats.org/drawingml/2006/main">
            <a:off x="5202935" y="2212848"/>
            <a:ext cx="484638" cy="320046"/>
          </a:xfrm>
          <a:prstGeom xmlns:a="http://schemas.openxmlformats.org/drawingml/2006/main" prst="line">
            <a:avLst/>
          </a:prstGeom>
          <a:ln xmlns:a="http://schemas.openxmlformats.org/drawingml/2006/main" w="1270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959" name="Connector 64">
            <a:extLst xmlns:a="http://schemas.openxmlformats.org/drawingml/2006/main">
              <a:ext uri="{FF2B5EF4-FFF2-40B4-BE49-F238E27FC236}">
                <a16:creationId xmlns:a16="http://schemas.microsoft.com/office/drawing/2014/main" id="{799C12E7-F2EB-4A02-9056-8CA510E40110}"/>
              </a:ext>
            </a:extLst>
          </p:cNvPr>
          <p:cNvSpPr>
            <a:spLocks xmlns:a="http://schemas.openxmlformats.org/drawingml/2006/main" noGrp="1"/>
          </p:cNvSpPr>
          <p:nvPr/>
        </p:nvSpPr>
        <p:spPr>
          <a:xfrm xmlns:a="http://schemas.openxmlformats.org/drawingml/2006/main">
            <a:off x="5202935" y="2212848"/>
            <a:ext cx="237744" cy="758958"/>
          </a:xfrm>
          <a:prstGeom xmlns:a="http://schemas.openxmlformats.org/drawingml/2006/main" prst="line">
            <a:avLst/>
          </a:prstGeom>
          <a:ln xmlns:a="http://schemas.openxmlformats.org/drawingml/2006/main" w="1270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960" name="Connector 65">
            <a:extLst xmlns:a="http://schemas.openxmlformats.org/drawingml/2006/main">
              <a:ext uri="{FF2B5EF4-FFF2-40B4-BE49-F238E27FC236}">
                <a16:creationId xmlns:a16="http://schemas.microsoft.com/office/drawing/2014/main" id="{1C6B08C3-2981-4299-BB01-66AF707A6E73}"/>
              </a:ext>
            </a:extLst>
          </p:cNvPr>
          <p:cNvSpPr>
            <a:spLocks xmlns:a="http://schemas.openxmlformats.org/drawingml/2006/main" noGrp="1"/>
          </p:cNvSpPr>
          <p:nvPr/>
        </p:nvSpPr>
        <p:spPr>
          <a:xfrm xmlns:a="http://schemas.openxmlformats.org/drawingml/2006/main" flipH="1">
            <a:off x="5440679" y="2532888"/>
            <a:ext cx="246894" cy="438918"/>
          </a:xfrm>
          <a:prstGeom xmlns:a="http://schemas.openxmlformats.org/drawingml/2006/main" prst="line">
            <a:avLst/>
          </a:prstGeom>
          <a:ln xmlns:a="http://schemas.openxmlformats.org/drawingml/2006/main" w="1270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961" name="Connector 66">
            <a:extLst xmlns:a="http://schemas.openxmlformats.org/drawingml/2006/main">
              <a:ext uri="{FF2B5EF4-FFF2-40B4-BE49-F238E27FC236}">
                <a16:creationId xmlns:a16="http://schemas.microsoft.com/office/drawing/2014/main" id="{292723C6-FBE0-4871-8A7F-2CACA3AA30F0}"/>
              </a:ext>
            </a:extLst>
          </p:cNvPr>
          <p:cNvSpPr>
            <a:spLocks xmlns:a="http://schemas.openxmlformats.org/drawingml/2006/main" noGrp="1"/>
          </p:cNvSpPr>
          <p:nvPr/>
        </p:nvSpPr>
        <p:spPr>
          <a:xfrm xmlns:a="http://schemas.openxmlformats.org/drawingml/2006/main">
            <a:off x="5687567" y="2532888"/>
            <a:ext cx="256033" cy="713238"/>
          </a:xfrm>
          <a:prstGeom xmlns:a="http://schemas.openxmlformats.org/drawingml/2006/main" prst="line">
            <a:avLst/>
          </a:prstGeom>
          <a:ln xmlns:a="http://schemas.openxmlformats.org/drawingml/2006/main" w="1270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962" name="Connector 67">
            <a:extLst xmlns:a="http://schemas.openxmlformats.org/drawingml/2006/main">
              <a:ext uri="{FF2B5EF4-FFF2-40B4-BE49-F238E27FC236}">
                <a16:creationId xmlns:a16="http://schemas.microsoft.com/office/drawing/2014/main" id="{5F9737B3-0936-4B0B-96BB-A30A45CE14B7}"/>
              </a:ext>
            </a:extLst>
          </p:cNvPr>
          <p:cNvSpPr>
            <a:spLocks xmlns:a="http://schemas.openxmlformats.org/drawingml/2006/main" noGrp="1"/>
          </p:cNvSpPr>
          <p:nvPr/>
        </p:nvSpPr>
        <p:spPr>
          <a:xfrm xmlns:a="http://schemas.openxmlformats.org/drawingml/2006/main" flipV="1">
            <a:off x="4864608" y="2971799"/>
            <a:ext cx="576078" cy="91445"/>
          </a:xfrm>
          <a:prstGeom xmlns:a="http://schemas.openxmlformats.org/drawingml/2006/main" prst="line">
            <a:avLst/>
          </a:prstGeom>
          <a:ln xmlns:a="http://schemas.openxmlformats.org/drawingml/2006/main" w="1270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963" name="Connector 68">
            <a:extLst xmlns:a="http://schemas.openxmlformats.org/drawingml/2006/main">
              <a:ext uri="{FF2B5EF4-FFF2-40B4-BE49-F238E27FC236}">
                <a16:creationId xmlns:a16="http://schemas.microsoft.com/office/drawing/2014/main" id="{F9D048D0-3098-4E9D-A3A8-85332187D99B}"/>
              </a:ext>
            </a:extLst>
          </p:cNvPr>
          <p:cNvSpPr>
            <a:spLocks xmlns:a="http://schemas.openxmlformats.org/drawingml/2006/main" noGrp="1"/>
          </p:cNvSpPr>
          <p:nvPr/>
        </p:nvSpPr>
        <p:spPr>
          <a:xfrm xmlns:a="http://schemas.openxmlformats.org/drawingml/2006/main">
            <a:off x="5440679" y="2971799"/>
            <a:ext cx="502920" cy="274326"/>
          </a:xfrm>
          <a:prstGeom xmlns:a="http://schemas.openxmlformats.org/drawingml/2006/main" prst="line">
            <a:avLst/>
          </a:prstGeom>
          <a:ln xmlns:a="http://schemas.openxmlformats.org/drawingml/2006/main" w="1270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964" name="Connector 69">
            <a:extLst xmlns:a="http://schemas.openxmlformats.org/drawingml/2006/main">
              <a:ext uri="{FF2B5EF4-FFF2-40B4-BE49-F238E27FC236}">
                <a16:creationId xmlns:a16="http://schemas.microsoft.com/office/drawing/2014/main" id="{6E74AA80-1412-4BD7-9CA3-84DCA0B826A3}"/>
              </a:ext>
            </a:extLst>
          </p:cNvPr>
          <p:cNvSpPr>
            <a:spLocks xmlns:a="http://schemas.openxmlformats.org/drawingml/2006/main" noGrp="1"/>
          </p:cNvSpPr>
          <p:nvPr/>
        </p:nvSpPr>
        <p:spPr>
          <a:xfrm xmlns:a="http://schemas.openxmlformats.org/drawingml/2006/main">
            <a:off x="5943598" y="3246119"/>
            <a:ext cx="411486" cy="246894"/>
          </a:xfrm>
          <a:prstGeom xmlns:a="http://schemas.openxmlformats.org/drawingml/2006/main" prst="line">
            <a:avLst/>
          </a:prstGeom>
          <a:ln xmlns:a="http://schemas.openxmlformats.org/drawingml/2006/main" w="1270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965" name="Connector 70">
            <a:extLst xmlns:a="http://schemas.openxmlformats.org/drawingml/2006/main">
              <a:ext uri="{FF2B5EF4-FFF2-40B4-BE49-F238E27FC236}">
                <a16:creationId xmlns:a16="http://schemas.microsoft.com/office/drawing/2014/main" id="{9737AEFE-11D3-479E-9D4E-D6731464B978}"/>
              </a:ext>
            </a:extLst>
          </p:cNvPr>
          <p:cNvSpPr>
            <a:spLocks xmlns:a="http://schemas.openxmlformats.org/drawingml/2006/main" noGrp="1"/>
          </p:cNvSpPr>
          <p:nvPr/>
        </p:nvSpPr>
        <p:spPr>
          <a:xfrm xmlns:a="http://schemas.openxmlformats.org/drawingml/2006/main" flipV="1">
            <a:off x="6355078" y="2953511"/>
            <a:ext cx="365766" cy="539499"/>
          </a:xfrm>
          <a:prstGeom xmlns:a="http://schemas.openxmlformats.org/drawingml/2006/main" prst="line">
            <a:avLst/>
          </a:prstGeom>
          <a:ln xmlns:a="http://schemas.openxmlformats.org/drawingml/2006/main" w="889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966" name="Connector 71">
            <a:extLst xmlns:a="http://schemas.openxmlformats.org/drawingml/2006/main">
              <a:ext uri="{FF2B5EF4-FFF2-40B4-BE49-F238E27FC236}">
                <a16:creationId xmlns:a16="http://schemas.microsoft.com/office/drawing/2014/main" id="{FC0ACFB8-757E-454B-9EA3-BA8BD76C945E}"/>
              </a:ext>
            </a:extLst>
          </p:cNvPr>
          <p:cNvSpPr>
            <a:spLocks xmlns:a="http://schemas.openxmlformats.org/drawingml/2006/main" noGrp="1"/>
          </p:cNvSpPr>
          <p:nvPr/>
        </p:nvSpPr>
        <p:spPr>
          <a:xfrm xmlns:a="http://schemas.openxmlformats.org/drawingml/2006/main" flipV="1">
            <a:off x="6720839" y="2514599"/>
            <a:ext cx="438918" cy="438918"/>
          </a:xfrm>
          <a:prstGeom xmlns:a="http://schemas.openxmlformats.org/drawingml/2006/main" prst="line">
            <a:avLst/>
          </a:prstGeom>
          <a:ln xmlns:a="http://schemas.openxmlformats.org/drawingml/2006/main" w="1270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967" name="Connector 72">
            <a:extLst xmlns:a="http://schemas.openxmlformats.org/drawingml/2006/main">
              <a:ext uri="{FF2B5EF4-FFF2-40B4-BE49-F238E27FC236}">
                <a16:creationId xmlns:a16="http://schemas.microsoft.com/office/drawing/2014/main" id="{441E7FC0-2CB0-4554-B16E-4DACF1A3B6DA}"/>
              </a:ext>
            </a:extLst>
          </p:cNvPr>
          <p:cNvSpPr>
            <a:spLocks xmlns:a="http://schemas.openxmlformats.org/drawingml/2006/main" noGrp="1"/>
          </p:cNvSpPr>
          <p:nvPr/>
        </p:nvSpPr>
        <p:spPr>
          <a:xfrm xmlns:a="http://schemas.openxmlformats.org/drawingml/2006/main" flipV="1">
            <a:off x="6720840" y="2743199"/>
            <a:ext cx="877830" cy="210313"/>
          </a:xfrm>
          <a:prstGeom xmlns:a="http://schemas.openxmlformats.org/drawingml/2006/main" prst="line">
            <a:avLst/>
          </a:prstGeom>
          <a:ln xmlns:a="http://schemas.openxmlformats.org/drawingml/2006/main" w="1270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968" name="Connector 73">
            <a:extLst xmlns:a="http://schemas.openxmlformats.org/drawingml/2006/main">
              <a:ext uri="{FF2B5EF4-FFF2-40B4-BE49-F238E27FC236}">
                <a16:creationId xmlns:a16="http://schemas.microsoft.com/office/drawing/2014/main" id="{08593BB6-C0F6-47EB-BDD0-8CDC8CBE6877}"/>
              </a:ext>
            </a:extLst>
          </p:cNvPr>
          <p:cNvSpPr>
            <a:spLocks xmlns:a="http://schemas.openxmlformats.org/drawingml/2006/main" noGrp="1"/>
          </p:cNvSpPr>
          <p:nvPr/>
        </p:nvSpPr>
        <p:spPr>
          <a:xfrm xmlns:a="http://schemas.openxmlformats.org/drawingml/2006/main">
            <a:off x="6720840" y="2953510"/>
            <a:ext cx="219459" cy="585219"/>
          </a:xfrm>
          <a:prstGeom xmlns:a="http://schemas.openxmlformats.org/drawingml/2006/main" prst="line">
            <a:avLst/>
          </a:prstGeom>
          <a:ln xmlns:a="http://schemas.openxmlformats.org/drawingml/2006/main" w="1270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969" name="Connector 74">
            <a:extLst xmlns:a="http://schemas.openxmlformats.org/drawingml/2006/main">
              <a:ext uri="{FF2B5EF4-FFF2-40B4-BE49-F238E27FC236}">
                <a16:creationId xmlns:a16="http://schemas.microsoft.com/office/drawing/2014/main" id="{FEA50EE8-463A-4D23-AA4E-D869DB2F3C35}"/>
              </a:ext>
            </a:extLst>
          </p:cNvPr>
          <p:cNvSpPr>
            <a:spLocks xmlns:a="http://schemas.openxmlformats.org/drawingml/2006/main" noGrp="1"/>
          </p:cNvSpPr>
          <p:nvPr/>
        </p:nvSpPr>
        <p:spPr>
          <a:xfrm xmlns:a="http://schemas.openxmlformats.org/drawingml/2006/main">
            <a:off x="7159752" y="2514598"/>
            <a:ext cx="438918" cy="228605"/>
          </a:xfrm>
          <a:prstGeom xmlns:a="http://schemas.openxmlformats.org/drawingml/2006/main" prst="line">
            <a:avLst/>
          </a:prstGeom>
          <a:ln xmlns:a="http://schemas.openxmlformats.org/drawingml/2006/main" w="1270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970" name="Connector 75">
            <a:extLst xmlns:a="http://schemas.openxmlformats.org/drawingml/2006/main">
              <a:ext uri="{FF2B5EF4-FFF2-40B4-BE49-F238E27FC236}">
                <a16:creationId xmlns:a16="http://schemas.microsoft.com/office/drawing/2014/main" id="{25B1B495-9074-4ED6-88AD-6413D1A004DA}"/>
              </a:ext>
            </a:extLst>
          </p:cNvPr>
          <p:cNvSpPr>
            <a:spLocks xmlns:a="http://schemas.openxmlformats.org/drawingml/2006/main" noGrp="1"/>
          </p:cNvSpPr>
          <p:nvPr/>
        </p:nvSpPr>
        <p:spPr>
          <a:xfrm xmlns:a="http://schemas.openxmlformats.org/drawingml/2006/main" flipH="1">
            <a:off x="7470648" y="2743199"/>
            <a:ext cx="128020" cy="630943"/>
          </a:xfrm>
          <a:prstGeom xmlns:a="http://schemas.openxmlformats.org/drawingml/2006/main" prst="line">
            <a:avLst/>
          </a:prstGeom>
          <a:ln xmlns:a="http://schemas.openxmlformats.org/drawingml/2006/main" w="1270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971" name="Connector 76">
            <a:extLst xmlns:a="http://schemas.openxmlformats.org/drawingml/2006/main">
              <a:ext uri="{FF2B5EF4-FFF2-40B4-BE49-F238E27FC236}">
                <a16:creationId xmlns:a16="http://schemas.microsoft.com/office/drawing/2014/main" id="{02F50442-B6B0-4535-90BA-F0B9D7D8ECEC}"/>
              </a:ext>
            </a:extLst>
          </p:cNvPr>
          <p:cNvSpPr>
            <a:spLocks xmlns:a="http://schemas.openxmlformats.org/drawingml/2006/main" noGrp="1"/>
          </p:cNvSpPr>
          <p:nvPr/>
        </p:nvSpPr>
        <p:spPr>
          <a:xfrm xmlns:a="http://schemas.openxmlformats.org/drawingml/2006/main" flipV="1">
            <a:off x="6940294" y="3374135"/>
            <a:ext cx="530358" cy="164597"/>
          </a:xfrm>
          <a:prstGeom xmlns:a="http://schemas.openxmlformats.org/drawingml/2006/main" prst="line">
            <a:avLst/>
          </a:prstGeom>
          <a:ln xmlns:a="http://schemas.openxmlformats.org/drawingml/2006/main" w="1270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972" name="Connector 77">
            <a:extLst xmlns:a="http://schemas.openxmlformats.org/drawingml/2006/main">
              <a:ext uri="{FF2B5EF4-FFF2-40B4-BE49-F238E27FC236}">
                <a16:creationId xmlns:a16="http://schemas.microsoft.com/office/drawing/2014/main" id="{50D18A52-99DF-4F0B-89CA-2CDF8CF272C2}"/>
              </a:ext>
            </a:extLst>
          </p:cNvPr>
          <p:cNvSpPr>
            <a:spLocks xmlns:a="http://schemas.openxmlformats.org/drawingml/2006/main" noGrp="1"/>
          </p:cNvSpPr>
          <p:nvPr/>
        </p:nvSpPr>
        <p:spPr>
          <a:xfrm xmlns:a="http://schemas.openxmlformats.org/drawingml/2006/main">
            <a:off x="6940293" y="3538727"/>
            <a:ext cx="859543" cy="274326"/>
          </a:xfrm>
          <a:prstGeom xmlns:a="http://schemas.openxmlformats.org/drawingml/2006/main" prst="line">
            <a:avLst/>
          </a:prstGeom>
          <a:ln xmlns:a="http://schemas.openxmlformats.org/drawingml/2006/main" w="1270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973" name="Connector 78">
            <a:extLst xmlns:a="http://schemas.openxmlformats.org/drawingml/2006/main">
              <a:ext uri="{FF2B5EF4-FFF2-40B4-BE49-F238E27FC236}">
                <a16:creationId xmlns:a16="http://schemas.microsoft.com/office/drawing/2014/main" id="{3BC84A70-6DEA-4D06-B3A8-6878F39F5D97}"/>
              </a:ext>
            </a:extLst>
          </p:cNvPr>
          <p:cNvSpPr>
            <a:spLocks xmlns:a="http://schemas.openxmlformats.org/drawingml/2006/main" noGrp="1"/>
          </p:cNvSpPr>
          <p:nvPr/>
        </p:nvSpPr>
        <p:spPr>
          <a:xfrm xmlns:a="http://schemas.openxmlformats.org/drawingml/2006/main">
            <a:off x="7470647" y="3374134"/>
            <a:ext cx="329190" cy="438918"/>
          </a:xfrm>
          <a:prstGeom xmlns:a="http://schemas.openxmlformats.org/drawingml/2006/main" prst="line">
            <a:avLst/>
          </a:prstGeom>
          <a:ln xmlns:a="http://schemas.openxmlformats.org/drawingml/2006/main" w="1270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1974" name="Oval 79">
            <a:extLst xmlns:a="http://schemas.openxmlformats.org/drawingml/2006/main">
              <a:ext uri="{FF2B5EF4-FFF2-40B4-BE49-F238E27FC236}">
                <a16:creationId xmlns:a16="http://schemas.microsoft.com/office/drawing/2014/main" id="{376DE319-4724-4486-9353-663BF57E36AE}"/>
              </a:ext>
            </a:extLst>
          </p:cNvPr>
          <p:cNvSpPr>
            <a:spLocks xmlns:a="http://schemas.openxmlformats.org/drawingml/2006/main" noGrp="1"/>
          </p:cNvSpPr>
          <p:nvPr/>
        </p:nvSpPr>
        <p:spPr>
          <a:xfrm xmlns:a="http://schemas.openxmlformats.org/drawingml/2006/main">
            <a:off x="4617720" y="2395727"/>
            <a:ext cx="128027" cy="12802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975" name="Oval 80">
            <a:extLst xmlns:a="http://schemas.openxmlformats.org/drawingml/2006/main">
              <a:ext uri="{FF2B5EF4-FFF2-40B4-BE49-F238E27FC236}">
                <a16:creationId xmlns:a16="http://schemas.microsoft.com/office/drawing/2014/main" id="{DE09D6F6-FF04-44A9-BEED-C12D9672615E}"/>
              </a:ext>
            </a:extLst>
          </p:cNvPr>
          <p:cNvSpPr>
            <a:spLocks xmlns:a="http://schemas.openxmlformats.org/drawingml/2006/main" noGrp="1"/>
          </p:cNvSpPr>
          <p:nvPr/>
        </p:nvSpPr>
        <p:spPr>
          <a:xfrm xmlns:a="http://schemas.openxmlformats.org/drawingml/2006/main">
            <a:off x="5138928" y="2148838"/>
            <a:ext cx="128027" cy="12802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976" name="Oval 81">
            <a:extLst xmlns:a="http://schemas.openxmlformats.org/drawingml/2006/main">
              <a:ext uri="{FF2B5EF4-FFF2-40B4-BE49-F238E27FC236}">
                <a16:creationId xmlns:a16="http://schemas.microsoft.com/office/drawing/2014/main" id="{0C0978CC-1C40-4DDD-BE3E-3DCD20942C28}"/>
              </a:ext>
            </a:extLst>
          </p:cNvPr>
          <p:cNvSpPr>
            <a:spLocks xmlns:a="http://schemas.openxmlformats.org/drawingml/2006/main" noGrp="1"/>
          </p:cNvSpPr>
          <p:nvPr/>
        </p:nvSpPr>
        <p:spPr>
          <a:xfrm xmlns:a="http://schemas.openxmlformats.org/drawingml/2006/main">
            <a:off x="5623559" y="2468877"/>
            <a:ext cx="128027" cy="12802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977" name="Oval 82">
            <a:extLst xmlns:a="http://schemas.openxmlformats.org/drawingml/2006/main">
              <a:ext uri="{FF2B5EF4-FFF2-40B4-BE49-F238E27FC236}">
                <a16:creationId xmlns:a16="http://schemas.microsoft.com/office/drawing/2014/main" id="{BBB611D8-547D-493A-8FEC-167D0F87145C}"/>
              </a:ext>
            </a:extLst>
          </p:cNvPr>
          <p:cNvSpPr>
            <a:spLocks xmlns:a="http://schemas.openxmlformats.org/drawingml/2006/main" noGrp="1"/>
          </p:cNvSpPr>
          <p:nvPr/>
        </p:nvSpPr>
        <p:spPr>
          <a:xfrm xmlns:a="http://schemas.openxmlformats.org/drawingml/2006/main">
            <a:off x="4800600" y="2999232"/>
            <a:ext cx="128016" cy="12802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978" name="Oval 83">
            <a:extLst xmlns:a="http://schemas.openxmlformats.org/drawingml/2006/main">
              <a:ext uri="{FF2B5EF4-FFF2-40B4-BE49-F238E27FC236}">
                <a16:creationId xmlns:a16="http://schemas.microsoft.com/office/drawing/2014/main" id="{A431D7BE-8D1B-4EE3-B1F2-37977956EA43}"/>
              </a:ext>
            </a:extLst>
          </p:cNvPr>
          <p:cNvSpPr>
            <a:spLocks xmlns:a="http://schemas.openxmlformats.org/drawingml/2006/main" noGrp="1"/>
          </p:cNvSpPr>
          <p:nvPr/>
        </p:nvSpPr>
        <p:spPr>
          <a:xfrm xmlns:a="http://schemas.openxmlformats.org/drawingml/2006/main">
            <a:off x="5376671" y="2907792"/>
            <a:ext cx="128027" cy="12802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979" name="Oval 84">
            <a:extLst xmlns:a="http://schemas.openxmlformats.org/drawingml/2006/main">
              <a:ext uri="{FF2B5EF4-FFF2-40B4-BE49-F238E27FC236}">
                <a16:creationId xmlns:a16="http://schemas.microsoft.com/office/drawing/2014/main" id="{2D71A496-3C26-4243-B748-01104146A1C9}"/>
              </a:ext>
            </a:extLst>
          </p:cNvPr>
          <p:cNvSpPr>
            <a:spLocks xmlns:a="http://schemas.openxmlformats.org/drawingml/2006/main" noGrp="1"/>
          </p:cNvSpPr>
          <p:nvPr/>
        </p:nvSpPr>
        <p:spPr>
          <a:xfrm xmlns:a="http://schemas.openxmlformats.org/drawingml/2006/main">
            <a:off x="5879591" y="3182111"/>
            <a:ext cx="128027" cy="128018"/>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980" name="Oval 85">
            <a:extLst xmlns:a="http://schemas.openxmlformats.org/drawingml/2006/main">
              <a:ext uri="{FF2B5EF4-FFF2-40B4-BE49-F238E27FC236}">
                <a16:creationId xmlns:a16="http://schemas.microsoft.com/office/drawing/2014/main" id="{353E2ACA-D11F-47EE-B789-E63BBCD67B35}"/>
              </a:ext>
            </a:extLst>
          </p:cNvPr>
          <p:cNvSpPr>
            <a:spLocks xmlns:a="http://schemas.openxmlformats.org/drawingml/2006/main" noGrp="1"/>
          </p:cNvSpPr>
          <p:nvPr/>
        </p:nvSpPr>
        <p:spPr>
          <a:xfrm xmlns:a="http://schemas.openxmlformats.org/drawingml/2006/main">
            <a:off x="6291071" y="3429000"/>
            <a:ext cx="128027" cy="128016"/>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981" name="Oval 86">
            <a:extLst xmlns:a="http://schemas.openxmlformats.org/drawingml/2006/main">
              <a:ext uri="{FF2B5EF4-FFF2-40B4-BE49-F238E27FC236}">
                <a16:creationId xmlns:a16="http://schemas.microsoft.com/office/drawing/2014/main" id="{60BCC31F-F2D5-49A0-9978-4F7990F8E515}"/>
              </a:ext>
            </a:extLst>
          </p:cNvPr>
          <p:cNvSpPr>
            <a:spLocks xmlns:a="http://schemas.openxmlformats.org/drawingml/2006/main" noGrp="1"/>
          </p:cNvSpPr>
          <p:nvPr/>
        </p:nvSpPr>
        <p:spPr>
          <a:xfrm xmlns:a="http://schemas.openxmlformats.org/drawingml/2006/main">
            <a:off x="6656830" y="2889504"/>
            <a:ext cx="128027" cy="12802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982" name="Oval 87">
            <a:extLst xmlns:a="http://schemas.openxmlformats.org/drawingml/2006/main">
              <a:ext uri="{FF2B5EF4-FFF2-40B4-BE49-F238E27FC236}">
                <a16:creationId xmlns:a16="http://schemas.microsoft.com/office/drawing/2014/main" id="{ADDCB009-5D11-4520-ADD4-6EBE465907CD}"/>
              </a:ext>
            </a:extLst>
          </p:cNvPr>
          <p:cNvSpPr>
            <a:spLocks xmlns:a="http://schemas.openxmlformats.org/drawingml/2006/main" noGrp="1"/>
          </p:cNvSpPr>
          <p:nvPr/>
        </p:nvSpPr>
        <p:spPr>
          <a:xfrm xmlns:a="http://schemas.openxmlformats.org/drawingml/2006/main">
            <a:off x="7095742" y="2450592"/>
            <a:ext cx="128027" cy="12802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983" name="Oval 88">
            <a:extLst xmlns:a="http://schemas.openxmlformats.org/drawingml/2006/main">
              <a:ext uri="{FF2B5EF4-FFF2-40B4-BE49-F238E27FC236}">
                <a16:creationId xmlns:a16="http://schemas.microsoft.com/office/drawing/2014/main" id="{257A0427-D4A9-41B7-83D4-B51A59110351}"/>
              </a:ext>
            </a:extLst>
          </p:cNvPr>
          <p:cNvSpPr>
            <a:spLocks xmlns:a="http://schemas.openxmlformats.org/drawingml/2006/main" noGrp="1"/>
          </p:cNvSpPr>
          <p:nvPr/>
        </p:nvSpPr>
        <p:spPr>
          <a:xfrm xmlns:a="http://schemas.openxmlformats.org/drawingml/2006/main">
            <a:off x="7534656" y="2679192"/>
            <a:ext cx="128027" cy="12802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984" name="Oval 89">
            <a:extLst xmlns:a="http://schemas.openxmlformats.org/drawingml/2006/main">
              <a:ext uri="{FF2B5EF4-FFF2-40B4-BE49-F238E27FC236}">
                <a16:creationId xmlns:a16="http://schemas.microsoft.com/office/drawing/2014/main" id="{F4C54F98-7177-408F-879C-D9FD82737950}"/>
              </a:ext>
            </a:extLst>
          </p:cNvPr>
          <p:cNvSpPr>
            <a:spLocks xmlns:a="http://schemas.openxmlformats.org/drawingml/2006/main" noGrp="1"/>
          </p:cNvSpPr>
          <p:nvPr/>
        </p:nvSpPr>
        <p:spPr>
          <a:xfrm xmlns:a="http://schemas.openxmlformats.org/drawingml/2006/main">
            <a:off x="6876288" y="3474720"/>
            <a:ext cx="128027" cy="12802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985" name="Oval 90">
            <a:extLst xmlns:a="http://schemas.openxmlformats.org/drawingml/2006/main">
              <a:ext uri="{FF2B5EF4-FFF2-40B4-BE49-F238E27FC236}">
                <a16:creationId xmlns:a16="http://schemas.microsoft.com/office/drawing/2014/main" id="{0B3993D9-BB39-4531-8D31-4BAB162C9829}"/>
              </a:ext>
            </a:extLst>
          </p:cNvPr>
          <p:cNvSpPr>
            <a:spLocks xmlns:a="http://schemas.openxmlformats.org/drawingml/2006/main" noGrp="1"/>
          </p:cNvSpPr>
          <p:nvPr/>
        </p:nvSpPr>
        <p:spPr>
          <a:xfrm xmlns:a="http://schemas.openxmlformats.org/drawingml/2006/main">
            <a:off x="7406640" y="3310128"/>
            <a:ext cx="128027" cy="12802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986" name="Oval 91">
            <a:extLst xmlns:a="http://schemas.openxmlformats.org/drawingml/2006/main">
              <a:ext uri="{FF2B5EF4-FFF2-40B4-BE49-F238E27FC236}">
                <a16:creationId xmlns:a16="http://schemas.microsoft.com/office/drawing/2014/main" id="{AEA41F06-6468-496E-843F-E16A7C42590A}"/>
              </a:ext>
            </a:extLst>
          </p:cNvPr>
          <p:cNvSpPr>
            <a:spLocks xmlns:a="http://schemas.openxmlformats.org/drawingml/2006/main" noGrp="1"/>
          </p:cNvSpPr>
          <p:nvPr/>
        </p:nvSpPr>
        <p:spPr>
          <a:xfrm xmlns:a="http://schemas.openxmlformats.org/drawingml/2006/main">
            <a:off x="7735823" y="3749037"/>
            <a:ext cx="128027" cy="12802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987" name="TextBox 92">
            <a:extLst xmlns:a="http://schemas.openxmlformats.org/drawingml/2006/main">
              <a:ext uri="{FF2B5EF4-FFF2-40B4-BE49-F238E27FC236}">
                <a16:creationId xmlns:a16="http://schemas.microsoft.com/office/drawing/2014/main" id="{DC3D2C3B-AFD5-410F-94D6-64F950C4BC5A}"/>
              </a:ext>
            </a:extLst>
          </p:cNvPr>
          <p:cNvSpPr>
            <a:spLocks xmlns:a="http://schemas.openxmlformats.org/drawingml/2006/main" noGrp="1"/>
          </p:cNvSpPr>
          <p:nvPr/>
        </p:nvSpPr>
        <p:spPr>
          <a:xfrm xmlns:a="http://schemas.openxmlformats.org/drawingml/2006/main">
            <a:off x="8074152" y="2990088"/>
            <a:ext cx="384054" cy="3556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2400" b="1">
                <a:solidFill>
                  <a:srgbClr val="73777F"/>
                </a:solidFill>
                <a:latin typeface="Helvetica Neue"/>
                <a:ea typeface="Helvetica Neue"/>
                <a:cs typeface="Helvetica Neue"/>
              </a:defRPr>
            </a:lvl1pPr>
          </a:lstStyle>
          <a:p xmlns:a="http://schemas.openxmlformats.org/drawingml/2006/main">
            <a:pPr>
              <a:buNone/>
            </a:pPr>
            <a:r>
              <a:t>→</a:t>
            </a:r>
          </a:p>
        </p:txBody>
      </p:sp>
      <p:sp>
        <p:nvSpPr>
          <p:cNvPr id="1988" name="Oval 93">
            <a:extLst xmlns:a="http://schemas.openxmlformats.org/drawingml/2006/main">
              <a:ext uri="{FF2B5EF4-FFF2-40B4-BE49-F238E27FC236}">
                <a16:creationId xmlns:a16="http://schemas.microsoft.com/office/drawing/2014/main" id="{F19250F3-018A-4D9B-9D07-556DA2190C1E}"/>
              </a:ext>
            </a:extLst>
          </p:cNvPr>
          <p:cNvSpPr>
            <a:spLocks xmlns:a="http://schemas.openxmlformats.org/drawingml/2006/main" noGrp="1"/>
          </p:cNvSpPr>
          <p:nvPr/>
        </p:nvSpPr>
        <p:spPr>
          <a:xfrm xmlns:a="http://schemas.openxmlformats.org/drawingml/2006/main">
            <a:off x="8887968" y="2331720"/>
            <a:ext cx="137171" cy="137171"/>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989" name="Oval 94">
            <a:extLst xmlns:a="http://schemas.openxmlformats.org/drawingml/2006/main">
              <a:ext uri="{FF2B5EF4-FFF2-40B4-BE49-F238E27FC236}">
                <a16:creationId xmlns:a16="http://schemas.microsoft.com/office/drawing/2014/main" id="{3913E94C-DE53-4C3E-9D93-1233EB6A0D09}"/>
              </a:ext>
            </a:extLst>
          </p:cNvPr>
          <p:cNvSpPr>
            <a:spLocks xmlns:a="http://schemas.openxmlformats.org/drawingml/2006/main" noGrp="1"/>
          </p:cNvSpPr>
          <p:nvPr/>
        </p:nvSpPr>
        <p:spPr>
          <a:xfrm xmlns:a="http://schemas.openxmlformats.org/drawingml/2006/main">
            <a:off x="9272016" y="2139694"/>
            <a:ext cx="137171" cy="137171"/>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990" name="Oval 95">
            <a:extLst xmlns:a="http://schemas.openxmlformats.org/drawingml/2006/main">
              <a:ext uri="{FF2B5EF4-FFF2-40B4-BE49-F238E27FC236}">
                <a16:creationId xmlns:a16="http://schemas.microsoft.com/office/drawing/2014/main" id="{53D555DF-3D73-4611-AAD6-A21610032FFC}"/>
              </a:ext>
            </a:extLst>
          </p:cNvPr>
          <p:cNvSpPr>
            <a:spLocks xmlns:a="http://schemas.openxmlformats.org/drawingml/2006/main" noGrp="1"/>
          </p:cNvSpPr>
          <p:nvPr/>
        </p:nvSpPr>
        <p:spPr>
          <a:xfrm xmlns:a="http://schemas.openxmlformats.org/drawingml/2006/main">
            <a:off x="9646918" y="2395727"/>
            <a:ext cx="137171" cy="137171"/>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991" name="Oval 96">
            <a:extLst xmlns:a="http://schemas.openxmlformats.org/drawingml/2006/main">
              <a:ext uri="{FF2B5EF4-FFF2-40B4-BE49-F238E27FC236}">
                <a16:creationId xmlns:a16="http://schemas.microsoft.com/office/drawing/2014/main" id="{E53096AF-B7AB-46EF-B8F3-39CA7A72D249}"/>
              </a:ext>
            </a:extLst>
          </p:cNvPr>
          <p:cNvSpPr>
            <a:spLocks xmlns:a="http://schemas.openxmlformats.org/drawingml/2006/main" noGrp="1"/>
          </p:cNvSpPr>
          <p:nvPr/>
        </p:nvSpPr>
        <p:spPr>
          <a:xfrm xmlns:a="http://schemas.openxmlformats.org/drawingml/2006/main">
            <a:off x="9052559" y="2798064"/>
            <a:ext cx="137171" cy="137171"/>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992" name="Oval 97">
            <a:extLst xmlns:a="http://schemas.openxmlformats.org/drawingml/2006/main">
              <a:ext uri="{FF2B5EF4-FFF2-40B4-BE49-F238E27FC236}">
                <a16:creationId xmlns:a16="http://schemas.microsoft.com/office/drawing/2014/main" id="{EE31A71D-4625-4BEA-BAC1-9C5D21CA77B3}"/>
              </a:ext>
            </a:extLst>
          </p:cNvPr>
          <p:cNvSpPr>
            <a:spLocks xmlns:a="http://schemas.openxmlformats.org/drawingml/2006/main" noGrp="1"/>
          </p:cNvSpPr>
          <p:nvPr/>
        </p:nvSpPr>
        <p:spPr>
          <a:xfrm xmlns:a="http://schemas.openxmlformats.org/drawingml/2006/main">
            <a:off x="9454894" y="2852927"/>
            <a:ext cx="137171" cy="137171"/>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993" name="Oval 98">
            <a:extLst xmlns:a="http://schemas.openxmlformats.org/drawingml/2006/main">
              <a:ext uri="{FF2B5EF4-FFF2-40B4-BE49-F238E27FC236}">
                <a16:creationId xmlns:a16="http://schemas.microsoft.com/office/drawing/2014/main" id="{5410804C-268C-4372-A0EF-20DEFA307C59}"/>
              </a:ext>
            </a:extLst>
          </p:cNvPr>
          <p:cNvSpPr>
            <a:spLocks xmlns:a="http://schemas.openxmlformats.org/drawingml/2006/main" noGrp="1"/>
          </p:cNvSpPr>
          <p:nvPr/>
        </p:nvSpPr>
        <p:spPr>
          <a:xfrm xmlns:a="http://schemas.openxmlformats.org/drawingml/2006/main">
            <a:off x="9811511" y="2743199"/>
            <a:ext cx="137171" cy="137171"/>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994" name="Oval 99">
            <a:extLst xmlns:a="http://schemas.openxmlformats.org/drawingml/2006/main">
              <a:ext uri="{FF2B5EF4-FFF2-40B4-BE49-F238E27FC236}">
                <a16:creationId xmlns:a16="http://schemas.microsoft.com/office/drawing/2014/main" id="{D5DD2F41-CC62-4878-855B-1A429E2D32F1}"/>
              </a:ext>
            </a:extLst>
          </p:cNvPr>
          <p:cNvSpPr>
            <a:spLocks xmlns:a="http://schemas.openxmlformats.org/drawingml/2006/main" noGrp="1"/>
          </p:cNvSpPr>
          <p:nvPr/>
        </p:nvSpPr>
        <p:spPr>
          <a:xfrm xmlns:a="http://schemas.openxmlformats.org/drawingml/2006/main">
            <a:off x="9235440" y="3236976"/>
            <a:ext cx="137171" cy="137171"/>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995" name="Oval 100">
            <a:extLst xmlns:a="http://schemas.openxmlformats.org/drawingml/2006/main">
              <a:ext uri="{FF2B5EF4-FFF2-40B4-BE49-F238E27FC236}">
                <a16:creationId xmlns:a16="http://schemas.microsoft.com/office/drawing/2014/main" id="{66C2C1A5-655A-443E-B679-5BE5EDF85E32}"/>
              </a:ext>
            </a:extLst>
          </p:cNvPr>
          <p:cNvSpPr>
            <a:spLocks xmlns:a="http://schemas.openxmlformats.org/drawingml/2006/main" noGrp="1"/>
          </p:cNvSpPr>
          <p:nvPr/>
        </p:nvSpPr>
        <p:spPr>
          <a:xfrm xmlns:a="http://schemas.openxmlformats.org/drawingml/2006/main">
            <a:off x="9656064" y="3246120"/>
            <a:ext cx="137171" cy="137171"/>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996" name="Oval 101">
            <a:extLst xmlns:a="http://schemas.openxmlformats.org/drawingml/2006/main">
              <a:ext uri="{FF2B5EF4-FFF2-40B4-BE49-F238E27FC236}">
                <a16:creationId xmlns:a16="http://schemas.microsoft.com/office/drawing/2014/main" id="{A7C35996-F145-4805-9D00-7631880D231D}"/>
              </a:ext>
            </a:extLst>
          </p:cNvPr>
          <p:cNvSpPr>
            <a:spLocks xmlns:a="http://schemas.openxmlformats.org/drawingml/2006/main" noGrp="1"/>
          </p:cNvSpPr>
          <p:nvPr/>
        </p:nvSpPr>
        <p:spPr>
          <a:xfrm xmlns:a="http://schemas.openxmlformats.org/drawingml/2006/main">
            <a:off x="10286999" y="3154677"/>
            <a:ext cx="137171" cy="137171"/>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997" name="Oval 102">
            <a:extLst xmlns:a="http://schemas.openxmlformats.org/drawingml/2006/main">
              <a:ext uri="{FF2B5EF4-FFF2-40B4-BE49-F238E27FC236}">
                <a16:creationId xmlns:a16="http://schemas.microsoft.com/office/drawing/2014/main" id="{8C1D599C-52AB-4A66-9246-B12983E4D462}"/>
              </a:ext>
            </a:extLst>
          </p:cNvPr>
          <p:cNvSpPr>
            <a:spLocks xmlns:a="http://schemas.openxmlformats.org/drawingml/2006/main" noGrp="1"/>
          </p:cNvSpPr>
          <p:nvPr/>
        </p:nvSpPr>
        <p:spPr>
          <a:xfrm xmlns:a="http://schemas.openxmlformats.org/drawingml/2006/main">
            <a:off x="10652759" y="2962655"/>
            <a:ext cx="137171" cy="137171"/>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998" name="Oval 103">
            <a:extLst xmlns:a="http://schemas.openxmlformats.org/drawingml/2006/main">
              <a:ext uri="{FF2B5EF4-FFF2-40B4-BE49-F238E27FC236}">
                <a16:creationId xmlns:a16="http://schemas.microsoft.com/office/drawing/2014/main" id="{D7260F8C-EF66-4C77-A69C-8B052BB09BC7}"/>
              </a:ext>
            </a:extLst>
          </p:cNvPr>
          <p:cNvSpPr>
            <a:spLocks xmlns:a="http://schemas.openxmlformats.org/drawingml/2006/main" noGrp="1"/>
          </p:cNvSpPr>
          <p:nvPr/>
        </p:nvSpPr>
        <p:spPr>
          <a:xfrm xmlns:a="http://schemas.openxmlformats.org/drawingml/2006/main">
            <a:off x="11018518" y="3218688"/>
            <a:ext cx="137171" cy="137171"/>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1999" name="Oval 104">
            <a:extLst xmlns:a="http://schemas.openxmlformats.org/drawingml/2006/main">
              <a:ext uri="{FF2B5EF4-FFF2-40B4-BE49-F238E27FC236}">
                <a16:creationId xmlns:a16="http://schemas.microsoft.com/office/drawing/2014/main" id="{E107A3CF-103D-4CD1-B4CA-9DE7F905ECC1}"/>
              </a:ext>
            </a:extLst>
          </p:cNvPr>
          <p:cNvSpPr>
            <a:spLocks xmlns:a="http://schemas.openxmlformats.org/drawingml/2006/main" noGrp="1"/>
          </p:cNvSpPr>
          <p:nvPr/>
        </p:nvSpPr>
        <p:spPr>
          <a:xfrm xmlns:a="http://schemas.openxmlformats.org/drawingml/2006/main">
            <a:off x="10469880" y="3602735"/>
            <a:ext cx="137171" cy="137171"/>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2000" name="Oval 105">
            <a:extLst xmlns:a="http://schemas.openxmlformats.org/drawingml/2006/main">
              <a:ext uri="{FF2B5EF4-FFF2-40B4-BE49-F238E27FC236}">
                <a16:creationId xmlns:a16="http://schemas.microsoft.com/office/drawing/2014/main" id="{A68CE672-1911-400B-9C7D-E4A90FCEB7C2}"/>
              </a:ext>
            </a:extLst>
          </p:cNvPr>
          <p:cNvSpPr>
            <a:spLocks xmlns:a="http://schemas.openxmlformats.org/drawingml/2006/main" noGrp="1"/>
          </p:cNvSpPr>
          <p:nvPr/>
        </p:nvSpPr>
        <p:spPr>
          <a:xfrm xmlns:a="http://schemas.openxmlformats.org/drawingml/2006/main">
            <a:off x="10844783" y="3675886"/>
            <a:ext cx="137171" cy="137171"/>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2001" name="Oval 106">
            <a:extLst xmlns:a="http://schemas.openxmlformats.org/drawingml/2006/main">
              <a:ext uri="{FF2B5EF4-FFF2-40B4-BE49-F238E27FC236}">
                <a16:creationId xmlns:a16="http://schemas.microsoft.com/office/drawing/2014/main" id="{139D064B-E7A7-4D77-BFDA-02B34819BA9F}"/>
              </a:ext>
            </a:extLst>
          </p:cNvPr>
          <p:cNvSpPr>
            <a:spLocks xmlns:a="http://schemas.openxmlformats.org/drawingml/2006/main" noGrp="1"/>
          </p:cNvSpPr>
          <p:nvPr/>
        </p:nvSpPr>
        <p:spPr>
          <a:xfrm xmlns:a="http://schemas.openxmlformats.org/drawingml/2006/main">
            <a:off x="11192256" y="3584447"/>
            <a:ext cx="137171" cy="137171"/>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2002" name="Oval 107">
            <a:extLst xmlns:a="http://schemas.openxmlformats.org/drawingml/2006/main">
              <a:ext uri="{FF2B5EF4-FFF2-40B4-BE49-F238E27FC236}">
                <a16:creationId xmlns:a16="http://schemas.microsoft.com/office/drawing/2014/main" id="{7BACB0A4-CFFF-4465-BB3D-617671A22C8A}"/>
              </a:ext>
            </a:extLst>
          </p:cNvPr>
          <p:cNvSpPr>
            <a:spLocks xmlns:a="http://schemas.openxmlformats.org/drawingml/2006/main" noGrp="1"/>
          </p:cNvSpPr>
          <p:nvPr/>
        </p:nvSpPr>
        <p:spPr>
          <a:xfrm xmlns:a="http://schemas.openxmlformats.org/drawingml/2006/main">
            <a:off x="10634471" y="4041647"/>
            <a:ext cx="137171" cy="137171"/>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2003" name="Oval 108">
            <a:extLst xmlns:a="http://schemas.openxmlformats.org/drawingml/2006/main">
              <a:ext uri="{FF2B5EF4-FFF2-40B4-BE49-F238E27FC236}">
                <a16:creationId xmlns:a16="http://schemas.microsoft.com/office/drawing/2014/main" id="{42C0A9E2-C9AE-4408-912D-B1FB349A99EE}"/>
              </a:ext>
            </a:extLst>
          </p:cNvPr>
          <p:cNvSpPr>
            <a:spLocks xmlns:a="http://schemas.openxmlformats.org/drawingml/2006/main" noGrp="1"/>
          </p:cNvSpPr>
          <p:nvPr/>
        </p:nvSpPr>
        <p:spPr>
          <a:xfrm xmlns:a="http://schemas.openxmlformats.org/drawingml/2006/main">
            <a:off x="11018518" y="4050791"/>
            <a:ext cx="137171" cy="137171"/>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2004" name="TextBox 109">
            <a:extLst xmlns:a="http://schemas.openxmlformats.org/drawingml/2006/main">
              <a:ext uri="{FF2B5EF4-FFF2-40B4-BE49-F238E27FC236}">
                <a16:creationId xmlns:a16="http://schemas.microsoft.com/office/drawing/2014/main" id="{3B61E79F-51F2-4B1A-828D-88BF81D81AD4}"/>
              </a:ext>
            </a:extLst>
          </p:cNvPr>
          <p:cNvSpPr>
            <a:spLocks xmlns:a="http://schemas.openxmlformats.org/drawingml/2006/main" noGrp="1"/>
          </p:cNvSpPr>
          <p:nvPr/>
        </p:nvSpPr>
        <p:spPr>
          <a:xfrm xmlns:a="http://schemas.openxmlformats.org/drawingml/2006/main">
            <a:off x="8668511" y="4370832"/>
            <a:ext cx="1508766" cy="136385"/>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900" b="1">
                <a:solidFill>
                  <a:srgbClr val="3977F6"/>
                </a:solidFill>
                <a:latin typeface="Helvetica Neue"/>
                <a:ea typeface="Helvetica Neue"/>
                <a:cs typeface="Helvetica Neue"/>
              </a:defRPr>
            </a:lvl1pPr>
          </a:lstStyle>
          <a:p xmlns:a="http://schemas.openxmlformats.org/drawingml/2006/main">
            <a:pPr>
              <a:buNone/>
            </a:pPr>
            <a:r>
              <a:t>CONSTITUENCY A</a:t>
            </a:r>
          </a:p>
        </p:txBody>
      </p:sp>
      <p:sp>
        <p:nvSpPr>
          <p:cNvPr id="2005" name="TextBox 110">
            <a:extLst xmlns:a="http://schemas.openxmlformats.org/drawingml/2006/main">
              <a:ext uri="{FF2B5EF4-FFF2-40B4-BE49-F238E27FC236}">
                <a16:creationId xmlns:a16="http://schemas.microsoft.com/office/drawing/2014/main" id="{3155896A-11BD-4D98-87DB-B2E9D24DCCD8}"/>
              </a:ext>
            </a:extLst>
          </p:cNvPr>
          <p:cNvSpPr>
            <a:spLocks xmlns:a="http://schemas.openxmlformats.org/drawingml/2006/main" noGrp="1"/>
          </p:cNvSpPr>
          <p:nvPr/>
        </p:nvSpPr>
        <p:spPr>
          <a:xfrm xmlns:a="http://schemas.openxmlformats.org/drawingml/2006/main">
            <a:off x="10058399" y="4370832"/>
            <a:ext cx="1508767" cy="136385"/>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900" b="1">
                <a:solidFill>
                  <a:srgbClr val="FF705B"/>
                </a:solidFill>
                <a:latin typeface="Helvetica Neue"/>
                <a:ea typeface="Helvetica Neue"/>
                <a:cs typeface="Helvetica Neue"/>
              </a:defRPr>
            </a:lvl1pPr>
          </a:lstStyle>
          <a:p xmlns:a="http://schemas.openxmlformats.org/drawingml/2006/main">
            <a:pPr>
              <a:buNone/>
            </a:pPr>
            <a:r>
              <a:t>CONSTITUENCY B</a:t>
            </a:r>
          </a:p>
        </p:txBody>
      </p:sp>
      <p:sp>
        <p:nvSpPr>
          <p:cNvPr id="2006" name="Connector 111">
            <a:extLst xmlns:a="http://schemas.openxmlformats.org/drawingml/2006/main">
              <a:ext uri="{FF2B5EF4-FFF2-40B4-BE49-F238E27FC236}">
                <a16:creationId xmlns:a16="http://schemas.microsoft.com/office/drawing/2014/main" id="{3C744E46-E11A-455A-B79C-57FF2451652E}"/>
              </a:ext>
            </a:extLst>
          </p:cNvPr>
          <p:cNvSpPr>
            <a:spLocks xmlns:a="http://schemas.openxmlformats.org/drawingml/2006/main" noGrp="1"/>
          </p:cNvSpPr>
          <p:nvPr/>
        </p:nvSpPr>
        <p:spPr>
          <a:xfrm xmlns:a="http://schemas.openxmlformats.org/drawingml/2006/main">
            <a:off x="749803" y="5248653"/>
            <a:ext cx="10680201" cy="7"/>
          </a:xfrm>
          <a:prstGeom xmlns:a="http://schemas.openxmlformats.org/drawingml/2006/main" prst="line">
            <a:avLst/>
          </a:prstGeom>
          <a:ln xmlns:a="http://schemas.openxmlformats.org/drawingml/2006/main" w="1270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007" name="TextBox 112">
            <a:extLst xmlns:a="http://schemas.openxmlformats.org/drawingml/2006/main">
              <a:ext uri="{FF2B5EF4-FFF2-40B4-BE49-F238E27FC236}">
                <a16:creationId xmlns:a16="http://schemas.microsoft.com/office/drawing/2014/main" id="{9557FC0C-1E16-4FCF-A06A-882CDE357BD8}"/>
              </a:ext>
            </a:extLst>
          </p:cNvPr>
          <p:cNvSpPr>
            <a:spLocks xmlns:a="http://schemas.openxmlformats.org/drawingml/2006/main" noGrp="1"/>
          </p:cNvSpPr>
          <p:nvPr/>
        </p:nvSpPr>
        <p:spPr>
          <a:xfrm xmlns:a="http://schemas.openxmlformats.org/drawingml/2006/main">
            <a:off x="2468879" y="5532120"/>
            <a:ext cx="7223761" cy="26043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lgn="ctr">
              <a:buNone/>
              <a:defRPr sz="1700" b="1">
                <a:solidFill>
                  <a:srgbClr val="1FA873"/>
                </a:solidFill>
                <a:latin typeface="Helvetica Neue"/>
                <a:ea typeface="Helvetica Neue"/>
                <a:cs typeface="Helvetica Neue"/>
              </a:defRPr>
            </a:pPr>
            <a:r>
              <a:t>• </a:t>
            </a:r>
            <a:r>
              <a:rPr>
                <a:solidFill>
                  <a:srgbClr val="111318"/>
                </a:solidFill>
              </a:rPr>
              <a:t>Similar co-rating patterns → same behavioral constituency</a:t>
            </a:r>
          </a:p>
        </p:txBody>
      </p:sp>
      <p:sp>
        <p:nvSpPr>
          <p:cNvPr id="2008" name="TextBox 113">
            <a:extLst xmlns:a="http://schemas.openxmlformats.org/drawingml/2006/main">
              <a:ext uri="{FF2B5EF4-FFF2-40B4-BE49-F238E27FC236}">
                <a16:creationId xmlns:a16="http://schemas.microsoft.com/office/drawing/2014/main" id="{60FFDAF4-4D9A-4A37-A130-D4893CD68B73}"/>
              </a:ext>
            </a:extLst>
          </p:cNvPr>
          <p:cNvSpPr>
            <a:spLocks xmlns:a="http://schemas.openxmlformats.org/drawingml/2006/main" noGrp="1"/>
          </p:cNvSpPr>
          <p:nvPr/>
        </p:nvSpPr>
        <p:spPr>
          <a:xfrm xmlns:a="http://schemas.openxmlformats.org/drawingml/2006/main">
            <a:off x="621792" y="6437376"/>
            <a:ext cx="10881360"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800">
                <a:solidFill>
                  <a:srgbClr val="73777F"/>
                </a:solidFill>
                <a:latin typeface="Helvetica Neue"/>
                <a:ea typeface="Helvetica Neue"/>
                <a:cs typeface="Helvetica Neue"/>
              </a:defRPr>
            </a:lvl1pPr>
          </a:lstStyle>
          <a:p xmlns:a="http://schemas.openxmlformats.org/drawingml/2006/main">
            <a:pPr>
              <a:buNone/>
            </a:pPr>
            <a:r>
              <a:t>• Authors’ 100k-note / 200k-rater pipeline</a:t>
            </a:r>
          </a:p>
        </p:txBody>
      </p:sp>
      <p:sp>
        <p:nvSpPr>
          <p:cNvPr id="2009" name="Rectangle">
            <a:extLst xmlns:a="http://schemas.openxmlformats.org/drawingml/2006/main">
              <a:ext uri="{FF2B5EF4-FFF2-40B4-BE49-F238E27FC236}">
                <a16:creationId xmlns:a16="http://schemas.microsoft.com/office/drawing/2014/main" id="{BA492AD7-C9E2-46E1-A6DA-D04CE61A36C3}"/>
              </a:ext>
            </a:extLst>
          </p:cNvPr>
          <p:cNvSpPr>
            <a:spLocks xmlns:a="http://schemas.openxmlformats.org/drawingml/2006/main" noGrp="1"/>
          </p:cNvSpPr>
          <p:nvPr/>
        </p:nvSpPr>
        <p:spPr>
          <a:xfrm xmlns:a="http://schemas.openxmlformats.org/drawingml/2006/main">
            <a:off x="3742044" y="1460621"/>
            <a:ext cx="8005737" cy="3644148"/>
          </a:xfrm>
          <a:prstGeom xmlns:a="http://schemas.openxmlformats.org/drawingml/2006/main" prst="rect">
            <a:avLst/>
          </a:prstGeom>
          <a:solidFill xmlns:a="http://schemas.openxmlformats.org/drawingml/2006/main">
            <a:srgbClr val="FFFFFF"/>
          </a:solidFill>
          <a:ln xmlns:a="http://schemas.openxmlformats.org/drawingml/2006/main" w="12700"/>
        </p:spPr>
        <p:txBody>
          <a:bodyPr xmlns:a="http://schemas.openxmlformats.org/drawingml/2006/main" lIns="45718" tIns="45718" rIns="45718" bIns="45718" anchor="ctr"/>
          <a:lstStyle xmlns:a="http://schemas.openxmlformats.org/drawingml/2006/main"/>
          <a:p xmlns:a="http://schemas.openxmlformats.org/drawingml/2006/main">
            <a:pPr>
              <a:buNone/>
              <a:defRPr>
                <a:latin typeface="+mn-lt"/>
                <a:ea typeface="+mn-lt"/>
                <a:cs typeface="+mn-lt"/>
              </a:defRPr>
            </a:pPr>
          </a:p>
        </p:txBody>
      </p:sp>
    </p:spTree>
    <p:extLst>
      <p:ext uri="{BB962C8B-B14F-4D97-AF65-F5344CB8AC3E}">
        <p14:creationId xmlns:p14="http://schemas.microsoft.com/office/powerpoint/2010/main" val="1799606680"/>
      </p:ext>
    </p:extLst>
  </p:cSld>
</p:sld>
</file>

<file path=ppt/slides/slide23.xml><?xml version="1.0" encoding="utf-8"?>
<p:sld xmlns:p="http://schemas.openxmlformats.org/presentationml/2006/main" showMasterSp="1">
  <p:cSld>
    <p:spTree>
      <p:nvGrpSpPr>
        <p:cNvPr id="1" name=""/>
        <p:cNvGrpSpPr/>
        <p:nvPr/>
      </p:nvGrpSpPr>
      <p:grpSpPr>
        <a:xfrm xmlns:a="http://schemas.openxmlformats.org/drawingml/2006/main"/>
      </p:grpSpPr>
      <p:sp>
        <p:nvSpPr>
          <p:cNvPr id="2011" name="TextBox 1">
            <a:extLst xmlns:a="http://schemas.openxmlformats.org/drawingml/2006/main">
              <a:ext uri="{FF2B5EF4-FFF2-40B4-BE49-F238E27FC236}">
                <a16:creationId xmlns:a16="http://schemas.microsoft.com/office/drawing/2014/main" id="{C452B7CE-F458-4975-9697-43AB206F7E3C}"/>
              </a:ext>
            </a:extLst>
          </p:cNvPr>
          <p:cNvSpPr>
            <a:spLocks xmlns:a="http://schemas.openxmlformats.org/drawingml/2006/main" noGrp="1"/>
          </p:cNvSpPr>
          <p:nvPr/>
        </p:nvSpPr>
        <p:spPr>
          <a:xfrm xmlns:a="http://schemas.openxmlformats.org/drawingml/2006/main">
            <a:off x="603499" y="420623"/>
            <a:ext cx="4389130" cy="14871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000" b="1">
                <a:solidFill>
                  <a:srgbClr val="73777F"/>
                </a:solidFill>
                <a:latin typeface="Helvetica Neue"/>
                <a:ea typeface="Helvetica Neue"/>
                <a:cs typeface="Helvetica Neue"/>
              </a:defRPr>
            </a:lvl1pPr>
          </a:lstStyle>
          <a:p xmlns:a="http://schemas.openxmlformats.org/drawingml/2006/main">
            <a:pPr>
              <a:buNone/>
            </a:pPr>
            <a:r>
              <a:t>OUR SHIFT · RECOVERY</a:t>
            </a:r>
          </a:p>
        </p:txBody>
      </p:sp>
      <p:sp>
        <p:nvSpPr>
          <p:cNvPr id="2012" name="TextBox 2">
            <a:extLst xmlns:a="http://schemas.openxmlformats.org/drawingml/2006/main">
              <a:ext uri="{FF2B5EF4-FFF2-40B4-BE49-F238E27FC236}">
                <a16:creationId xmlns:a16="http://schemas.microsoft.com/office/drawing/2014/main" id="{537B4275-BF2F-497A-A33D-A63D29AC7C52}"/>
              </a:ext>
            </a:extLst>
          </p:cNvPr>
          <p:cNvSpPr>
            <a:spLocks xmlns:a="http://schemas.openxmlformats.org/drawingml/2006/main" noGrp="1"/>
          </p:cNvSpPr>
          <p:nvPr/>
        </p:nvSpPr>
        <p:spPr>
          <a:xfrm xmlns:a="http://schemas.openxmlformats.org/drawingml/2006/main">
            <a:off x="603504" y="786383"/>
            <a:ext cx="10515601" cy="458849"/>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3000" b="1">
                <a:solidFill>
                  <a:srgbClr val="111318"/>
                </a:solidFill>
                <a:latin typeface="Helvetica Neue"/>
                <a:ea typeface="Helvetica Neue"/>
                <a:cs typeface="Helvetica Neue"/>
              </a:defRPr>
            </a:lvl1pPr>
          </a:lstStyle>
          <a:p xmlns:a="http://schemas.openxmlformats.org/drawingml/2006/main">
            <a:pPr>
              <a:buNone/>
            </a:pPr>
            <a:r>
              <a:t>From ratings to constituencies</a:t>
            </a:r>
          </a:p>
        </p:txBody>
      </p:sp>
      <p:sp>
        <p:nvSpPr>
          <p:cNvPr id="2013" name="TextBox 3">
            <a:extLst xmlns:a="http://schemas.openxmlformats.org/drawingml/2006/main">
              <a:ext uri="{FF2B5EF4-FFF2-40B4-BE49-F238E27FC236}">
                <a16:creationId xmlns:a16="http://schemas.microsoft.com/office/drawing/2014/main" id="{264CEA10-95CF-4742-97C5-82157BED4B62}"/>
              </a:ext>
            </a:extLst>
          </p:cNvPr>
          <p:cNvSpPr>
            <a:spLocks xmlns:a="http://schemas.openxmlformats.org/drawingml/2006/main" noGrp="1"/>
          </p:cNvSpPr>
          <p:nvPr/>
        </p:nvSpPr>
        <p:spPr>
          <a:xfrm xmlns:a="http://schemas.openxmlformats.org/drawingml/2006/main">
            <a:off x="11082528" y="457198"/>
            <a:ext cx="438918" cy="136385"/>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r">
              <a:buNone/>
              <a:defRPr sz="900" b="1">
                <a:solidFill>
                  <a:srgbClr val="73777F"/>
                </a:solidFill>
                <a:latin typeface="Helvetica Neue"/>
                <a:ea typeface="Helvetica Neue"/>
                <a:cs typeface="Helvetica Neue"/>
              </a:defRPr>
            </a:lvl1pPr>
          </a:lstStyle>
          <a:p xmlns:a="http://schemas.openxmlformats.org/drawingml/2006/main">
            <a:pPr>
              <a:buNone/>
            </a:pPr>
            <a:r>
              <a:t>08</a:t>
            </a:r>
          </a:p>
        </p:txBody>
      </p:sp>
      <p:sp>
        <p:nvSpPr>
          <p:cNvPr id="2014" name="TextBox 4">
            <a:extLst xmlns:a="http://schemas.openxmlformats.org/drawingml/2006/main">
              <a:ext uri="{FF2B5EF4-FFF2-40B4-BE49-F238E27FC236}">
                <a16:creationId xmlns:a16="http://schemas.microsoft.com/office/drawing/2014/main" id="{0995D0ED-FEE3-413F-883A-8663F16C445A}"/>
              </a:ext>
            </a:extLst>
          </p:cNvPr>
          <p:cNvSpPr>
            <a:spLocks xmlns:a="http://schemas.openxmlformats.org/drawingml/2006/main" noGrp="1"/>
          </p:cNvSpPr>
          <p:nvPr/>
        </p:nvSpPr>
        <p:spPr>
          <a:xfrm xmlns:a="http://schemas.openxmlformats.org/drawingml/2006/main">
            <a:off x="841247" y="1609344"/>
            <a:ext cx="2194562" cy="210743"/>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400" b="1">
                <a:solidFill>
                  <a:srgbClr val="3977F6"/>
                </a:solidFill>
                <a:latin typeface="Helvetica Neue"/>
                <a:ea typeface="Helvetica Neue"/>
                <a:cs typeface="Helvetica Neue"/>
              </a:defRPr>
            </a:pPr>
            <a:r>
              <a:t>• </a:t>
            </a:r>
            <a:r>
              <a:rPr>
                <a:solidFill>
                  <a:srgbClr val="111318"/>
                </a:solidFill>
              </a:rPr>
              <a:t>Rate notes</a:t>
            </a:r>
          </a:p>
        </p:txBody>
      </p:sp>
      <p:sp>
        <p:nvSpPr>
          <p:cNvPr id="2015" name="TextBox 5">
            <a:extLst xmlns:a="http://schemas.openxmlformats.org/drawingml/2006/main">
              <a:ext uri="{FF2B5EF4-FFF2-40B4-BE49-F238E27FC236}">
                <a16:creationId xmlns:a16="http://schemas.microsoft.com/office/drawing/2014/main" id="{D58A7C04-87F8-4E0C-BA65-5DE24B1AA387}"/>
              </a:ext>
            </a:extLst>
          </p:cNvPr>
          <p:cNvSpPr>
            <a:spLocks xmlns:a="http://schemas.openxmlformats.org/drawingml/2006/main" noGrp="1"/>
          </p:cNvSpPr>
          <p:nvPr/>
        </p:nvSpPr>
        <p:spPr>
          <a:xfrm xmlns:a="http://schemas.openxmlformats.org/drawingml/2006/main">
            <a:off x="4462271" y="1609344"/>
            <a:ext cx="2743203" cy="210743"/>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400" b="1">
                <a:solidFill>
                  <a:srgbClr val="3977F6"/>
                </a:solidFill>
                <a:latin typeface="Helvetica Neue"/>
                <a:ea typeface="Helvetica Neue"/>
                <a:cs typeface="Helvetica Neue"/>
              </a:defRPr>
            </a:pPr>
            <a:r>
              <a:t>• </a:t>
            </a:r>
            <a:r>
              <a:rPr>
                <a:solidFill>
                  <a:srgbClr val="111318"/>
                </a:solidFill>
              </a:rPr>
              <a:t>Find matching patterns</a:t>
            </a:r>
          </a:p>
        </p:txBody>
      </p:sp>
      <p:sp>
        <p:nvSpPr>
          <p:cNvPr id="2016" name="TextBox 6">
            <a:extLst xmlns:a="http://schemas.openxmlformats.org/drawingml/2006/main">
              <a:ext uri="{FF2B5EF4-FFF2-40B4-BE49-F238E27FC236}">
                <a16:creationId xmlns:a16="http://schemas.microsoft.com/office/drawing/2014/main" id="{2D73932D-4216-433C-A6B6-37F20CF9B5E9}"/>
              </a:ext>
            </a:extLst>
          </p:cNvPr>
          <p:cNvSpPr>
            <a:spLocks xmlns:a="http://schemas.openxmlformats.org/drawingml/2006/main" noGrp="1"/>
          </p:cNvSpPr>
          <p:nvPr/>
        </p:nvSpPr>
        <p:spPr>
          <a:xfrm xmlns:a="http://schemas.openxmlformats.org/drawingml/2006/main">
            <a:off x="8641080" y="1609344"/>
            <a:ext cx="2743206" cy="210743"/>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400" b="1">
                <a:solidFill>
                  <a:srgbClr val="3977F6"/>
                </a:solidFill>
                <a:latin typeface="Helvetica Neue"/>
                <a:ea typeface="Helvetica Neue"/>
                <a:cs typeface="Helvetica Neue"/>
              </a:defRPr>
            </a:pPr>
            <a:r>
              <a:t>• </a:t>
            </a:r>
            <a:r>
              <a:rPr>
                <a:solidFill>
                  <a:srgbClr val="111318"/>
                </a:solidFill>
              </a:rPr>
              <a:t>Recover constituencies</a:t>
            </a:r>
          </a:p>
        </p:txBody>
      </p:sp>
      <p:sp>
        <p:nvSpPr>
          <p:cNvPr id="2017" name="Connector 7">
            <a:extLst xmlns:a="http://schemas.openxmlformats.org/drawingml/2006/main">
              <a:ext uri="{FF2B5EF4-FFF2-40B4-BE49-F238E27FC236}">
                <a16:creationId xmlns:a16="http://schemas.microsoft.com/office/drawing/2014/main" id="{3923FE01-9671-439E-90F0-E0D2838ABD9C}"/>
              </a:ext>
            </a:extLst>
          </p:cNvPr>
          <p:cNvSpPr>
            <a:spLocks xmlns:a="http://schemas.openxmlformats.org/drawingml/2006/main" noGrp="1"/>
          </p:cNvSpPr>
          <p:nvPr/>
        </p:nvSpPr>
        <p:spPr>
          <a:xfrm xmlns:a="http://schemas.openxmlformats.org/drawingml/2006/main" flipH="1">
            <a:off x="1225292" y="2148838"/>
            <a:ext cx="8" cy="2359158"/>
          </a:xfrm>
          <a:prstGeom xmlns:a="http://schemas.openxmlformats.org/drawingml/2006/main" prst="line">
            <a:avLst/>
          </a:prstGeom>
          <a:ln xmlns:a="http://schemas.openxmlformats.org/drawingml/2006/main" w="6985">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018" name="Connector 8">
            <a:extLst xmlns:a="http://schemas.openxmlformats.org/drawingml/2006/main">
              <a:ext uri="{FF2B5EF4-FFF2-40B4-BE49-F238E27FC236}">
                <a16:creationId xmlns:a16="http://schemas.microsoft.com/office/drawing/2014/main" id="{905FBA17-695E-43A5-AAF2-119FF4B0A97D}"/>
              </a:ext>
            </a:extLst>
          </p:cNvPr>
          <p:cNvSpPr>
            <a:spLocks xmlns:a="http://schemas.openxmlformats.org/drawingml/2006/main" noGrp="1"/>
          </p:cNvSpPr>
          <p:nvPr/>
        </p:nvSpPr>
        <p:spPr>
          <a:xfrm xmlns:a="http://schemas.openxmlformats.org/drawingml/2006/main" flipH="1">
            <a:off x="1581909" y="2148838"/>
            <a:ext cx="8" cy="2359158"/>
          </a:xfrm>
          <a:prstGeom xmlns:a="http://schemas.openxmlformats.org/drawingml/2006/main" prst="line">
            <a:avLst/>
          </a:prstGeom>
          <a:ln xmlns:a="http://schemas.openxmlformats.org/drawingml/2006/main" w="6985">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019" name="Connector 9">
            <a:extLst xmlns:a="http://schemas.openxmlformats.org/drawingml/2006/main">
              <a:ext uri="{FF2B5EF4-FFF2-40B4-BE49-F238E27FC236}">
                <a16:creationId xmlns:a16="http://schemas.microsoft.com/office/drawing/2014/main" id="{9DCDCBAD-907E-42DB-8544-8A1CC9D51AD9}"/>
              </a:ext>
            </a:extLst>
          </p:cNvPr>
          <p:cNvSpPr>
            <a:spLocks xmlns:a="http://schemas.openxmlformats.org/drawingml/2006/main" noGrp="1"/>
          </p:cNvSpPr>
          <p:nvPr/>
        </p:nvSpPr>
        <p:spPr>
          <a:xfrm xmlns:a="http://schemas.openxmlformats.org/drawingml/2006/main" flipH="1">
            <a:off x="1938525" y="2148838"/>
            <a:ext cx="8" cy="2359158"/>
          </a:xfrm>
          <a:prstGeom xmlns:a="http://schemas.openxmlformats.org/drawingml/2006/main" prst="line">
            <a:avLst/>
          </a:prstGeom>
          <a:ln xmlns:a="http://schemas.openxmlformats.org/drawingml/2006/main" w="6985">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020" name="Connector 10">
            <a:extLst xmlns:a="http://schemas.openxmlformats.org/drawingml/2006/main">
              <a:ext uri="{FF2B5EF4-FFF2-40B4-BE49-F238E27FC236}">
                <a16:creationId xmlns:a16="http://schemas.microsoft.com/office/drawing/2014/main" id="{AB2CBFF1-94EC-4FA3-8996-F23072CB78F4}"/>
              </a:ext>
            </a:extLst>
          </p:cNvPr>
          <p:cNvSpPr>
            <a:spLocks xmlns:a="http://schemas.openxmlformats.org/drawingml/2006/main" noGrp="1"/>
          </p:cNvSpPr>
          <p:nvPr/>
        </p:nvSpPr>
        <p:spPr>
          <a:xfrm xmlns:a="http://schemas.openxmlformats.org/drawingml/2006/main" flipH="1">
            <a:off x="2295142" y="2148838"/>
            <a:ext cx="8" cy="2359158"/>
          </a:xfrm>
          <a:prstGeom xmlns:a="http://schemas.openxmlformats.org/drawingml/2006/main" prst="line">
            <a:avLst/>
          </a:prstGeom>
          <a:ln xmlns:a="http://schemas.openxmlformats.org/drawingml/2006/main" w="6985">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021" name="Connector 11">
            <a:extLst xmlns:a="http://schemas.openxmlformats.org/drawingml/2006/main">
              <a:ext uri="{FF2B5EF4-FFF2-40B4-BE49-F238E27FC236}">
                <a16:creationId xmlns:a16="http://schemas.microsoft.com/office/drawing/2014/main" id="{13D4B3A7-C310-4363-86B6-CA8DE2E59A0F}"/>
              </a:ext>
            </a:extLst>
          </p:cNvPr>
          <p:cNvSpPr>
            <a:spLocks xmlns:a="http://schemas.openxmlformats.org/drawingml/2006/main" noGrp="1"/>
          </p:cNvSpPr>
          <p:nvPr/>
        </p:nvSpPr>
        <p:spPr>
          <a:xfrm xmlns:a="http://schemas.openxmlformats.org/drawingml/2006/main" flipH="1">
            <a:off x="2651758" y="2148838"/>
            <a:ext cx="8" cy="2359158"/>
          </a:xfrm>
          <a:prstGeom xmlns:a="http://schemas.openxmlformats.org/drawingml/2006/main" prst="line">
            <a:avLst/>
          </a:prstGeom>
          <a:ln xmlns:a="http://schemas.openxmlformats.org/drawingml/2006/main" w="6985">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022" name="Connector 12">
            <a:extLst xmlns:a="http://schemas.openxmlformats.org/drawingml/2006/main">
              <a:ext uri="{FF2B5EF4-FFF2-40B4-BE49-F238E27FC236}">
                <a16:creationId xmlns:a16="http://schemas.microsoft.com/office/drawing/2014/main" id="{7B7EBDF1-CA38-412B-B81C-F823495935BD}"/>
              </a:ext>
            </a:extLst>
          </p:cNvPr>
          <p:cNvSpPr>
            <a:spLocks xmlns:a="http://schemas.openxmlformats.org/drawingml/2006/main" noGrp="1"/>
          </p:cNvSpPr>
          <p:nvPr/>
        </p:nvSpPr>
        <p:spPr>
          <a:xfrm xmlns:a="http://schemas.openxmlformats.org/drawingml/2006/main" flipH="1">
            <a:off x="3008374" y="2148838"/>
            <a:ext cx="8" cy="2359158"/>
          </a:xfrm>
          <a:prstGeom xmlns:a="http://schemas.openxmlformats.org/drawingml/2006/main" prst="line">
            <a:avLst/>
          </a:prstGeom>
          <a:ln xmlns:a="http://schemas.openxmlformats.org/drawingml/2006/main" w="6985">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023" name="Connector 13">
            <a:extLst xmlns:a="http://schemas.openxmlformats.org/drawingml/2006/main">
              <a:ext uri="{FF2B5EF4-FFF2-40B4-BE49-F238E27FC236}">
                <a16:creationId xmlns:a16="http://schemas.microsoft.com/office/drawing/2014/main" id="{FAF2F896-B24F-4363-8E9C-B5C312CC47AF}"/>
              </a:ext>
            </a:extLst>
          </p:cNvPr>
          <p:cNvSpPr>
            <a:spLocks xmlns:a="http://schemas.openxmlformats.org/drawingml/2006/main" noGrp="1"/>
          </p:cNvSpPr>
          <p:nvPr/>
        </p:nvSpPr>
        <p:spPr>
          <a:xfrm xmlns:a="http://schemas.openxmlformats.org/drawingml/2006/main" flipH="1">
            <a:off x="3364989" y="2148838"/>
            <a:ext cx="7" cy="2359158"/>
          </a:xfrm>
          <a:prstGeom xmlns:a="http://schemas.openxmlformats.org/drawingml/2006/main" prst="line">
            <a:avLst/>
          </a:prstGeom>
          <a:ln xmlns:a="http://schemas.openxmlformats.org/drawingml/2006/main" w="6985">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024" name="Connector 14">
            <a:extLst xmlns:a="http://schemas.openxmlformats.org/drawingml/2006/main">
              <a:ext uri="{FF2B5EF4-FFF2-40B4-BE49-F238E27FC236}">
                <a16:creationId xmlns:a16="http://schemas.microsoft.com/office/drawing/2014/main" id="{D610CCA1-8059-44A1-B0C4-59243A0601BB}"/>
              </a:ext>
            </a:extLst>
          </p:cNvPr>
          <p:cNvSpPr>
            <a:spLocks xmlns:a="http://schemas.openxmlformats.org/drawingml/2006/main" noGrp="1"/>
          </p:cNvSpPr>
          <p:nvPr/>
        </p:nvSpPr>
        <p:spPr>
          <a:xfrm xmlns:a="http://schemas.openxmlformats.org/drawingml/2006/main" flipH="1">
            <a:off x="3721606" y="2148838"/>
            <a:ext cx="7" cy="2359158"/>
          </a:xfrm>
          <a:prstGeom xmlns:a="http://schemas.openxmlformats.org/drawingml/2006/main" prst="line">
            <a:avLst/>
          </a:prstGeom>
          <a:ln xmlns:a="http://schemas.openxmlformats.org/drawingml/2006/main" w="6985">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025" name="Connector 15">
            <a:extLst xmlns:a="http://schemas.openxmlformats.org/drawingml/2006/main">
              <a:ext uri="{FF2B5EF4-FFF2-40B4-BE49-F238E27FC236}">
                <a16:creationId xmlns:a16="http://schemas.microsoft.com/office/drawing/2014/main" id="{68E9E80D-437B-4884-AEC7-AF2DCC718728}"/>
              </a:ext>
            </a:extLst>
          </p:cNvPr>
          <p:cNvSpPr>
            <a:spLocks xmlns:a="http://schemas.openxmlformats.org/drawingml/2006/main" noGrp="1"/>
          </p:cNvSpPr>
          <p:nvPr/>
        </p:nvSpPr>
        <p:spPr>
          <a:xfrm xmlns:a="http://schemas.openxmlformats.org/drawingml/2006/main">
            <a:off x="1225294" y="2148836"/>
            <a:ext cx="2496314" cy="8"/>
          </a:xfrm>
          <a:prstGeom xmlns:a="http://schemas.openxmlformats.org/drawingml/2006/main" prst="line">
            <a:avLst/>
          </a:prstGeom>
          <a:ln xmlns:a="http://schemas.openxmlformats.org/drawingml/2006/main" w="6985">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026" name="Connector 16">
            <a:extLst xmlns:a="http://schemas.openxmlformats.org/drawingml/2006/main">
              <a:ext uri="{FF2B5EF4-FFF2-40B4-BE49-F238E27FC236}">
                <a16:creationId xmlns:a16="http://schemas.microsoft.com/office/drawing/2014/main" id="{9DD94CD9-F42E-4F77-B1C8-1340751980DC}"/>
              </a:ext>
            </a:extLst>
          </p:cNvPr>
          <p:cNvSpPr>
            <a:spLocks xmlns:a="http://schemas.openxmlformats.org/drawingml/2006/main" noGrp="1"/>
          </p:cNvSpPr>
          <p:nvPr/>
        </p:nvSpPr>
        <p:spPr>
          <a:xfrm xmlns:a="http://schemas.openxmlformats.org/drawingml/2006/main">
            <a:off x="1225294" y="2542030"/>
            <a:ext cx="2496314" cy="8"/>
          </a:xfrm>
          <a:prstGeom xmlns:a="http://schemas.openxmlformats.org/drawingml/2006/main" prst="line">
            <a:avLst/>
          </a:prstGeom>
          <a:ln xmlns:a="http://schemas.openxmlformats.org/drawingml/2006/main" w="6985">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027" name="Connector 17">
            <a:extLst xmlns:a="http://schemas.openxmlformats.org/drawingml/2006/main">
              <a:ext uri="{FF2B5EF4-FFF2-40B4-BE49-F238E27FC236}">
                <a16:creationId xmlns:a16="http://schemas.microsoft.com/office/drawing/2014/main" id="{0F706DC0-8E03-4C94-AE01-305318D88358}"/>
              </a:ext>
            </a:extLst>
          </p:cNvPr>
          <p:cNvSpPr>
            <a:spLocks xmlns:a="http://schemas.openxmlformats.org/drawingml/2006/main" noGrp="1"/>
          </p:cNvSpPr>
          <p:nvPr/>
        </p:nvSpPr>
        <p:spPr>
          <a:xfrm xmlns:a="http://schemas.openxmlformats.org/drawingml/2006/main">
            <a:off x="1225294" y="2935220"/>
            <a:ext cx="2496314" cy="8"/>
          </a:xfrm>
          <a:prstGeom xmlns:a="http://schemas.openxmlformats.org/drawingml/2006/main" prst="line">
            <a:avLst/>
          </a:prstGeom>
          <a:ln xmlns:a="http://schemas.openxmlformats.org/drawingml/2006/main" w="6985">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028" name="Connector 18">
            <a:extLst xmlns:a="http://schemas.openxmlformats.org/drawingml/2006/main">
              <a:ext uri="{FF2B5EF4-FFF2-40B4-BE49-F238E27FC236}">
                <a16:creationId xmlns:a16="http://schemas.microsoft.com/office/drawing/2014/main" id="{1F219E2F-F5F9-4314-A920-BC846044BFD9}"/>
              </a:ext>
            </a:extLst>
          </p:cNvPr>
          <p:cNvSpPr>
            <a:spLocks xmlns:a="http://schemas.openxmlformats.org/drawingml/2006/main" noGrp="1"/>
          </p:cNvSpPr>
          <p:nvPr/>
        </p:nvSpPr>
        <p:spPr>
          <a:xfrm xmlns:a="http://schemas.openxmlformats.org/drawingml/2006/main">
            <a:off x="1225294" y="3328412"/>
            <a:ext cx="2496314" cy="8"/>
          </a:xfrm>
          <a:prstGeom xmlns:a="http://schemas.openxmlformats.org/drawingml/2006/main" prst="line">
            <a:avLst/>
          </a:prstGeom>
          <a:ln xmlns:a="http://schemas.openxmlformats.org/drawingml/2006/main" w="6985">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029" name="Connector 19">
            <a:extLst xmlns:a="http://schemas.openxmlformats.org/drawingml/2006/main">
              <a:ext uri="{FF2B5EF4-FFF2-40B4-BE49-F238E27FC236}">
                <a16:creationId xmlns:a16="http://schemas.microsoft.com/office/drawing/2014/main" id="{53257946-E4FD-4AFD-8485-8C4BD3235938}"/>
              </a:ext>
            </a:extLst>
          </p:cNvPr>
          <p:cNvSpPr>
            <a:spLocks xmlns:a="http://schemas.openxmlformats.org/drawingml/2006/main" noGrp="1"/>
          </p:cNvSpPr>
          <p:nvPr/>
        </p:nvSpPr>
        <p:spPr>
          <a:xfrm xmlns:a="http://schemas.openxmlformats.org/drawingml/2006/main">
            <a:off x="1225294" y="3721605"/>
            <a:ext cx="2496314" cy="8"/>
          </a:xfrm>
          <a:prstGeom xmlns:a="http://schemas.openxmlformats.org/drawingml/2006/main" prst="line">
            <a:avLst/>
          </a:prstGeom>
          <a:ln xmlns:a="http://schemas.openxmlformats.org/drawingml/2006/main" w="6985">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030" name="Connector 20">
            <a:extLst xmlns:a="http://schemas.openxmlformats.org/drawingml/2006/main">
              <a:ext uri="{FF2B5EF4-FFF2-40B4-BE49-F238E27FC236}">
                <a16:creationId xmlns:a16="http://schemas.microsoft.com/office/drawing/2014/main" id="{69228629-5181-4C27-ABDB-D48D6ECF1C35}"/>
              </a:ext>
            </a:extLst>
          </p:cNvPr>
          <p:cNvSpPr>
            <a:spLocks xmlns:a="http://schemas.openxmlformats.org/drawingml/2006/main" noGrp="1"/>
          </p:cNvSpPr>
          <p:nvPr/>
        </p:nvSpPr>
        <p:spPr>
          <a:xfrm xmlns:a="http://schemas.openxmlformats.org/drawingml/2006/main">
            <a:off x="1225294" y="4114800"/>
            <a:ext cx="2496314" cy="0"/>
          </a:xfrm>
          <a:prstGeom xmlns:a="http://schemas.openxmlformats.org/drawingml/2006/main" prst="line">
            <a:avLst/>
          </a:prstGeom>
          <a:ln xmlns:a="http://schemas.openxmlformats.org/drawingml/2006/main" w="6985">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031" name="Connector 21">
            <a:extLst xmlns:a="http://schemas.openxmlformats.org/drawingml/2006/main">
              <a:ext uri="{FF2B5EF4-FFF2-40B4-BE49-F238E27FC236}">
                <a16:creationId xmlns:a16="http://schemas.microsoft.com/office/drawing/2014/main" id="{5E508258-E919-4AD5-86F6-2AF4EA9E4A2A}"/>
              </a:ext>
            </a:extLst>
          </p:cNvPr>
          <p:cNvSpPr>
            <a:spLocks xmlns:a="http://schemas.openxmlformats.org/drawingml/2006/main" noGrp="1"/>
          </p:cNvSpPr>
          <p:nvPr/>
        </p:nvSpPr>
        <p:spPr>
          <a:xfrm xmlns:a="http://schemas.openxmlformats.org/drawingml/2006/main">
            <a:off x="1225294" y="4507988"/>
            <a:ext cx="2496314" cy="8"/>
          </a:xfrm>
          <a:prstGeom xmlns:a="http://schemas.openxmlformats.org/drawingml/2006/main" prst="line">
            <a:avLst/>
          </a:prstGeom>
          <a:ln xmlns:a="http://schemas.openxmlformats.org/drawingml/2006/main" w="6985">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032" name="Oval 22">
            <a:extLst xmlns:a="http://schemas.openxmlformats.org/drawingml/2006/main">
              <a:ext uri="{FF2B5EF4-FFF2-40B4-BE49-F238E27FC236}">
                <a16:creationId xmlns:a16="http://schemas.microsoft.com/office/drawing/2014/main" id="{C9D0D12A-F33C-4A62-B378-931B54C87458}"/>
              </a:ext>
            </a:extLst>
          </p:cNvPr>
          <p:cNvSpPr>
            <a:spLocks xmlns:a="http://schemas.openxmlformats.org/drawingml/2006/main" noGrp="1"/>
          </p:cNvSpPr>
          <p:nvPr/>
        </p:nvSpPr>
        <p:spPr>
          <a:xfrm xmlns:a="http://schemas.openxmlformats.org/drawingml/2006/main">
            <a:off x="932688" y="2286000"/>
            <a:ext cx="109731" cy="109728"/>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2033" name="TextBox 23">
            <a:extLst xmlns:a="http://schemas.openxmlformats.org/drawingml/2006/main">
              <a:ext uri="{FF2B5EF4-FFF2-40B4-BE49-F238E27FC236}">
                <a16:creationId xmlns:a16="http://schemas.microsoft.com/office/drawing/2014/main" id="{E238C7C0-4B08-4AD8-84DC-98AE5AD65043}"/>
              </a:ext>
            </a:extLst>
          </p:cNvPr>
          <p:cNvSpPr>
            <a:spLocks xmlns:a="http://schemas.openxmlformats.org/drawingml/2006/main" noGrp="1"/>
          </p:cNvSpPr>
          <p:nvPr/>
        </p:nvSpPr>
        <p:spPr>
          <a:xfrm xmlns:a="http://schemas.openxmlformats.org/drawingml/2006/main">
            <a:off x="1289302" y="2217420"/>
            <a:ext cx="219459" cy="1905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200" b="1">
                <a:solidFill>
                  <a:srgbClr val="1FA873"/>
                </a:solidFill>
              </a:defRPr>
            </a:lvl1pPr>
          </a:lstStyle>
          <a:p xmlns:a="http://schemas.openxmlformats.org/drawingml/2006/main">
            <a:pPr>
              <a:buNone/>
            </a:pPr>
            <a:r>
              <a:t>✓</a:t>
            </a:r>
          </a:p>
        </p:txBody>
      </p:sp>
      <p:sp>
        <p:nvSpPr>
          <p:cNvPr id="2034" name="TextBox 24">
            <a:extLst xmlns:a="http://schemas.openxmlformats.org/drawingml/2006/main">
              <a:ext uri="{FF2B5EF4-FFF2-40B4-BE49-F238E27FC236}">
                <a16:creationId xmlns:a16="http://schemas.microsoft.com/office/drawing/2014/main" id="{3EE55595-FD96-4273-8B3B-E56963032A7F}"/>
              </a:ext>
            </a:extLst>
          </p:cNvPr>
          <p:cNvSpPr>
            <a:spLocks xmlns:a="http://schemas.openxmlformats.org/drawingml/2006/main" noGrp="1"/>
          </p:cNvSpPr>
          <p:nvPr/>
        </p:nvSpPr>
        <p:spPr>
          <a:xfrm xmlns:a="http://schemas.openxmlformats.org/drawingml/2006/main">
            <a:off x="1645916" y="2217420"/>
            <a:ext cx="219459" cy="1905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200" b="1">
                <a:solidFill>
                  <a:srgbClr val="1FA873"/>
                </a:solidFill>
              </a:defRPr>
            </a:lvl1pPr>
          </a:lstStyle>
          <a:p xmlns:a="http://schemas.openxmlformats.org/drawingml/2006/main">
            <a:pPr>
              <a:buNone/>
            </a:pPr>
            <a:r>
              <a:t>✓</a:t>
            </a:r>
          </a:p>
        </p:txBody>
      </p:sp>
      <p:sp>
        <p:nvSpPr>
          <p:cNvPr id="2035" name="TextBox 25">
            <a:extLst xmlns:a="http://schemas.openxmlformats.org/drawingml/2006/main">
              <a:ext uri="{FF2B5EF4-FFF2-40B4-BE49-F238E27FC236}">
                <a16:creationId xmlns:a16="http://schemas.microsoft.com/office/drawing/2014/main" id="{434C1E14-5555-4D09-8C0A-07704F97DC99}"/>
              </a:ext>
            </a:extLst>
          </p:cNvPr>
          <p:cNvSpPr>
            <a:spLocks xmlns:a="http://schemas.openxmlformats.org/drawingml/2006/main" noGrp="1"/>
          </p:cNvSpPr>
          <p:nvPr/>
        </p:nvSpPr>
        <p:spPr>
          <a:xfrm xmlns:a="http://schemas.openxmlformats.org/drawingml/2006/main">
            <a:off x="2359149" y="2217420"/>
            <a:ext cx="219459" cy="18608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200" b="1">
                <a:solidFill>
                  <a:srgbClr val="FF705B"/>
                </a:solidFill>
                <a:latin typeface="Helvetica Neue"/>
                <a:ea typeface="Helvetica Neue"/>
                <a:cs typeface="Helvetica Neue"/>
              </a:defRPr>
            </a:lvl1pPr>
          </a:lstStyle>
          <a:p xmlns:a="http://schemas.openxmlformats.org/drawingml/2006/main">
            <a:pPr>
              <a:buNone/>
            </a:pPr>
            <a:r>
              <a:t>×</a:t>
            </a:r>
          </a:p>
        </p:txBody>
      </p:sp>
      <p:sp>
        <p:nvSpPr>
          <p:cNvPr id="2036" name="TextBox 26">
            <a:extLst xmlns:a="http://schemas.openxmlformats.org/drawingml/2006/main">
              <a:ext uri="{FF2B5EF4-FFF2-40B4-BE49-F238E27FC236}">
                <a16:creationId xmlns:a16="http://schemas.microsoft.com/office/drawing/2014/main" id="{DD44C8EA-BF00-486A-8EBE-28659DE7C121}"/>
              </a:ext>
            </a:extLst>
          </p:cNvPr>
          <p:cNvSpPr>
            <a:spLocks xmlns:a="http://schemas.openxmlformats.org/drawingml/2006/main" noGrp="1"/>
          </p:cNvSpPr>
          <p:nvPr/>
        </p:nvSpPr>
        <p:spPr>
          <a:xfrm xmlns:a="http://schemas.openxmlformats.org/drawingml/2006/main">
            <a:off x="3072383" y="2217420"/>
            <a:ext cx="219459" cy="1905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200" b="1">
                <a:solidFill>
                  <a:srgbClr val="1FA873"/>
                </a:solidFill>
              </a:defRPr>
            </a:lvl1pPr>
          </a:lstStyle>
          <a:p xmlns:a="http://schemas.openxmlformats.org/drawingml/2006/main">
            <a:pPr>
              <a:buNone/>
            </a:pPr>
            <a:r>
              <a:t>✓</a:t>
            </a:r>
          </a:p>
        </p:txBody>
      </p:sp>
      <p:sp>
        <p:nvSpPr>
          <p:cNvPr id="2037" name="TextBox 27">
            <a:extLst xmlns:a="http://schemas.openxmlformats.org/drawingml/2006/main">
              <a:ext uri="{FF2B5EF4-FFF2-40B4-BE49-F238E27FC236}">
                <a16:creationId xmlns:a16="http://schemas.microsoft.com/office/drawing/2014/main" id="{01668415-973B-4C07-AEC0-638CA1E68889}"/>
              </a:ext>
            </a:extLst>
          </p:cNvPr>
          <p:cNvSpPr>
            <a:spLocks xmlns:a="http://schemas.openxmlformats.org/drawingml/2006/main" noGrp="1"/>
          </p:cNvSpPr>
          <p:nvPr/>
        </p:nvSpPr>
        <p:spPr>
          <a:xfrm xmlns:a="http://schemas.openxmlformats.org/drawingml/2006/main">
            <a:off x="3429000" y="2217420"/>
            <a:ext cx="219456" cy="18608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200" b="1">
                <a:solidFill>
                  <a:srgbClr val="FF705B"/>
                </a:solidFill>
                <a:latin typeface="Helvetica Neue"/>
                <a:ea typeface="Helvetica Neue"/>
                <a:cs typeface="Helvetica Neue"/>
              </a:defRPr>
            </a:lvl1pPr>
          </a:lstStyle>
          <a:p xmlns:a="http://schemas.openxmlformats.org/drawingml/2006/main">
            <a:pPr>
              <a:buNone/>
            </a:pPr>
            <a:r>
              <a:t>×</a:t>
            </a:r>
          </a:p>
        </p:txBody>
      </p:sp>
      <p:sp>
        <p:nvSpPr>
          <p:cNvPr id="2038" name="Oval 28">
            <a:extLst xmlns:a="http://schemas.openxmlformats.org/drawingml/2006/main">
              <a:ext uri="{FF2B5EF4-FFF2-40B4-BE49-F238E27FC236}">
                <a16:creationId xmlns:a16="http://schemas.microsoft.com/office/drawing/2014/main" id="{2AF86B5A-979D-4193-8BCF-99D81CC071CC}"/>
              </a:ext>
            </a:extLst>
          </p:cNvPr>
          <p:cNvSpPr>
            <a:spLocks xmlns:a="http://schemas.openxmlformats.org/drawingml/2006/main" noGrp="1"/>
          </p:cNvSpPr>
          <p:nvPr/>
        </p:nvSpPr>
        <p:spPr>
          <a:xfrm xmlns:a="http://schemas.openxmlformats.org/drawingml/2006/main">
            <a:off x="932688" y="2679192"/>
            <a:ext cx="109731" cy="109731"/>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2039" name="TextBox 29">
            <a:extLst xmlns:a="http://schemas.openxmlformats.org/drawingml/2006/main">
              <a:ext uri="{FF2B5EF4-FFF2-40B4-BE49-F238E27FC236}">
                <a16:creationId xmlns:a16="http://schemas.microsoft.com/office/drawing/2014/main" id="{44269C5D-0F0F-46B2-A30E-8CBAA57A3AB0}"/>
              </a:ext>
            </a:extLst>
          </p:cNvPr>
          <p:cNvSpPr>
            <a:spLocks xmlns:a="http://schemas.openxmlformats.org/drawingml/2006/main" noGrp="1"/>
          </p:cNvSpPr>
          <p:nvPr/>
        </p:nvSpPr>
        <p:spPr>
          <a:xfrm xmlns:a="http://schemas.openxmlformats.org/drawingml/2006/main">
            <a:off x="1289302" y="2610610"/>
            <a:ext cx="219459" cy="1905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200" b="1">
                <a:solidFill>
                  <a:srgbClr val="1FA873"/>
                </a:solidFill>
              </a:defRPr>
            </a:lvl1pPr>
          </a:lstStyle>
          <a:p xmlns:a="http://schemas.openxmlformats.org/drawingml/2006/main">
            <a:pPr>
              <a:buNone/>
            </a:pPr>
            <a:r>
              <a:t>✓</a:t>
            </a:r>
          </a:p>
        </p:txBody>
      </p:sp>
      <p:sp>
        <p:nvSpPr>
          <p:cNvPr id="2040" name="TextBox 30">
            <a:extLst xmlns:a="http://schemas.openxmlformats.org/drawingml/2006/main">
              <a:ext uri="{FF2B5EF4-FFF2-40B4-BE49-F238E27FC236}">
                <a16:creationId xmlns:a16="http://schemas.microsoft.com/office/drawing/2014/main" id="{44C37799-F5D2-4177-8374-88ABEB425D50}"/>
              </a:ext>
            </a:extLst>
          </p:cNvPr>
          <p:cNvSpPr>
            <a:spLocks xmlns:a="http://schemas.openxmlformats.org/drawingml/2006/main" noGrp="1"/>
          </p:cNvSpPr>
          <p:nvPr/>
        </p:nvSpPr>
        <p:spPr>
          <a:xfrm xmlns:a="http://schemas.openxmlformats.org/drawingml/2006/main">
            <a:off x="2002533" y="2610610"/>
            <a:ext cx="219458" cy="1905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200" b="1">
                <a:solidFill>
                  <a:srgbClr val="1FA873"/>
                </a:solidFill>
              </a:defRPr>
            </a:lvl1pPr>
          </a:lstStyle>
          <a:p xmlns:a="http://schemas.openxmlformats.org/drawingml/2006/main">
            <a:pPr>
              <a:buNone/>
            </a:pPr>
            <a:r>
              <a:t>✓</a:t>
            </a:r>
          </a:p>
        </p:txBody>
      </p:sp>
      <p:sp>
        <p:nvSpPr>
          <p:cNvPr id="2041" name="TextBox 31">
            <a:extLst xmlns:a="http://schemas.openxmlformats.org/drawingml/2006/main">
              <a:ext uri="{FF2B5EF4-FFF2-40B4-BE49-F238E27FC236}">
                <a16:creationId xmlns:a16="http://schemas.microsoft.com/office/drawing/2014/main" id="{91054A53-4FB4-4DC3-A5AF-EDA7BDE724BE}"/>
              </a:ext>
            </a:extLst>
          </p:cNvPr>
          <p:cNvSpPr>
            <a:spLocks xmlns:a="http://schemas.openxmlformats.org/drawingml/2006/main" noGrp="1"/>
          </p:cNvSpPr>
          <p:nvPr/>
        </p:nvSpPr>
        <p:spPr>
          <a:xfrm xmlns:a="http://schemas.openxmlformats.org/drawingml/2006/main">
            <a:off x="2359149" y="2610610"/>
            <a:ext cx="219459" cy="18608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200" b="1">
                <a:solidFill>
                  <a:srgbClr val="FF705B"/>
                </a:solidFill>
                <a:latin typeface="Helvetica Neue"/>
                <a:ea typeface="Helvetica Neue"/>
                <a:cs typeface="Helvetica Neue"/>
              </a:defRPr>
            </a:lvl1pPr>
          </a:lstStyle>
          <a:p xmlns:a="http://schemas.openxmlformats.org/drawingml/2006/main">
            <a:pPr>
              <a:buNone/>
            </a:pPr>
            <a:r>
              <a:t>×</a:t>
            </a:r>
          </a:p>
        </p:txBody>
      </p:sp>
      <p:sp>
        <p:nvSpPr>
          <p:cNvPr id="2042" name="TextBox 32">
            <a:extLst xmlns:a="http://schemas.openxmlformats.org/drawingml/2006/main">
              <a:ext uri="{FF2B5EF4-FFF2-40B4-BE49-F238E27FC236}">
                <a16:creationId xmlns:a16="http://schemas.microsoft.com/office/drawing/2014/main" id="{36D11AFF-7987-4A69-BFF7-95F16D819BC5}"/>
              </a:ext>
            </a:extLst>
          </p:cNvPr>
          <p:cNvSpPr>
            <a:spLocks xmlns:a="http://schemas.openxmlformats.org/drawingml/2006/main" noGrp="1"/>
          </p:cNvSpPr>
          <p:nvPr/>
        </p:nvSpPr>
        <p:spPr>
          <a:xfrm xmlns:a="http://schemas.openxmlformats.org/drawingml/2006/main">
            <a:off x="3072383" y="2610610"/>
            <a:ext cx="219459" cy="1905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200" b="1">
                <a:solidFill>
                  <a:srgbClr val="1FA873"/>
                </a:solidFill>
              </a:defRPr>
            </a:lvl1pPr>
          </a:lstStyle>
          <a:p xmlns:a="http://schemas.openxmlformats.org/drawingml/2006/main">
            <a:pPr>
              <a:buNone/>
            </a:pPr>
            <a:r>
              <a:t>✓</a:t>
            </a:r>
          </a:p>
        </p:txBody>
      </p:sp>
      <p:sp>
        <p:nvSpPr>
          <p:cNvPr id="2043" name="TextBox 33">
            <a:extLst xmlns:a="http://schemas.openxmlformats.org/drawingml/2006/main">
              <a:ext uri="{FF2B5EF4-FFF2-40B4-BE49-F238E27FC236}">
                <a16:creationId xmlns:a16="http://schemas.microsoft.com/office/drawing/2014/main" id="{D3F65D04-AE1D-4798-B8BC-4C2C054781DC}"/>
              </a:ext>
            </a:extLst>
          </p:cNvPr>
          <p:cNvSpPr>
            <a:spLocks xmlns:a="http://schemas.openxmlformats.org/drawingml/2006/main" noGrp="1"/>
          </p:cNvSpPr>
          <p:nvPr/>
        </p:nvSpPr>
        <p:spPr>
          <a:xfrm xmlns:a="http://schemas.openxmlformats.org/drawingml/2006/main">
            <a:off x="3429000" y="2610610"/>
            <a:ext cx="219456" cy="18608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200" b="1">
                <a:solidFill>
                  <a:srgbClr val="FF705B"/>
                </a:solidFill>
                <a:latin typeface="Helvetica Neue"/>
                <a:ea typeface="Helvetica Neue"/>
                <a:cs typeface="Helvetica Neue"/>
              </a:defRPr>
            </a:lvl1pPr>
          </a:lstStyle>
          <a:p xmlns:a="http://schemas.openxmlformats.org/drawingml/2006/main">
            <a:pPr>
              <a:buNone/>
            </a:pPr>
            <a:r>
              <a:t>×</a:t>
            </a:r>
          </a:p>
        </p:txBody>
      </p:sp>
      <p:sp>
        <p:nvSpPr>
          <p:cNvPr id="2044" name="Oval 34">
            <a:extLst xmlns:a="http://schemas.openxmlformats.org/drawingml/2006/main">
              <a:ext uri="{FF2B5EF4-FFF2-40B4-BE49-F238E27FC236}">
                <a16:creationId xmlns:a16="http://schemas.microsoft.com/office/drawing/2014/main" id="{E85083C8-776A-4027-98E1-C2F02C3B6FC6}"/>
              </a:ext>
            </a:extLst>
          </p:cNvPr>
          <p:cNvSpPr>
            <a:spLocks xmlns:a="http://schemas.openxmlformats.org/drawingml/2006/main" noGrp="1"/>
          </p:cNvSpPr>
          <p:nvPr/>
        </p:nvSpPr>
        <p:spPr>
          <a:xfrm xmlns:a="http://schemas.openxmlformats.org/drawingml/2006/main">
            <a:off x="932688" y="3072383"/>
            <a:ext cx="109731" cy="109731"/>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2045" name="TextBox 35">
            <a:extLst xmlns:a="http://schemas.openxmlformats.org/drawingml/2006/main">
              <a:ext uri="{FF2B5EF4-FFF2-40B4-BE49-F238E27FC236}">
                <a16:creationId xmlns:a16="http://schemas.microsoft.com/office/drawing/2014/main" id="{E162C432-32AD-4763-A2E7-AF44D4883627}"/>
              </a:ext>
            </a:extLst>
          </p:cNvPr>
          <p:cNvSpPr>
            <a:spLocks xmlns:a="http://schemas.openxmlformats.org/drawingml/2006/main" noGrp="1"/>
          </p:cNvSpPr>
          <p:nvPr/>
        </p:nvSpPr>
        <p:spPr>
          <a:xfrm xmlns:a="http://schemas.openxmlformats.org/drawingml/2006/main">
            <a:off x="1645916" y="3003804"/>
            <a:ext cx="219459" cy="1905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200" b="1">
                <a:solidFill>
                  <a:srgbClr val="1FA873"/>
                </a:solidFill>
              </a:defRPr>
            </a:lvl1pPr>
          </a:lstStyle>
          <a:p xmlns:a="http://schemas.openxmlformats.org/drawingml/2006/main">
            <a:pPr>
              <a:buNone/>
            </a:pPr>
            <a:r>
              <a:t>✓</a:t>
            </a:r>
          </a:p>
        </p:txBody>
      </p:sp>
      <p:sp>
        <p:nvSpPr>
          <p:cNvPr id="2046" name="TextBox 36">
            <a:extLst xmlns:a="http://schemas.openxmlformats.org/drawingml/2006/main">
              <a:ext uri="{FF2B5EF4-FFF2-40B4-BE49-F238E27FC236}">
                <a16:creationId xmlns:a16="http://schemas.microsoft.com/office/drawing/2014/main" id="{5399BAAC-AC93-488B-B16B-3E6C79A6A8F4}"/>
              </a:ext>
            </a:extLst>
          </p:cNvPr>
          <p:cNvSpPr>
            <a:spLocks xmlns:a="http://schemas.openxmlformats.org/drawingml/2006/main" noGrp="1"/>
          </p:cNvSpPr>
          <p:nvPr/>
        </p:nvSpPr>
        <p:spPr>
          <a:xfrm xmlns:a="http://schemas.openxmlformats.org/drawingml/2006/main">
            <a:off x="2002533" y="3003804"/>
            <a:ext cx="219458" cy="1905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200" b="1">
                <a:solidFill>
                  <a:srgbClr val="1FA873"/>
                </a:solidFill>
              </a:defRPr>
            </a:lvl1pPr>
          </a:lstStyle>
          <a:p xmlns:a="http://schemas.openxmlformats.org/drawingml/2006/main">
            <a:pPr>
              <a:buNone/>
            </a:pPr>
            <a:r>
              <a:t>✓</a:t>
            </a:r>
          </a:p>
        </p:txBody>
      </p:sp>
      <p:sp>
        <p:nvSpPr>
          <p:cNvPr id="2047" name="TextBox 37">
            <a:extLst xmlns:a="http://schemas.openxmlformats.org/drawingml/2006/main">
              <a:ext uri="{FF2B5EF4-FFF2-40B4-BE49-F238E27FC236}">
                <a16:creationId xmlns:a16="http://schemas.microsoft.com/office/drawing/2014/main" id="{02CFF21B-AAE6-4A16-A1E0-6B108E289780}"/>
              </a:ext>
            </a:extLst>
          </p:cNvPr>
          <p:cNvSpPr>
            <a:spLocks xmlns:a="http://schemas.openxmlformats.org/drawingml/2006/main" noGrp="1"/>
          </p:cNvSpPr>
          <p:nvPr/>
        </p:nvSpPr>
        <p:spPr>
          <a:xfrm xmlns:a="http://schemas.openxmlformats.org/drawingml/2006/main">
            <a:off x="2359149" y="3003804"/>
            <a:ext cx="219459" cy="18608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200" b="1">
                <a:solidFill>
                  <a:srgbClr val="FF705B"/>
                </a:solidFill>
                <a:latin typeface="Helvetica Neue"/>
                <a:ea typeface="Helvetica Neue"/>
                <a:cs typeface="Helvetica Neue"/>
              </a:defRPr>
            </a:lvl1pPr>
          </a:lstStyle>
          <a:p xmlns:a="http://schemas.openxmlformats.org/drawingml/2006/main">
            <a:pPr>
              <a:buNone/>
            </a:pPr>
            <a:r>
              <a:t>×</a:t>
            </a:r>
          </a:p>
        </p:txBody>
      </p:sp>
      <p:sp>
        <p:nvSpPr>
          <p:cNvPr id="2048" name="TextBox 38">
            <a:extLst xmlns:a="http://schemas.openxmlformats.org/drawingml/2006/main">
              <a:ext uri="{FF2B5EF4-FFF2-40B4-BE49-F238E27FC236}">
                <a16:creationId xmlns:a16="http://schemas.microsoft.com/office/drawing/2014/main" id="{8F6AEB71-9F51-46E8-93DB-322B3FF6C0F7}"/>
              </a:ext>
            </a:extLst>
          </p:cNvPr>
          <p:cNvSpPr>
            <a:spLocks xmlns:a="http://schemas.openxmlformats.org/drawingml/2006/main" noGrp="1"/>
          </p:cNvSpPr>
          <p:nvPr/>
        </p:nvSpPr>
        <p:spPr>
          <a:xfrm xmlns:a="http://schemas.openxmlformats.org/drawingml/2006/main">
            <a:off x="2715766" y="3003804"/>
            <a:ext cx="219459" cy="18608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200" b="1">
                <a:solidFill>
                  <a:srgbClr val="FF705B"/>
                </a:solidFill>
                <a:latin typeface="Helvetica Neue"/>
                <a:ea typeface="Helvetica Neue"/>
                <a:cs typeface="Helvetica Neue"/>
              </a:defRPr>
            </a:lvl1pPr>
          </a:lstStyle>
          <a:p xmlns:a="http://schemas.openxmlformats.org/drawingml/2006/main">
            <a:pPr>
              <a:buNone/>
            </a:pPr>
            <a:r>
              <a:t>×</a:t>
            </a:r>
          </a:p>
        </p:txBody>
      </p:sp>
      <p:sp>
        <p:nvSpPr>
          <p:cNvPr id="2049" name="TextBox 39">
            <a:extLst xmlns:a="http://schemas.openxmlformats.org/drawingml/2006/main">
              <a:ext uri="{FF2B5EF4-FFF2-40B4-BE49-F238E27FC236}">
                <a16:creationId xmlns:a16="http://schemas.microsoft.com/office/drawing/2014/main" id="{28D6B033-1966-4E7F-9877-D18AF915C2CD}"/>
              </a:ext>
            </a:extLst>
          </p:cNvPr>
          <p:cNvSpPr>
            <a:spLocks xmlns:a="http://schemas.openxmlformats.org/drawingml/2006/main" noGrp="1"/>
          </p:cNvSpPr>
          <p:nvPr/>
        </p:nvSpPr>
        <p:spPr>
          <a:xfrm xmlns:a="http://schemas.openxmlformats.org/drawingml/2006/main">
            <a:off x="3429000" y="3003804"/>
            <a:ext cx="219456" cy="18608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200" b="1">
                <a:solidFill>
                  <a:srgbClr val="FF705B"/>
                </a:solidFill>
                <a:latin typeface="Helvetica Neue"/>
                <a:ea typeface="Helvetica Neue"/>
                <a:cs typeface="Helvetica Neue"/>
              </a:defRPr>
            </a:lvl1pPr>
          </a:lstStyle>
          <a:p xmlns:a="http://schemas.openxmlformats.org/drawingml/2006/main">
            <a:pPr>
              <a:buNone/>
            </a:pPr>
            <a:r>
              <a:t>×</a:t>
            </a:r>
          </a:p>
        </p:txBody>
      </p:sp>
      <p:sp>
        <p:nvSpPr>
          <p:cNvPr id="2050" name="Oval 40">
            <a:extLst xmlns:a="http://schemas.openxmlformats.org/drawingml/2006/main">
              <a:ext uri="{FF2B5EF4-FFF2-40B4-BE49-F238E27FC236}">
                <a16:creationId xmlns:a16="http://schemas.microsoft.com/office/drawing/2014/main" id="{0EDA5333-B1B5-4D68-9FC9-30E964DBF767}"/>
              </a:ext>
            </a:extLst>
          </p:cNvPr>
          <p:cNvSpPr>
            <a:spLocks xmlns:a="http://schemas.openxmlformats.org/drawingml/2006/main" noGrp="1"/>
          </p:cNvSpPr>
          <p:nvPr/>
        </p:nvSpPr>
        <p:spPr>
          <a:xfrm xmlns:a="http://schemas.openxmlformats.org/drawingml/2006/main">
            <a:off x="932688" y="3465576"/>
            <a:ext cx="109731" cy="109731"/>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2051" name="TextBox 41">
            <a:extLst xmlns:a="http://schemas.openxmlformats.org/drawingml/2006/main">
              <a:ext uri="{FF2B5EF4-FFF2-40B4-BE49-F238E27FC236}">
                <a16:creationId xmlns:a16="http://schemas.microsoft.com/office/drawing/2014/main" id="{137646FA-D2E3-4CC9-8822-653286F23A1C}"/>
              </a:ext>
            </a:extLst>
          </p:cNvPr>
          <p:cNvSpPr>
            <a:spLocks xmlns:a="http://schemas.openxmlformats.org/drawingml/2006/main" noGrp="1"/>
          </p:cNvSpPr>
          <p:nvPr/>
        </p:nvSpPr>
        <p:spPr>
          <a:xfrm xmlns:a="http://schemas.openxmlformats.org/drawingml/2006/main">
            <a:off x="1289302" y="3396996"/>
            <a:ext cx="219459" cy="18608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200" b="1">
                <a:solidFill>
                  <a:srgbClr val="FF705B"/>
                </a:solidFill>
                <a:latin typeface="Helvetica Neue"/>
                <a:ea typeface="Helvetica Neue"/>
                <a:cs typeface="Helvetica Neue"/>
              </a:defRPr>
            </a:lvl1pPr>
          </a:lstStyle>
          <a:p xmlns:a="http://schemas.openxmlformats.org/drawingml/2006/main">
            <a:pPr>
              <a:buNone/>
            </a:pPr>
            <a:r>
              <a:t>×</a:t>
            </a:r>
          </a:p>
        </p:txBody>
      </p:sp>
      <p:sp>
        <p:nvSpPr>
          <p:cNvPr id="2052" name="TextBox 42">
            <a:extLst xmlns:a="http://schemas.openxmlformats.org/drawingml/2006/main">
              <a:ext uri="{FF2B5EF4-FFF2-40B4-BE49-F238E27FC236}">
                <a16:creationId xmlns:a16="http://schemas.microsoft.com/office/drawing/2014/main" id="{FE0B4AAD-B95A-4667-97DB-D9FDA6009E45}"/>
              </a:ext>
            </a:extLst>
          </p:cNvPr>
          <p:cNvSpPr>
            <a:spLocks xmlns:a="http://schemas.openxmlformats.org/drawingml/2006/main" noGrp="1"/>
          </p:cNvSpPr>
          <p:nvPr/>
        </p:nvSpPr>
        <p:spPr>
          <a:xfrm xmlns:a="http://schemas.openxmlformats.org/drawingml/2006/main">
            <a:off x="1645916" y="3396996"/>
            <a:ext cx="219459" cy="18608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200" b="1">
                <a:solidFill>
                  <a:srgbClr val="FF705B"/>
                </a:solidFill>
                <a:latin typeface="Helvetica Neue"/>
                <a:ea typeface="Helvetica Neue"/>
                <a:cs typeface="Helvetica Neue"/>
              </a:defRPr>
            </a:lvl1pPr>
          </a:lstStyle>
          <a:p xmlns:a="http://schemas.openxmlformats.org/drawingml/2006/main">
            <a:pPr>
              <a:buNone/>
            </a:pPr>
            <a:r>
              <a:t>×</a:t>
            </a:r>
          </a:p>
        </p:txBody>
      </p:sp>
      <p:sp>
        <p:nvSpPr>
          <p:cNvPr id="2053" name="TextBox 43">
            <a:extLst xmlns:a="http://schemas.openxmlformats.org/drawingml/2006/main">
              <a:ext uri="{FF2B5EF4-FFF2-40B4-BE49-F238E27FC236}">
                <a16:creationId xmlns:a16="http://schemas.microsoft.com/office/drawing/2014/main" id="{601C32FB-D9BE-4E45-B44F-E0FDAF84C0E1}"/>
              </a:ext>
            </a:extLst>
          </p:cNvPr>
          <p:cNvSpPr>
            <a:spLocks xmlns:a="http://schemas.openxmlformats.org/drawingml/2006/main" noGrp="1"/>
          </p:cNvSpPr>
          <p:nvPr/>
        </p:nvSpPr>
        <p:spPr>
          <a:xfrm xmlns:a="http://schemas.openxmlformats.org/drawingml/2006/main">
            <a:off x="2359149" y="3396996"/>
            <a:ext cx="219459" cy="1905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200" b="1">
                <a:solidFill>
                  <a:srgbClr val="1FA873"/>
                </a:solidFill>
              </a:defRPr>
            </a:lvl1pPr>
          </a:lstStyle>
          <a:p xmlns:a="http://schemas.openxmlformats.org/drawingml/2006/main">
            <a:pPr>
              <a:buNone/>
            </a:pPr>
            <a:r>
              <a:t>✓</a:t>
            </a:r>
          </a:p>
        </p:txBody>
      </p:sp>
      <p:sp>
        <p:nvSpPr>
          <p:cNvPr id="2054" name="TextBox 44">
            <a:extLst xmlns:a="http://schemas.openxmlformats.org/drawingml/2006/main">
              <a:ext uri="{FF2B5EF4-FFF2-40B4-BE49-F238E27FC236}">
                <a16:creationId xmlns:a16="http://schemas.microsoft.com/office/drawing/2014/main" id="{01FBF388-CC2A-4486-ACAB-EA6EA4EFFC7F}"/>
              </a:ext>
            </a:extLst>
          </p:cNvPr>
          <p:cNvSpPr>
            <a:spLocks xmlns:a="http://schemas.openxmlformats.org/drawingml/2006/main" noGrp="1"/>
          </p:cNvSpPr>
          <p:nvPr/>
        </p:nvSpPr>
        <p:spPr>
          <a:xfrm xmlns:a="http://schemas.openxmlformats.org/drawingml/2006/main">
            <a:off x="3072383" y="3396996"/>
            <a:ext cx="219459" cy="18608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200" b="1">
                <a:solidFill>
                  <a:srgbClr val="FF705B"/>
                </a:solidFill>
                <a:latin typeface="Helvetica Neue"/>
                <a:ea typeface="Helvetica Neue"/>
                <a:cs typeface="Helvetica Neue"/>
              </a:defRPr>
            </a:lvl1pPr>
          </a:lstStyle>
          <a:p xmlns:a="http://schemas.openxmlformats.org/drawingml/2006/main">
            <a:pPr>
              <a:buNone/>
            </a:pPr>
            <a:r>
              <a:t>×</a:t>
            </a:r>
          </a:p>
        </p:txBody>
      </p:sp>
      <p:sp>
        <p:nvSpPr>
          <p:cNvPr id="2055" name="TextBox 45">
            <a:extLst xmlns:a="http://schemas.openxmlformats.org/drawingml/2006/main">
              <a:ext uri="{FF2B5EF4-FFF2-40B4-BE49-F238E27FC236}">
                <a16:creationId xmlns:a16="http://schemas.microsoft.com/office/drawing/2014/main" id="{CB146067-6B5E-4A28-8531-AB304655D9B6}"/>
              </a:ext>
            </a:extLst>
          </p:cNvPr>
          <p:cNvSpPr>
            <a:spLocks xmlns:a="http://schemas.openxmlformats.org/drawingml/2006/main" noGrp="1"/>
          </p:cNvSpPr>
          <p:nvPr/>
        </p:nvSpPr>
        <p:spPr>
          <a:xfrm xmlns:a="http://schemas.openxmlformats.org/drawingml/2006/main">
            <a:off x="3429000" y="3396996"/>
            <a:ext cx="219456" cy="1905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200" b="1">
                <a:solidFill>
                  <a:srgbClr val="1FA873"/>
                </a:solidFill>
              </a:defRPr>
            </a:lvl1pPr>
          </a:lstStyle>
          <a:p xmlns:a="http://schemas.openxmlformats.org/drawingml/2006/main">
            <a:pPr>
              <a:buNone/>
            </a:pPr>
            <a:r>
              <a:t>✓</a:t>
            </a:r>
          </a:p>
        </p:txBody>
      </p:sp>
      <p:sp>
        <p:nvSpPr>
          <p:cNvPr id="2056" name="Oval 46">
            <a:extLst xmlns:a="http://schemas.openxmlformats.org/drawingml/2006/main">
              <a:ext uri="{FF2B5EF4-FFF2-40B4-BE49-F238E27FC236}">
                <a16:creationId xmlns:a16="http://schemas.microsoft.com/office/drawing/2014/main" id="{E2A95657-7055-4245-BB06-D79474FCBD95}"/>
              </a:ext>
            </a:extLst>
          </p:cNvPr>
          <p:cNvSpPr>
            <a:spLocks xmlns:a="http://schemas.openxmlformats.org/drawingml/2006/main" noGrp="1"/>
          </p:cNvSpPr>
          <p:nvPr/>
        </p:nvSpPr>
        <p:spPr>
          <a:xfrm xmlns:a="http://schemas.openxmlformats.org/drawingml/2006/main">
            <a:off x="932688" y="3858767"/>
            <a:ext cx="109731" cy="109731"/>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2057" name="TextBox 47">
            <a:extLst xmlns:a="http://schemas.openxmlformats.org/drawingml/2006/main">
              <a:ext uri="{FF2B5EF4-FFF2-40B4-BE49-F238E27FC236}">
                <a16:creationId xmlns:a16="http://schemas.microsoft.com/office/drawing/2014/main" id="{F4F15EFC-E219-497A-9D3B-5C440F4EEDF2}"/>
              </a:ext>
            </a:extLst>
          </p:cNvPr>
          <p:cNvSpPr>
            <a:spLocks xmlns:a="http://schemas.openxmlformats.org/drawingml/2006/main" noGrp="1"/>
          </p:cNvSpPr>
          <p:nvPr/>
        </p:nvSpPr>
        <p:spPr>
          <a:xfrm xmlns:a="http://schemas.openxmlformats.org/drawingml/2006/main">
            <a:off x="1289302" y="3790188"/>
            <a:ext cx="219459" cy="18608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200" b="1">
                <a:solidFill>
                  <a:srgbClr val="FF705B"/>
                </a:solidFill>
                <a:latin typeface="Helvetica Neue"/>
                <a:ea typeface="Helvetica Neue"/>
                <a:cs typeface="Helvetica Neue"/>
              </a:defRPr>
            </a:lvl1pPr>
          </a:lstStyle>
          <a:p xmlns:a="http://schemas.openxmlformats.org/drawingml/2006/main">
            <a:pPr>
              <a:buNone/>
            </a:pPr>
            <a:r>
              <a:t>×</a:t>
            </a:r>
          </a:p>
        </p:txBody>
      </p:sp>
      <p:sp>
        <p:nvSpPr>
          <p:cNvPr id="2058" name="TextBox 48">
            <a:extLst xmlns:a="http://schemas.openxmlformats.org/drawingml/2006/main">
              <a:ext uri="{FF2B5EF4-FFF2-40B4-BE49-F238E27FC236}">
                <a16:creationId xmlns:a16="http://schemas.microsoft.com/office/drawing/2014/main" id="{A197054D-FEB5-4284-9309-9BAD94FB509B}"/>
              </a:ext>
            </a:extLst>
          </p:cNvPr>
          <p:cNvSpPr>
            <a:spLocks xmlns:a="http://schemas.openxmlformats.org/drawingml/2006/main" noGrp="1"/>
          </p:cNvSpPr>
          <p:nvPr/>
        </p:nvSpPr>
        <p:spPr>
          <a:xfrm xmlns:a="http://schemas.openxmlformats.org/drawingml/2006/main">
            <a:off x="2002533" y="3790188"/>
            <a:ext cx="219458" cy="18608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200" b="1">
                <a:solidFill>
                  <a:srgbClr val="FF705B"/>
                </a:solidFill>
                <a:latin typeface="Helvetica Neue"/>
                <a:ea typeface="Helvetica Neue"/>
                <a:cs typeface="Helvetica Neue"/>
              </a:defRPr>
            </a:lvl1pPr>
          </a:lstStyle>
          <a:p xmlns:a="http://schemas.openxmlformats.org/drawingml/2006/main">
            <a:pPr>
              <a:buNone/>
            </a:pPr>
            <a:r>
              <a:t>×</a:t>
            </a:r>
          </a:p>
        </p:txBody>
      </p:sp>
      <p:sp>
        <p:nvSpPr>
          <p:cNvPr id="2059" name="TextBox 49">
            <a:extLst xmlns:a="http://schemas.openxmlformats.org/drawingml/2006/main">
              <a:ext uri="{FF2B5EF4-FFF2-40B4-BE49-F238E27FC236}">
                <a16:creationId xmlns:a16="http://schemas.microsoft.com/office/drawing/2014/main" id="{337C6BE6-D387-4FB1-887E-82FAA6D5C194}"/>
              </a:ext>
            </a:extLst>
          </p:cNvPr>
          <p:cNvSpPr>
            <a:spLocks xmlns:a="http://schemas.openxmlformats.org/drawingml/2006/main" noGrp="1"/>
          </p:cNvSpPr>
          <p:nvPr/>
        </p:nvSpPr>
        <p:spPr>
          <a:xfrm xmlns:a="http://schemas.openxmlformats.org/drawingml/2006/main">
            <a:off x="2359149" y="3790188"/>
            <a:ext cx="219459" cy="1905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200" b="1">
                <a:solidFill>
                  <a:srgbClr val="1FA873"/>
                </a:solidFill>
              </a:defRPr>
            </a:lvl1pPr>
          </a:lstStyle>
          <a:p xmlns:a="http://schemas.openxmlformats.org/drawingml/2006/main">
            <a:pPr>
              <a:buNone/>
            </a:pPr>
            <a:r>
              <a:t>✓</a:t>
            </a:r>
          </a:p>
        </p:txBody>
      </p:sp>
      <p:sp>
        <p:nvSpPr>
          <p:cNvPr id="2060" name="TextBox 50">
            <a:extLst xmlns:a="http://schemas.openxmlformats.org/drawingml/2006/main">
              <a:ext uri="{FF2B5EF4-FFF2-40B4-BE49-F238E27FC236}">
                <a16:creationId xmlns:a16="http://schemas.microsoft.com/office/drawing/2014/main" id="{EE1AEAEF-BEE5-4A7B-827D-0A18FEDE46E4}"/>
              </a:ext>
            </a:extLst>
          </p:cNvPr>
          <p:cNvSpPr>
            <a:spLocks xmlns:a="http://schemas.openxmlformats.org/drawingml/2006/main" noGrp="1"/>
          </p:cNvSpPr>
          <p:nvPr/>
        </p:nvSpPr>
        <p:spPr>
          <a:xfrm xmlns:a="http://schemas.openxmlformats.org/drawingml/2006/main">
            <a:off x="2715766" y="3790188"/>
            <a:ext cx="219459" cy="1905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200" b="1">
                <a:solidFill>
                  <a:srgbClr val="1FA873"/>
                </a:solidFill>
              </a:defRPr>
            </a:lvl1pPr>
          </a:lstStyle>
          <a:p xmlns:a="http://schemas.openxmlformats.org/drawingml/2006/main">
            <a:pPr>
              <a:buNone/>
            </a:pPr>
            <a:r>
              <a:t>✓</a:t>
            </a:r>
          </a:p>
        </p:txBody>
      </p:sp>
      <p:sp>
        <p:nvSpPr>
          <p:cNvPr id="2061" name="TextBox 51">
            <a:extLst xmlns:a="http://schemas.openxmlformats.org/drawingml/2006/main">
              <a:ext uri="{FF2B5EF4-FFF2-40B4-BE49-F238E27FC236}">
                <a16:creationId xmlns:a16="http://schemas.microsoft.com/office/drawing/2014/main" id="{A9CB5A0E-9AE6-499A-9BC0-752C19BCC03A}"/>
              </a:ext>
            </a:extLst>
          </p:cNvPr>
          <p:cNvSpPr>
            <a:spLocks xmlns:a="http://schemas.openxmlformats.org/drawingml/2006/main" noGrp="1"/>
          </p:cNvSpPr>
          <p:nvPr/>
        </p:nvSpPr>
        <p:spPr>
          <a:xfrm xmlns:a="http://schemas.openxmlformats.org/drawingml/2006/main">
            <a:off x="3429000" y="3790188"/>
            <a:ext cx="219456" cy="1905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200" b="1">
                <a:solidFill>
                  <a:srgbClr val="1FA873"/>
                </a:solidFill>
              </a:defRPr>
            </a:lvl1pPr>
          </a:lstStyle>
          <a:p xmlns:a="http://schemas.openxmlformats.org/drawingml/2006/main">
            <a:pPr>
              <a:buNone/>
            </a:pPr>
            <a:r>
              <a:t>✓</a:t>
            </a:r>
          </a:p>
        </p:txBody>
      </p:sp>
      <p:sp>
        <p:nvSpPr>
          <p:cNvPr id="2062" name="Oval 52">
            <a:extLst xmlns:a="http://schemas.openxmlformats.org/drawingml/2006/main">
              <a:ext uri="{FF2B5EF4-FFF2-40B4-BE49-F238E27FC236}">
                <a16:creationId xmlns:a16="http://schemas.microsoft.com/office/drawing/2014/main" id="{4CB6E834-207F-4A97-B0F0-0F7F93E39306}"/>
              </a:ext>
            </a:extLst>
          </p:cNvPr>
          <p:cNvSpPr>
            <a:spLocks xmlns:a="http://schemas.openxmlformats.org/drawingml/2006/main" noGrp="1"/>
          </p:cNvSpPr>
          <p:nvPr/>
        </p:nvSpPr>
        <p:spPr>
          <a:xfrm xmlns:a="http://schemas.openxmlformats.org/drawingml/2006/main">
            <a:off x="932688" y="4251959"/>
            <a:ext cx="109731" cy="109731"/>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2063" name="TextBox 53">
            <a:extLst xmlns:a="http://schemas.openxmlformats.org/drawingml/2006/main">
              <a:ext uri="{FF2B5EF4-FFF2-40B4-BE49-F238E27FC236}">
                <a16:creationId xmlns:a16="http://schemas.microsoft.com/office/drawing/2014/main" id="{265854D7-6EAC-46FD-86A8-132E09F81FA8}"/>
              </a:ext>
            </a:extLst>
          </p:cNvPr>
          <p:cNvSpPr>
            <a:spLocks xmlns:a="http://schemas.openxmlformats.org/drawingml/2006/main" noGrp="1"/>
          </p:cNvSpPr>
          <p:nvPr/>
        </p:nvSpPr>
        <p:spPr>
          <a:xfrm xmlns:a="http://schemas.openxmlformats.org/drawingml/2006/main">
            <a:off x="1645916" y="4183379"/>
            <a:ext cx="219459" cy="18608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200" b="1">
                <a:solidFill>
                  <a:srgbClr val="FF705B"/>
                </a:solidFill>
                <a:latin typeface="Helvetica Neue"/>
                <a:ea typeface="Helvetica Neue"/>
                <a:cs typeface="Helvetica Neue"/>
              </a:defRPr>
            </a:lvl1pPr>
          </a:lstStyle>
          <a:p xmlns:a="http://schemas.openxmlformats.org/drawingml/2006/main">
            <a:pPr>
              <a:buNone/>
            </a:pPr>
            <a:r>
              <a:t>×</a:t>
            </a:r>
          </a:p>
        </p:txBody>
      </p:sp>
      <p:sp>
        <p:nvSpPr>
          <p:cNvPr id="2064" name="TextBox 54">
            <a:extLst xmlns:a="http://schemas.openxmlformats.org/drawingml/2006/main">
              <a:ext uri="{FF2B5EF4-FFF2-40B4-BE49-F238E27FC236}">
                <a16:creationId xmlns:a16="http://schemas.microsoft.com/office/drawing/2014/main" id="{67A25C4C-0395-4920-9467-7DFCFD826AC4}"/>
              </a:ext>
            </a:extLst>
          </p:cNvPr>
          <p:cNvSpPr>
            <a:spLocks xmlns:a="http://schemas.openxmlformats.org/drawingml/2006/main" noGrp="1"/>
          </p:cNvSpPr>
          <p:nvPr/>
        </p:nvSpPr>
        <p:spPr>
          <a:xfrm xmlns:a="http://schemas.openxmlformats.org/drawingml/2006/main">
            <a:off x="2002533" y="4183379"/>
            <a:ext cx="219458" cy="18608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200" b="1">
                <a:solidFill>
                  <a:srgbClr val="FF705B"/>
                </a:solidFill>
                <a:latin typeface="Helvetica Neue"/>
                <a:ea typeface="Helvetica Neue"/>
                <a:cs typeface="Helvetica Neue"/>
              </a:defRPr>
            </a:lvl1pPr>
          </a:lstStyle>
          <a:p xmlns:a="http://schemas.openxmlformats.org/drawingml/2006/main">
            <a:pPr>
              <a:buNone/>
            </a:pPr>
            <a:r>
              <a:t>×</a:t>
            </a:r>
          </a:p>
        </p:txBody>
      </p:sp>
      <p:sp>
        <p:nvSpPr>
          <p:cNvPr id="2065" name="TextBox 55">
            <a:extLst xmlns:a="http://schemas.openxmlformats.org/drawingml/2006/main">
              <a:ext uri="{FF2B5EF4-FFF2-40B4-BE49-F238E27FC236}">
                <a16:creationId xmlns:a16="http://schemas.microsoft.com/office/drawing/2014/main" id="{DE79BCF3-1970-456D-8664-A6B2EB164424}"/>
              </a:ext>
            </a:extLst>
          </p:cNvPr>
          <p:cNvSpPr>
            <a:spLocks xmlns:a="http://schemas.openxmlformats.org/drawingml/2006/main" noGrp="1"/>
          </p:cNvSpPr>
          <p:nvPr/>
        </p:nvSpPr>
        <p:spPr>
          <a:xfrm xmlns:a="http://schemas.openxmlformats.org/drawingml/2006/main">
            <a:off x="2359149" y="4183379"/>
            <a:ext cx="219459" cy="1905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200" b="1">
                <a:solidFill>
                  <a:srgbClr val="1FA873"/>
                </a:solidFill>
              </a:defRPr>
            </a:lvl1pPr>
          </a:lstStyle>
          <a:p xmlns:a="http://schemas.openxmlformats.org/drawingml/2006/main">
            <a:pPr>
              <a:buNone/>
            </a:pPr>
            <a:r>
              <a:t>✓</a:t>
            </a:r>
          </a:p>
        </p:txBody>
      </p:sp>
      <p:sp>
        <p:nvSpPr>
          <p:cNvPr id="2066" name="TextBox 56">
            <a:extLst xmlns:a="http://schemas.openxmlformats.org/drawingml/2006/main">
              <a:ext uri="{FF2B5EF4-FFF2-40B4-BE49-F238E27FC236}">
                <a16:creationId xmlns:a16="http://schemas.microsoft.com/office/drawing/2014/main" id="{3BD85D7D-CC40-4079-A757-189C9B1E7E08}"/>
              </a:ext>
            </a:extLst>
          </p:cNvPr>
          <p:cNvSpPr>
            <a:spLocks xmlns:a="http://schemas.openxmlformats.org/drawingml/2006/main" noGrp="1"/>
          </p:cNvSpPr>
          <p:nvPr/>
        </p:nvSpPr>
        <p:spPr>
          <a:xfrm xmlns:a="http://schemas.openxmlformats.org/drawingml/2006/main">
            <a:off x="2715766" y="4183379"/>
            <a:ext cx="219459" cy="1905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200" b="1">
                <a:solidFill>
                  <a:srgbClr val="1FA873"/>
                </a:solidFill>
              </a:defRPr>
            </a:lvl1pPr>
          </a:lstStyle>
          <a:p xmlns:a="http://schemas.openxmlformats.org/drawingml/2006/main">
            <a:pPr>
              <a:buNone/>
            </a:pPr>
            <a:r>
              <a:t>✓</a:t>
            </a:r>
          </a:p>
        </p:txBody>
      </p:sp>
      <p:sp>
        <p:nvSpPr>
          <p:cNvPr id="2067" name="TextBox 57">
            <a:extLst xmlns:a="http://schemas.openxmlformats.org/drawingml/2006/main">
              <a:ext uri="{FF2B5EF4-FFF2-40B4-BE49-F238E27FC236}">
                <a16:creationId xmlns:a16="http://schemas.microsoft.com/office/drawing/2014/main" id="{E43EAA33-ADFB-4682-95B7-9CC109057111}"/>
              </a:ext>
            </a:extLst>
          </p:cNvPr>
          <p:cNvSpPr>
            <a:spLocks xmlns:a="http://schemas.openxmlformats.org/drawingml/2006/main" noGrp="1"/>
          </p:cNvSpPr>
          <p:nvPr/>
        </p:nvSpPr>
        <p:spPr>
          <a:xfrm xmlns:a="http://schemas.openxmlformats.org/drawingml/2006/main">
            <a:off x="3072383" y="4183379"/>
            <a:ext cx="219459" cy="18608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200" b="1">
                <a:solidFill>
                  <a:srgbClr val="FF705B"/>
                </a:solidFill>
                <a:latin typeface="Helvetica Neue"/>
                <a:ea typeface="Helvetica Neue"/>
                <a:cs typeface="Helvetica Neue"/>
              </a:defRPr>
            </a:lvl1pPr>
          </a:lstStyle>
          <a:p xmlns:a="http://schemas.openxmlformats.org/drawingml/2006/main">
            <a:pPr>
              <a:buNone/>
            </a:pPr>
            <a:r>
              <a:t>×</a:t>
            </a:r>
          </a:p>
        </p:txBody>
      </p:sp>
      <p:sp>
        <p:nvSpPr>
          <p:cNvPr id="2068" name="TextBox 58">
            <a:extLst xmlns:a="http://schemas.openxmlformats.org/drawingml/2006/main">
              <a:ext uri="{FF2B5EF4-FFF2-40B4-BE49-F238E27FC236}">
                <a16:creationId xmlns:a16="http://schemas.microsoft.com/office/drawing/2014/main" id="{44F28D49-5D46-43F0-866B-66F26437C9DD}"/>
              </a:ext>
            </a:extLst>
          </p:cNvPr>
          <p:cNvSpPr>
            <a:spLocks xmlns:a="http://schemas.openxmlformats.org/drawingml/2006/main" noGrp="1"/>
          </p:cNvSpPr>
          <p:nvPr/>
        </p:nvSpPr>
        <p:spPr>
          <a:xfrm xmlns:a="http://schemas.openxmlformats.org/drawingml/2006/main">
            <a:off x="832102" y="4645152"/>
            <a:ext cx="640086"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800" b="1">
                <a:solidFill>
                  <a:srgbClr val="73777F"/>
                </a:solidFill>
                <a:latin typeface="Helvetica Neue"/>
                <a:ea typeface="Helvetica Neue"/>
                <a:cs typeface="Helvetica Neue"/>
              </a:defRPr>
            </a:lvl1pPr>
          </a:lstStyle>
          <a:p xmlns:a="http://schemas.openxmlformats.org/drawingml/2006/main">
            <a:pPr>
              <a:buNone/>
            </a:pPr>
            <a:r>
              <a:t>USERS</a:t>
            </a:r>
          </a:p>
        </p:txBody>
      </p:sp>
      <p:sp>
        <p:nvSpPr>
          <p:cNvPr id="2069" name="TextBox 59">
            <a:extLst xmlns:a="http://schemas.openxmlformats.org/drawingml/2006/main">
              <a:ext uri="{FF2B5EF4-FFF2-40B4-BE49-F238E27FC236}">
                <a16:creationId xmlns:a16="http://schemas.microsoft.com/office/drawing/2014/main" id="{F3C78309-F77B-47C6-BFA3-747226697CE0}"/>
              </a:ext>
            </a:extLst>
          </p:cNvPr>
          <p:cNvSpPr>
            <a:spLocks xmlns:a="http://schemas.openxmlformats.org/drawingml/2006/main" noGrp="1"/>
          </p:cNvSpPr>
          <p:nvPr/>
        </p:nvSpPr>
        <p:spPr>
          <a:xfrm xmlns:a="http://schemas.openxmlformats.org/drawingml/2006/main">
            <a:off x="2002532" y="4645152"/>
            <a:ext cx="640086"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800" b="1">
                <a:solidFill>
                  <a:srgbClr val="73777F"/>
                </a:solidFill>
                <a:latin typeface="Helvetica Neue"/>
                <a:ea typeface="Helvetica Neue"/>
                <a:cs typeface="Helvetica Neue"/>
              </a:defRPr>
            </a:lvl1pPr>
          </a:lstStyle>
          <a:p xmlns:a="http://schemas.openxmlformats.org/drawingml/2006/main">
            <a:pPr>
              <a:buNone/>
            </a:pPr>
            <a:r>
              <a:t>NOTES</a:t>
            </a:r>
          </a:p>
        </p:txBody>
      </p:sp>
      <p:sp>
        <p:nvSpPr>
          <p:cNvPr id="2070" name="TextBox 60">
            <a:extLst xmlns:a="http://schemas.openxmlformats.org/drawingml/2006/main">
              <a:ext uri="{FF2B5EF4-FFF2-40B4-BE49-F238E27FC236}">
                <a16:creationId xmlns:a16="http://schemas.microsoft.com/office/drawing/2014/main" id="{355C78E8-2DC8-4E49-8F95-AF726DEE2BE7}"/>
              </a:ext>
            </a:extLst>
          </p:cNvPr>
          <p:cNvSpPr>
            <a:spLocks xmlns:a="http://schemas.openxmlformats.org/drawingml/2006/main" noGrp="1"/>
          </p:cNvSpPr>
          <p:nvPr/>
        </p:nvSpPr>
        <p:spPr>
          <a:xfrm xmlns:a="http://schemas.openxmlformats.org/drawingml/2006/main">
            <a:off x="3703320" y="2990088"/>
            <a:ext cx="384054" cy="3556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2400" b="1">
                <a:solidFill>
                  <a:srgbClr val="73777F"/>
                </a:solidFill>
                <a:latin typeface="Helvetica Neue"/>
                <a:ea typeface="Helvetica Neue"/>
                <a:cs typeface="Helvetica Neue"/>
              </a:defRPr>
            </a:lvl1pPr>
          </a:lstStyle>
          <a:p xmlns:a="http://schemas.openxmlformats.org/drawingml/2006/main">
            <a:pPr>
              <a:buNone/>
            </a:pPr>
            <a:r>
              <a:t>→</a:t>
            </a:r>
          </a:p>
        </p:txBody>
      </p:sp>
      <p:sp>
        <p:nvSpPr>
          <p:cNvPr id="2071" name="Connector 61">
            <a:extLst xmlns:a="http://schemas.openxmlformats.org/drawingml/2006/main">
              <a:ext uri="{FF2B5EF4-FFF2-40B4-BE49-F238E27FC236}">
                <a16:creationId xmlns:a16="http://schemas.microsoft.com/office/drawing/2014/main" id="{5ECB6409-5B0C-4C9F-90C5-2367CBCFFBFA}"/>
              </a:ext>
            </a:extLst>
          </p:cNvPr>
          <p:cNvSpPr>
            <a:spLocks xmlns:a="http://schemas.openxmlformats.org/drawingml/2006/main" noGrp="1"/>
          </p:cNvSpPr>
          <p:nvPr/>
        </p:nvSpPr>
        <p:spPr>
          <a:xfrm xmlns:a="http://schemas.openxmlformats.org/drawingml/2006/main" flipV="1">
            <a:off x="4681728" y="2212848"/>
            <a:ext cx="521209" cy="246894"/>
          </a:xfrm>
          <a:prstGeom xmlns:a="http://schemas.openxmlformats.org/drawingml/2006/main" prst="line">
            <a:avLst/>
          </a:prstGeom>
          <a:ln xmlns:a="http://schemas.openxmlformats.org/drawingml/2006/main" w="1270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072" name="Connector 62">
            <a:extLst xmlns:a="http://schemas.openxmlformats.org/drawingml/2006/main">
              <a:ext uri="{FF2B5EF4-FFF2-40B4-BE49-F238E27FC236}">
                <a16:creationId xmlns:a16="http://schemas.microsoft.com/office/drawing/2014/main" id="{C1816EBC-1B34-4964-95C8-2A2441637E4C}"/>
              </a:ext>
            </a:extLst>
          </p:cNvPr>
          <p:cNvSpPr>
            <a:spLocks xmlns:a="http://schemas.openxmlformats.org/drawingml/2006/main" noGrp="1"/>
          </p:cNvSpPr>
          <p:nvPr/>
        </p:nvSpPr>
        <p:spPr>
          <a:xfrm xmlns:a="http://schemas.openxmlformats.org/drawingml/2006/main">
            <a:off x="4681728" y="2459731"/>
            <a:ext cx="182886" cy="603510"/>
          </a:xfrm>
          <a:prstGeom xmlns:a="http://schemas.openxmlformats.org/drawingml/2006/main" prst="line">
            <a:avLst/>
          </a:prstGeom>
          <a:ln xmlns:a="http://schemas.openxmlformats.org/drawingml/2006/main" w="1270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073" name="Connector 63">
            <a:extLst xmlns:a="http://schemas.openxmlformats.org/drawingml/2006/main">
              <a:ext uri="{FF2B5EF4-FFF2-40B4-BE49-F238E27FC236}">
                <a16:creationId xmlns:a16="http://schemas.microsoft.com/office/drawing/2014/main" id="{78A3EDC4-96AD-430B-ABF0-84C59B1A80D3}"/>
              </a:ext>
            </a:extLst>
          </p:cNvPr>
          <p:cNvSpPr>
            <a:spLocks xmlns:a="http://schemas.openxmlformats.org/drawingml/2006/main" noGrp="1"/>
          </p:cNvSpPr>
          <p:nvPr/>
        </p:nvSpPr>
        <p:spPr>
          <a:xfrm xmlns:a="http://schemas.openxmlformats.org/drawingml/2006/main">
            <a:off x="5202935" y="2212848"/>
            <a:ext cx="484637" cy="320046"/>
          </a:xfrm>
          <a:prstGeom xmlns:a="http://schemas.openxmlformats.org/drawingml/2006/main" prst="line">
            <a:avLst/>
          </a:prstGeom>
          <a:ln xmlns:a="http://schemas.openxmlformats.org/drawingml/2006/main" w="1270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074" name="Connector 64">
            <a:extLst xmlns:a="http://schemas.openxmlformats.org/drawingml/2006/main">
              <a:ext uri="{FF2B5EF4-FFF2-40B4-BE49-F238E27FC236}">
                <a16:creationId xmlns:a16="http://schemas.microsoft.com/office/drawing/2014/main" id="{FEC4C151-84FD-4FE6-A8DF-72082D583459}"/>
              </a:ext>
            </a:extLst>
          </p:cNvPr>
          <p:cNvSpPr>
            <a:spLocks xmlns:a="http://schemas.openxmlformats.org/drawingml/2006/main" noGrp="1"/>
          </p:cNvSpPr>
          <p:nvPr/>
        </p:nvSpPr>
        <p:spPr>
          <a:xfrm xmlns:a="http://schemas.openxmlformats.org/drawingml/2006/main">
            <a:off x="5202935" y="2212848"/>
            <a:ext cx="237744" cy="758958"/>
          </a:xfrm>
          <a:prstGeom xmlns:a="http://schemas.openxmlformats.org/drawingml/2006/main" prst="line">
            <a:avLst/>
          </a:prstGeom>
          <a:ln xmlns:a="http://schemas.openxmlformats.org/drawingml/2006/main" w="1270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075" name="Connector 65">
            <a:extLst xmlns:a="http://schemas.openxmlformats.org/drawingml/2006/main">
              <a:ext uri="{FF2B5EF4-FFF2-40B4-BE49-F238E27FC236}">
                <a16:creationId xmlns:a16="http://schemas.microsoft.com/office/drawing/2014/main" id="{E10CBC1A-1719-4229-B03D-B4620FAEA515}"/>
              </a:ext>
            </a:extLst>
          </p:cNvPr>
          <p:cNvSpPr>
            <a:spLocks xmlns:a="http://schemas.openxmlformats.org/drawingml/2006/main" noGrp="1"/>
          </p:cNvSpPr>
          <p:nvPr/>
        </p:nvSpPr>
        <p:spPr>
          <a:xfrm xmlns:a="http://schemas.openxmlformats.org/drawingml/2006/main" flipH="1">
            <a:off x="5440679" y="2532887"/>
            <a:ext cx="246894" cy="438918"/>
          </a:xfrm>
          <a:prstGeom xmlns:a="http://schemas.openxmlformats.org/drawingml/2006/main" prst="line">
            <a:avLst/>
          </a:prstGeom>
          <a:ln xmlns:a="http://schemas.openxmlformats.org/drawingml/2006/main" w="1270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076" name="Connector 66">
            <a:extLst xmlns:a="http://schemas.openxmlformats.org/drawingml/2006/main">
              <a:ext uri="{FF2B5EF4-FFF2-40B4-BE49-F238E27FC236}">
                <a16:creationId xmlns:a16="http://schemas.microsoft.com/office/drawing/2014/main" id="{1924A12E-651F-4A21-870F-70686CD46FEA}"/>
              </a:ext>
            </a:extLst>
          </p:cNvPr>
          <p:cNvSpPr>
            <a:spLocks xmlns:a="http://schemas.openxmlformats.org/drawingml/2006/main" noGrp="1"/>
          </p:cNvSpPr>
          <p:nvPr/>
        </p:nvSpPr>
        <p:spPr>
          <a:xfrm xmlns:a="http://schemas.openxmlformats.org/drawingml/2006/main">
            <a:off x="5687567" y="2532888"/>
            <a:ext cx="256033" cy="713238"/>
          </a:xfrm>
          <a:prstGeom xmlns:a="http://schemas.openxmlformats.org/drawingml/2006/main" prst="line">
            <a:avLst/>
          </a:prstGeom>
          <a:ln xmlns:a="http://schemas.openxmlformats.org/drawingml/2006/main" w="1270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077" name="Connector 67">
            <a:extLst xmlns:a="http://schemas.openxmlformats.org/drawingml/2006/main">
              <a:ext uri="{FF2B5EF4-FFF2-40B4-BE49-F238E27FC236}">
                <a16:creationId xmlns:a16="http://schemas.microsoft.com/office/drawing/2014/main" id="{B428CB5C-7C56-48CD-90AB-782E1E0267F7}"/>
              </a:ext>
            </a:extLst>
          </p:cNvPr>
          <p:cNvSpPr>
            <a:spLocks xmlns:a="http://schemas.openxmlformats.org/drawingml/2006/main" noGrp="1"/>
          </p:cNvSpPr>
          <p:nvPr/>
        </p:nvSpPr>
        <p:spPr>
          <a:xfrm xmlns:a="http://schemas.openxmlformats.org/drawingml/2006/main" flipV="1">
            <a:off x="4864608" y="2971798"/>
            <a:ext cx="576078" cy="91445"/>
          </a:xfrm>
          <a:prstGeom xmlns:a="http://schemas.openxmlformats.org/drawingml/2006/main" prst="line">
            <a:avLst/>
          </a:prstGeom>
          <a:ln xmlns:a="http://schemas.openxmlformats.org/drawingml/2006/main" w="1270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078" name="Connector 68">
            <a:extLst xmlns:a="http://schemas.openxmlformats.org/drawingml/2006/main">
              <a:ext uri="{FF2B5EF4-FFF2-40B4-BE49-F238E27FC236}">
                <a16:creationId xmlns:a16="http://schemas.microsoft.com/office/drawing/2014/main" id="{F6E19BDB-86C8-4669-AE86-0C7FB1EAFFFF}"/>
              </a:ext>
            </a:extLst>
          </p:cNvPr>
          <p:cNvSpPr>
            <a:spLocks xmlns:a="http://schemas.openxmlformats.org/drawingml/2006/main" noGrp="1"/>
          </p:cNvSpPr>
          <p:nvPr/>
        </p:nvSpPr>
        <p:spPr>
          <a:xfrm xmlns:a="http://schemas.openxmlformats.org/drawingml/2006/main">
            <a:off x="5440679" y="2971799"/>
            <a:ext cx="502920" cy="274326"/>
          </a:xfrm>
          <a:prstGeom xmlns:a="http://schemas.openxmlformats.org/drawingml/2006/main" prst="line">
            <a:avLst/>
          </a:prstGeom>
          <a:ln xmlns:a="http://schemas.openxmlformats.org/drawingml/2006/main" w="1270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079" name="Connector 69">
            <a:extLst xmlns:a="http://schemas.openxmlformats.org/drawingml/2006/main">
              <a:ext uri="{FF2B5EF4-FFF2-40B4-BE49-F238E27FC236}">
                <a16:creationId xmlns:a16="http://schemas.microsoft.com/office/drawing/2014/main" id="{C8AE64BA-1626-4C3D-B36E-98C23CCD7370}"/>
              </a:ext>
            </a:extLst>
          </p:cNvPr>
          <p:cNvSpPr>
            <a:spLocks xmlns:a="http://schemas.openxmlformats.org/drawingml/2006/main" noGrp="1"/>
          </p:cNvSpPr>
          <p:nvPr/>
        </p:nvSpPr>
        <p:spPr>
          <a:xfrm xmlns:a="http://schemas.openxmlformats.org/drawingml/2006/main">
            <a:off x="5943596" y="3246119"/>
            <a:ext cx="411486" cy="246894"/>
          </a:xfrm>
          <a:prstGeom xmlns:a="http://schemas.openxmlformats.org/drawingml/2006/main" prst="line">
            <a:avLst/>
          </a:prstGeom>
          <a:ln xmlns:a="http://schemas.openxmlformats.org/drawingml/2006/main" w="1270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080" name="Connector 70">
            <a:extLst xmlns:a="http://schemas.openxmlformats.org/drawingml/2006/main">
              <a:ext uri="{FF2B5EF4-FFF2-40B4-BE49-F238E27FC236}">
                <a16:creationId xmlns:a16="http://schemas.microsoft.com/office/drawing/2014/main" id="{7C5AB7B6-437A-46D5-B063-3607ABF2AA9D}"/>
              </a:ext>
            </a:extLst>
          </p:cNvPr>
          <p:cNvSpPr>
            <a:spLocks xmlns:a="http://schemas.openxmlformats.org/drawingml/2006/main" noGrp="1"/>
          </p:cNvSpPr>
          <p:nvPr/>
        </p:nvSpPr>
        <p:spPr>
          <a:xfrm xmlns:a="http://schemas.openxmlformats.org/drawingml/2006/main" flipV="1">
            <a:off x="6355079" y="2953509"/>
            <a:ext cx="365766" cy="539502"/>
          </a:xfrm>
          <a:prstGeom xmlns:a="http://schemas.openxmlformats.org/drawingml/2006/main" prst="line">
            <a:avLst/>
          </a:prstGeom>
          <a:ln xmlns:a="http://schemas.openxmlformats.org/drawingml/2006/main" w="889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081" name="Connector 71">
            <a:extLst xmlns:a="http://schemas.openxmlformats.org/drawingml/2006/main">
              <a:ext uri="{FF2B5EF4-FFF2-40B4-BE49-F238E27FC236}">
                <a16:creationId xmlns:a16="http://schemas.microsoft.com/office/drawing/2014/main" id="{FE13CE9C-5738-4444-ABAB-0F6387DCB748}"/>
              </a:ext>
            </a:extLst>
          </p:cNvPr>
          <p:cNvSpPr>
            <a:spLocks xmlns:a="http://schemas.openxmlformats.org/drawingml/2006/main" noGrp="1"/>
          </p:cNvSpPr>
          <p:nvPr/>
        </p:nvSpPr>
        <p:spPr>
          <a:xfrm xmlns:a="http://schemas.openxmlformats.org/drawingml/2006/main" flipV="1">
            <a:off x="6720839" y="2514598"/>
            <a:ext cx="438918" cy="438918"/>
          </a:xfrm>
          <a:prstGeom xmlns:a="http://schemas.openxmlformats.org/drawingml/2006/main" prst="line">
            <a:avLst/>
          </a:prstGeom>
          <a:ln xmlns:a="http://schemas.openxmlformats.org/drawingml/2006/main" w="1270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082" name="Connector 72">
            <a:extLst xmlns:a="http://schemas.openxmlformats.org/drawingml/2006/main">
              <a:ext uri="{FF2B5EF4-FFF2-40B4-BE49-F238E27FC236}">
                <a16:creationId xmlns:a16="http://schemas.microsoft.com/office/drawing/2014/main" id="{E51881E1-C750-4271-AC84-4FC7FB6481C5}"/>
              </a:ext>
            </a:extLst>
          </p:cNvPr>
          <p:cNvSpPr>
            <a:spLocks xmlns:a="http://schemas.openxmlformats.org/drawingml/2006/main" noGrp="1"/>
          </p:cNvSpPr>
          <p:nvPr/>
        </p:nvSpPr>
        <p:spPr>
          <a:xfrm xmlns:a="http://schemas.openxmlformats.org/drawingml/2006/main" flipV="1">
            <a:off x="6720840" y="2743199"/>
            <a:ext cx="877830" cy="210316"/>
          </a:xfrm>
          <a:prstGeom xmlns:a="http://schemas.openxmlformats.org/drawingml/2006/main" prst="line">
            <a:avLst/>
          </a:prstGeom>
          <a:ln xmlns:a="http://schemas.openxmlformats.org/drawingml/2006/main" w="1270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083" name="Connector 73">
            <a:extLst xmlns:a="http://schemas.openxmlformats.org/drawingml/2006/main">
              <a:ext uri="{FF2B5EF4-FFF2-40B4-BE49-F238E27FC236}">
                <a16:creationId xmlns:a16="http://schemas.microsoft.com/office/drawing/2014/main" id="{21B1A9A9-AF75-4C36-91CE-CCF784219C0F}"/>
              </a:ext>
            </a:extLst>
          </p:cNvPr>
          <p:cNvSpPr>
            <a:spLocks xmlns:a="http://schemas.openxmlformats.org/drawingml/2006/main" noGrp="1"/>
          </p:cNvSpPr>
          <p:nvPr/>
        </p:nvSpPr>
        <p:spPr>
          <a:xfrm xmlns:a="http://schemas.openxmlformats.org/drawingml/2006/main">
            <a:off x="6720839" y="2953510"/>
            <a:ext cx="219459" cy="585219"/>
          </a:xfrm>
          <a:prstGeom xmlns:a="http://schemas.openxmlformats.org/drawingml/2006/main" prst="line">
            <a:avLst/>
          </a:prstGeom>
          <a:ln xmlns:a="http://schemas.openxmlformats.org/drawingml/2006/main" w="1270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084" name="Connector 74">
            <a:extLst xmlns:a="http://schemas.openxmlformats.org/drawingml/2006/main">
              <a:ext uri="{FF2B5EF4-FFF2-40B4-BE49-F238E27FC236}">
                <a16:creationId xmlns:a16="http://schemas.microsoft.com/office/drawing/2014/main" id="{8AF919E3-E194-428C-A546-4D795D47FC4A}"/>
              </a:ext>
            </a:extLst>
          </p:cNvPr>
          <p:cNvSpPr>
            <a:spLocks xmlns:a="http://schemas.openxmlformats.org/drawingml/2006/main" noGrp="1"/>
          </p:cNvSpPr>
          <p:nvPr/>
        </p:nvSpPr>
        <p:spPr>
          <a:xfrm xmlns:a="http://schemas.openxmlformats.org/drawingml/2006/main">
            <a:off x="7159752" y="2514598"/>
            <a:ext cx="438918" cy="228605"/>
          </a:xfrm>
          <a:prstGeom xmlns:a="http://schemas.openxmlformats.org/drawingml/2006/main" prst="line">
            <a:avLst/>
          </a:prstGeom>
          <a:ln xmlns:a="http://schemas.openxmlformats.org/drawingml/2006/main" w="1270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085" name="Connector 75">
            <a:extLst xmlns:a="http://schemas.openxmlformats.org/drawingml/2006/main">
              <a:ext uri="{FF2B5EF4-FFF2-40B4-BE49-F238E27FC236}">
                <a16:creationId xmlns:a16="http://schemas.microsoft.com/office/drawing/2014/main" id="{1035B4AE-6164-47F7-A232-B866F52950B3}"/>
              </a:ext>
            </a:extLst>
          </p:cNvPr>
          <p:cNvSpPr>
            <a:spLocks xmlns:a="http://schemas.openxmlformats.org/drawingml/2006/main" noGrp="1"/>
          </p:cNvSpPr>
          <p:nvPr/>
        </p:nvSpPr>
        <p:spPr>
          <a:xfrm xmlns:a="http://schemas.openxmlformats.org/drawingml/2006/main" flipH="1">
            <a:off x="7470648" y="2743199"/>
            <a:ext cx="128020" cy="630943"/>
          </a:xfrm>
          <a:prstGeom xmlns:a="http://schemas.openxmlformats.org/drawingml/2006/main" prst="line">
            <a:avLst/>
          </a:prstGeom>
          <a:ln xmlns:a="http://schemas.openxmlformats.org/drawingml/2006/main" w="1270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086" name="Connector 76">
            <a:extLst xmlns:a="http://schemas.openxmlformats.org/drawingml/2006/main">
              <a:ext uri="{FF2B5EF4-FFF2-40B4-BE49-F238E27FC236}">
                <a16:creationId xmlns:a16="http://schemas.microsoft.com/office/drawing/2014/main" id="{A79209C5-0F1A-45AA-A0BA-415500B7E83A}"/>
              </a:ext>
            </a:extLst>
          </p:cNvPr>
          <p:cNvSpPr>
            <a:spLocks xmlns:a="http://schemas.openxmlformats.org/drawingml/2006/main" noGrp="1"/>
          </p:cNvSpPr>
          <p:nvPr/>
        </p:nvSpPr>
        <p:spPr>
          <a:xfrm xmlns:a="http://schemas.openxmlformats.org/drawingml/2006/main" flipV="1">
            <a:off x="6940294" y="3374135"/>
            <a:ext cx="530358" cy="164597"/>
          </a:xfrm>
          <a:prstGeom xmlns:a="http://schemas.openxmlformats.org/drawingml/2006/main" prst="line">
            <a:avLst/>
          </a:prstGeom>
          <a:ln xmlns:a="http://schemas.openxmlformats.org/drawingml/2006/main" w="1270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087" name="Connector 77">
            <a:extLst xmlns:a="http://schemas.openxmlformats.org/drawingml/2006/main">
              <a:ext uri="{FF2B5EF4-FFF2-40B4-BE49-F238E27FC236}">
                <a16:creationId xmlns:a16="http://schemas.microsoft.com/office/drawing/2014/main" id="{F16888CE-B9C5-48D7-A2BA-29913BE230D1}"/>
              </a:ext>
            </a:extLst>
          </p:cNvPr>
          <p:cNvSpPr>
            <a:spLocks xmlns:a="http://schemas.openxmlformats.org/drawingml/2006/main" noGrp="1"/>
          </p:cNvSpPr>
          <p:nvPr/>
        </p:nvSpPr>
        <p:spPr>
          <a:xfrm xmlns:a="http://schemas.openxmlformats.org/drawingml/2006/main">
            <a:off x="6940293" y="3538725"/>
            <a:ext cx="859543" cy="274326"/>
          </a:xfrm>
          <a:prstGeom xmlns:a="http://schemas.openxmlformats.org/drawingml/2006/main" prst="line">
            <a:avLst/>
          </a:prstGeom>
          <a:ln xmlns:a="http://schemas.openxmlformats.org/drawingml/2006/main" w="1270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088" name="Connector 78">
            <a:extLst xmlns:a="http://schemas.openxmlformats.org/drawingml/2006/main">
              <a:ext uri="{FF2B5EF4-FFF2-40B4-BE49-F238E27FC236}">
                <a16:creationId xmlns:a16="http://schemas.microsoft.com/office/drawing/2014/main" id="{B8E48246-BE2A-4D3F-A6A9-71002D894F31}"/>
              </a:ext>
            </a:extLst>
          </p:cNvPr>
          <p:cNvSpPr>
            <a:spLocks xmlns:a="http://schemas.openxmlformats.org/drawingml/2006/main" noGrp="1"/>
          </p:cNvSpPr>
          <p:nvPr/>
        </p:nvSpPr>
        <p:spPr>
          <a:xfrm xmlns:a="http://schemas.openxmlformats.org/drawingml/2006/main">
            <a:off x="7470647" y="3374134"/>
            <a:ext cx="329190" cy="438918"/>
          </a:xfrm>
          <a:prstGeom xmlns:a="http://schemas.openxmlformats.org/drawingml/2006/main" prst="line">
            <a:avLst/>
          </a:prstGeom>
          <a:ln xmlns:a="http://schemas.openxmlformats.org/drawingml/2006/main" w="1270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089" name="Oval 79">
            <a:extLst xmlns:a="http://schemas.openxmlformats.org/drawingml/2006/main">
              <a:ext uri="{FF2B5EF4-FFF2-40B4-BE49-F238E27FC236}">
                <a16:creationId xmlns:a16="http://schemas.microsoft.com/office/drawing/2014/main" id="{91E63DE9-D48B-41A8-A652-0B6AC936612A}"/>
              </a:ext>
            </a:extLst>
          </p:cNvPr>
          <p:cNvSpPr>
            <a:spLocks xmlns:a="http://schemas.openxmlformats.org/drawingml/2006/main" noGrp="1"/>
          </p:cNvSpPr>
          <p:nvPr/>
        </p:nvSpPr>
        <p:spPr>
          <a:xfrm xmlns:a="http://schemas.openxmlformats.org/drawingml/2006/main">
            <a:off x="4617720" y="2395727"/>
            <a:ext cx="128027" cy="12802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2090" name="Oval 80">
            <a:extLst xmlns:a="http://schemas.openxmlformats.org/drawingml/2006/main">
              <a:ext uri="{FF2B5EF4-FFF2-40B4-BE49-F238E27FC236}">
                <a16:creationId xmlns:a16="http://schemas.microsoft.com/office/drawing/2014/main" id="{9C133870-8E31-49B8-B83A-7D0BABF0FB0E}"/>
              </a:ext>
            </a:extLst>
          </p:cNvPr>
          <p:cNvSpPr>
            <a:spLocks xmlns:a="http://schemas.openxmlformats.org/drawingml/2006/main" noGrp="1"/>
          </p:cNvSpPr>
          <p:nvPr/>
        </p:nvSpPr>
        <p:spPr>
          <a:xfrm xmlns:a="http://schemas.openxmlformats.org/drawingml/2006/main">
            <a:off x="5138928" y="2148838"/>
            <a:ext cx="128027" cy="12802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2091" name="Oval 81">
            <a:extLst xmlns:a="http://schemas.openxmlformats.org/drawingml/2006/main">
              <a:ext uri="{FF2B5EF4-FFF2-40B4-BE49-F238E27FC236}">
                <a16:creationId xmlns:a16="http://schemas.microsoft.com/office/drawing/2014/main" id="{720A39A6-81D9-43E1-BF07-D3AFBBE90770}"/>
              </a:ext>
            </a:extLst>
          </p:cNvPr>
          <p:cNvSpPr>
            <a:spLocks xmlns:a="http://schemas.openxmlformats.org/drawingml/2006/main" noGrp="1"/>
          </p:cNvSpPr>
          <p:nvPr/>
        </p:nvSpPr>
        <p:spPr>
          <a:xfrm xmlns:a="http://schemas.openxmlformats.org/drawingml/2006/main">
            <a:off x="5623559" y="2468877"/>
            <a:ext cx="128027" cy="12802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2092" name="Oval 82">
            <a:extLst xmlns:a="http://schemas.openxmlformats.org/drawingml/2006/main">
              <a:ext uri="{FF2B5EF4-FFF2-40B4-BE49-F238E27FC236}">
                <a16:creationId xmlns:a16="http://schemas.microsoft.com/office/drawing/2014/main" id="{75FDB5D8-539C-4407-B601-612DDB38D0E9}"/>
              </a:ext>
            </a:extLst>
          </p:cNvPr>
          <p:cNvSpPr>
            <a:spLocks xmlns:a="http://schemas.openxmlformats.org/drawingml/2006/main" noGrp="1"/>
          </p:cNvSpPr>
          <p:nvPr/>
        </p:nvSpPr>
        <p:spPr>
          <a:xfrm xmlns:a="http://schemas.openxmlformats.org/drawingml/2006/main">
            <a:off x="4800600" y="2999232"/>
            <a:ext cx="128016" cy="12802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2093" name="Oval 83">
            <a:extLst xmlns:a="http://schemas.openxmlformats.org/drawingml/2006/main">
              <a:ext uri="{FF2B5EF4-FFF2-40B4-BE49-F238E27FC236}">
                <a16:creationId xmlns:a16="http://schemas.microsoft.com/office/drawing/2014/main" id="{740AE9A1-9C20-4393-93AD-2C1FE2675190}"/>
              </a:ext>
            </a:extLst>
          </p:cNvPr>
          <p:cNvSpPr>
            <a:spLocks xmlns:a="http://schemas.openxmlformats.org/drawingml/2006/main" noGrp="1"/>
          </p:cNvSpPr>
          <p:nvPr/>
        </p:nvSpPr>
        <p:spPr>
          <a:xfrm xmlns:a="http://schemas.openxmlformats.org/drawingml/2006/main">
            <a:off x="5376671" y="2907792"/>
            <a:ext cx="128027" cy="12802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2094" name="Oval 84">
            <a:extLst xmlns:a="http://schemas.openxmlformats.org/drawingml/2006/main">
              <a:ext uri="{FF2B5EF4-FFF2-40B4-BE49-F238E27FC236}">
                <a16:creationId xmlns:a16="http://schemas.microsoft.com/office/drawing/2014/main" id="{E830488E-C427-45E4-9D0B-B90DFE379501}"/>
              </a:ext>
            </a:extLst>
          </p:cNvPr>
          <p:cNvSpPr>
            <a:spLocks xmlns:a="http://schemas.openxmlformats.org/drawingml/2006/main" noGrp="1"/>
          </p:cNvSpPr>
          <p:nvPr/>
        </p:nvSpPr>
        <p:spPr>
          <a:xfrm xmlns:a="http://schemas.openxmlformats.org/drawingml/2006/main">
            <a:off x="5879591" y="3182111"/>
            <a:ext cx="128027" cy="128018"/>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2095" name="Oval 85">
            <a:extLst xmlns:a="http://schemas.openxmlformats.org/drawingml/2006/main">
              <a:ext uri="{FF2B5EF4-FFF2-40B4-BE49-F238E27FC236}">
                <a16:creationId xmlns:a16="http://schemas.microsoft.com/office/drawing/2014/main" id="{13245303-5110-4FD6-9912-1F5457903F68}"/>
              </a:ext>
            </a:extLst>
          </p:cNvPr>
          <p:cNvSpPr>
            <a:spLocks xmlns:a="http://schemas.openxmlformats.org/drawingml/2006/main" noGrp="1"/>
          </p:cNvSpPr>
          <p:nvPr/>
        </p:nvSpPr>
        <p:spPr>
          <a:xfrm xmlns:a="http://schemas.openxmlformats.org/drawingml/2006/main">
            <a:off x="6291071" y="3429000"/>
            <a:ext cx="128027" cy="128016"/>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2096" name="Oval 86">
            <a:extLst xmlns:a="http://schemas.openxmlformats.org/drawingml/2006/main">
              <a:ext uri="{FF2B5EF4-FFF2-40B4-BE49-F238E27FC236}">
                <a16:creationId xmlns:a16="http://schemas.microsoft.com/office/drawing/2014/main" id="{DDD7416F-2D95-44E3-871C-2B123DF7278D}"/>
              </a:ext>
            </a:extLst>
          </p:cNvPr>
          <p:cNvSpPr>
            <a:spLocks xmlns:a="http://schemas.openxmlformats.org/drawingml/2006/main" noGrp="1"/>
          </p:cNvSpPr>
          <p:nvPr/>
        </p:nvSpPr>
        <p:spPr>
          <a:xfrm xmlns:a="http://schemas.openxmlformats.org/drawingml/2006/main">
            <a:off x="6656830" y="2889504"/>
            <a:ext cx="128027" cy="12802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2097" name="Oval 87">
            <a:extLst xmlns:a="http://schemas.openxmlformats.org/drawingml/2006/main">
              <a:ext uri="{FF2B5EF4-FFF2-40B4-BE49-F238E27FC236}">
                <a16:creationId xmlns:a16="http://schemas.microsoft.com/office/drawing/2014/main" id="{30D0DFC2-2785-4610-81ED-6F545F5A12BD}"/>
              </a:ext>
            </a:extLst>
          </p:cNvPr>
          <p:cNvSpPr>
            <a:spLocks xmlns:a="http://schemas.openxmlformats.org/drawingml/2006/main" noGrp="1"/>
          </p:cNvSpPr>
          <p:nvPr/>
        </p:nvSpPr>
        <p:spPr>
          <a:xfrm xmlns:a="http://schemas.openxmlformats.org/drawingml/2006/main">
            <a:off x="7095742" y="2450592"/>
            <a:ext cx="128027" cy="12802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2098" name="Oval 88">
            <a:extLst xmlns:a="http://schemas.openxmlformats.org/drawingml/2006/main">
              <a:ext uri="{FF2B5EF4-FFF2-40B4-BE49-F238E27FC236}">
                <a16:creationId xmlns:a16="http://schemas.microsoft.com/office/drawing/2014/main" id="{77535C77-4D88-4BCF-8F2B-8684AB4C274F}"/>
              </a:ext>
            </a:extLst>
          </p:cNvPr>
          <p:cNvSpPr>
            <a:spLocks xmlns:a="http://schemas.openxmlformats.org/drawingml/2006/main" noGrp="1"/>
          </p:cNvSpPr>
          <p:nvPr/>
        </p:nvSpPr>
        <p:spPr>
          <a:xfrm xmlns:a="http://schemas.openxmlformats.org/drawingml/2006/main">
            <a:off x="7534656" y="2679192"/>
            <a:ext cx="128027" cy="12802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2099" name="Oval 89">
            <a:extLst xmlns:a="http://schemas.openxmlformats.org/drawingml/2006/main">
              <a:ext uri="{FF2B5EF4-FFF2-40B4-BE49-F238E27FC236}">
                <a16:creationId xmlns:a16="http://schemas.microsoft.com/office/drawing/2014/main" id="{3C074D24-8676-490A-982D-85A641F45064}"/>
              </a:ext>
            </a:extLst>
          </p:cNvPr>
          <p:cNvSpPr>
            <a:spLocks xmlns:a="http://schemas.openxmlformats.org/drawingml/2006/main" noGrp="1"/>
          </p:cNvSpPr>
          <p:nvPr/>
        </p:nvSpPr>
        <p:spPr>
          <a:xfrm xmlns:a="http://schemas.openxmlformats.org/drawingml/2006/main">
            <a:off x="6876288" y="3474720"/>
            <a:ext cx="128027" cy="12802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2100" name="Oval 90">
            <a:extLst xmlns:a="http://schemas.openxmlformats.org/drawingml/2006/main">
              <a:ext uri="{FF2B5EF4-FFF2-40B4-BE49-F238E27FC236}">
                <a16:creationId xmlns:a16="http://schemas.microsoft.com/office/drawing/2014/main" id="{EE863DDD-9E45-4206-BE26-7869631059B2}"/>
              </a:ext>
            </a:extLst>
          </p:cNvPr>
          <p:cNvSpPr>
            <a:spLocks xmlns:a="http://schemas.openxmlformats.org/drawingml/2006/main" noGrp="1"/>
          </p:cNvSpPr>
          <p:nvPr/>
        </p:nvSpPr>
        <p:spPr>
          <a:xfrm xmlns:a="http://schemas.openxmlformats.org/drawingml/2006/main">
            <a:off x="7406640" y="3310128"/>
            <a:ext cx="128027" cy="12802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2101" name="Oval 91">
            <a:extLst xmlns:a="http://schemas.openxmlformats.org/drawingml/2006/main">
              <a:ext uri="{FF2B5EF4-FFF2-40B4-BE49-F238E27FC236}">
                <a16:creationId xmlns:a16="http://schemas.microsoft.com/office/drawing/2014/main" id="{3FCA08A9-97BA-4B0B-9551-C063F95AD092}"/>
              </a:ext>
            </a:extLst>
          </p:cNvPr>
          <p:cNvSpPr>
            <a:spLocks xmlns:a="http://schemas.openxmlformats.org/drawingml/2006/main" noGrp="1"/>
          </p:cNvSpPr>
          <p:nvPr/>
        </p:nvSpPr>
        <p:spPr>
          <a:xfrm xmlns:a="http://schemas.openxmlformats.org/drawingml/2006/main">
            <a:off x="7735823" y="3749037"/>
            <a:ext cx="128027" cy="128027"/>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2102" name="TextBox 92">
            <a:extLst xmlns:a="http://schemas.openxmlformats.org/drawingml/2006/main">
              <a:ext uri="{FF2B5EF4-FFF2-40B4-BE49-F238E27FC236}">
                <a16:creationId xmlns:a16="http://schemas.microsoft.com/office/drawing/2014/main" id="{2CFAF769-EFB2-4CDA-BD8B-8075A921B087}"/>
              </a:ext>
            </a:extLst>
          </p:cNvPr>
          <p:cNvSpPr>
            <a:spLocks xmlns:a="http://schemas.openxmlformats.org/drawingml/2006/main" noGrp="1"/>
          </p:cNvSpPr>
          <p:nvPr/>
        </p:nvSpPr>
        <p:spPr>
          <a:xfrm xmlns:a="http://schemas.openxmlformats.org/drawingml/2006/main">
            <a:off x="8074152" y="2990088"/>
            <a:ext cx="384054" cy="3556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2400" b="1">
                <a:solidFill>
                  <a:srgbClr val="73777F"/>
                </a:solidFill>
                <a:latin typeface="Helvetica Neue"/>
                <a:ea typeface="Helvetica Neue"/>
                <a:cs typeface="Helvetica Neue"/>
              </a:defRPr>
            </a:lvl1pPr>
          </a:lstStyle>
          <a:p xmlns:a="http://schemas.openxmlformats.org/drawingml/2006/main">
            <a:pPr>
              <a:buNone/>
            </a:pPr>
            <a:r>
              <a:t>→</a:t>
            </a:r>
          </a:p>
        </p:txBody>
      </p:sp>
      <p:sp>
        <p:nvSpPr>
          <p:cNvPr id="2103" name="Oval 93">
            <a:extLst xmlns:a="http://schemas.openxmlformats.org/drawingml/2006/main">
              <a:ext uri="{FF2B5EF4-FFF2-40B4-BE49-F238E27FC236}">
                <a16:creationId xmlns:a16="http://schemas.microsoft.com/office/drawing/2014/main" id="{3F52C902-DE28-42B9-B8FD-B5BB3D7FDCE8}"/>
              </a:ext>
            </a:extLst>
          </p:cNvPr>
          <p:cNvSpPr>
            <a:spLocks xmlns:a="http://schemas.openxmlformats.org/drawingml/2006/main" noGrp="1"/>
          </p:cNvSpPr>
          <p:nvPr/>
        </p:nvSpPr>
        <p:spPr>
          <a:xfrm xmlns:a="http://schemas.openxmlformats.org/drawingml/2006/main">
            <a:off x="8887968" y="2331720"/>
            <a:ext cx="137171" cy="137171"/>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2104" name="Oval 94">
            <a:extLst xmlns:a="http://schemas.openxmlformats.org/drawingml/2006/main">
              <a:ext uri="{FF2B5EF4-FFF2-40B4-BE49-F238E27FC236}">
                <a16:creationId xmlns:a16="http://schemas.microsoft.com/office/drawing/2014/main" id="{9CAB7CAF-6ECA-4AEA-993C-244A31FF9AD3}"/>
              </a:ext>
            </a:extLst>
          </p:cNvPr>
          <p:cNvSpPr>
            <a:spLocks xmlns:a="http://schemas.openxmlformats.org/drawingml/2006/main" noGrp="1"/>
          </p:cNvSpPr>
          <p:nvPr/>
        </p:nvSpPr>
        <p:spPr>
          <a:xfrm xmlns:a="http://schemas.openxmlformats.org/drawingml/2006/main">
            <a:off x="9272016" y="2139694"/>
            <a:ext cx="137171" cy="137169"/>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2105" name="Oval 95">
            <a:extLst xmlns:a="http://schemas.openxmlformats.org/drawingml/2006/main">
              <a:ext uri="{FF2B5EF4-FFF2-40B4-BE49-F238E27FC236}">
                <a16:creationId xmlns:a16="http://schemas.microsoft.com/office/drawing/2014/main" id="{4ED05296-27EB-4618-8AEF-E82FF5AF33DE}"/>
              </a:ext>
            </a:extLst>
          </p:cNvPr>
          <p:cNvSpPr>
            <a:spLocks xmlns:a="http://schemas.openxmlformats.org/drawingml/2006/main" noGrp="1"/>
          </p:cNvSpPr>
          <p:nvPr/>
        </p:nvSpPr>
        <p:spPr>
          <a:xfrm xmlns:a="http://schemas.openxmlformats.org/drawingml/2006/main">
            <a:off x="9646918" y="2395727"/>
            <a:ext cx="137171" cy="137171"/>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2106" name="Oval 96">
            <a:extLst xmlns:a="http://schemas.openxmlformats.org/drawingml/2006/main">
              <a:ext uri="{FF2B5EF4-FFF2-40B4-BE49-F238E27FC236}">
                <a16:creationId xmlns:a16="http://schemas.microsoft.com/office/drawing/2014/main" id="{9DA6DE30-0CE3-4A0A-8549-CDA5C106CDB6}"/>
              </a:ext>
            </a:extLst>
          </p:cNvPr>
          <p:cNvSpPr>
            <a:spLocks xmlns:a="http://schemas.openxmlformats.org/drawingml/2006/main" noGrp="1"/>
          </p:cNvSpPr>
          <p:nvPr/>
        </p:nvSpPr>
        <p:spPr>
          <a:xfrm xmlns:a="http://schemas.openxmlformats.org/drawingml/2006/main">
            <a:off x="9052559" y="2798064"/>
            <a:ext cx="137171" cy="137171"/>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2107" name="Oval 97">
            <a:extLst xmlns:a="http://schemas.openxmlformats.org/drawingml/2006/main">
              <a:ext uri="{FF2B5EF4-FFF2-40B4-BE49-F238E27FC236}">
                <a16:creationId xmlns:a16="http://schemas.microsoft.com/office/drawing/2014/main" id="{6D9FCF98-39FD-4C5D-8357-64D6A7549754}"/>
              </a:ext>
            </a:extLst>
          </p:cNvPr>
          <p:cNvSpPr>
            <a:spLocks xmlns:a="http://schemas.openxmlformats.org/drawingml/2006/main" noGrp="1"/>
          </p:cNvSpPr>
          <p:nvPr/>
        </p:nvSpPr>
        <p:spPr>
          <a:xfrm xmlns:a="http://schemas.openxmlformats.org/drawingml/2006/main">
            <a:off x="9454894" y="2852927"/>
            <a:ext cx="137171" cy="137171"/>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2108" name="Oval 98">
            <a:extLst xmlns:a="http://schemas.openxmlformats.org/drawingml/2006/main">
              <a:ext uri="{FF2B5EF4-FFF2-40B4-BE49-F238E27FC236}">
                <a16:creationId xmlns:a16="http://schemas.microsoft.com/office/drawing/2014/main" id="{A0BAAC94-D945-4D6A-9242-5C1313E8238E}"/>
              </a:ext>
            </a:extLst>
          </p:cNvPr>
          <p:cNvSpPr>
            <a:spLocks xmlns:a="http://schemas.openxmlformats.org/drawingml/2006/main" noGrp="1"/>
          </p:cNvSpPr>
          <p:nvPr/>
        </p:nvSpPr>
        <p:spPr>
          <a:xfrm xmlns:a="http://schemas.openxmlformats.org/drawingml/2006/main">
            <a:off x="9811511" y="2743199"/>
            <a:ext cx="137171" cy="137171"/>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2109" name="Oval 99">
            <a:extLst xmlns:a="http://schemas.openxmlformats.org/drawingml/2006/main">
              <a:ext uri="{FF2B5EF4-FFF2-40B4-BE49-F238E27FC236}">
                <a16:creationId xmlns:a16="http://schemas.microsoft.com/office/drawing/2014/main" id="{F158F28E-43C5-4BE2-B6BF-71FD50BA9D45}"/>
              </a:ext>
            </a:extLst>
          </p:cNvPr>
          <p:cNvSpPr>
            <a:spLocks xmlns:a="http://schemas.openxmlformats.org/drawingml/2006/main" noGrp="1"/>
          </p:cNvSpPr>
          <p:nvPr/>
        </p:nvSpPr>
        <p:spPr>
          <a:xfrm xmlns:a="http://schemas.openxmlformats.org/drawingml/2006/main">
            <a:off x="9235440" y="3236976"/>
            <a:ext cx="137171" cy="137171"/>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2110" name="Oval 100">
            <a:extLst xmlns:a="http://schemas.openxmlformats.org/drawingml/2006/main">
              <a:ext uri="{FF2B5EF4-FFF2-40B4-BE49-F238E27FC236}">
                <a16:creationId xmlns:a16="http://schemas.microsoft.com/office/drawing/2014/main" id="{202381AA-D0E3-425B-9A2F-8AB0A06CBBB1}"/>
              </a:ext>
            </a:extLst>
          </p:cNvPr>
          <p:cNvSpPr>
            <a:spLocks xmlns:a="http://schemas.openxmlformats.org/drawingml/2006/main" noGrp="1"/>
          </p:cNvSpPr>
          <p:nvPr/>
        </p:nvSpPr>
        <p:spPr>
          <a:xfrm xmlns:a="http://schemas.openxmlformats.org/drawingml/2006/main">
            <a:off x="9656064" y="3246120"/>
            <a:ext cx="137171" cy="137171"/>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2111" name="Oval 101">
            <a:extLst xmlns:a="http://schemas.openxmlformats.org/drawingml/2006/main">
              <a:ext uri="{FF2B5EF4-FFF2-40B4-BE49-F238E27FC236}">
                <a16:creationId xmlns:a16="http://schemas.microsoft.com/office/drawing/2014/main" id="{D133591B-94BA-44CD-BB3C-65FA18050E8C}"/>
              </a:ext>
            </a:extLst>
          </p:cNvPr>
          <p:cNvSpPr>
            <a:spLocks xmlns:a="http://schemas.openxmlformats.org/drawingml/2006/main" noGrp="1"/>
          </p:cNvSpPr>
          <p:nvPr/>
        </p:nvSpPr>
        <p:spPr>
          <a:xfrm xmlns:a="http://schemas.openxmlformats.org/drawingml/2006/main">
            <a:off x="10286999" y="3154677"/>
            <a:ext cx="137171" cy="137171"/>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2112" name="Oval 102">
            <a:extLst xmlns:a="http://schemas.openxmlformats.org/drawingml/2006/main">
              <a:ext uri="{FF2B5EF4-FFF2-40B4-BE49-F238E27FC236}">
                <a16:creationId xmlns:a16="http://schemas.microsoft.com/office/drawing/2014/main" id="{8E83D32F-A6E8-45CA-B114-59D890480285}"/>
              </a:ext>
            </a:extLst>
          </p:cNvPr>
          <p:cNvSpPr>
            <a:spLocks xmlns:a="http://schemas.openxmlformats.org/drawingml/2006/main" noGrp="1"/>
          </p:cNvSpPr>
          <p:nvPr/>
        </p:nvSpPr>
        <p:spPr>
          <a:xfrm xmlns:a="http://schemas.openxmlformats.org/drawingml/2006/main">
            <a:off x="10652759" y="2962655"/>
            <a:ext cx="137171" cy="137171"/>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2113" name="Oval 103">
            <a:extLst xmlns:a="http://schemas.openxmlformats.org/drawingml/2006/main">
              <a:ext uri="{FF2B5EF4-FFF2-40B4-BE49-F238E27FC236}">
                <a16:creationId xmlns:a16="http://schemas.microsoft.com/office/drawing/2014/main" id="{D2EB86E8-B681-4D65-A2C7-642A9459D804}"/>
              </a:ext>
            </a:extLst>
          </p:cNvPr>
          <p:cNvSpPr>
            <a:spLocks xmlns:a="http://schemas.openxmlformats.org/drawingml/2006/main" noGrp="1"/>
          </p:cNvSpPr>
          <p:nvPr/>
        </p:nvSpPr>
        <p:spPr>
          <a:xfrm xmlns:a="http://schemas.openxmlformats.org/drawingml/2006/main">
            <a:off x="11018518" y="3218688"/>
            <a:ext cx="137171" cy="137171"/>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2114" name="Oval 104">
            <a:extLst xmlns:a="http://schemas.openxmlformats.org/drawingml/2006/main">
              <a:ext uri="{FF2B5EF4-FFF2-40B4-BE49-F238E27FC236}">
                <a16:creationId xmlns:a16="http://schemas.microsoft.com/office/drawing/2014/main" id="{F0B349C6-AFEB-4B1F-88D0-094AD8DF4FD3}"/>
              </a:ext>
            </a:extLst>
          </p:cNvPr>
          <p:cNvSpPr>
            <a:spLocks xmlns:a="http://schemas.openxmlformats.org/drawingml/2006/main" noGrp="1"/>
          </p:cNvSpPr>
          <p:nvPr/>
        </p:nvSpPr>
        <p:spPr>
          <a:xfrm xmlns:a="http://schemas.openxmlformats.org/drawingml/2006/main">
            <a:off x="10469880" y="3602735"/>
            <a:ext cx="137171" cy="137171"/>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2115" name="Oval 105">
            <a:extLst xmlns:a="http://schemas.openxmlformats.org/drawingml/2006/main">
              <a:ext uri="{FF2B5EF4-FFF2-40B4-BE49-F238E27FC236}">
                <a16:creationId xmlns:a16="http://schemas.microsoft.com/office/drawing/2014/main" id="{075F122E-8ADF-48D3-9624-5C256DD1CCA9}"/>
              </a:ext>
            </a:extLst>
          </p:cNvPr>
          <p:cNvSpPr>
            <a:spLocks xmlns:a="http://schemas.openxmlformats.org/drawingml/2006/main" noGrp="1"/>
          </p:cNvSpPr>
          <p:nvPr/>
        </p:nvSpPr>
        <p:spPr>
          <a:xfrm xmlns:a="http://schemas.openxmlformats.org/drawingml/2006/main">
            <a:off x="10844783" y="3675886"/>
            <a:ext cx="137169" cy="137171"/>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2116" name="Oval 106">
            <a:extLst xmlns:a="http://schemas.openxmlformats.org/drawingml/2006/main">
              <a:ext uri="{FF2B5EF4-FFF2-40B4-BE49-F238E27FC236}">
                <a16:creationId xmlns:a16="http://schemas.microsoft.com/office/drawing/2014/main" id="{36EB84ED-17FE-4C9A-9F53-BE2A7CB4B5B4}"/>
              </a:ext>
            </a:extLst>
          </p:cNvPr>
          <p:cNvSpPr>
            <a:spLocks xmlns:a="http://schemas.openxmlformats.org/drawingml/2006/main" noGrp="1"/>
          </p:cNvSpPr>
          <p:nvPr/>
        </p:nvSpPr>
        <p:spPr>
          <a:xfrm xmlns:a="http://schemas.openxmlformats.org/drawingml/2006/main">
            <a:off x="11192256" y="3584447"/>
            <a:ext cx="137171" cy="137171"/>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2117" name="Oval 107">
            <a:extLst xmlns:a="http://schemas.openxmlformats.org/drawingml/2006/main">
              <a:ext uri="{FF2B5EF4-FFF2-40B4-BE49-F238E27FC236}">
                <a16:creationId xmlns:a16="http://schemas.microsoft.com/office/drawing/2014/main" id="{B9D5768A-CBD5-4473-A082-A48ACB396140}"/>
              </a:ext>
            </a:extLst>
          </p:cNvPr>
          <p:cNvSpPr>
            <a:spLocks xmlns:a="http://schemas.openxmlformats.org/drawingml/2006/main" noGrp="1"/>
          </p:cNvSpPr>
          <p:nvPr/>
        </p:nvSpPr>
        <p:spPr>
          <a:xfrm xmlns:a="http://schemas.openxmlformats.org/drawingml/2006/main">
            <a:off x="10634471" y="4041647"/>
            <a:ext cx="137171" cy="137171"/>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2118" name="Oval 108">
            <a:extLst xmlns:a="http://schemas.openxmlformats.org/drawingml/2006/main">
              <a:ext uri="{FF2B5EF4-FFF2-40B4-BE49-F238E27FC236}">
                <a16:creationId xmlns:a16="http://schemas.microsoft.com/office/drawing/2014/main" id="{70704E49-6FC8-42B9-88FA-11776C9187CB}"/>
              </a:ext>
            </a:extLst>
          </p:cNvPr>
          <p:cNvSpPr>
            <a:spLocks xmlns:a="http://schemas.openxmlformats.org/drawingml/2006/main" noGrp="1"/>
          </p:cNvSpPr>
          <p:nvPr/>
        </p:nvSpPr>
        <p:spPr>
          <a:xfrm xmlns:a="http://schemas.openxmlformats.org/drawingml/2006/main">
            <a:off x="11018518" y="4050791"/>
            <a:ext cx="137171" cy="137171"/>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2119" name="TextBox 109">
            <a:extLst xmlns:a="http://schemas.openxmlformats.org/drawingml/2006/main">
              <a:ext uri="{FF2B5EF4-FFF2-40B4-BE49-F238E27FC236}">
                <a16:creationId xmlns:a16="http://schemas.microsoft.com/office/drawing/2014/main" id="{EF84F62C-998C-4F08-9404-E96F9636D9C9}"/>
              </a:ext>
            </a:extLst>
          </p:cNvPr>
          <p:cNvSpPr>
            <a:spLocks xmlns:a="http://schemas.openxmlformats.org/drawingml/2006/main" noGrp="1"/>
          </p:cNvSpPr>
          <p:nvPr/>
        </p:nvSpPr>
        <p:spPr>
          <a:xfrm xmlns:a="http://schemas.openxmlformats.org/drawingml/2006/main">
            <a:off x="8668511" y="4370832"/>
            <a:ext cx="1508766" cy="136385"/>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900" b="1">
                <a:solidFill>
                  <a:srgbClr val="3977F6"/>
                </a:solidFill>
                <a:latin typeface="Helvetica Neue"/>
                <a:ea typeface="Helvetica Neue"/>
                <a:cs typeface="Helvetica Neue"/>
              </a:defRPr>
            </a:lvl1pPr>
          </a:lstStyle>
          <a:p xmlns:a="http://schemas.openxmlformats.org/drawingml/2006/main">
            <a:pPr>
              <a:buNone/>
            </a:pPr>
            <a:r>
              <a:t>CONSTITUENCY A</a:t>
            </a:r>
          </a:p>
        </p:txBody>
      </p:sp>
      <p:sp>
        <p:nvSpPr>
          <p:cNvPr id="2120" name="TextBox 110">
            <a:extLst xmlns:a="http://schemas.openxmlformats.org/drawingml/2006/main">
              <a:ext uri="{FF2B5EF4-FFF2-40B4-BE49-F238E27FC236}">
                <a16:creationId xmlns:a16="http://schemas.microsoft.com/office/drawing/2014/main" id="{0718CA71-C476-4014-A8D2-43A198D36F13}"/>
              </a:ext>
            </a:extLst>
          </p:cNvPr>
          <p:cNvSpPr>
            <a:spLocks xmlns:a="http://schemas.openxmlformats.org/drawingml/2006/main" noGrp="1"/>
          </p:cNvSpPr>
          <p:nvPr/>
        </p:nvSpPr>
        <p:spPr>
          <a:xfrm xmlns:a="http://schemas.openxmlformats.org/drawingml/2006/main">
            <a:off x="10058399" y="4370832"/>
            <a:ext cx="1508767" cy="136385"/>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900" b="1">
                <a:solidFill>
                  <a:srgbClr val="FF705B"/>
                </a:solidFill>
                <a:latin typeface="Helvetica Neue"/>
                <a:ea typeface="Helvetica Neue"/>
                <a:cs typeface="Helvetica Neue"/>
              </a:defRPr>
            </a:lvl1pPr>
          </a:lstStyle>
          <a:p xmlns:a="http://schemas.openxmlformats.org/drawingml/2006/main">
            <a:pPr>
              <a:buNone/>
            </a:pPr>
            <a:r>
              <a:t>CONSTITUENCY B</a:t>
            </a:r>
          </a:p>
        </p:txBody>
      </p:sp>
      <p:sp>
        <p:nvSpPr>
          <p:cNvPr id="2121" name="Connector 111">
            <a:extLst xmlns:a="http://schemas.openxmlformats.org/drawingml/2006/main">
              <a:ext uri="{FF2B5EF4-FFF2-40B4-BE49-F238E27FC236}">
                <a16:creationId xmlns:a16="http://schemas.microsoft.com/office/drawing/2014/main" id="{24A468CD-EDD5-46DD-89C9-C2D373625864}"/>
              </a:ext>
            </a:extLst>
          </p:cNvPr>
          <p:cNvSpPr>
            <a:spLocks xmlns:a="http://schemas.openxmlformats.org/drawingml/2006/main" noGrp="1"/>
          </p:cNvSpPr>
          <p:nvPr/>
        </p:nvSpPr>
        <p:spPr>
          <a:xfrm xmlns:a="http://schemas.openxmlformats.org/drawingml/2006/main">
            <a:off x="749804" y="5248652"/>
            <a:ext cx="10680201" cy="7"/>
          </a:xfrm>
          <a:prstGeom xmlns:a="http://schemas.openxmlformats.org/drawingml/2006/main" prst="line">
            <a:avLst/>
          </a:prstGeom>
          <a:ln xmlns:a="http://schemas.openxmlformats.org/drawingml/2006/main" w="1270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122" name="TextBox 112">
            <a:extLst xmlns:a="http://schemas.openxmlformats.org/drawingml/2006/main">
              <a:ext uri="{FF2B5EF4-FFF2-40B4-BE49-F238E27FC236}">
                <a16:creationId xmlns:a16="http://schemas.microsoft.com/office/drawing/2014/main" id="{BEE1521C-E40B-4E93-A202-B9306F77CFD5}"/>
              </a:ext>
            </a:extLst>
          </p:cNvPr>
          <p:cNvSpPr>
            <a:spLocks xmlns:a="http://schemas.openxmlformats.org/drawingml/2006/main" noGrp="1"/>
          </p:cNvSpPr>
          <p:nvPr/>
        </p:nvSpPr>
        <p:spPr>
          <a:xfrm xmlns:a="http://schemas.openxmlformats.org/drawingml/2006/main">
            <a:off x="2468878" y="5532120"/>
            <a:ext cx="7223761" cy="26043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lgn="ctr">
              <a:buNone/>
              <a:defRPr sz="1700" b="1">
                <a:solidFill>
                  <a:srgbClr val="1FA873"/>
                </a:solidFill>
                <a:latin typeface="Helvetica Neue"/>
                <a:ea typeface="Helvetica Neue"/>
                <a:cs typeface="Helvetica Neue"/>
              </a:defRPr>
            </a:pPr>
            <a:r>
              <a:t>• </a:t>
            </a:r>
            <a:r>
              <a:rPr>
                <a:solidFill>
                  <a:srgbClr val="111318"/>
                </a:solidFill>
              </a:rPr>
              <a:t>Similar co-rating patterns → same behavioral constituency</a:t>
            </a:r>
          </a:p>
        </p:txBody>
      </p:sp>
      <p:sp>
        <p:nvSpPr>
          <p:cNvPr id="2123" name="TextBox 113">
            <a:extLst xmlns:a="http://schemas.openxmlformats.org/drawingml/2006/main">
              <a:ext uri="{FF2B5EF4-FFF2-40B4-BE49-F238E27FC236}">
                <a16:creationId xmlns:a16="http://schemas.microsoft.com/office/drawing/2014/main" id="{2DE4A7B1-9A63-4C4E-83F0-7297D87C4137}"/>
              </a:ext>
            </a:extLst>
          </p:cNvPr>
          <p:cNvSpPr>
            <a:spLocks xmlns:a="http://schemas.openxmlformats.org/drawingml/2006/main" noGrp="1"/>
          </p:cNvSpPr>
          <p:nvPr/>
        </p:nvSpPr>
        <p:spPr>
          <a:xfrm xmlns:a="http://schemas.openxmlformats.org/drawingml/2006/main">
            <a:off x="621792" y="6437376"/>
            <a:ext cx="10881360"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800">
                <a:solidFill>
                  <a:srgbClr val="73777F"/>
                </a:solidFill>
                <a:latin typeface="Helvetica Neue"/>
                <a:ea typeface="Helvetica Neue"/>
                <a:cs typeface="Helvetica Neue"/>
              </a:defRPr>
            </a:lvl1pPr>
          </a:lstStyle>
          <a:p xmlns:a="http://schemas.openxmlformats.org/drawingml/2006/main">
            <a:pPr>
              <a:buNone/>
            </a:pPr>
            <a:r>
              <a:t>• Authors’ 100k-note / 200k-rater pipeline</a:t>
            </a:r>
          </a:p>
        </p:txBody>
      </p:sp>
    </p:spTree>
    <p:extLst>
      <p:ext uri="{BB962C8B-B14F-4D97-AF65-F5344CB8AC3E}">
        <p14:creationId xmlns:p14="http://schemas.microsoft.com/office/powerpoint/2010/main" val="673294955"/>
      </p:ext>
    </p:extLst>
  </p:cSld>
</p:sld>
</file>

<file path=ppt/slides/slide24.xml><?xml version="1.0" encoding="utf-8"?>
<p:sld xmlns:p="http://schemas.openxmlformats.org/presentationml/2006/main" showMasterSp="1">
  <p:cSld>
    <p:spTree>
      <p:nvGrpSpPr>
        <p:cNvPr id="1" name=""/>
        <p:cNvGrpSpPr/>
        <p:nvPr/>
      </p:nvGrpSpPr>
      <p:grpSpPr>
        <a:xfrm xmlns:a="http://schemas.openxmlformats.org/drawingml/2006/main"/>
      </p:grpSpPr>
      <p:sp>
        <p:nvSpPr>
          <p:cNvPr id="2125" name="TextBox 1">
            <a:extLst xmlns:a="http://schemas.openxmlformats.org/drawingml/2006/main">
              <a:ext uri="{FF2B5EF4-FFF2-40B4-BE49-F238E27FC236}">
                <a16:creationId xmlns:a16="http://schemas.microsoft.com/office/drawing/2014/main" id="{DE2852E3-A797-4C8C-A505-9F31655550E3}"/>
              </a:ext>
            </a:extLst>
          </p:cNvPr>
          <p:cNvSpPr>
            <a:spLocks xmlns:a="http://schemas.openxmlformats.org/drawingml/2006/main" noGrp="1"/>
          </p:cNvSpPr>
          <p:nvPr/>
        </p:nvSpPr>
        <p:spPr>
          <a:xfrm xmlns:a="http://schemas.openxmlformats.org/drawingml/2006/main">
            <a:off x="603504" y="420623"/>
            <a:ext cx="4297680" cy="14871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000" b="1">
                <a:solidFill>
                  <a:srgbClr val="73777F"/>
                </a:solidFill>
                <a:latin typeface="Helvetica Neue"/>
                <a:ea typeface="Helvetica Neue"/>
                <a:cs typeface="Helvetica Neue"/>
              </a:defRPr>
            </a:lvl1pPr>
          </a:lstStyle>
          <a:p xmlns:a="http://schemas.openxmlformats.org/drawingml/2006/main">
            <a:pPr>
              <a:buNone/>
            </a:pPr>
            <a:r>
              <a:t>OUR SHIFT</a:t>
            </a:r>
          </a:p>
        </p:txBody>
      </p:sp>
      <p:sp>
        <p:nvSpPr>
          <p:cNvPr id="2126" name="TextBox 2">
            <a:extLst xmlns:a="http://schemas.openxmlformats.org/drawingml/2006/main">
              <a:ext uri="{FF2B5EF4-FFF2-40B4-BE49-F238E27FC236}">
                <a16:creationId xmlns:a16="http://schemas.microsoft.com/office/drawing/2014/main" id="{493E62B0-1FD8-41D9-A1A2-3949668C1C18}"/>
              </a:ext>
            </a:extLst>
          </p:cNvPr>
          <p:cNvSpPr>
            <a:spLocks xmlns:a="http://schemas.openxmlformats.org/drawingml/2006/main" noGrp="1"/>
          </p:cNvSpPr>
          <p:nvPr/>
        </p:nvSpPr>
        <p:spPr>
          <a:xfrm xmlns:a="http://schemas.openxmlformats.org/drawingml/2006/main">
            <a:off x="603504" y="786383"/>
            <a:ext cx="10424160" cy="458849"/>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3000" b="1">
                <a:solidFill>
                  <a:srgbClr val="111318"/>
                </a:solidFill>
                <a:latin typeface="Helvetica Neue"/>
                <a:ea typeface="Helvetica Neue"/>
                <a:cs typeface="Helvetica Neue"/>
              </a:defRPr>
            </a:lvl1pPr>
          </a:lstStyle>
          <a:p xmlns:a="http://schemas.openxmlformats.org/drawingml/2006/main">
            <a:pPr>
              <a:buNone/>
            </a:pPr>
            <a:r>
              <a:t>Consult constituencies directly</a:t>
            </a:r>
          </a:p>
        </p:txBody>
      </p:sp>
      <p:sp>
        <p:nvSpPr>
          <p:cNvPr id="2127" name="TextBox 3">
            <a:extLst xmlns:a="http://schemas.openxmlformats.org/drawingml/2006/main">
              <a:ext uri="{FF2B5EF4-FFF2-40B4-BE49-F238E27FC236}">
                <a16:creationId xmlns:a16="http://schemas.microsoft.com/office/drawing/2014/main" id="{531D199C-152F-483F-B2E5-27E3B55BAC0F}"/>
              </a:ext>
            </a:extLst>
          </p:cNvPr>
          <p:cNvSpPr>
            <a:spLocks xmlns:a="http://schemas.openxmlformats.org/drawingml/2006/main" noGrp="1"/>
          </p:cNvSpPr>
          <p:nvPr/>
        </p:nvSpPr>
        <p:spPr>
          <a:xfrm xmlns:a="http://schemas.openxmlformats.org/drawingml/2006/main">
            <a:off x="11082528" y="457198"/>
            <a:ext cx="438918" cy="136385"/>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r">
              <a:buNone/>
              <a:defRPr sz="900" b="1">
                <a:solidFill>
                  <a:srgbClr val="73777F"/>
                </a:solidFill>
                <a:latin typeface="Helvetica Neue"/>
                <a:ea typeface="Helvetica Neue"/>
                <a:cs typeface="Helvetica Neue"/>
              </a:defRPr>
            </a:lvl1pPr>
          </a:lstStyle>
          <a:p xmlns:a="http://schemas.openxmlformats.org/drawingml/2006/main">
            <a:pPr>
              <a:buNone/>
            </a:pPr>
            <a:r>
              <a:t>09</a:t>
            </a:r>
          </a:p>
        </p:txBody>
      </p:sp>
      <p:sp>
        <p:nvSpPr>
          <p:cNvPr id="2128" name="Oval 4">
            <a:extLst xmlns:a="http://schemas.openxmlformats.org/drawingml/2006/main">
              <a:ext uri="{FF2B5EF4-FFF2-40B4-BE49-F238E27FC236}">
                <a16:creationId xmlns:a16="http://schemas.microsoft.com/office/drawing/2014/main" id="{39AD1076-6CBF-4B84-87AA-569F808548AE}"/>
              </a:ext>
            </a:extLst>
          </p:cNvPr>
          <p:cNvSpPr>
            <a:spLocks xmlns:a="http://schemas.openxmlformats.org/drawingml/2006/main" noGrp="1"/>
          </p:cNvSpPr>
          <p:nvPr/>
        </p:nvSpPr>
        <p:spPr>
          <a:xfrm xmlns:a="http://schemas.openxmlformats.org/drawingml/2006/main">
            <a:off x="960119" y="1828799"/>
            <a:ext cx="91455" cy="91455"/>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129" name="Oval 5">
            <a:extLst xmlns:a="http://schemas.openxmlformats.org/drawingml/2006/main">
              <a:ext uri="{FF2B5EF4-FFF2-40B4-BE49-F238E27FC236}">
                <a16:creationId xmlns:a16="http://schemas.microsoft.com/office/drawing/2014/main" id="{CBECAC4F-7FA4-47B2-BB20-D0974F6765AA}"/>
              </a:ext>
            </a:extLst>
          </p:cNvPr>
          <p:cNvSpPr>
            <a:spLocks xmlns:a="http://schemas.openxmlformats.org/drawingml/2006/main" noGrp="1"/>
          </p:cNvSpPr>
          <p:nvPr/>
        </p:nvSpPr>
        <p:spPr>
          <a:xfrm xmlns:a="http://schemas.openxmlformats.org/drawingml/2006/main">
            <a:off x="1344166" y="1828799"/>
            <a:ext cx="91455" cy="91455"/>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130" name="Oval 6">
            <a:extLst xmlns:a="http://schemas.openxmlformats.org/drawingml/2006/main">
              <a:ext uri="{FF2B5EF4-FFF2-40B4-BE49-F238E27FC236}">
                <a16:creationId xmlns:a16="http://schemas.microsoft.com/office/drawing/2014/main" id="{00F52160-AFEF-4FB4-8D49-1ED21ECD779F}"/>
              </a:ext>
            </a:extLst>
          </p:cNvPr>
          <p:cNvSpPr>
            <a:spLocks xmlns:a="http://schemas.openxmlformats.org/drawingml/2006/main" noGrp="1"/>
          </p:cNvSpPr>
          <p:nvPr/>
        </p:nvSpPr>
        <p:spPr>
          <a:xfrm xmlns:a="http://schemas.openxmlformats.org/drawingml/2006/main">
            <a:off x="1728216" y="1828799"/>
            <a:ext cx="91455" cy="91455"/>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131" name="Oval 7">
            <a:extLst xmlns:a="http://schemas.openxmlformats.org/drawingml/2006/main">
              <a:ext uri="{FF2B5EF4-FFF2-40B4-BE49-F238E27FC236}">
                <a16:creationId xmlns:a16="http://schemas.microsoft.com/office/drawing/2014/main" id="{5689841B-352C-4480-B07E-8277A91D3A4D}"/>
              </a:ext>
            </a:extLst>
          </p:cNvPr>
          <p:cNvSpPr>
            <a:spLocks xmlns:a="http://schemas.openxmlformats.org/drawingml/2006/main" noGrp="1"/>
          </p:cNvSpPr>
          <p:nvPr/>
        </p:nvSpPr>
        <p:spPr>
          <a:xfrm xmlns:a="http://schemas.openxmlformats.org/drawingml/2006/main">
            <a:off x="2112264" y="1828799"/>
            <a:ext cx="91455" cy="91455"/>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132" name="Oval 8">
            <a:extLst xmlns:a="http://schemas.openxmlformats.org/drawingml/2006/main">
              <a:ext uri="{FF2B5EF4-FFF2-40B4-BE49-F238E27FC236}">
                <a16:creationId xmlns:a16="http://schemas.microsoft.com/office/drawing/2014/main" id="{B1583DD7-3443-4942-A617-2D973893B80E}"/>
              </a:ext>
            </a:extLst>
          </p:cNvPr>
          <p:cNvSpPr>
            <a:spLocks xmlns:a="http://schemas.openxmlformats.org/drawingml/2006/main" noGrp="1"/>
          </p:cNvSpPr>
          <p:nvPr/>
        </p:nvSpPr>
        <p:spPr>
          <a:xfrm xmlns:a="http://schemas.openxmlformats.org/drawingml/2006/main">
            <a:off x="2496310" y="1828799"/>
            <a:ext cx="91455" cy="91455"/>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133" name="Oval 9">
            <a:extLst xmlns:a="http://schemas.openxmlformats.org/drawingml/2006/main">
              <a:ext uri="{FF2B5EF4-FFF2-40B4-BE49-F238E27FC236}">
                <a16:creationId xmlns:a16="http://schemas.microsoft.com/office/drawing/2014/main" id="{F2CF423B-D410-4597-B1F9-4CDFF5DF8795}"/>
              </a:ext>
            </a:extLst>
          </p:cNvPr>
          <p:cNvSpPr>
            <a:spLocks xmlns:a="http://schemas.openxmlformats.org/drawingml/2006/main" noGrp="1"/>
          </p:cNvSpPr>
          <p:nvPr/>
        </p:nvSpPr>
        <p:spPr>
          <a:xfrm xmlns:a="http://schemas.openxmlformats.org/drawingml/2006/main">
            <a:off x="2880360" y="1828799"/>
            <a:ext cx="91455" cy="91455"/>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134" name="Oval 10">
            <a:extLst xmlns:a="http://schemas.openxmlformats.org/drawingml/2006/main">
              <a:ext uri="{FF2B5EF4-FFF2-40B4-BE49-F238E27FC236}">
                <a16:creationId xmlns:a16="http://schemas.microsoft.com/office/drawing/2014/main" id="{B01602CB-DE31-4183-B383-7FBB4100A589}"/>
              </a:ext>
            </a:extLst>
          </p:cNvPr>
          <p:cNvSpPr>
            <a:spLocks xmlns:a="http://schemas.openxmlformats.org/drawingml/2006/main" noGrp="1"/>
          </p:cNvSpPr>
          <p:nvPr/>
        </p:nvSpPr>
        <p:spPr>
          <a:xfrm xmlns:a="http://schemas.openxmlformats.org/drawingml/2006/main">
            <a:off x="3264408" y="1828799"/>
            <a:ext cx="91455" cy="91455"/>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135" name="Oval 11">
            <a:extLst xmlns:a="http://schemas.openxmlformats.org/drawingml/2006/main">
              <a:ext uri="{FF2B5EF4-FFF2-40B4-BE49-F238E27FC236}">
                <a16:creationId xmlns:a16="http://schemas.microsoft.com/office/drawing/2014/main" id="{92D781A4-5A7F-4630-9DBE-11EA3B19A048}"/>
              </a:ext>
            </a:extLst>
          </p:cNvPr>
          <p:cNvSpPr>
            <a:spLocks xmlns:a="http://schemas.openxmlformats.org/drawingml/2006/main" noGrp="1"/>
          </p:cNvSpPr>
          <p:nvPr/>
        </p:nvSpPr>
        <p:spPr>
          <a:xfrm xmlns:a="http://schemas.openxmlformats.org/drawingml/2006/main">
            <a:off x="1088136" y="2240277"/>
            <a:ext cx="91455" cy="91455"/>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136" name="Oval 12">
            <a:extLst xmlns:a="http://schemas.openxmlformats.org/drawingml/2006/main">
              <a:ext uri="{FF2B5EF4-FFF2-40B4-BE49-F238E27FC236}">
                <a16:creationId xmlns:a16="http://schemas.microsoft.com/office/drawing/2014/main" id="{77141AC2-6717-4510-89B1-5793187E67F7}"/>
              </a:ext>
            </a:extLst>
          </p:cNvPr>
          <p:cNvSpPr>
            <a:spLocks xmlns:a="http://schemas.openxmlformats.org/drawingml/2006/main" noGrp="1"/>
          </p:cNvSpPr>
          <p:nvPr/>
        </p:nvSpPr>
        <p:spPr>
          <a:xfrm xmlns:a="http://schemas.openxmlformats.org/drawingml/2006/main">
            <a:off x="1472183" y="2240277"/>
            <a:ext cx="91455" cy="91455"/>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137" name="Oval 13">
            <a:extLst xmlns:a="http://schemas.openxmlformats.org/drawingml/2006/main">
              <a:ext uri="{FF2B5EF4-FFF2-40B4-BE49-F238E27FC236}">
                <a16:creationId xmlns:a16="http://schemas.microsoft.com/office/drawing/2014/main" id="{BC0A109E-8A94-4462-9041-38DAE8E21E99}"/>
              </a:ext>
            </a:extLst>
          </p:cNvPr>
          <p:cNvSpPr>
            <a:spLocks xmlns:a="http://schemas.openxmlformats.org/drawingml/2006/main" noGrp="1"/>
          </p:cNvSpPr>
          <p:nvPr/>
        </p:nvSpPr>
        <p:spPr>
          <a:xfrm xmlns:a="http://schemas.openxmlformats.org/drawingml/2006/main">
            <a:off x="1856232" y="2240277"/>
            <a:ext cx="91455" cy="91455"/>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138" name="Oval 14">
            <a:extLst xmlns:a="http://schemas.openxmlformats.org/drawingml/2006/main">
              <a:ext uri="{FF2B5EF4-FFF2-40B4-BE49-F238E27FC236}">
                <a16:creationId xmlns:a16="http://schemas.microsoft.com/office/drawing/2014/main" id="{869EA2CE-5ECC-45B8-BE44-95D93C81CD13}"/>
              </a:ext>
            </a:extLst>
          </p:cNvPr>
          <p:cNvSpPr>
            <a:spLocks xmlns:a="http://schemas.openxmlformats.org/drawingml/2006/main" noGrp="1"/>
          </p:cNvSpPr>
          <p:nvPr/>
        </p:nvSpPr>
        <p:spPr>
          <a:xfrm xmlns:a="http://schemas.openxmlformats.org/drawingml/2006/main">
            <a:off x="2240277" y="2240277"/>
            <a:ext cx="91455" cy="91455"/>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139" name="Oval 15">
            <a:extLst xmlns:a="http://schemas.openxmlformats.org/drawingml/2006/main">
              <a:ext uri="{FF2B5EF4-FFF2-40B4-BE49-F238E27FC236}">
                <a16:creationId xmlns:a16="http://schemas.microsoft.com/office/drawing/2014/main" id="{14BB5C79-0812-49D7-AA8D-6834A87BC82A}"/>
              </a:ext>
            </a:extLst>
          </p:cNvPr>
          <p:cNvSpPr>
            <a:spLocks xmlns:a="http://schemas.openxmlformats.org/drawingml/2006/main" noGrp="1"/>
          </p:cNvSpPr>
          <p:nvPr/>
        </p:nvSpPr>
        <p:spPr>
          <a:xfrm xmlns:a="http://schemas.openxmlformats.org/drawingml/2006/main">
            <a:off x="2624327" y="2240277"/>
            <a:ext cx="91455" cy="91455"/>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140" name="Oval 16">
            <a:extLst xmlns:a="http://schemas.openxmlformats.org/drawingml/2006/main">
              <a:ext uri="{FF2B5EF4-FFF2-40B4-BE49-F238E27FC236}">
                <a16:creationId xmlns:a16="http://schemas.microsoft.com/office/drawing/2014/main" id="{DAEF581E-6A3F-4AD8-8A37-59F1321B2C45}"/>
              </a:ext>
            </a:extLst>
          </p:cNvPr>
          <p:cNvSpPr>
            <a:spLocks xmlns:a="http://schemas.openxmlformats.org/drawingml/2006/main" noGrp="1"/>
          </p:cNvSpPr>
          <p:nvPr/>
        </p:nvSpPr>
        <p:spPr>
          <a:xfrm xmlns:a="http://schemas.openxmlformats.org/drawingml/2006/main">
            <a:off x="3008376" y="2240277"/>
            <a:ext cx="91455" cy="91455"/>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141" name="Oval 17">
            <a:extLst xmlns:a="http://schemas.openxmlformats.org/drawingml/2006/main">
              <a:ext uri="{FF2B5EF4-FFF2-40B4-BE49-F238E27FC236}">
                <a16:creationId xmlns:a16="http://schemas.microsoft.com/office/drawing/2014/main" id="{F117B9E4-3BA5-482B-9354-B422644190AA}"/>
              </a:ext>
            </a:extLst>
          </p:cNvPr>
          <p:cNvSpPr>
            <a:spLocks xmlns:a="http://schemas.openxmlformats.org/drawingml/2006/main" noGrp="1"/>
          </p:cNvSpPr>
          <p:nvPr/>
        </p:nvSpPr>
        <p:spPr>
          <a:xfrm xmlns:a="http://schemas.openxmlformats.org/drawingml/2006/main">
            <a:off x="3392423" y="2240277"/>
            <a:ext cx="91455" cy="91455"/>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142" name="Oval 18">
            <a:extLst xmlns:a="http://schemas.openxmlformats.org/drawingml/2006/main">
              <a:ext uri="{FF2B5EF4-FFF2-40B4-BE49-F238E27FC236}">
                <a16:creationId xmlns:a16="http://schemas.microsoft.com/office/drawing/2014/main" id="{121125A2-ACF9-4E01-81A6-3481E0C4507A}"/>
              </a:ext>
            </a:extLst>
          </p:cNvPr>
          <p:cNvSpPr>
            <a:spLocks xmlns:a="http://schemas.openxmlformats.org/drawingml/2006/main" noGrp="1"/>
          </p:cNvSpPr>
          <p:nvPr/>
        </p:nvSpPr>
        <p:spPr>
          <a:xfrm xmlns:a="http://schemas.openxmlformats.org/drawingml/2006/main">
            <a:off x="960119" y="2651760"/>
            <a:ext cx="91455" cy="91455"/>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143" name="Oval 19">
            <a:extLst xmlns:a="http://schemas.openxmlformats.org/drawingml/2006/main">
              <a:ext uri="{FF2B5EF4-FFF2-40B4-BE49-F238E27FC236}">
                <a16:creationId xmlns:a16="http://schemas.microsoft.com/office/drawing/2014/main" id="{684175A4-9F05-4D49-8679-9C37408EE4C5}"/>
              </a:ext>
            </a:extLst>
          </p:cNvPr>
          <p:cNvSpPr>
            <a:spLocks xmlns:a="http://schemas.openxmlformats.org/drawingml/2006/main" noGrp="1"/>
          </p:cNvSpPr>
          <p:nvPr/>
        </p:nvSpPr>
        <p:spPr>
          <a:xfrm xmlns:a="http://schemas.openxmlformats.org/drawingml/2006/main">
            <a:off x="1344166" y="2651760"/>
            <a:ext cx="91455" cy="91455"/>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144" name="Oval 20">
            <a:extLst xmlns:a="http://schemas.openxmlformats.org/drawingml/2006/main">
              <a:ext uri="{FF2B5EF4-FFF2-40B4-BE49-F238E27FC236}">
                <a16:creationId xmlns:a16="http://schemas.microsoft.com/office/drawing/2014/main" id="{EB140A05-0EEC-41C1-AE17-57428FAAC457}"/>
              </a:ext>
            </a:extLst>
          </p:cNvPr>
          <p:cNvSpPr>
            <a:spLocks xmlns:a="http://schemas.openxmlformats.org/drawingml/2006/main" noGrp="1"/>
          </p:cNvSpPr>
          <p:nvPr/>
        </p:nvSpPr>
        <p:spPr>
          <a:xfrm xmlns:a="http://schemas.openxmlformats.org/drawingml/2006/main">
            <a:off x="1728216" y="2651760"/>
            <a:ext cx="91455" cy="91455"/>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145" name="Oval 21">
            <a:extLst xmlns:a="http://schemas.openxmlformats.org/drawingml/2006/main">
              <a:ext uri="{FF2B5EF4-FFF2-40B4-BE49-F238E27FC236}">
                <a16:creationId xmlns:a16="http://schemas.microsoft.com/office/drawing/2014/main" id="{ABB842AD-7211-4754-8EFA-45633B7CA639}"/>
              </a:ext>
            </a:extLst>
          </p:cNvPr>
          <p:cNvSpPr>
            <a:spLocks xmlns:a="http://schemas.openxmlformats.org/drawingml/2006/main" noGrp="1"/>
          </p:cNvSpPr>
          <p:nvPr/>
        </p:nvSpPr>
        <p:spPr>
          <a:xfrm xmlns:a="http://schemas.openxmlformats.org/drawingml/2006/main">
            <a:off x="2112264" y="2651760"/>
            <a:ext cx="91455" cy="91455"/>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146" name="Oval 22">
            <a:extLst xmlns:a="http://schemas.openxmlformats.org/drawingml/2006/main">
              <a:ext uri="{FF2B5EF4-FFF2-40B4-BE49-F238E27FC236}">
                <a16:creationId xmlns:a16="http://schemas.microsoft.com/office/drawing/2014/main" id="{DB750FAE-5728-4284-A986-513A986F5BED}"/>
              </a:ext>
            </a:extLst>
          </p:cNvPr>
          <p:cNvSpPr>
            <a:spLocks xmlns:a="http://schemas.openxmlformats.org/drawingml/2006/main" noGrp="1"/>
          </p:cNvSpPr>
          <p:nvPr/>
        </p:nvSpPr>
        <p:spPr>
          <a:xfrm xmlns:a="http://schemas.openxmlformats.org/drawingml/2006/main">
            <a:off x="2496310" y="2651760"/>
            <a:ext cx="91455" cy="91455"/>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147" name="Oval 23">
            <a:extLst xmlns:a="http://schemas.openxmlformats.org/drawingml/2006/main">
              <a:ext uri="{FF2B5EF4-FFF2-40B4-BE49-F238E27FC236}">
                <a16:creationId xmlns:a16="http://schemas.microsoft.com/office/drawing/2014/main" id="{2450CF8C-6BF7-4059-8441-A8C385D64182}"/>
              </a:ext>
            </a:extLst>
          </p:cNvPr>
          <p:cNvSpPr>
            <a:spLocks xmlns:a="http://schemas.openxmlformats.org/drawingml/2006/main" noGrp="1"/>
          </p:cNvSpPr>
          <p:nvPr/>
        </p:nvSpPr>
        <p:spPr>
          <a:xfrm xmlns:a="http://schemas.openxmlformats.org/drawingml/2006/main">
            <a:off x="2880360" y="2651760"/>
            <a:ext cx="91455" cy="91455"/>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148" name="Oval 24">
            <a:extLst xmlns:a="http://schemas.openxmlformats.org/drawingml/2006/main">
              <a:ext uri="{FF2B5EF4-FFF2-40B4-BE49-F238E27FC236}">
                <a16:creationId xmlns:a16="http://schemas.microsoft.com/office/drawing/2014/main" id="{7360604A-256D-4AEC-B2BA-AB281D538CDE}"/>
              </a:ext>
            </a:extLst>
          </p:cNvPr>
          <p:cNvSpPr>
            <a:spLocks xmlns:a="http://schemas.openxmlformats.org/drawingml/2006/main" noGrp="1"/>
          </p:cNvSpPr>
          <p:nvPr/>
        </p:nvSpPr>
        <p:spPr>
          <a:xfrm xmlns:a="http://schemas.openxmlformats.org/drawingml/2006/main">
            <a:off x="3264408" y="2651760"/>
            <a:ext cx="91455" cy="91455"/>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149" name="Oval 25">
            <a:extLst xmlns:a="http://schemas.openxmlformats.org/drawingml/2006/main">
              <a:ext uri="{FF2B5EF4-FFF2-40B4-BE49-F238E27FC236}">
                <a16:creationId xmlns:a16="http://schemas.microsoft.com/office/drawing/2014/main" id="{A908140A-B53A-4B21-94FA-7D080A62CC01}"/>
              </a:ext>
            </a:extLst>
          </p:cNvPr>
          <p:cNvSpPr>
            <a:spLocks xmlns:a="http://schemas.openxmlformats.org/drawingml/2006/main" noGrp="1"/>
          </p:cNvSpPr>
          <p:nvPr/>
        </p:nvSpPr>
        <p:spPr>
          <a:xfrm xmlns:a="http://schemas.openxmlformats.org/drawingml/2006/main">
            <a:off x="1088136" y="3063238"/>
            <a:ext cx="91455" cy="91455"/>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150" name="Oval 26">
            <a:extLst xmlns:a="http://schemas.openxmlformats.org/drawingml/2006/main">
              <a:ext uri="{FF2B5EF4-FFF2-40B4-BE49-F238E27FC236}">
                <a16:creationId xmlns:a16="http://schemas.microsoft.com/office/drawing/2014/main" id="{61251C83-0159-4F36-829F-651440DCFE93}"/>
              </a:ext>
            </a:extLst>
          </p:cNvPr>
          <p:cNvSpPr>
            <a:spLocks xmlns:a="http://schemas.openxmlformats.org/drawingml/2006/main" noGrp="1"/>
          </p:cNvSpPr>
          <p:nvPr/>
        </p:nvSpPr>
        <p:spPr>
          <a:xfrm xmlns:a="http://schemas.openxmlformats.org/drawingml/2006/main">
            <a:off x="1472183" y="3063238"/>
            <a:ext cx="91455" cy="91455"/>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151" name="Oval 27">
            <a:extLst xmlns:a="http://schemas.openxmlformats.org/drawingml/2006/main">
              <a:ext uri="{FF2B5EF4-FFF2-40B4-BE49-F238E27FC236}">
                <a16:creationId xmlns:a16="http://schemas.microsoft.com/office/drawing/2014/main" id="{26958C41-C4EE-4D6F-9814-FD50D99BDBF4}"/>
              </a:ext>
            </a:extLst>
          </p:cNvPr>
          <p:cNvSpPr>
            <a:spLocks xmlns:a="http://schemas.openxmlformats.org/drawingml/2006/main" noGrp="1"/>
          </p:cNvSpPr>
          <p:nvPr/>
        </p:nvSpPr>
        <p:spPr>
          <a:xfrm xmlns:a="http://schemas.openxmlformats.org/drawingml/2006/main">
            <a:off x="1856232" y="3063238"/>
            <a:ext cx="91455" cy="91455"/>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152" name="Oval 28">
            <a:extLst xmlns:a="http://schemas.openxmlformats.org/drawingml/2006/main">
              <a:ext uri="{FF2B5EF4-FFF2-40B4-BE49-F238E27FC236}">
                <a16:creationId xmlns:a16="http://schemas.microsoft.com/office/drawing/2014/main" id="{7EA51B7D-44F4-4125-8D31-036B45DE67C7}"/>
              </a:ext>
            </a:extLst>
          </p:cNvPr>
          <p:cNvSpPr>
            <a:spLocks xmlns:a="http://schemas.openxmlformats.org/drawingml/2006/main" noGrp="1"/>
          </p:cNvSpPr>
          <p:nvPr/>
        </p:nvSpPr>
        <p:spPr>
          <a:xfrm xmlns:a="http://schemas.openxmlformats.org/drawingml/2006/main">
            <a:off x="2240277" y="3063238"/>
            <a:ext cx="91455" cy="91455"/>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153" name="Oval 29">
            <a:extLst xmlns:a="http://schemas.openxmlformats.org/drawingml/2006/main">
              <a:ext uri="{FF2B5EF4-FFF2-40B4-BE49-F238E27FC236}">
                <a16:creationId xmlns:a16="http://schemas.microsoft.com/office/drawing/2014/main" id="{4972D587-D0E2-4B59-AB8E-5C822F0B8642}"/>
              </a:ext>
            </a:extLst>
          </p:cNvPr>
          <p:cNvSpPr>
            <a:spLocks xmlns:a="http://schemas.openxmlformats.org/drawingml/2006/main" noGrp="1"/>
          </p:cNvSpPr>
          <p:nvPr/>
        </p:nvSpPr>
        <p:spPr>
          <a:xfrm xmlns:a="http://schemas.openxmlformats.org/drawingml/2006/main">
            <a:off x="2624327" y="3063238"/>
            <a:ext cx="91455" cy="91455"/>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154" name="Oval 30">
            <a:extLst xmlns:a="http://schemas.openxmlformats.org/drawingml/2006/main">
              <a:ext uri="{FF2B5EF4-FFF2-40B4-BE49-F238E27FC236}">
                <a16:creationId xmlns:a16="http://schemas.microsoft.com/office/drawing/2014/main" id="{CD08E2AE-3753-4FEA-8733-F7EFAA475D08}"/>
              </a:ext>
            </a:extLst>
          </p:cNvPr>
          <p:cNvSpPr>
            <a:spLocks xmlns:a="http://schemas.openxmlformats.org/drawingml/2006/main" noGrp="1"/>
          </p:cNvSpPr>
          <p:nvPr/>
        </p:nvSpPr>
        <p:spPr>
          <a:xfrm xmlns:a="http://schemas.openxmlformats.org/drawingml/2006/main">
            <a:off x="3008376" y="3063238"/>
            <a:ext cx="91455" cy="91455"/>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155" name="Oval 31">
            <a:extLst xmlns:a="http://schemas.openxmlformats.org/drawingml/2006/main">
              <a:ext uri="{FF2B5EF4-FFF2-40B4-BE49-F238E27FC236}">
                <a16:creationId xmlns:a16="http://schemas.microsoft.com/office/drawing/2014/main" id="{4883C84A-A105-47DC-95FB-0BBA2AD86670}"/>
              </a:ext>
            </a:extLst>
          </p:cNvPr>
          <p:cNvSpPr>
            <a:spLocks xmlns:a="http://schemas.openxmlformats.org/drawingml/2006/main" noGrp="1"/>
          </p:cNvSpPr>
          <p:nvPr/>
        </p:nvSpPr>
        <p:spPr>
          <a:xfrm xmlns:a="http://schemas.openxmlformats.org/drawingml/2006/main">
            <a:off x="3392423" y="3063238"/>
            <a:ext cx="91455" cy="91455"/>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156" name="Oval 32">
            <a:extLst xmlns:a="http://schemas.openxmlformats.org/drawingml/2006/main">
              <a:ext uri="{FF2B5EF4-FFF2-40B4-BE49-F238E27FC236}">
                <a16:creationId xmlns:a16="http://schemas.microsoft.com/office/drawing/2014/main" id="{958AAFD1-0085-42D6-977E-BF9855D11CD2}"/>
              </a:ext>
            </a:extLst>
          </p:cNvPr>
          <p:cNvSpPr>
            <a:spLocks xmlns:a="http://schemas.openxmlformats.org/drawingml/2006/main" noGrp="1"/>
          </p:cNvSpPr>
          <p:nvPr/>
        </p:nvSpPr>
        <p:spPr>
          <a:xfrm xmlns:a="http://schemas.openxmlformats.org/drawingml/2006/main">
            <a:off x="960119" y="3474720"/>
            <a:ext cx="91455" cy="91455"/>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157" name="Oval 33">
            <a:extLst xmlns:a="http://schemas.openxmlformats.org/drawingml/2006/main">
              <a:ext uri="{FF2B5EF4-FFF2-40B4-BE49-F238E27FC236}">
                <a16:creationId xmlns:a16="http://schemas.microsoft.com/office/drawing/2014/main" id="{EB6A871E-0C8B-4497-A776-3D13FD5306B4}"/>
              </a:ext>
            </a:extLst>
          </p:cNvPr>
          <p:cNvSpPr>
            <a:spLocks xmlns:a="http://schemas.openxmlformats.org/drawingml/2006/main" noGrp="1"/>
          </p:cNvSpPr>
          <p:nvPr/>
        </p:nvSpPr>
        <p:spPr>
          <a:xfrm xmlns:a="http://schemas.openxmlformats.org/drawingml/2006/main">
            <a:off x="1344166" y="3474720"/>
            <a:ext cx="91455" cy="91455"/>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158" name="Oval 34">
            <a:extLst xmlns:a="http://schemas.openxmlformats.org/drawingml/2006/main">
              <a:ext uri="{FF2B5EF4-FFF2-40B4-BE49-F238E27FC236}">
                <a16:creationId xmlns:a16="http://schemas.microsoft.com/office/drawing/2014/main" id="{5AB29811-722C-44E6-803A-F98D7210AFBB}"/>
              </a:ext>
            </a:extLst>
          </p:cNvPr>
          <p:cNvSpPr>
            <a:spLocks xmlns:a="http://schemas.openxmlformats.org/drawingml/2006/main" noGrp="1"/>
          </p:cNvSpPr>
          <p:nvPr/>
        </p:nvSpPr>
        <p:spPr>
          <a:xfrm xmlns:a="http://schemas.openxmlformats.org/drawingml/2006/main">
            <a:off x="1728216" y="3474720"/>
            <a:ext cx="91455" cy="91455"/>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159" name="Oval 35">
            <a:extLst xmlns:a="http://schemas.openxmlformats.org/drawingml/2006/main">
              <a:ext uri="{FF2B5EF4-FFF2-40B4-BE49-F238E27FC236}">
                <a16:creationId xmlns:a16="http://schemas.microsoft.com/office/drawing/2014/main" id="{8836236E-48E6-492C-9688-41F40CCD2001}"/>
              </a:ext>
            </a:extLst>
          </p:cNvPr>
          <p:cNvSpPr>
            <a:spLocks xmlns:a="http://schemas.openxmlformats.org/drawingml/2006/main" noGrp="1"/>
          </p:cNvSpPr>
          <p:nvPr/>
        </p:nvSpPr>
        <p:spPr>
          <a:xfrm xmlns:a="http://schemas.openxmlformats.org/drawingml/2006/main">
            <a:off x="2112264" y="3474720"/>
            <a:ext cx="91455" cy="91455"/>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160" name="Oval 36">
            <a:extLst xmlns:a="http://schemas.openxmlformats.org/drawingml/2006/main">
              <a:ext uri="{FF2B5EF4-FFF2-40B4-BE49-F238E27FC236}">
                <a16:creationId xmlns:a16="http://schemas.microsoft.com/office/drawing/2014/main" id="{B98B418C-8CF8-4DC9-BF50-536008EBBC76}"/>
              </a:ext>
            </a:extLst>
          </p:cNvPr>
          <p:cNvSpPr>
            <a:spLocks xmlns:a="http://schemas.openxmlformats.org/drawingml/2006/main" noGrp="1"/>
          </p:cNvSpPr>
          <p:nvPr/>
        </p:nvSpPr>
        <p:spPr>
          <a:xfrm xmlns:a="http://schemas.openxmlformats.org/drawingml/2006/main">
            <a:off x="2496310" y="3474720"/>
            <a:ext cx="91455" cy="91455"/>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161" name="Oval 37">
            <a:extLst xmlns:a="http://schemas.openxmlformats.org/drawingml/2006/main">
              <a:ext uri="{FF2B5EF4-FFF2-40B4-BE49-F238E27FC236}">
                <a16:creationId xmlns:a16="http://schemas.microsoft.com/office/drawing/2014/main" id="{9BFDBDE2-E474-4D3D-8DD1-A8CEDB628BF3}"/>
              </a:ext>
            </a:extLst>
          </p:cNvPr>
          <p:cNvSpPr>
            <a:spLocks xmlns:a="http://schemas.openxmlformats.org/drawingml/2006/main" noGrp="1"/>
          </p:cNvSpPr>
          <p:nvPr/>
        </p:nvSpPr>
        <p:spPr>
          <a:xfrm xmlns:a="http://schemas.openxmlformats.org/drawingml/2006/main">
            <a:off x="2880360" y="3474720"/>
            <a:ext cx="91455" cy="91455"/>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162" name="Oval 38">
            <a:extLst xmlns:a="http://schemas.openxmlformats.org/drawingml/2006/main">
              <a:ext uri="{FF2B5EF4-FFF2-40B4-BE49-F238E27FC236}">
                <a16:creationId xmlns:a16="http://schemas.microsoft.com/office/drawing/2014/main" id="{4CA3CC49-4E8B-4C4B-BC6B-3AEB112C442F}"/>
              </a:ext>
            </a:extLst>
          </p:cNvPr>
          <p:cNvSpPr>
            <a:spLocks xmlns:a="http://schemas.openxmlformats.org/drawingml/2006/main" noGrp="1"/>
          </p:cNvSpPr>
          <p:nvPr/>
        </p:nvSpPr>
        <p:spPr>
          <a:xfrm xmlns:a="http://schemas.openxmlformats.org/drawingml/2006/main">
            <a:off x="3264408" y="3474720"/>
            <a:ext cx="91455" cy="91455"/>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163" name="Oval 39">
            <a:extLst xmlns:a="http://schemas.openxmlformats.org/drawingml/2006/main">
              <a:ext uri="{FF2B5EF4-FFF2-40B4-BE49-F238E27FC236}">
                <a16:creationId xmlns:a16="http://schemas.microsoft.com/office/drawing/2014/main" id="{23CBF22E-1EA4-4C32-854C-662F4B1CE5AD}"/>
              </a:ext>
            </a:extLst>
          </p:cNvPr>
          <p:cNvSpPr>
            <a:spLocks xmlns:a="http://schemas.openxmlformats.org/drawingml/2006/main" noGrp="1"/>
          </p:cNvSpPr>
          <p:nvPr/>
        </p:nvSpPr>
        <p:spPr>
          <a:xfrm xmlns:a="http://schemas.openxmlformats.org/drawingml/2006/main">
            <a:off x="1088136" y="3886198"/>
            <a:ext cx="91455" cy="91455"/>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164" name="Oval 40">
            <a:extLst xmlns:a="http://schemas.openxmlformats.org/drawingml/2006/main">
              <a:ext uri="{FF2B5EF4-FFF2-40B4-BE49-F238E27FC236}">
                <a16:creationId xmlns:a16="http://schemas.microsoft.com/office/drawing/2014/main" id="{7D757344-4F21-4BCE-93B5-5F82D27423B5}"/>
              </a:ext>
            </a:extLst>
          </p:cNvPr>
          <p:cNvSpPr>
            <a:spLocks xmlns:a="http://schemas.openxmlformats.org/drawingml/2006/main" noGrp="1"/>
          </p:cNvSpPr>
          <p:nvPr/>
        </p:nvSpPr>
        <p:spPr>
          <a:xfrm xmlns:a="http://schemas.openxmlformats.org/drawingml/2006/main">
            <a:off x="1472183" y="3886198"/>
            <a:ext cx="91455" cy="91455"/>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165" name="Oval 41">
            <a:extLst xmlns:a="http://schemas.openxmlformats.org/drawingml/2006/main">
              <a:ext uri="{FF2B5EF4-FFF2-40B4-BE49-F238E27FC236}">
                <a16:creationId xmlns:a16="http://schemas.microsoft.com/office/drawing/2014/main" id="{A394EAD2-4E30-4F88-9755-65BF9B63731A}"/>
              </a:ext>
            </a:extLst>
          </p:cNvPr>
          <p:cNvSpPr>
            <a:spLocks xmlns:a="http://schemas.openxmlformats.org/drawingml/2006/main" noGrp="1"/>
          </p:cNvSpPr>
          <p:nvPr/>
        </p:nvSpPr>
        <p:spPr>
          <a:xfrm xmlns:a="http://schemas.openxmlformats.org/drawingml/2006/main">
            <a:off x="1856232" y="3886198"/>
            <a:ext cx="91455" cy="91455"/>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166" name="Oval 42">
            <a:extLst xmlns:a="http://schemas.openxmlformats.org/drawingml/2006/main">
              <a:ext uri="{FF2B5EF4-FFF2-40B4-BE49-F238E27FC236}">
                <a16:creationId xmlns:a16="http://schemas.microsoft.com/office/drawing/2014/main" id="{77A0BED0-E38E-4A27-8BBC-85CBC16BBC69}"/>
              </a:ext>
            </a:extLst>
          </p:cNvPr>
          <p:cNvSpPr>
            <a:spLocks xmlns:a="http://schemas.openxmlformats.org/drawingml/2006/main" noGrp="1"/>
          </p:cNvSpPr>
          <p:nvPr/>
        </p:nvSpPr>
        <p:spPr>
          <a:xfrm xmlns:a="http://schemas.openxmlformats.org/drawingml/2006/main">
            <a:off x="2240277" y="3886198"/>
            <a:ext cx="91455" cy="91455"/>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167" name="Oval 43">
            <a:extLst xmlns:a="http://schemas.openxmlformats.org/drawingml/2006/main">
              <a:ext uri="{FF2B5EF4-FFF2-40B4-BE49-F238E27FC236}">
                <a16:creationId xmlns:a16="http://schemas.microsoft.com/office/drawing/2014/main" id="{2D6BE9F1-1B40-46AE-8F83-331BA0836FE9}"/>
              </a:ext>
            </a:extLst>
          </p:cNvPr>
          <p:cNvSpPr>
            <a:spLocks xmlns:a="http://schemas.openxmlformats.org/drawingml/2006/main" noGrp="1"/>
          </p:cNvSpPr>
          <p:nvPr/>
        </p:nvSpPr>
        <p:spPr>
          <a:xfrm xmlns:a="http://schemas.openxmlformats.org/drawingml/2006/main">
            <a:off x="2624327" y="3886198"/>
            <a:ext cx="91455" cy="91455"/>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168" name="Oval 44">
            <a:extLst xmlns:a="http://schemas.openxmlformats.org/drawingml/2006/main">
              <a:ext uri="{FF2B5EF4-FFF2-40B4-BE49-F238E27FC236}">
                <a16:creationId xmlns:a16="http://schemas.microsoft.com/office/drawing/2014/main" id="{8402BC58-260F-451D-923D-1775E863221B}"/>
              </a:ext>
            </a:extLst>
          </p:cNvPr>
          <p:cNvSpPr>
            <a:spLocks xmlns:a="http://schemas.openxmlformats.org/drawingml/2006/main" noGrp="1"/>
          </p:cNvSpPr>
          <p:nvPr/>
        </p:nvSpPr>
        <p:spPr>
          <a:xfrm xmlns:a="http://schemas.openxmlformats.org/drawingml/2006/main">
            <a:off x="3008376" y="3886198"/>
            <a:ext cx="91455" cy="91455"/>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169" name="Oval 45">
            <a:extLst xmlns:a="http://schemas.openxmlformats.org/drawingml/2006/main">
              <a:ext uri="{FF2B5EF4-FFF2-40B4-BE49-F238E27FC236}">
                <a16:creationId xmlns:a16="http://schemas.microsoft.com/office/drawing/2014/main" id="{2C51BE16-6ACD-4C69-BD20-D99EA3B12871}"/>
              </a:ext>
            </a:extLst>
          </p:cNvPr>
          <p:cNvSpPr>
            <a:spLocks xmlns:a="http://schemas.openxmlformats.org/drawingml/2006/main" noGrp="1"/>
          </p:cNvSpPr>
          <p:nvPr/>
        </p:nvSpPr>
        <p:spPr>
          <a:xfrm xmlns:a="http://schemas.openxmlformats.org/drawingml/2006/main">
            <a:off x="3392423" y="3886198"/>
            <a:ext cx="91455" cy="91455"/>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170" name="Oval 46">
            <a:extLst xmlns:a="http://schemas.openxmlformats.org/drawingml/2006/main">
              <a:ext uri="{FF2B5EF4-FFF2-40B4-BE49-F238E27FC236}">
                <a16:creationId xmlns:a16="http://schemas.microsoft.com/office/drawing/2014/main" id="{B4A2DEBF-10F6-49C6-9683-B3F2E07D5721}"/>
              </a:ext>
            </a:extLst>
          </p:cNvPr>
          <p:cNvSpPr>
            <a:spLocks xmlns:a="http://schemas.openxmlformats.org/drawingml/2006/main" noGrp="1"/>
          </p:cNvSpPr>
          <p:nvPr/>
        </p:nvSpPr>
        <p:spPr>
          <a:xfrm xmlns:a="http://schemas.openxmlformats.org/drawingml/2006/main">
            <a:off x="960119" y="4297679"/>
            <a:ext cx="91455" cy="91455"/>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171" name="Oval 47">
            <a:extLst xmlns:a="http://schemas.openxmlformats.org/drawingml/2006/main">
              <a:ext uri="{FF2B5EF4-FFF2-40B4-BE49-F238E27FC236}">
                <a16:creationId xmlns:a16="http://schemas.microsoft.com/office/drawing/2014/main" id="{91F26C76-2AFC-47A6-9438-78E5E05AB65C}"/>
              </a:ext>
            </a:extLst>
          </p:cNvPr>
          <p:cNvSpPr>
            <a:spLocks xmlns:a="http://schemas.openxmlformats.org/drawingml/2006/main" noGrp="1"/>
          </p:cNvSpPr>
          <p:nvPr/>
        </p:nvSpPr>
        <p:spPr>
          <a:xfrm xmlns:a="http://schemas.openxmlformats.org/drawingml/2006/main">
            <a:off x="1344166" y="4297679"/>
            <a:ext cx="91455" cy="91455"/>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172" name="Oval 48">
            <a:extLst xmlns:a="http://schemas.openxmlformats.org/drawingml/2006/main">
              <a:ext uri="{FF2B5EF4-FFF2-40B4-BE49-F238E27FC236}">
                <a16:creationId xmlns:a16="http://schemas.microsoft.com/office/drawing/2014/main" id="{164A7B3A-1731-491C-822C-E11864C02BAD}"/>
              </a:ext>
            </a:extLst>
          </p:cNvPr>
          <p:cNvSpPr>
            <a:spLocks xmlns:a="http://schemas.openxmlformats.org/drawingml/2006/main" noGrp="1"/>
          </p:cNvSpPr>
          <p:nvPr/>
        </p:nvSpPr>
        <p:spPr>
          <a:xfrm xmlns:a="http://schemas.openxmlformats.org/drawingml/2006/main">
            <a:off x="1728216" y="4297679"/>
            <a:ext cx="91455" cy="91455"/>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173" name="Oval 49">
            <a:extLst xmlns:a="http://schemas.openxmlformats.org/drawingml/2006/main">
              <a:ext uri="{FF2B5EF4-FFF2-40B4-BE49-F238E27FC236}">
                <a16:creationId xmlns:a16="http://schemas.microsoft.com/office/drawing/2014/main" id="{626F6292-0746-4392-8B1A-61F5900C726F}"/>
              </a:ext>
            </a:extLst>
          </p:cNvPr>
          <p:cNvSpPr>
            <a:spLocks xmlns:a="http://schemas.openxmlformats.org/drawingml/2006/main" noGrp="1"/>
          </p:cNvSpPr>
          <p:nvPr/>
        </p:nvSpPr>
        <p:spPr>
          <a:xfrm xmlns:a="http://schemas.openxmlformats.org/drawingml/2006/main">
            <a:off x="2112264" y="4297679"/>
            <a:ext cx="91455" cy="91455"/>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174" name="Oval 50">
            <a:extLst xmlns:a="http://schemas.openxmlformats.org/drawingml/2006/main">
              <a:ext uri="{FF2B5EF4-FFF2-40B4-BE49-F238E27FC236}">
                <a16:creationId xmlns:a16="http://schemas.microsoft.com/office/drawing/2014/main" id="{89219647-D5BE-411C-89C9-465993770918}"/>
              </a:ext>
            </a:extLst>
          </p:cNvPr>
          <p:cNvSpPr>
            <a:spLocks xmlns:a="http://schemas.openxmlformats.org/drawingml/2006/main" noGrp="1"/>
          </p:cNvSpPr>
          <p:nvPr/>
        </p:nvSpPr>
        <p:spPr>
          <a:xfrm xmlns:a="http://schemas.openxmlformats.org/drawingml/2006/main">
            <a:off x="2496310" y="4297679"/>
            <a:ext cx="91455" cy="91455"/>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175" name="Oval 51">
            <a:extLst xmlns:a="http://schemas.openxmlformats.org/drawingml/2006/main">
              <a:ext uri="{FF2B5EF4-FFF2-40B4-BE49-F238E27FC236}">
                <a16:creationId xmlns:a16="http://schemas.microsoft.com/office/drawing/2014/main" id="{943FDB4B-1130-4D8B-AC2F-B8FC99035B66}"/>
              </a:ext>
            </a:extLst>
          </p:cNvPr>
          <p:cNvSpPr>
            <a:spLocks xmlns:a="http://schemas.openxmlformats.org/drawingml/2006/main" noGrp="1"/>
          </p:cNvSpPr>
          <p:nvPr/>
        </p:nvSpPr>
        <p:spPr>
          <a:xfrm xmlns:a="http://schemas.openxmlformats.org/drawingml/2006/main">
            <a:off x="2880360" y="4297679"/>
            <a:ext cx="91455" cy="91455"/>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176" name="Oval 52">
            <a:extLst xmlns:a="http://schemas.openxmlformats.org/drawingml/2006/main">
              <a:ext uri="{FF2B5EF4-FFF2-40B4-BE49-F238E27FC236}">
                <a16:creationId xmlns:a16="http://schemas.microsoft.com/office/drawing/2014/main" id="{4EEF2C06-9E39-45A4-AC38-06FCD96FD50A}"/>
              </a:ext>
            </a:extLst>
          </p:cNvPr>
          <p:cNvSpPr>
            <a:spLocks xmlns:a="http://schemas.openxmlformats.org/drawingml/2006/main" noGrp="1"/>
          </p:cNvSpPr>
          <p:nvPr/>
        </p:nvSpPr>
        <p:spPr>
          <a:xfrm xmlns:a="http://schemas.openxmlformats.org/drawingml/2006/main">
            <a:off x="3264408" y="4297679"/>
            <a:ext cx="91455" cy="91455"/>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177" name="Oval 53">
            <a:extLst xmlns:a="http://schemas.openxmlformats.org/drawingml/2006/main">
              <a:ext uri="{FF2B5EF4-FFF2-40B4-BE49-F238E27FC236}">
                <a16:creationId xmlns:a16="http://schemas.microsoft.com/office/drawing/2014/main" id="{3F24119F-6A1C-4625-9FE7-D9A851D011E4}"/>
              </a:ext>
            </a:extLst>
          </p:cNvPr>
          <p:cNvSpPr>
            <a:spLocks xmlns:a="http://schemas.openxmlformats.org/drawingml/2006/main" noGrp="1"/>
          </p:cNvSpPr>
          <p:nvPr/>
        </p:nvSpPr>
        <p:spPr>
          <a:xfrm xmlns:a="http://schemas.openxmlformats.org/drawingml/2006/main">
            <a:off x="7909559" y="1828799"/>
            <a:ext cx="91455" cy="91455"/>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178" name="Oval 54">
            <a:extLst xmlns:a="http://schemas.openxmlformats.org/drawingml/2006/main">
              <a:ext uri="{FF2B5EF4-FFF2-40B4-BE49-F238E27FC236}">
                <a16:creationId xmlns:a16="http://schemas.microsoft.com/office/drawing/2014/main" id="{2099E0AD-BE8E-49D2-B6BA-AB4DFE0B5B29}"/>
              </a:ext>
            </a:extLst>
          </p:cNvPr>
          <p:cNvSpPr>
            <a:spLocks xmlns:a="http://schemas.openxmlformats.org/drawingml/2006/main" noGrp="1"/>
          </p:cNvSpPr>
          <p:nvPr/>
        </p:nvSpPr>
        <p:spPr>
          <a:xfrm xmlns:a="http://schemas.openxmlformats.org/drawingml/2006/main">
            <a:off x="8293606" y="1828799"/>
            <a:ext cx="91455" cy="91455"/>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179" name="Oval 55">
            <a:extLst xmlns:a="http://schemas.openxmlformats.org/drawingml/2006/main">
              <a:ext uri="{FF2B5EF4-FFF2-40B4-BE49-F238E27FC236}">
                <a16:creationId xmlns:a16="http://schemas.microsoft.com/office/drawing/2014/main" id="{4AD38A5C-9DF9-439A-838E-2885A3443506}"/>
              </a:ext>
            </a:extLst>
          </p:cNvPr>
          <p:cNvSpPr>
            <a:spLocks xmlns:a="http://schemas.openxmlformats.org/drawingml/2006/main" noGrp="1"/>
          </p:cNvSpPr>
          <p:nvPr/>
        </p:nvSpPr>
        <p:spPr>
          <a:xfrm xmlns:a="http://schemas.openxmlformats.org/drawingml/2006/main">
            <a:off x="8677656" y="1828799"/>
            <a:ext cx="91455" cy="91455"/>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180" name="Oval 56">
            <a:extLst xmlns:a="http://schemas.openxmlformats.org/drawingml/2006/main">
              <a:ext uri="{FF2B5EF4-FFF2-40B4-BE49-F238E27FC236}">
                <a16:creationId xmlns:a16="http://schemas.microsoft.com/office/drawing/2014/main" id="{44F27513-945E-4184-B180-2150F98B0A2B}"/>
              </a:ext>
            </a:extLst>
          </p:cNvPr>
          <p:cNvSpPr>
            <a:spLocks xmlns:a="http://schemas.openxmlformats.org/drawingml/2006/main" noGrp="1"/>
          </p:cNvSpPr>
          <p:nvPr/>
        </p:nvSpPr>
        <p:spPr>
          <a:xfrm xmlns:a="http://schemas.openxmlformats.org/drawingml/2006/main">
            <a:off x="9061704" y="1828799"/>
            <a:ext cx="91455" cy="91455"/>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181" name="Oval 57">
            <a:extLst xmlns:a="http://schemas.openxmlformats.org/drawingml/2006/main">
              <a:ext uri="{FF2B5EF4-FFF2-40B4-BE49-F238E27FC236}">
                <a16:creationId xmlns:a16="http://schemas.microsoft.com/office/drawing/2014/main" id="{61D0D12A-8B13-4990-848B-1497330B82D0}"/>
              </a:ext>
            </a:extLst>
          </p:cNvPr>
          <p:cNvSpPr>
            <a:spLocks xmlns:a="http://schemas.openxmlformats.org/drawingml/2006/main" noGrp="1"/>
          </p:cNvSpPr>
          <p:nvPr/>
        </p:nvSpPr>
        <p:spPr>
          <a:xfrm xmlns:a="http://schemas.openxmlformats.org/drawingml/2006/main">
            <a:off x="9445752" y="1828799"/>
            <a:ext cx="91455" cy="91455"/>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182" name="Oval 58">
            <a:extLst xmlns:a="http://schemas.openxmlformats.org/drawingml/2006/main">
              <a:ext uri="{FF2B5EF4-FFF2-40B4-BE49-F238E27FC236}">
                <a16:creationId xmlns:a16="http://schemas.microsoft.com/office/drawing/2014/main" id="{26F6CE9F-FE96-4731-93A7-65D152DCD8CD}"/>
              </a:ext>
            </a:extLst>
          </p:cNvPr>
          <p:cNvSpPr>
            <a:spLocks xmlns:a="http://schemas.openxmlformats.org/drawingml/2006/main" noGrp="1"/>
          </p:cNvSpPr>
          <p:nvPr/>
        </p:nvSpPr>
        <p:spPr>
          <a:xfrm xmlns:a="http://schemas.openxmlformats.org/drawingml/2006/main">
            <a:off x="9829799" y="1828799"/>
            <a:ext cx="91455" cy="91455"/>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183" name="Oval 59">
            <a:extLst xmlns:a="http://schemas.openxmlformats.org/drawingml/2006/main">
              <a:ext uri="{FF2B5EF4-FFF2-40B4-BE49-F238E27FC236}">
                <a16:creationId xmlns:a16="http://schemas.microsoft.com/office/drawing/2014/main" id="{5A264994-96F9-496D-8F2F-AA60C8CE1190}"/>
              </a:ext>
            </a:extLst>
          </p:cNvPr>
          <p:cNvSpPr>
            <a:spLocks xmlns:a="http://schemas.openxmlformats.org/drawingml/2006/main" noGrp="1"/>
          </p:cNvSpPr>
          <p:nvPr/>
        </p:nvSpPr>
        <p:spPr>
          <a:xfrm xmlns:a="http://schemas.openxmlformats.org/drawingml/2006/main">
            <a:off x="10213847" y="1828799"/>
            <a:ext cx="91455" cy="91455"/>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184" name="Oval 60">
            <a:extLst xmlns:a="http://schemas.openxmlformats.org/drawingml/2006/main">
              <a:ext uri="{FF2B5EF4-FFF2-40B4-BE49-F238E27FC236}">
                <a16:creationId xmlns:a16="http://schemas.microsoft.com/office/drawing/2014/main" id="{88B0A927-29C1-4A12-94F6-068C8F474E2E}"/>
              </a:ext>
            </a:extLst>
          </p:cNvPr>
          <p:cNvSpPr>
            <a:spLocks xmlns:a="http://schemas.openxmlformats.org/drawingml/2006/main" noGrp="1"/>
          </p:cNvSpPr>
          <p:nvPr/>
        </p:nvSpPr>
        <p:spPr>
          <a:xfrm xmlns:a="http://schemas.openxmlformats.org/drawingml/2006/main">
            <a:off x="8037576" y="2240277"/>
            <a:ext cx="91455" cy="91455"/>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185" name="Oval 61">
            <a:extLst xmlns:a="http://schemas.openxmlformats.org/drawingml/2006/main">
              <a:ext uri="{FF2B5EF4-FFF2-40B4-BE49-F238E27FC236}">
                <a16:creationId xmlns:a16="http://schemas.microsoft.com/office/drawing/2014/main" id="{B96FDC2A-1C0B-4C5E-B45A-0F94338F8B53}"/>
              </a:ext>
            </a:extLst>
          </p:cNvPr>
          <p:cNvSpPr>
            <a:spLocks xmlns:a="http://schemas.openxmlformats.org/drawingml/2006/main" noGrp="1"/>
          </p:cNvSpPr>
          <p:nvPr/>
        </p:nvSpPr>
        <p:spPr>
          <a:xfrm xmlns:a="http://schemas.openxmlformats.org/drawingml/2006/main">
            <a:off x="8421623" y="2240277"/>
            <a:ext cx="91455" cy="91455"/>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186" name="Oval 62">
            <a:extLst xmlns:a="http://schemas.openxmlformats.org/drawingml/2006/main">
              <a:ext uri="{FF2B5EF4-FFF2-40B4-BE49-F238E27FC236}">
                <a16:creationId xmlns:a16="http://schemas.microsoft.com/office/drawing/2014/main" id="{88CF0AC8-5CDC-4C0F-A950-1A421F5780C6}"/>
              </a:ext>
            </a:extLst>
          </p:cNvPr>
          <p:cNvSpPr>
            <a:spLocks xmlns:a="http://schemas.openxmlformats.org/drawingml/2006/main" noGrp="1"/>
          </p:cNvSpPr>
          <p:nvPr/>
        </p:nvSpPr>
        <p:spPr>
          <a:xfrm xmlns:a="http://schemas.openxmlformats.org/drawingml/2006/main">
            <a:off x="8805671" y="2240277"/>
            <a:ext cx="91455" cy="91455"/>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187" name="Oval 63">
            <a:extLst xmlns:a="http://schemas.openxmlformats.org/drawingml/2006/main">
              <a:ext uri="{FF2B5EF4-FFF2-40B4-BE49-F238E27FC236}">
                <a16:creationId xmlns:a16="http://schemas.microsoft.com/office/drawing/2014/main" id="{0C339DFE-27CC-4382-BEA8-049C54DBEA3C}"/>
              </a:ext>
            </a:extLst>
          </p:cNvPr>
          <p:cNvSpPr>
            <a:spLocks xmlns:a="http://schemas.openxmlformats.org/drawingml/2006/main" noGrp="1"/>
          </p:cNvSpPr>
          <p:nvPr/>
        </p:nvSpPr>
        <p:spPr>
          <a:xfrm xmlns:a="http://schemas.openxmlformats.org/drawingml/2006/main">
            <a:off x="9189718" y="2240277"/>
            <a:ext cx="91455" cy="91455"/>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188" name="Oval 64">
            <a:extLst xmlns:a="http://schemas.openxmlformats.org/drawingml/2006/main">
              <a:ext uri="{FF2B5EF4-FFF2-40B4-BE49-F238E27FC236}">
                <a16:creationId xmlns:a16="http://schemas.microsoft.com/office/drawing/2014/main" id="{225C26E6-C8DA-4A13-94DB-7D1B98640196}"/>
              </a:ext>
            </a:extLst>
          </p:cNvPr>
          <p:cNvSpPr>
            <a:spLocks xmlns:a="http://schemas.openxmlformats.org/drawingml/2006/main" noGrp="1"/>
          </p:cNvSpPr>
          <p:nvPr/>
        </p:nvSpPr>
        <p:spPr>
          <a:xfrm xmlns:a="http://schemas.openxmlformats.org/drawingml/2006/main">
            <a:off x="9573768" y="2240277"/>
            <a:ext cx="91455" cy="91455"/>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189" name="Oval 65">
            <a:extLst xmlns:a="http://schemas.openxmlformats.org/drawingml/2006/main">
              <a:ext uri="{FF2B5EF4-FFF2-40B4-BE49-F238E27FC236}">
                <a16:creationId xmlns:a16="http://schemas.microsoft.com/office/drawing/2014/main" id="{A134BFD4-C62A-42D2-A248-5257629B4C49}"/>
              </a:ext>
            </a:extLst>
          </p:cNvPr>
          <p:cNvSpPr>
            <a:spLocks xmlns:a="http://schemas.openxmlformats.org/drawingml/2006/main" noGrp="1"/>
          </p:cNvSpPr>
          <p:nvPr/>
        </p:nvSpPr>
        <p:spPr>
          <a:xfrm xmlns:a="http://schemas.openxmlformats.org/drawingml/2006/main">
            <a:off x="9957816" y="2240277"/>
            <a:ext cx="91455" cy="91455"/>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190" name="Oval 66">
            <a:extLst xmlns:a="http://schemas.openxmlformats.org/drawingml/2006/main">
              <a:ext uri="{FF2B5EF4-FFF2-40B4-BE49-F238E27FC236}">
                <a16:creationId xmlns:a16="http://schemas.microsoft.com/office/drawing/2014/main" id="{FB37A3E4-785D-4032-AB3F-42944FE02BC2}"/>
              </a:ext>
            </a:extLst>
          </p:cNvPr>
          <p:cNvSpPr>
            <a:spLocks xmlns:a="http://schemas.openxmlformats.org/drawingml/2006/main" noGrp="1"/>
          </p:cNvSpPr>
          <p:nvPr/>
        </p:nvSpPr>
        <p:spPr>
          <a:xfrm xmlns:a="http://schemas.openxmlformats.org/drawingml/2006/main">
            <a:off x="10341864" y="2240277"/>
            <a:ext cx="91455" cy="91455"/>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191" name="Oval 67">
            <a:extLst xmlns:a="http://schemas.openxmlformats.org/drawingml/2006/main">
              <a:ext uri="{FF2B5EF4-FFF2-40B4-BE49-F238E27FC236}">
                <a16:creationId xmlns:a16="http://schemas.microsoft.com/office/drawing/2014/main" id="{0478962E-EA45-4C76-8FCD-8F18B4682091}"/>
              </a:ext>
            </a:extLst>
          </p:cNvPr>
          <p:cNvSpPr>
            <a:spLocks xmlns:a="http://schemas.openxmlformats.org/drawingml/2006/main" noGrp="1"/>
          </p:cNvSpPr>
          <p:nvPr/>
        </p:nvSpPr>
        <p:spPr>
          <a:xfrm xmlns:a="http://schemas.openxmlformats.org/drawingml/2006/main">
            <a:off x="7909559" y="2651760"/>
            <a:ext cx="91455" cy="91455"/>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192" name="Oval 68">
            <a:extLst xmlns:a="http://schemas.openxmlformats.org/drawingml/2006/main">
              <a:ext uri="{FF2B5EF4-FFF2-40B4-BE49-F238E27FC236}">
                <a16:creationId xmlns:a16="http://schemas.microsoft.com/office/drawing/2014/main" id="{225B2852-6FE5-4D81-A45E-636F20F926CD}"/>
              </a:ext>
            </a:extLst>
          </p:cNvPr>
          <p:cNvSpPr>
            <a:spLocks xmlns:a="http://schemas.openxmlformats.org/drawingml/2006/main" noGrp="1"/>
          </p:cNvSpPr>
          <p:nvPr/>
        </p:nvSpPr>
        <p:spPr>
          <a:xfrm xmlns:a="http://schemas.openxmlformats.org/drawingml/2006/main">
            <a:off x="8293606" y="2651760"/>
            <a:ext cx="91455" cy="91455"/>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193" name="Oval 69">
            <a:extLst xmlns:a="http://schemas.openxmlformats.org/drawingml/2006/main">
              <a:ext uri="{FF2B5EF4-FFF2-40B4-BE49-F238E27FC236}">
                <a16:creationId xmlns:a16="http://schemas.microsoft.com/office/drawing/2014/main" id="{996E361D-55D9-4BB9-B0BC-0D97480C23B2}"/>
              </a:ext>
            </a:extLst>
          </p:cNvPr>
          <p:cNvSpPr>
            <a:spLocks xmlns:a="http://schemas.openxmlformats.org/drawingml/2006/main" noGrp="1"/>
          </p:cNvSpPr>
          <p:nvPr/>
        </p:nvSpPr>
        <p:spPr>
          <a:xfrm xmlns:a="http://schemas.openxmlformats.org/drawingml/2006/main">
            <a:off x="8677656" y="2651760"/>
            <a:ext cx="91455" cy="91455"/>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194" name="Oval 70">
            <a:extLst xmlns:a="http://schemas.openxmlformats.org/drawingml/2006/main">
              <a:ext uri="{FF2B5EF4-FFF2-40B4-BE49-F238E27FC236}">
                <a16:creationId xmlns:a16="http://schemas.microsoft.com/office/drawing/2014/main" id="{83F13EDF-E4A9-4FEB-98B3-28072D2463A6}"/>
              </a:ext>
            </a:extLst>
          </p:cNvPr>
          <p:cNvSpPr>
            <a:spLocks xmlns:a="http://schemas.openxmlformats.org/drawingml/2006/main" noGrp="1"/>
          </p:cNvSpPr>
          <p:nvPr/>
        </p:nvSpPr>
        <p:spPr>
          <a:xfrm xmlns:a="http://schemas.openxmlformats.org/drawingml/2006/main">
            <a:off x="9061704" y="2651760"/>
            <a:ext cx="91455" cy="91455"/>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195" name="Oval 71">
            <a:extLst xmlns:a="http://schemas.openxmlformats.org/drawingml/2006/main">
              <a:ext uri="{FF2B5EF4-FFF2-40B4-BE49-F238E27FC236}">
                <a16:creationId xmlns:a16="http://schemas.microsoft.com/office/drawing/2014/main" id="{5C6F1806-02DD-44A5-BE0A-9447B21D735B}"/>
              </a:ext>
            </a:extLst>
          </p:cNvPr>
          <p:cNvSpPr>
            <a:spLocks xmlns:a="http://schemas.openxmlformats.org/drawingml/2006/main" noGrp="1"/>
          </p:cNvSpPr>
          <p:nvPr/>
        </p:nvSpPr>
        <p:spPr>
          <a:xfrm xmlns:a="http://schemas.openxmlformats.org/drawingml/2006/main">
            <a:off x="9445752" y="2651760"/>
            <a:ext cx="91455" cy="91455"/>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196" name="Oval 72">
            <a:extLst xmlns:a="http://schemas.openxmlformats.org/drawingml/2006/main">
              <a:ext uri="{FF2B5EF4-FFF2-40B4-BE49-F238E27FC236}">
                <a16:creationId xmlns:a16="http://schemas.microsoft.com/office/drawing/2014/main" id="{7009462A-27CD-4163-B431-DC915C73B91D}"/>
              </a:ext>
            </a:extLst>
          </p:cNvPr>
          <p:cNvSpPr>
            <a:spLocks xmlns:a="http://schemas.openxmlformats.org/drawingml/2006/main" noGrp="1"/>
          </p:cNvSpPr>
          <p:nvPr/>
        </p:nvSpPr>
        <p:spPr>
          <a:xfrm xmlns:a="http://schemas.openxmlformats.org/drawingml/2006/main">
            <a:off x="9829799" y="2651760"/>
            <a:ext cx="91455" cy="91455"/>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197" name="Oval 73">
            <a:extLst xmlns:a="http://schemas.openxmlformats.org/drawingml/2006/main">
              <a:ext uri="{FF2B5EF4-FFF2-40B4-BE49-F238E27FC236}">
                <a16:creationId xmlns:a16="http://schemas.microsoft.com/office/drawing/2014/main" id="{72C31215-7CBA-4E84-86C1-A62FCC3BBFB6}"/>
              </a:ext>
            </a:extLst>
          </p:cNvPr>
          <p:cNvSpPr>
            <a:spLocks xmlns:a="http://schemas.openxmlformats.org/drawingml/2006/main" noGrp="1"/>
          </p:cNvSpPr>
          <p:nvPr/>
        </p:nvSpPr>
        <p:spPr>
          <a:xfrm xmlns:a="http://schemas.openxmlformats.org/drawingml/2006/main">
            <a:off x="10213847" y="2651760"/>
            <a:ext cx="91455" cy="91455"/>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198" name="Oval 74">
            <a:extLst xmlns:a="http://schemas.openxmlformats.org/drawingml/2006/main">
              <a:ext uri="{FF2B5EF4-FFF2-40B4-BE49-F238E27FC236}">
                <a16:creationId xmlns:a16="http://schemas.microsoft.com/office/drawing/2014/main" id="{CD736948-1BC0-40DE-AB6A-CF8138DC2F63}"/>
              </a:ext>
            </a:extLst>
          </p:cNvPr>
          <p:cNvSpPr>
            <a:spLocks xmlns:a="http://schemas.openxmlformats.org/drawingml/2006/main" noGrp="1"/>
          </p:cNvSpPr>
          <p:nvPr/>
        </p:nvSpPr>
        <p:spPr>
          <a:xfrm xmlns:a="http://schemas.openxmlformats.org/drawingml/2006/main">
            <a:off x="8037576" y="3063238"/>
            <a:ext cx="91455" cy="91455"/>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199" name="Oval 75">
            <a:extLst xmlns:a="http://schemas.openxmlformats.org/drawingml/2006/main">
              <a:ext uri="{FF2B5EF4-FFF2-40B4-BE49-F238E27FC236}">
                <a16:creationId xmlns:a16="http://schemas.microsoft.com/office/drawing/2014/main" id="{FB8E5151-4759-49E8-BA70-96BC51F05DE4}"/>
              </a:ext>
            </a:extLst>
          </p:cNvPr>
          <p:cNvSpPr>
            <a:spLocks xmlns:a="http://schemas.openxmlformats.org/drawingml/2006/main" noGrp="1"/>
          </p:cNvSpPr>
          <p:nvPr/>
        </p:nvSpPr>
        <p:spPr>
          <a:xfrm xmlns:a="http://schemas.openxmlformats.org/drawingml/2006/main">
            <a:off x="8421623" y="3063238"/>
            <a:ext cx="91455" cy="91455"/>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200" name="Oval 76">
            <a:extLst xmlns:a="http://schemas.openxmlformats.org/drawingml/2006/main">
              <a:ext uri="{FF2B5EF4-FFF2-40B4-BE49-F238E27FC236}">
                <a16:creationId xmlns:a16="http://schemas.microsoft.com/office/drawing/2014/main" id="{96679163-5D5D-4054-AEBB-228BB8417E56}"/>
              </a:ext>
            </a:extLst>
          </p:cNvPr>
          <p:cNvSpPr>
            <a:spLocks xmlns:a="http://schemas.openxmlformats.org/drawingml/2006/main" noGrp="1"/>
          </p:cNvSpPr>
          <p:nvPr/>
        </p:nvSpPr>
        <p:spPr>
          <a:xfrm xmlns:a="http://schemas.openxmlformats.org/drawingml/2006/main">
            <a:off x="8805671" y="3063238"/>
            <a:ext cx="91455" cy="91455"/>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201" name="Oval 77">
            <a:extLst xmlns:a="http://schemas.openxmlformats.org/drawingml/2006/main">
              <a:ext uri="{FF2B5EF4-FFF2-40B4-BE49-F238E27FC236}">
                <a16:creationId xmlns:a16="http://schemas.microsoft.com/office/drawing/2014/main" id="{088B549B-48FD-4569-BA5A-B4D07985ED3B}"/>
              </a:ext>
            </a:extLst>
          </p:cNvPr>
          <p:cNvSpPr>
            <a:spLocks xmlns:a="http://schemas.openxmlformats.org/drawingml/2006/main" noGrp="1"/>
          </p:cNvSpPr>
          <p:nvPr/>
        </p:nvSpPr>
        <p:spPr>
          <a:xfrm xmlns:a="http://schemas.openxmlformats.org/drawingml/2006/main">
            <a:off x="9189718" y="3063238"/>
            <a:ext cx="91455" cy="91455"/>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202" name="Oval 78">
            <a:extLst xmlns:a="http://schemas.openxmlformats.org/drawingml/2006/main">
              <a:ext uri="{FF2B5EF4-FFF2-40B4-BE49-F238E27FC236}">
                <a16:creationId xmlns:a16="http://schemas.microsoft.com/office/drawing/2014/main" id="{485598B2-AEB5-488D-BFBE-AA1C15BF3518}"/>
              </a:ext>
            </a:extLst>
          </p:cNvPr>
          <p:cNvSpPr>
            <a:spLocks xmlns:a="http://schemas.openxmlformats.org/drawingml/2006/main" noGrp="1"/>
          </p:cNvSpPr>
          <p:nvPr/>
        </p:nvSpPr>
        <p:spPr>
          <a:xfrm xmlns:a="http://schemas.openxmlformats.org/drawingml/2006/main">
            <a:off x="9573768" y="3063238"/>
            <a:ext cx="91455" cy="91455"/>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203" name="Oval 79">
            <a:extLst xmlns:a="http://schemas.openxmlformats.org/drawingml/2006/main">
              <a:ext uri="{FF2B5EF4-FFF2-40B4-BE49-F238E27FC236}">
                <a16:creationId xmlns:a16="http://schemas.microsoft.com/office/drawing/2014/main" id="{B2E4E495-DCD5-4032-B4E9-3861F578741B}"/>
              </a:ext>
            </a:extLst>
          </p:cNvPr>
          <p:cNvSpPr>
            <a:spLocks xmlns:a="http://schemas.openxmlformats.org/drawingml/2006/main" noGrp="1"/>
          </p:cNvSpPr>
          <p:nvPr/>
        </p:nvSpPr>
        <p:spPr>
          <a:xfrm xmlns:a="http://schemas.openxmlformats.org/drawingml/2006/main">
            <a:off x="9957816" y="3063238"/>
            <a:ext cx="91455" cy="91455"/>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204" name="Oval 80">
            <a:extLst xmlns:a="http://schemas.openxmlformats.org/drawingml/2006/main">
              <a:ext uri="{FF2B5EF4-FFF2-40B4-BE49-F238E27FC236}">
                <a16:creationId xmlns:a16="http://schemas.microsoft.com/office/drawing/2014/main" id="{813766A6-EBE9-4FA0-BDB7-96CBD7A61E34}"/>
              </a:ext>
            </a:extLst>
          </p:cNvPr>
          <p:cNvSpPr>
            <a:spLocks xmlns:a="http://schemas.openxmlformats.org/drawingml/2006/main" noGrp="1"/>
          </p:cNvSpPr>
          <p:nvPr/>
        </p:nvSpPr>
        <p:spPr>
          <a:xfrm xmlns:a="http://schemas.openxmlformats.org/drawingml/2006/main">
            <a:off x="10341864" y="3063238"/>
            <a:ext cx="91455" cy="91455"/>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205" name="Oval 81">
            <a:extLst xmlns:a="http://schemas.openxmlformats.org/drawingml/2006/main">
              <a:ext uri="{FF2B5EF4-FFF2-40B4-BE49-F238E27FC236}">
                <a16:creationId xmlns:a16="http://schemas.microsoft.com/office/drawing/2014/main" id="{95672AD1-22AF-4F75-B80F-2E3DC1621837}"/>
              </a:ext>
            </a:extLst>
          </p:cNvPr>
          <p:cNvSpPr>
            <a:spLocks xmlns:a="http://schemas.openxmlformats.org/drawingml/2006/main" noGrp="1"/>
          </p:cNvSpPr>
          <p:nvPr/>
        </p:nvSpPr>
        <p:spPr>
          <a:xfrm xmlns:a="http://schemas.openxmlformats.org/drawingml/2006/main">
            <a:off x="7909559" y="3474720"/>
            <a:ext cx="91455" cy="91455"/>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206" name="Oval 82">
            <a:extLst xmlns:a="http://schemas.openxmlformats.org/drawingml/2006/main">
              <a:ext uri="{FF2B5EF4-FFF2-40B4-BE49-F238E27FC236}">
                <a16:creationId xmlns:a16="http://schemas.microsoft.com/office/drawing/2014/main" id="{26FA645D-71D3-43D4-AED8-4EBD02A287BE}"/>
              </a:ext>
            </a:extLst>
          </p:cNvPr>
          <p:cNvSpPr>
            <a:spLocks xmlns:a="http://schemas.openxmlformats.org/drawingml/2006/main" noGrp="1"/>
          </p:cNvSpPr>
          <p:nvPr/>
        </p:nvSpPr>
        <p:spPr>
          <a:xfrm xmlns:a="http://schemas.openxmlformats.org/drawingml/2006/main">
            <a:off x="8293606" y="3474720"/>
            <a:ext cx="91455" cy="91455"/>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207" name="Oval 83">
            <a:extLst xmlns:a="http://schemas.openxmlformats.org/drawingml/2006/main">
              <a:ext uri="{FF2B5EF4-FFF2-40B4-BE49-F238E27FC236}">
                <a16:creationId xmlns:a16="http://schemas.microsoft.com/office/drawing/2014/main" id="{1E948580-64D3-493C-AADA-1FF689FFD4BB}"/>
              </a:ext>
            </a:extLst>
          </p:cNvPr>
          <p:cNvSpPr>
            <a:spLocks xmlns:a="http://schemas.openxmlformats.org/drawingml/2006/main" noGrp="1"/>
          </p:cNvSpPr>
          <p:nvPr/>
        </p:nvSpPr>
        <p:spPr>
          <a:xfrm xmlns:a="http://schemas.openxmlformats.org/drawingml/2006/main">
            <a:off x="8677656" y="3474720"/>
            <a:ext cx="91455" cy="91455"/>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208" name="Oval 84">
            <a:extLst xmlns:a="http://schemas.openxmlformats.org/drawingml/2006/main">
              <a:ext uri="{FF2B5EF4-FFF2-40B4-BE49-F238E27FC236}">
                <a16:creationId xmlns:a16="http://schemas.microsoft.com/office/drawing/2014/main" id="{DDB4ABF1-C5AB-4E06-A9A5-730DF95BC124}"/>
              </a:ext>
            </a:extLst>
          </p:cNvPr>
          <p:cNvSpPr>
            <a:spLocks xmlns:a="http://schemas.openxmlformats.org/drawingml/2006/main" noGrp="1"/>
          </p:cNvSpPr>
          <p:nvPr/>
        </p:nvSpPr>
        <p:spPr>
          <a:xfrm xmlns:a="http://schemas.openxmlformats.org/drawingml/2006/main">
            <a:off x="9061704" y="3474720"/>
            <a:ext cx="91455" cy="91455"/>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209" name="Oval 85">
            <a:extLst xmlns:a="http://schemas.openxmlformats.org/drawingml/2006/main">
              <a:ext uri="{FF2B5EF4-FFF2-40B4-BE49-F238E27FC236}">
                <a16:creationId xmlns:a16="http://schemas.microsoft.com/office/drawing/2014/main" id="{ED69B454-83E0-460F-9D02-AA68500CE224}"/>
              </a:ext>
            </a:extLst>
          </p:cNvPr>
          <p:cNvSpPr>
            <a:spLocks xmlns:a="http://schemas.openxmlformats.org/drawingml/2006/main" noGrp="1"/>
          </p:cNvSpPr>
          <p:nvPr/>
        </p:nvSpPr>
        <p:spPr>
          <a:xfrm xmlns:a="http://schemas.openxmlformats.org/drawingml/2006/main">
            <a:off x="9445752" y="3474720"/>
            <a:ext cx="91455" cy="91455"/>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210" name="Oval 86">
            <a:extLst xmlns:a="http://schemas.openxmlformats.org/drawingml/2006/main">
              <a:ext uri="{FF2B5EF4-FFF2-40B4-BE49-F238E27FC236}">
                <a16:creationId xmlns:a16="http://schemas.microsoft.com/office/drawing/2014/main" id="{688B213C-60D9-4BA8-8AF5-567C3228E5FE}"/>
              </a:ext>
            </a:extLst>
          </p:cNvPr>
          <p:cNvSpPr>
            <a:spLocks xmlns:a="http://schemas.openxmlformats.org/drawingml/2006/main" noGrp="1"/>
          </p:cNvSpPr>
          <p:nvPr/>
        </p:nvSpPr>
        <p:spPr>
          <a:xfrm xmlns:a="http://schemas.openxmlformats.org/drawingml/2006/main">
            <a:off x="9829799" y="3474720"/>
            <a:ext cx="91455" cy="91455"/>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211" name="Oval 87">
            <a:extLst xmlns:a="http://schemas.openxmlformats.org/drawingml/2006/main">
              <a:ext uri="{FF2B5EF4-FFF2-40B4-BE49-F238E27FC236}">
                <a16:creationId xmlns:a16="http://schemas.microsoft.com/office/drawing/2014/main" id="{08F9BA4F-67B3-4565-A047-F7CFFE8B7CE1}"/>
              </a:ext>
            </a:extLst>
          </p:cNvPr>
          <p:cNvSpPr>
            <a:spLocks xmlns:a="http://schemas.openxmlformats.org/drawingml/2006/main" noGrp="1"/>
          </p:cNvSpPr>
          <p:nvPr/>
        </p:nvSpPr>
        <p:spPr>
          <a:xfrm xmlns:a="http://schemas.openxmlformats.org/drawingml/2006/main">
            <a:off x="10213847" y="3474720"/>
            <a:ext cx="91455" cy="91455"/>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212" name="Oval 88">
            <a:extLst xmlns:a="http://schemas.openxmlformats.org/drawingml/2006/main">
              <a:ext uri="{FF2B5EF4-FFF2-40B4-BE49-F238E27FC236}">
                <a16:creationId xmlns:a16="http://schemas.microsoft.com/office/drawing/2014/main" id="{43A44F23-5F0A-442C-89BC-49EA89812A1B}"/>
              </a:ext>
            </a:extLst>
          </p:cNvPr>
          <p:cNvSpPr>
            <a:spLocks xmlns:a="http://schemas.openxmlformats.org/drawingml/2006/main" noGrp="1"/>
          </p:cNvSpPr>
          <p:nvPr/>
        </p:nvSpPr>
        <p:spPr>
          <a:xfrm xmlns:a="http://schemas.openxmlformats.org/drawingml/2006/main">
            <a:off x="8037576" y="3886198"/>
            <a:ext cx="91455" cy="91455"/>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213" name="Oval 89">
            <a:extLst xmlns:a="http://schemas.openxmlformats.org/drawingml/2006/main">
              <a:ext uri="{FF2B5EF4-FFF2-40B4-BE49-F238E27FC236}">
                <a16:creationId xmlns:a16="http://schemas.microsoft.com/office/drawing/2014/main" id="{CAC889B5-78C4-4ED0-ACCF-5029788005A2}"/>
              </a:ext>
            </a:extLst>
          </p:cNvPr>
          <p:cNvSpPr>
            <a:spLocks xmlns:a="http://schemas.openxmlformats.org/drawingml/2006/main" noGrp="1"/>
          </p:cNvSpPr>
          <p:nvPr/>
        </p:nvSpPr>
        <p:spPr>
          <a:xfrm xmlns:a="http://schemas.openxmlformats.org/drawingml/2006/main">
            <a:off x="8421623" y="3886198"/>
            <a:ext cx="91455" cy="91455"/>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214" name="Oval 90">
            <a:extLst xmlns:a="http://schemas.openxmlformats.org/drawingml/2006/main">
              <a:ext uri="{FF2B5EF4-FFF2-40B4-BE49-F238E27FC236}">
                <a16:creationId xmlns:a16="http://schemas.microsoft.com/office/drawing/2014/main" id="{ED50775F-8DFC-40EC-9850-317A32C2EE1E}"/>
              </a:ext>
            </a:extLst>
          </p:cNvPr>
          <p:cNvSpPr>
            <a:spLocks xmlns:a="http://schemas.openxmlformats.org/drawingml/2006/main" noGrp="1"/>
          </p:cNvSpPr>
          <p:nvPr/>
        </p:nvSpPr>
        <p:spPr>
          <a:xfrm xmlns:a="http://schemas.openxmlformats.org/drawingml/2006/main">
            <a:off x="8805671" y="3886198"/>
            <a:ext cx="91455" cy="91455"/>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215" name="Oval 91">
            <a:extLst xmlns:a="http://schemas.openxmlformats.org/drawingml/2006/main">
              <a:ext uri="{FF2B5EF4-FFF2-40B4-BE49-F238E27FC236}">
                <a16:creationId xmlns:a16="http://schemas.microsoft.com/office/drawing/2014/main" id="{500B65D4-458A-46D8-9900-3AE1FBB39819}"/>
              </a:ext>
            </a:extLst>
          </p:cNvPr>
          <p:cNvSpPr>
            <a:spLocks xmlns:a="http://schemas.openxmlformats.org/drawingml/2006/main" noGrp="1"/>
          </p:cNvSpPr>
          <p:nvPr/>
        </p:nvSpPr>
        <p:spPr>
          <a:xfrm xmlns:a="http://schemas.openxmlformats.org/drawingml/2006/main">
            <a:off x="9189718" y="3886198"/>
            <a:ext cx="91455" cy="91455"/>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216" name="Oval 92">
            <a:extLst xmlns:a="http://schemas.openxmlformats.org/drawingml/2006/main">
              <a:ext uri="{FF2B5EF4-FFF2-40B4-BE49-F238E27FC236}">
                <a16:creationId xmlns:a16="http://schemas.microsoft.com/office/drawing/2014/main" id="{15B78C3F-D4D1-4B73-A0A2-34322C11E9A0}"/>
              </a:ext>
            </a:extLst>
          </p:cNvPr>
          <p:cNvSpPr>
            <a:spLocks xmlns:a="http://schemas.openxmlformats.org/drawingml/2006/main" noGrp="1"/>
          </p:cNvSpPr>
          <p:nvPr/>
        </p:nvSpPr>
        <p:spPr>
          <a:xfrm xmlns:a="http://schemas.openxmlformats.org/drawingml/2006/main">
            <a:off x="9573768" y="3886198"/>
            <a:ext cx="91455" cy="91455"/>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217" name="Oval 93">
            <a:extLst xmlns:a="http://schemas.openxmlformats.org/drawingml/2006/main">
              <a:ext uri="{FF2B5EF4-FFF2-40B4-BE49-F238E27FC236}">
                <a16:creationId xmlns:a16="http://schemas.microsoft.com/office/drawing/2014/main" id="{53C239F8-F907-4D34-B41C-ADDA8B2F7B40}"/>
              </a:ext>
            </a:extLst>
          </p:cNvPr>
          <p:cNvSpPr>
            <a:spLocks xmlns:a="http://schemas.openxmlformats.org/drawingml/2006/main" noGrp="1"/>
          </p:cNvSpPr>
          <p:nvPr/>
        </p:nvSpPr>
        <p:spPr>
          <a:xfrm xmlns:a="http://schemas.openxmlformats.org/drawingml/2006/main">
            <a:off x="9957816" y="3886198"/>
            <a:ext cx="91455" cy="91455"/>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218" name="Oval 94">
            <a:extLst xmlns:a="http://schemas.openxmlformats.org/drawingml/2006/main">
              <a:ext uri="{FF2B5EF4-FFF2-40B4-BE49-F238E27FC236}">
                <a16:creationId xmlns:a16="http://schemas.microsoft.com/office/drawing/2014/main" id="{2F119CC2-9E3F-4155-8EF5-9D28CAD1470E}"/>
              </a:ext>
            </a:extLst>
          </p:cNvPr>
          <p:cNvSpPr>
            <a:spLocks xmlns:a="http://schemas.openxmlformats.org/drawingml/2006/main" noGrp="1"/>
          </p:cNvSpPr>
          <p:nvPr/>
        </p:nvSpPr>
        <p:spPr>
          <a:xfrm xmlns:a="http://schemas.openxmlformats.org/drawingml/2006/main">
            <a:off x="10341864" y="3886198"/>
            <a:ext cx="91455" cy="91455"/>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219" name="Oval 95">
            <a:extLst xmlns:a="http://schemas.openxmlformats.org/drawingml/2006/main">
              <a:ext uri="{FF2B5EF4-FFF2-40B4-BE49-F238E27FC236}">
                <a16:creationId xmlns:a16="http://schemas.microsoft.com/office/drawing/2014/main" id="{8F462407-BFF7-4774-9E25-0AA8B6F69F6D}"/>
              </a:ext>
            </a:extLst>
          </p:cNvPr>
          <p:cNvSpPr>
            <a:spLocks xmlns:a="http://schemas.openxmlformats.org/drawingml/2006/main" noGrp="1"/>
          </p:cNvSpPr>
          <p:nvPr/>
        </p:nvSpPr>
        <p:spPr>
          <a:xfrm xmlns:a="http://schemas.openxmlformats.org/drawingml/2006/main">
            <a:off x="7909559" y="4297679"/>
            <a:ext cx="91455" cy="91455"/>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220" name="Oval 96">
            <a:extLst xmlns:a="http://schemas.openxmlformats.org/drawingml/2006/main">
              <a:ext uri="{FF2B5EF4-FFF2-40B4-BE49-F238E27FC236}">
                <a16:creationId xmlns:a16="http://schemas.microsoft.com/office/drawing/2014/main" id="{23009A86-DDF2-4ACF-B245-518AED108057}"/>
              </a:ext>
            </a:extLst>
          </p:cNvPr>
          <p:cNvSpPr>
            <a:spLocks xmlns:a="http://schemas.openxmlformats.org/drawingml/2006/main" noGrp="1"/>
          </p:cNvSpPr>
          <p:nvPr/>
        </p:nvSpPr>
        <p:spPr>
          <a:xfrm xmlns:a="http://schemas.openxmlformats.org/drawingml/2006/main">
            <a:off x="8293606" y="4297679"/>
            <a:ext cx="91455" cy="91455"/>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221" name="Oval 97">
            <a:extLst xmlns:a="http://schemas.openxmlformats.org/drawingml/2006/main">
              <a:ext uri="{FF2B5EF4-FFF2-40B4-BE49-F238E27FC236}">
                <a16:creationId xmlns:a16="http://schemas.microsoft.com/office/drawing/2014/main" id="{477884B0-B23E-4F83-BB1F-05CA325FD8ED}"/>
              </a:ext>
            </a:extLst>
          </p:cNvPr>
          <p:cNvSpPr>
            <a:spLocks xmlns:a="http://schemas.openxmlformats.org/drawingml/2006/main" noGrp="1"/>
          </p:cNvSpPr>
          <p:nvPr/>
        </p:nvSpPr>
        <p:spPr>
          <a:xfrm xmlns:a="http://schemas.openxmlformats.org/drawingml/2006/main">
            <a:off x="8677656" y="4297679"/>
            <a:ext cx="91455" cy="91455"/>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222" name="Oval 98">
            <a:extLst xmlns:a="http://schemas.openxmlformats.org/drawingml/2006/main">
              <a:ext uri="{FF2B5EF4-FFF2-40B4-BE49-F238E27FC236}">
                <a16:creationId xmlns:a16="http://schemas.microsoft.com/office/drawing/2014/main" id="{894A4625-DC90-4612-A0AB-001AB1FDC38C}"/>
              </a:ext>
            </a:extLst>
          </p:cNvPr>
          <p:cNvSpPr>
            <a:spLocks xmlns:a="http://schemas.openxmlformats.org/drawingml/2006/main" noGrp="1"/>
          </p:cNvSpPr>
          <p:nvPr/>
        </p:nvSpPr>
        <p:spPr>
          <a:xfrm xmlns:a="http://schemas.openxmlformats.org/drawingml/2006/main">
            <a:off x="9061704" y="4297679"/>
            <a:ext cx="91455" cy="91455"/>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223" name="Oval 99">
            <a:extLst xmlns:a="http://schemas.openxmlformats.org/drawingml/2006/main">
              <a:ext uri="{FF2B5EF4-FFF2-40B4-BE49-F238E27FC236}">
                <a16:creationId xmlns:a16="http://schemas.microsoft.com/office/drawing/2014/main" id="{0440B46A-7DD1-400B-B53F-C98DED0AFECF}"/>
              </a:ext>
            </a:extLst>
          </p:cNvPr>
          <p:cNvSpPr>
            <a:spLocks xmlns:a="http://schemas.openxmlformats.org/drawingml/2006/main" noGrp="1"/>
          </p:cNvSpPr>
          <p:nvPr/>
        </p:nvSpPr>
        <p:spPr>
          <a:xfrm xmlns:a="http://schemas.openxmlformats.org/drawingml/2006/main">
            <a:off x="9445752" y="4297679"/>
            <a:ext cx="91455" cy="91455"/>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224" name="Oval 100">
            <a:extLst xmlns:a="http://schemas.openxmlformats.org/drawingml/2006/main">
              <a:ext uri="{FF2B5EF4-FFF2-40B4-BE49-F238E27FC236}">
                <a16:creationId xmlns:a16="http://schemas.microsoft.com/office/drawing/2014/main" id="{58729E18-9029-49B9-BBCA-BCD812400C3C}"/>
              </a:ext>
            </a:extLst>
          </p:cNvPr>
          <p:cNvSpPr>
            <a:spLocks xmlns:a="http://schemas.openxmlformats.org/drawingml/2006/main" noGrp="1"/>
          </p:cNvSpPr>
          <p:nvPr/>
        </p:nvSpPr>
        <p:spPr>
          <a:xfrm xmlns:a="http://schemas.openxmlformats.org/drawingml/2006/main">
            <a:off x="9829799" y="4297679"/>
            <a:ext cx="91455" cy="91455"/>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225" name="Oval 101">
            <a:extLst xmlns:a="http://schemas.openxmlformats.org/drawingml/2006/main">
              <a:ext uri="{FF2B5EF4-FFF2-40B4-BE49-F238E27FC236}">
                <a16:creationId xmlns:a16="http://schemas.microsoft.com/office/drawing/2014/main" id="{3E853FDA-184C-472C-BC1B-91CA9F2C5397}"/>
              </a:ext>
            </a:extLst>
          </p:cNvPr>
          <p:cNvSpPr>
            <a:spLocks xmlns:a="http://schemas.openxmlformats.org/drawingml/2006/main" noGrp="1"/>
          </p:cNvSpPr>
          <p:nvPr/>
        </p:nvSpPr>
        <p:spPr>
          <a:xfrm xmlns:a="http://schemas.openxmlformats.org/drawingml/2006/main">
            <a:off x="10213847" y="4297679"/>
            <a:ext cx="91455" cy="91455"/>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226" name="Rounded Rectangle 102">
            <a:extLst xmlns:a="http://schemas.openxmlformats.org/drawingml/2006/main">
              <a:ext uri="{FF2B5EF4-FFF2-40B4-BE49-F238E27FC236}">
                <a16:creationId xmlns:a16="http://schemas.microsoft.com/office/drawing/2014/main" id="{8E52A83C-8C4B-4B05-9FA5-04887B2FD9C2}"/>
              </a:ext>
            </a:extLst>
          </p:cNvPr>
          <p:cNvSpPr>
            <a:spLocks xmlns:a="http://schemas.openxmlformats.org/drawingml/2006/main" noGrp="1"/>
          </p:cNvSpPr>
          <p:nvPr/>
        </p:nvSpPr>
        <p:spPr>
          <a:xfrm xmlns:a="http://schemas.openxmlformats.org/drawingml/2006/main">
            <a:off x="5413247" y="2304288"/>
            <a:ext cx="1371608" cy="1755652"/>
          </a:xfrm>
          <a:prstGeom xmlns:a="http://schemas.openxmlformats.org/drawingml/2006/main" prst="roundRect">
            <a:avLst>
              <a:gd name="adj" fmla="val 16667"/>
            </a:avLst>
          </a:prstGeom>
          <a:ln xmlns:a="http://schemas.openxmlformats.org/drawingml/2006/main" w="1397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227" name="Connector 103">
            <a:extLst xmlns:a="http://schemas.openxmlformats.org/drawingml/2006/main">
              <a:ext uri="{FF2B5EF4-FFF2-40B4-BE49-F238E27FC236}">
                <a16:creationId xmlns:a16="http://schemas.microsoft.com/office/drawing/2014/main" id="{99BE6181-39BC-42E9-9F90-8BE8EFF7C0B0}"/>
              </a:ext>
            </a:extLst>
          </p:cNvPr>
          <p:cNvSpPr>
            <a:spLocks xmlns:a="http://schemas.openxmlformats.org/drawingml/2006/main" noGrp="1"/>
          </p:cNvSpPr>
          <p:nvPr/>
        </p:nvSpPr>
        <p:spPr>
          <a:xfrm xmlns:a="http://schemas.openxmlformats.org/drawingml/2006/main">
            <a:off x="5669279" y="2788920"/>
            <a:ext cx="868682" cy="8"/>
          </a:xfrm>
          <a:prstGeom xmlns:a="http://schemas.openxmlformats.org/drawingml/2006/main" prst="line">
            <a:avLst/>
          </a:prstGeom>
          <a:ln xmlns:a="http://schemas.openxmlformats.org/drawingml/2006/main" w="16510">
            <a:solidFill>
              <a:srgbClr val="111318"/>
            </a:solidFill>
          </a:ln>
          <a:effectLst xmlns:a="http://schemas.openxmlformats.org/drawingml/2006/main">
            <a:outerShdw blurRad="38100" dist="20000" dir="5400000" sx="100000" sy="100000" kx="0" ky="0" algn="b" rotWithShape="0">
              <a:srgbClr val="000000">
                <a:alpha val="38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228" name="Connector 104">
            <a:extLst xmlns:a="http://schemas.openxmlformats.org/drawingml/2006/main">
              <a:ext uri="{FF2B5EF4-FFF2-40B4-BE49-F238E27FC236}">
                <a16:creationId xmlns:a16="http://schemas.microsoft.com/office/drawing/2014/main" id="{2708F2BD-D730-4622-AA1A-646249C4E441}"/>
              </a:ext>
            </a:extLst>
          </p:cNvPr>
          <p:cNvSpPr>
            <a:spLocks xmlns:a="http://schemas.openxmlformats.org/drawingml/2006/main" noGrp="1"/>
          </p:cNvSpPr>
          <p:nvPr/>
        </p:nvSpPr>
        <p:spPr>
          <a:xfrm xmlns:a="http://schemas.openxmlformats.org/drawingml/2006/main">
            <a:off x="5669279" y="3108960"/>
            <a:ext cx="731528" cy="8"/>
          </a:xfrm>
          <a:prstGeom xmlns:a="http://schemas.openxmlformats.org/drawingml/2006/main" prst="line">
            <a:avLst/>
          </a:prstGeom>
          <a:ln xmlns:a="http://schemas.openxmlformats.org/drawingml/2006/main" w="16510">
            <a:solidFill>
              <a:srgbClr val="111318"/>
            </a:solidFill>
          </a:ln>
          <a:effectLst xmlns:a="http://schemas.openxmlformats.org/drawingml/2006/main">
            <a:outerShdw blurRad="38100" dist="20000" dir="5400000" sx="100000" sy="100000" kx="0" ky="0" algn="b" rotWithShape="0">
              <a:srgbClr val="000000">
                <a:alpha val="38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229" name="Connector 105">
            <a:extLst xmlns:a="http://schemas.openxmlformats.org/drawingml/2006/main">
              <a:ext uri="{FF2B5EF4-FFF2-40B4-BE49-F238E27FC236}">
                <a16:creationId xmlns:a16="http://schemas.microsoft.com/office/drawing/2014/main" id="{BE54EC93-2F8F-438C-AE88-1011D31BB386}"/>
              </a:ext>
            </a:extLst>
          </p:cNvPr>
          <p:cNvSpPr>
            <a:spLocks xmlns:a="http://schemas.openxmlformats.org/drawingml/2006/main" noGrp="1"/>
          </p:cNvSpPr>
          <p:nvPr/>
        </p:nvSpPr>
        <p:spPr>
          <a:xfrm xmlns:a="http://schemas.openxmlformats.org/drawingml/2006/main">
            <a:off x="5669279" y="3429000"/>
            <a:ext cx="822968" cy="0"/>
          </a:xfrm>
          <a:prstGeom xmlns:a="http://schemas.openxmlformats.org/drawingml/2006/main" prst="line">
            <a:avLst/>
          </a:prstGeom>
          <a:ln xmlns:a="http://schemas.openxmlformats.org/drawingml/2006/main" w="17780">
            <a:solidFill>
              <a:srgbClr val="1FA873"/>
            </a:solidFill>
          </a:ln>
          <a:effectLst xmlns:a="http://schemas.openxmlformats.org/drawingml/2006/main">
            <a:outerShdw blurRad="38100" dist="20000" dir="5400000" sx="100000" sy="100000" kx="0" ky="0" algn="b" rotWithShape="0">
              <a:srgbClr val="000000">
                <a:alpha val="38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230" name="Connector 106">
            <a:extLst xmlns:a="http://schemas.openxmlformats.org/drawingml/2006/main">
              <a:ext uri="{FF2B5EF4-FFF2-40B4-BE49-F238E27FC236}">
                <a16:creationId xmlns:a16="http://schemas.microsoft.com/office/drawing/2014/main" id="{7D5ACBAF-49D8-4522-B678-4B52B4414FEF}"/>
              </a:ext>
            </a:extLst>
          </p:cNvPr>
          <p:cNvSpPr>
            <a:spLocks xmlns:a="http://schemas.openxmlformats.org/drawingml/2006/main" noGrp="1"/>
          </p:cNvSpPr>
          <p:nvPr/>
        </p:nvSpPr>
        <p:spPr>
          <a:xfrm xmlns:a="http://schemas.openxmlformats.org/drawingml/2006/main" flipV="1">
            <a:off x="3310128" y="2907792"/>
            <a:ext cx="2103128" cy="1435613"/>
          </a:xfrm>
          <a:prstGeom xmlns:a="http://schemas.openxmlformats.org/drawingml/2006/main" prst="line">
            <a:avLst/>
          </a:prstGeom>
          <a:ln xmlns:a="http://schemas.openxmlformats.org/drawingml/2006/main" w="19050">
            <a:solidFill>
              <a:srgbClr val="3977F6"/>
            </a:solidFill>
          </a:ln>
          <a:effectLst xmlns:a="http://schemas.openxmlformats.org/drawingml/2006/main">
            <a:outerShdw blurRad="38100" dist="20000" dir="5400000" sx="100000" sy="100000" kx="0" ky="0" algn="b" rotWithShape="0">
              <a:srgbClr val="000000">
                <a:alpha val="38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231" name="Connector 107">
            <a:extLst xmlns:a="http://schemas.openxmlformats.org/drawingml/2006/main">
              <a:ext uri="{FF2B5EF4-FFF2-40B4-BE49-F238E27FC236}">
                <a16:creationId xmlns:a16="http://schemas.microsoft.com/office/drawing/2014/main" id="{741AE313-F548-4ACC-925B-33DC82A01170}"/>
              </a:ext>
            </a:extLst>
          </p:cNvPr>
          <p:cNvSpPr>
            <a:spLocks xmlns:a="http://schemas.openxmlformats.org/drawingml/2006/main" noGrp="1"/>
          </p:cNvSpPr>
          <p:nvPr/>
        </p:nvSpPr>
        <p:spPr>
          <a:xfrm xmlns:a="http://schemas.openxmlformats.org/drawingml/2006/main" flipH="1">
            <a:off x="6784847" y="1874515"/>
            <a:ext cx="1170440" cy="1033280"/>
          </a:xfrm>
          <a:prstGeom xmlns:a="http://schemas.openxmlformats.org/drawingml/2006/main" prst="line">
            <a:avLst/>
          </a:prstGeom>
          <a:ln xmlns:a="http://schemas.openxmlformats.org/drawingml/2006/main" w="19050">
            <a:solidFill>
              <a:srgbClr val="FF705B"/>
            </a:solidFill>
          </a:ln>
          <a:effectLst xmlns:a="http://schemas.openxmlformats.org/drawingml/2006/main">
            <a:outerShdw blurRad="38100" dist="20000" dir="5400000" sx="100000" sy="100000" kx="0" ky="0" algn="b" rotWithShape="0">
              <a:srgbClr val="000000">
                <a:alpha val="38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232" name="TextBox 108">
            <a:extLst xmlns:a="http://schemas.openxmlformats.org/drawingml/2006/main">
              <a:ext uri="{FF2B5EF4-FFF2-40B4-BE49-F238E27FC236}">
                <a16:creationId xmlns:a16="http://schemas.microsoft.com/office/drawing/2014/main" id="{C5FD0838-4B48-48A3-B46E-318710C1A118}"/>
              </a:ext>
            </a:extLst>
          </p:cNvPr>
          <p:cNvSpPr>
            <a:spLocks xmlns:a="http://schemas.openxmlformats.org/drawingml/2006/main" noGrp="1"/>
          </p:cNvSpPr>
          <p:nvPr/>
        </p:nvSpPr>
        <p:spPr>
          <a:xfrm xmlns:a="http://schemas.openxmlformats.org/drawingml/2006/main">
            <a:off x="960119" y="5193791"/>
            <a:ext cx="2286001" cy="223075"/>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500" b="1">
                <a:solidFill>
                  <a:srgbClr val="3977F6"/>
                </a:solidFill>
                <a:latin typeface="Helvetica Neue"/>
                <a:ea typeface="Helvetica Neue"/>
                <a:cs typeface="Helvetica Neue"/>
              </a:defRPr>
            </a:pPr>
            <a:r>
              <a:t>• </a:t>
            </a:r>
            <a:r>
              <a:rPr b="0">
                <a:solidFill>
                  <a:srgbClr val="111318"/>
                </a:solidFill>
              </a:rPr>
              <a:t>Recover groups</a:t>
            </a:r>
          </a:p>
        </p:txBody>
      </p:sp>
      <p:sp>
        <p:nvSpPr>
          <p:cNvPr id="2233" name="TextBox 109">
            <a:extLst xmlns:a="http://schemas.openxmlformats.org/drawingml/2006/main">
              <a:ext uri="{FF2B5EF4-FFF2-40B4-BE49-F238E27FC236}">
                <a16:creationId xmlns:a16="http://schemas.microsoft.com/office/drawing/2014/main" id="{9F68F1C7-AAA8-4A55-919F-3F4E2AD0AC89}"/>
              </a:ext>
            </a:extLst>
          </p:cNvPr>
          <p:cNvSpPr>
            <a:spLocks xmlns:a="http://schemas.openxmlformats.org/drawingml/2006/main" noGrp="1"/>
          </p:cNvSpPr>
          <p:nvPr/>
        </p:nvSpPr>
        <p:spPr>
          <a:xfrm xmlns:a="http://schemas.openxmlformats.org/drawingml/2006/main">
            <a:off x="4700013" y="5193791"/>
            <a:ext cx="2377449" cy="223075"/>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500" b="1">
                <a:solidFill>
                  <a:srgbClr val="1FA873"/>
                </a:solidFill>
                <a:latin typeface="Helvetica Neue"/>
                <a:ea typeface="Helvetica Neue"/>
                <a:cs typeface="Helvetica Neue"/>
              </a:defRPr>
            </a:pPr>
            <a:r>
              <a:t>• </a:t>
            </a:r>
            <a:r>
              <a:rPr b="0">
                <a:solidFill>
                  <a:srgbClr val="111318"/>
                </a:solidFill>
              </a:rPr>
              <a:t>Ask each group</a:t>
            </a:r>
          </a:p>
        </p:txBody>
      </p:sp>
      <p:sp>
        <p:nvSpPr>
          <p:cNvPr id="2234" name="TextBox 110">
            <a:extLst xmlns:a="http://schemas.openxmlformats.org/drawingml/2006/main">
              <a:ext uri="{FF2B5EF4-FFF2-40B4-BE49-F238E27FC236}">
                <a16:creationId xmlns:a16="http://schemas.microsoft.com/office/drawing/2014/main" id="{AEA4C583-90E4-46B1-8C35-27AEEB1D36A8}"/>
              </a:ext>
            </a:extLst>
          </p:cNvPr>
          <p:cNvSpPr>
            <a:spLocks xmlns:a="http://schemas.openxmlformats.org/drawingml/2006/main" noGrp="1"/>
          </p:cNvSpPr>
          <p:nvPr/>
        </p:nvSpPr>
        <p:spPr>
          <a:xfrm xmlns:a="http://schemas.openxmlformats.org/drawingml/2006/main">
            <a:off x="8467342" y="5193791"/>
            <a:ext cx="2743203" cy="223075"/>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500" b="1">
                <a:solidFill>
                  <a:srgbClr val="FF705B"/>
                </a:solidFill>
                <a:latin typeface="Helvetica Neue"/>
                <a:ea typeface="Helvetica Neue"/>
                <a:cs typeface="Helvetica Neue"/>
              </a:defRPr>
            </a:pPr>
            <a:r>
              <a:t>• </a:t>
            </a:r>
            <a:r>
              <a:rPr b="0">
                <a:solidFill>
                  <a:srgbClr val="111318"/>
                </a:solidFill>
              </a:rPr>
              <a:t>Aggregate explicitly</a:t>
            </a:r>
          </a:p>
        </p:txBody>
      </p:sp>
      <p:sp>
        <p:nvSpPr>
          <p:cNvPr id="2235" name="TextBox 111">
            <a:extLst xmlns:a="http://schemas.openxmlformats.org/drawingml/2006/main">
              <a:ext uri="{FF2B5EF4-FFF2-40B4-BE49-F238E27FC236}">
                <a16:creationId xmlns:a16="http://schemas.microsoft.com/office/drawing/2014/main" id="{64086301-55A5-4CC7-9E8D-7F9E404E5C3F}"/>
              </a:ext>
            </a:extLst>
          </p:cNvPr>
          <p:cNvSpPr>
            <a:spLocks xmlns:a="http://schemas.openxmlformats.org/drawingml/2006/main" noGrp="1"/>
          </p:cNvSpPr>
          <p:nvPr/>
        </p:nvSpPr>
        <p:spPr>
          <a:xfrm xmlns:a="http://schemas.openxmlformats.org/drawingml/2006/main">
            <a:off x="3035801" y="5806440"/>
            <a:ext cx="6217933" cy="152662"/>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000">
                <a:solidFill>
                  <a:srgbClr val="73777F"/>
                </a:solidFill>
                <a:latin typeface="Helvetica Neue"/>
                <a:ea typeface="Helvetica Neue"/>
                <a:cs typeface="Helvetica Neue"/>
              </a:defRPr>
            </a:lvl1pPr>
          </a:lstStyle>
          <a:p xmlns:a="http://schemas.openxmlformats.org/drawingml/2006/main">
            <a:pPr>
              <a:buNone/>
            </a:pPr>
            <a:r>
              <a:t>• Recover groups → consult each one → aggregate explicitly</a:t>
            </a:r>
          </a:p>
        </p:txBody>
      </p:sp>
      <p:sp>
        <p:nvSpPr>
          <p:cNvPr id="2236" name="TextBox 112">
            <a:extLst xmlns:a="http://schemas.openxmlformats.org/drawingml/2006/main">
              <a:ext uri="{FF2B5EF4-FFF2-40B4-BE49-F238E27FC236}">
                <a16:creationId xmlns:a16="http://schemas.microsoft.com/office/drawing/2014/main" id="{843B3042-B3E2-441F-B0DC-6520A4EE1E1A}"/>
              </a:ext>
            </a:extLst>
          </p:cNvPr>
          <p:cNvSpPr>
            <a:spLocks xmlns:a="http://schemas.openxmlformats.org/drawingml/2006/main" noGrp="1"/>
          </p:cNvSpPr>
          <p:nvPr/>
        </p:nvSpPr>
        <p:spPr>
          <a:xfrm xmlns:a="http://schemas.openxmlformats.org/drawingml/2006/main">
            <a:off x="621792" y="6455664"/>
            <a:ext cx="10881360"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800">
                <a:solidFill>
                  <a:srgbClr val="73777F"/>
                </a:solidFill>
                <a:latin typeface="Helvetica Neue"/>
                <a:ea typeface="Helvetica Neue"/>
                <a:cs typeface="Helvetica Neue"/>
              </a:defRPr>
            </a:lvl1pPr>
          </a:lstStyle>
          <a:p xmlns:a="http://schemas.openxmlformats.org/drawingml/2006/main">
            <a:pPr>
              <a:buNone/>
            </a:pPr>
            <a:r>
              <a:t>• Authors’ cross-constituency aggregation</a:t>
            </a:r>
          </a:p>
        </p:txBody>
      </p:sp>
    </p:spTree>
    <p:extLst>
      <p:ext uri="{BB962C8B-B14F-4D97-AF65-F5344CB8AC3E}">
        <p14:creationId xmlns:p14="http://schemas.microsoft.com/office/powerpoint/2010/main" val="927617834"/>
      </p:ext>
    </p:extLst>
  </p:cSld>
</p:sld>
</file>

<file path=ppt/slides/slide25.xml><?xml version="1.0" encoding="utf-8"?>
<p:sld xmlns:p="http://schemas.openxmlformats.org/presentationml/2006/main" showMasterSp="1">
  <p:cSld>
    <p:spTree>
      <p:nvGrpSpPr>
        <p:cNvPr id="1" name=""/>
        <p:cNvGrpSpPr/>
        <p:nvPr/>
      </p:nvGrpSpPr>
      <p:grpSpPr>
        <a:xfrm xmlns:a="http://schemas.openxmlformats.org/drawingml/2006/main"/>
      </p:grpSpPr>
      <p:sp>
        <p:nvSpPr>
          <p:cNvPr id="2238" name="TextBox 1">
            <a:extLst xmlns:a="http://schemas.openxmlformats.org/drawingml/2006/main">
              <a:ext uri="{FF2B5EF4-FFF2-40B4-BE49-F238E27FC236}">
                <a16:creationId xmlns:a16="http://schemas.microsoft.com/office/drawing/2014/main" id="{217B7624-C199-4A7A-8BE0-15A4D90F8C70}"/>
              </a:ext>
            </a:extLst>
          </p:cNvPr>
          <p:cNvSpPr>
            <a:spLocks xmlns:a="http://schemas.openxmlformats.org/drawingml/2006/main" noGrp="1"/>
          </p:cNvSpPr>
          <p:nvPr/>
        </p:nvSpPr>
        <p:spPr>
          <a:xfrm xmlns:a="http://schemas.openxmlformats.org/drawingml/2006/main">
            <a:off x="603502" y="420623"/>
            <a:ext cx="4389123" cy="14871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000" b="1">
                <a:solidFill>
                  <a:srgbClr val="73777F"/>
                </a:solidFill>
                <a:latin typeface="Helvetica Neue"/>
                <a:ea typeface="Helvetica Neue"/>
                <a:cs typeface="Helvetica Neue"/>
              </a:defRPr>
            </a:lvl1pPr>
          </a:lstStyle>
          <a:p xmlns:a="http://schemas.openxmlformats.org/drawingml/2006/main">
            <a:pPr>
              <a:buNone/>
            </a:pPr>
            <a:r>
              <a:t>TOPIC MODELING</a:t>
            </a:r>
          </a:p>
        </p:txBody>
      </p:sp>
      <p:sp>
        <p:nvSpPr>
          <p:cNvPr id="2239" name="TextBox 2">
            <a:extLst xmlns:a="http://schemas.openxmlformats.org/drawingml/2006/main">
              <a:ext uri="{FF2B5EF4-FFF2-40B4-BE49-F238E27FC236}">
                <a16:creationId xmlns:a16="http://schemas.microsoft.com/office/drawing/2014/main" id="{74BDC5FC-84E3-4EAD-851C-9897C92188AB}"/>
              </a:ext>
            </a:extLst>
          </p:cNvPr>
          <p:cNvSpPr>
            <a:spLocks xmlns:a="http://schemas.openxmlformats.org/drawingml/2006/main" noGrp="1"/>
          </p:cNvSpPr>
          <p:nvPr/>
        </p:nvSpPr>
        <p:spPr>
          <a:xfrm xmlns:a="http://schemas.openxmlformats.org/drawingml/2006/main">
            <a:off x="603504" y="786383"/>
            <a:ext cx="10515601" cy="458849"/>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3000" b="1">
                <a:solidFill>
                  <a:srgbClr val="111318"/>
                </a:solidFill>
                <a:latin typeface="Helvetica Neue"/>
                <a:ea typeface="Helvetica Neue"/>
                <a:cs typeface="Helvetica Neue"/>
              </a:defRPr>
            </a:lvl1pPr>
          </a:lstStyle>
          <a:p xmlns:a="http://schemas.openxmlformats.org/drawingml/2006/main">
            <a:pPr>
              <a:buNone/>
            </a:pPr>
            <a:r>
              <a:t>Disagreement changes by topic</a:t>
            </a:r>
          </a:p>
        </p:txBody>
      </p:sp>
      <p:sp>
        <p:nvSpPr>
          <p:cNvPr id="2240" name="TextBox 3">
            <a:extLst xmlns:a="http://schemas.openxmlformats.org/drawingml/2006/main">
              <a:ext uri="{FF2B5EF4-FFF2-40B4-BE49-F238E27FC236}">
                <a16:creationId xmlns:a16="http://schemas.microsoft.com/office/drawing/2014/main" id="{0F1F971D-5756-461A-848F-00FB4AA42F56}"/>
              </a:ext>
            </a:extLst>
          </p:cNvPr>
          <p:cNvSpPr>
            <a:spLocks xmlns:a="http://schemas.openxmlformats.org/drawingml/2006/main" noGrp="1"/>
          </p:cNvSpPr>
          <p:nvPr/>
        </p:nvSpPr>
        <p:spPr>
          <a:xfrm xmlns:a="http://schemas.openxmlformats.org/drawingml/2006/main">
            <a:off x="11082528" y="457198"/>
            <a:ext cx="438914" cy="136386"/>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r">
              <a:buNone/>
              <a:defRPr sz="900" b="1">
                <a:solidFill>
                  <a:srgbClr val="73777F"/>
                </a:solidFill>
                <a:latin typeface="Helvetica Neue"/>
                <a:ea typeface="Helvetica Neue"/>
                <a:cs typeface="Helvetica Neue"/>
              </a:defRPr>
            </a:lvl1pPr>
          </a:lstStyle>
          <a:p xmlns:a="http://schemas.openxmlformats.org/drawingml/2006/main">
            <a:pPr>
              <a:buNone/>
            </a:pPr>
            <a:r>
              <a:t>10</a:t>
            </a:r>
          </a:p>
        </p:txBody>
      </p:sp>
      <p:pic>
        <p:nvPicPr>
          <p:cNvPr id="2257" name="Picture 4"/>
          <p:cNvPicPr>
            <a:picLocks xmlns:a="http://schemas.openxmlformats.org/drawingml/2006/main" noChangeAspect="1"/>
          </p:cNvPicPr>
          <p:nvPr/>
        </p:nvPicPr>
        <p:blipFill>
          <a:blip xmlns:r="http://schemas.openxmlformats.org/officeDocument/2006/relationships" xmlns:a="http://schemas.openxmlformats.org/drawingml/2006/main" r:embed="Ra848b5d02f2f4178"/>
          <a:stretch xmlns:a="http://schemas.openxmlformats.org/drawingml/2006/main">
            <a:fillRect l="0" t="0" r="0" b="0"/>
          </a:stretch>
        </p:blipFill>
        <p:spPr>
          <a:xfrm xmlns:a="http://schemas.openxmlformats.org/drawingml/2006/main">
            <a:off x="621791" y="1426463"/>
            <a:ext cx="6565394" cy="4860712"/>
          </a:xfrm>
          <a:prstGeom xmlns:a="http://schemas.openxmlformats.org/drawingml/2006/main" prst="rect">
            <a:avLst/>
          </a:prstGeom>
          <a:ln xmlns:a="http://schemas.openxmlformats.org/drawingml/2006/main" w="12700">
            <a:miter/>
          </a:ln>
        </p:spPr>
      </p:pic>
      <p:sp>
        <p:nvSpPr>
          <p:cNvPr id="2242" name="TextBox 5">
            <a:extLst xmlns:a="http://schemas.openxmlformats.org/drawingml/2006/main">
              <a:ext uri="{FF2B5EF4-FFF2-40B4-BE49-F238E27FC236}">
                <a16:creationId xmlns:a16="http://schemas.microsoft.com/office/drawing/2014/main" id="{75E8BB91-28B5-45F9-8AAF-079F7F8FCF68}"/>
              </a:ext>
            </a:extLst>
          </p:cNvPr>
          <p:cNvSpPr>
            <a:spLocks xmlns:a="http://schemas.openxmlformats.org/drawingml/2006/main" noGrp="1"/>
          </p:cNvSpPr>
          <p:nvPr/>
        </p:nvSpPr>
        <p:spPr>
          <a:xfrm xmlns:a="http://schemas.openxmlformats.org/drawingml/2006/main">
            <a:off x="7571230" y="1490472"/>
            <a:ext cx="1920241" cy="14871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000" b="1">
                <a:solidFill>
                  <a:srgbClr val="73777F"/>
                </a:solidFill>
                <a:latin typeface="Helvetica Neue"/>
                <a:ea typeface="Helvetica Neue"/>
                <a:cs typeface="Helvetica Neue"/>
              </a:defRPr>
            </a:lvl1pPr>
          </a:lstStyle>
          <a:p xmlns:a="http://schemas.openxmlformats.org/drawingml/2006/main">
            <a:pPr>
              <a:buNone/>
            </a:pPr>
            <a:r>
              <a:t>HOW TO READ</a:t>
            </a:r>
          </a:p>
        </p:txBody>
      </p:sp>
      <p:sp>
        <p:nvSpPr>
          <p:cNvPr id="2243" name="TextBox 6">
            <a:extLst xmlns:a="http://schemas.openxmlformats.org/drawingml/2006/main">
              <a:ext uri="{FF2B5EF4-FFF2-40B4-BE49-F238E27FC236}">
                <a16:creationId xmlns:a16="http://schemas.microsoft.com/office/drawing/2014/main" id="{E3A78026-36D8-4B40-B643-50CD5B0FC676}"/>
              </a:ext>
            </a:extLst>
          </p:cNvPr>
          <p:cNvSpPr>
            <a:spLocks xmlns:a="http://schemas.openxmlformats.org/drawingml/2006/main" noGrp="1"/>
          </p:cNvSpPr>
          <p:nvPr/>
        </p:nvSpPr>
        <p:spPr>
          <a:xfrm xmlns:a="http://schemas.openxmlformats.org/drawingml/2006/main">
            <a:off x="7571230" y="1874517"/>
            <a:ext cx="3429002" cy="198412"/>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300" b="1">
                <a:solidFill>
                  <a:srgbClr val="3977F6"/>
                </a:solidFill>
                <a:latin typeface="Helvetica Neue"/>
                <a:ea typeface="Helvetica Neue"/>
                <a:cs typeface="Helvetica Neue"/>
              </a:defRPr>
            </a:pPr>
            <a:r>
              <a:t>• </a:t>
            </a:r>
            <a:r>
              <a:rPr b="0">
                <a:solidFill>
                  <a:srgbClr val="73777F"/>
                </a:solidFill>
              </a:rPr>
              <a:t>x-position = approval rate</a:t>
            </a:r>
          </a:p>
        </p:txBody>
      </p:sp>
      <p:sp>
        <p:nvSpPr>
          <p:cNvPr id="2244" name="TextBox 7">
            <a:extLst xmlns:a="http://schemas.openxmlformats.org/drawingml/2006/main">
              <a:ext uri="{FF2B5EF4-FFF2-40B4-BE49-F238E27FC236}">
                <a16:creationId xmlns:a16="http://schemas.microsoft.com/office/drawing/2014/main" id="{FE9DD1BB-843B-45A3-B2B6-B4D009FFA0AE}"/>
              </a:ext>
            </a:extLst>
          </p:cNvPr>
          <p:cNvSpPr>
            <a:spLocks xmlns:a="http://schemas.openxmlformats.org/drawingml/2006/main" noGrp="1"/>
          </p:cNvSpPr>
          <p:nvPr/>
        </p:nvSpPr>
        <p:spPr>
          <a:xfrm xmlns:a="http://schemas.openxmlformats.org/drawingml/2006/main">
            <a:off x="7571230" y="2285999"/>
            <a:ext cx="3429002" cy="19841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300" b="1">
                <a:solidFill>
                  <a:srgbClr val="FF705B"/>
                </a:solidFill>
                <a:latin typeface="Helvetica Neue"/>
                <a:ea typeface="Helvetica Neue"/>
                <a:cs typeface="Helvetica Neue"/>
              </a:defRPr>
            </a:pPr>
            <a:r>
              <a:t>• </a:t>
            </a:r>
            <a:r>
              <a:rPr b="0">
                <a:solidFill>
                  <a:srgbClr val="73777F"/>
                </a:solidFill>
              </a:rPr>
              <a:t>bubble size = note count</a:t>
            </a:r>
          </a:p>
        </p:txBody>
      </p:sp>
      <p:sp>
        <p:nvSpPr>
          <p:cNvPr id="2245" name="TextBox 8">
            <a:extLst xmlns:a="http://schemas.openxmlformats.org/drawingml/2006/main">
              <a:ext uri="{FF2B5EF4-FFF2-40B4-BE49-F238E27FC236}">
                <a16:creationId xmlns:a16="http://schemas.microsoft.com/office/drawing/2014/main" id="{6365D2AA-5DD5-4FFD-A7E3-016AE07FDE35}"/>
              </a:ext>
            </a:extLst>
          </p:cNvPr>
          <p:cNvSpPr>
            <a:spLocks xmlns:a="http://schemas.openxmlformats.org/drawingml/2006/main" noGrp="1"/>
          </p:cNvSpPr>
          <p:nvPr/>
        </p:nvSpPr>
        <p:spPr>
          <a:xfrm xmlns:a="http://schemas.openxmlformats.org/drawingml/2006/main">
            <a:off x="7571230" y="2697478"/>
            <a:ext cx="3584450" cy="198412"/>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300" b="1">
                <a:solidFill>
                  <a:srgbClr val="1FA873"/>
                </a:solidFill>
                <a:latin typeface="Helvetica Neue"/>
                <a:ea typeface="Helvetica Neue"/>
                <a:cs typeface="Helvetica Neue"/>
              </a:defRPr>
            </a:pPr>
            <a:r>
              <a:t>• </a:t>
            </a:r>
            <a:r>
              <a:rPr b="0">
                <a:solidFill>
                  <a:srgbClr val="73777F"/>
                </a:solidFill>
              </a:rPr>
              <a:t>color = recovered constituency</a:t>
            </a:r>
          </a:p>
        </p:txBody>
      </p:sp>
      <p:sp>
        <p:nvSpPr>
          <p:cNvPr id="2246" name="Connector 9">
            <a:extLst xmlns:a="http://schemas.openxmlformats.org/drawingml/2006/main">
              <a:ext uri="{FF2B5EF4-FFF2-40B4-BE49-F238E27FC236}">
                <a16:creationId xmlns:a16="http://schemas.microsoft.com/office/drawing/2014/main" id="{FE6B8828-D4ED-492D-9551-2EA7E49A7B74}"/>
              </a:ext>
            </a:extLst>
          </p:cNvPr>
          <p:cNvSpPr>
            <a:spLocks xmlns:a="http://schemas.openxmlformats.org/drawingml/2006/main" noGrp="1"/>
          </p:cNvSpPr>
          <p:nvPr/>
        </p:nvSpPr>
        <p:spPr>
          <a:xfrm xmlns:a="http://schemas.openxmlformats.org/drawingml/2006/main">
            <a:off x="7571230" y="3236976"/>
            <a:ext cx="3657603" cy="2"/>
          </a:xfrm>
          <a:prstGeom xmlns:a="http://schemas.openxmlformats.org/drawingml/2006/main" prst="line">
            <a:avLst/>
          </a:prstGeom>
          <a:ln xmlns:a="http://schemas.openxmlformats.org/drawingml/2006/main" w="1270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247" name="TextBox 10">
            <a:extLst xmlns:a="http://schemas.openxmlformats.org/drawingml/2006/main">
              <a:ext uri="{FF2B5EF4-FFF2-40B4-BE49-F238E27FC236}">
                <a16:creationId xmlns:a16="http://schemas.microsoft.com/office/drawing/2014/main" id="{6945641C-954C-414C-8C58-2F84570CF539}"/>
              </a:ext>
            </a:extLst>
          </p:cNvPr>
          <p:cNvSpPr>
            <a:spLocks xmlns:a="http://schemas.openxmlformats.org/drawingml/2006/main" noGrp="1"/>
          </p:cNvSpPr>
          <p:nvPr/>
        </p:nvSpPr>
        <p:spPr>
          <a:xfrm xmlns:a="http://schemas.openxmlformats.org/drawingml/2006/main">
            <a:off x="7571230" y="3538728"/>
            <a:ext cx="1920241" cy="14871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000" b="1">
                <a:solidFill>
                  <a:srgbClr val="1FA873"/>
                </a:solidFill>
                <a:latin typeface="Helvetica Neue"/>
                <a:ea typeface="Helvetica Neue"/>
                <a:cs typeface="Helvetica Neue"/>
              </a:defRPr>
            </a:lvl1pPr>
          </a:lstStyle>
          <a:p xmlns:a="http://schemas.openxmlformats.org/drawingml/2006/main">
            <a:pPr>
              <a:buNone/>
            </a:pPr>
            <a:r>
              <a:t>KEY RESULT</a:t>
            </a:r>
          </a:p>
        </p:txBody>
      </p:sp>
      <p:sp>
        <p:nvSpPr>
          <p:cNvPr id="2248" name="TextBox 11">
            <a:extLst xmlns:a="http://schemas.openxmlformats.org/drawingml/2006/main">
              <a:ext uri="{FF2B5EF4-FFF2-40B4-BE49-F238E27FC236}">
                <a16:creationId xmlns:a16="http://schemas.microsoft.com/office/drawing/2014/main" id="{23A90982-D650-483A-A731-8B1B846E7D8F}"/>
              </a:ext>
            </a:extLst>
          </p:cNvPr>
          <p:cNvSpPr>
            <a:spLocks xmlns:a="http://schemas.openxmlformats.org/drawingml/2006/main" noGrp="1"/>
          </p:cNvSpPr>
          <p:nvPr/>
        </p:nvSpPr>
        <p:spPr>
          <a:xfrm xmlns:a="http://schemas.openxmlformats.org/drawingml/2006/main">
            <a:off x="7571230" y="3922776"/>
            <a:ext cx="3584450" cy="198412"/>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300" b="1">
                <a:solidFill>
                  <a:srgbClr val="1FA873"/>
                </a:solidFill>
                <a:latin typeface="Helvetica Neue"/>
                <a:ea typeface="Helvetica Neue"/>
                <a:cs typeface="Helvetica Neue"/>
              </a:defRPr>
            </a:pPr>
            <a:r>
              <a:t>• </a:t>
            </a:r>
            <a:r>
              <a:rPr>
                <a:solidFill>
                  <a:srgbClr val="111318"/>
                </a:solidFill>
              </a:rPr>
              <a:t>Approval leadership flips across topics</a:t>
            </a:r>
          </a:p>
        </p:txBody>
      </p:sp>
      <p:sp>
        <p:nvSpPr>
          <p:cNvPr id="2249" name="TextBox 12">
            <a:extLst xmlns:a="http://schemas.openxmlformats.org/drawingml/2006/main">
              <a:ext uri="{FF2B5EF4-FFF2-40B4-BE49-F238E27FC236}">
                <a16:creationId xmlns:a16="http://schemas.microsoft.com/office/drawing/2014/main" id="{A3AD69EE-8D01-46D5-9248-76870147D3FA}"/>
              </a:ext>
            </a:extLst>
          </p:cNvPr>
          <p:cNvSpPr>
            <a:spLocks xmlns:a="http://schemas.openxmlformats.org/drawingml/2006/main" noGrp="1"/>
          </p:cNvSpPr>
          <p:nvPr/>
        </p:nvSpPr>
        <p:spPr>
          <a:xfrm xmlns:a="http://schemas.openxmlformats.org/drawingml/2006/main">
            <a:off x="7571230" y="4425696"/>
            <a:ext cx="3584450" cy="198412"/>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300" b="1">
                <a:solidFill>
                  <a:srgbClr val="1FA873"/>
                </a:solidFill>
                <a:latin typeface="Helvetica Neue"/>
                <a:ea typeface="Helvetica Neue"/>
                <a:cs typeface="Helvetica Neue"/>
              </a:defRPr>
            </a:pPr>
            <a:r>
              <a:t>• </a:t>
            </a:r>
            <a:r>
              <a:rPr>
                <a:solidFill>
                  <a:srgbClr val="111318"/>
                </a:solidFill>
              </a:rPr>
              <a:t>Constituencies are content-dependent</a:t>
            </a:r>
          </a:p>
        </p:txBody>
      </p:sp>
      <p:sp>
        <p:nvSpPr>
          <p:cNvPr id="2250" name="Connector 13">
            <a:extLst xmlns:a="http://schemas.openxmlformats.org/drawingml/2006/main">
              <a:ext uri="{FF2B5EF4-FFF2-40B4-BE49-F238E27FC236}">
                <a16:creationId xmlns:a16="http://schemas.microsoft.com/office/drawing/2014/main" id="{281859CD-A19C-4E65-93C1-EC8C5E41A2CD}"/>
              </a:ext>
            </a:extLst>
          </p:cNvPr>
          <p:cNvSpPr>
            <a:spLocks xmlns:a="http://schemas.openxmlformats.org/drawingml/2006/main" noGrp="1"/>
          </p:cNvSpPr>
          <p:nvPr/>
        </p:nvSpPr>
        <p:spPr>
          <a:xfrm xmlns:a="http://schemas.openxmlformats.org/drawingml/2006/main">
            <a:off x="7571230" y="5047488"/>
            <a:ext cx="3657603" cy="2"/>
          </a:xfrm>
          <a:prstGeom xmlns:a="http://schemas.openxmlformats.org/drawingml/2006/main" prst="line">
            <a:avLst/>
          </a:prstGeom>
          <a:ln xmlns:a="http://schemas.openxmlformats.org/drawingml/2006/main" w="1270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251" name="TextBox 14">
            <a:extLst xmlns:a="http://schemas.openxmlformats.org/drawingml/2006/main">
              <a:ext uri="{FF2B5EF4-FFF2-40B4-BE49-F238E27FC236}">
                <a16:creationId xmlns:a16="http://schemas.microsoft.com/office/drawing/2014/main" id="{FCFEC540-0C2F-4F5C-B956-4586057AB0AF}"/>
              </a:ext>
            </a:extLst>
          </p:cNvPr>
          <p:cNvSpPr>
            <a:spLocks xmlns:a="http://schemas.openxmlformats.org/drawingml/2006/main" noGrp="1"/>
          </p:cNvSpPr>
          <p:nvPr/>
        </p:nvSpPr>
        <p:spPr>
          <a:xfrm xmlns:a="http://schemas.openxmlformats.org/drawingml/2006/main">
            <a:off x="7571230" y="5321808"/>
            <a:ext cx="3639313" cy="401612"/>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300" b="1">
                <a:solidFill>
                  <a:srgbClr val="FF705B"/>
                </a:solidFill>
                <a:latin typeface="Helvetica Neue"/>
                <a:ea typeface="Helvetica Neue"/>
                <a:cs typeface="Helvetica Neue"/>
              </a:defRPr>
            </a:pPr>
            <a:r>
              <a:t>• </a:t>
            </a:r>
            <a:r>
              <a:rPr>
                <a:solidFill>
                  <a:srgbClr val="111318"/>
                </a:solidFill>
              </a:rPr>
              <a:t>The clusters are not simply ‘strict’ versus ‘lenient’</a:t>
            </a:r>
          </a:p>
        </p:txBody>
      </p:sp>
      <p:sp>
        <p:nvSpPr>
          <p:cNvPr id="2252" name="TextBox 15">
            <a:extLst xmlns:a="http://schemas.openxmlformats.org/drawingml/2006/main">
              <a:ext uri="{FF2B5EF4-FFF2-40B4-BE49-F238E27FC236}">
                <a16:creationId xmlns:a16="http://schemas.microsoft.com/office/drawing/2014/main" id="{5C941B61-0CE1-4EDE-900E-EE982FD49C73}"/>
              </a:ext>
            </a:extLst>
          </p:cNvPr>
          <p:cNvSpPr>
            <a:spLocks xmlns:a="http://schemas.openxmlformats.org/drawingml/2006/main" noGrp="1"/>
          </p:cNvSpPr>
          <p:nvPr/>
        </p:nvSpPr>
        <p:spPr>
          <a:xfrm xmlns:a="http://schemas.openxmlformats.org/drawingml/2006/main">
            <a:off x="621792" y="6437376"/>
            <a:ext cx="10881360"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800">
                <a:solidFill>
                  <a:srgbClr val="73777F"/>
                </a:solidFill>
                <a:latin typeface="Helvetica Neue"/>
                <a:ea typeface="Helvetica Neue"/>
                <a:cs typeface="Helvetica Neue"/>
              </a:defRPr>
            </a:lvl1pPr>
          </a:lstStyle>
          <a:p xmlns:a="http://schemas.openxmlformats.org/drawingml/2006/main">
            <a:pPr>
              <a:buNone/>
            </a:pPr>
            <a:r>
              <a:t>• Authors’ BERTopic analysis · Method-B clusters</a:t>
            </a:r>
          </a:p>
        </p:txBody>
      </p:sp>
    </p:spTree>
    <p:extLst>
      <p:ext uri="{BB962C8B-B14F-4D97-AF65-F5344CB8AC3E}">
        <p14:creationId xmlns:p14="http://schemas.microsoft.com/office/powerpoint/2010/main" val="533909536"/>
      </p:ext>
    </p:extLst>
  </p:cSld>
</p:sld>
</file>

<file path=ppt/slides/slide26.xml><?xml version="1.0" encoding="utf-8"?>
<p:sld xmlns:p="http://schemas.openxmlformats.org/presentationml/2006/main" showMasterSp="1">
  <p:cSld>
    <p:spTree>
      <p:nvGrpSpPr>
        <p:cNvPr id="1" name=""/>
        <p:cNvGrpSpPr/>
        <p:nvPr/>
      </p:nvGrpSpPr>
      <p:grpSpPr>
        <a:xfrm xmlns:a="http://schemas.openxmlformats.org/drawingml/2006/main"/>
      </p:grpSpPr>
      <p:sp>
        <p:nvSpPr>
          <p:cNvPr id="2254" name="TextBox 1">
            <a:extLst xmlns:a="http://schemas.openxmlformats.org/drawingml/2006/main">
              <a:ext uri="{FF2B5EF4-FFF2-40B4-BE49-F238E27FC236}">
                <a16:creationId xmlns:a16="http://schemas.microsoft.com/office/drawing/2014/main" id="{0AFF5108-6163-4F3E-B0AE-25A4DD2A59A6}"/>
              </a:ext>
            </a:extLst>
          </p:cNvPr>
          <p:cNvSpPr>
            <a:spLocks xmlns:a="http://schemas.openxmlformats.org/drawingml/2006/main" noGrp="1"/>
          </p:cNvSpPr>
          <p:nvPr/>
        </p:nvSpPr>
        <p:spPr>
          <a:xfrm xmlns:a="http://schemas.openxmlformats.org/drawingml/2006/main">
            <a:off x="603504" y="420623"/>
            <a:ext cx="4297680" cy="14871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000" b="1">
                <a:solidFill>
                  <a:srgbClr val="73777F"/>
                </a:solidFill>
                <a:latin typeface="Helvetica Neue"/>
                <a:ea typeface="Helvetica Neue"/>
                <a:cs typeface="Helvetica Neue"/>
              </a:defRPr>
            </a:lvl1pPr>
          </a:lstStyle>
          <a:p xmlns:a="http://schemas.openxmlformats.org/drawingml/2006/main">
            <a:pPr>
              <a:buNone/>
            </a:pPr>
            <a:r>
              <a:t>PRINCIPLES</a:t>
            </a:r>
          </a:p>
        </p:txBody>
      </p:sp>
      <p:sp>
        <p:nvSpPr>
          <p:cNvPr id="2255" name="TextBox 2">
            <a:extLst xmlns:a="http://schemas.openxmlformats.org/drawingml/2006/main">
              <a:ext uri="{FF2B5EF4-FFF2-40B4-BE49-F238E27FC236}">
                <a16:creationId xmlns:a16="http://schemas.microsoft.com/office/drawing/2014/main" id="{4BCA988E-042F-4DA5-AD79-8FC1285420EF}"/>
              </a:ext>
            </a:extLst>
          </p:cNvPr>
          <p:cNvSpPr>
            <a:spLocks xmlns:a="http://schemas.openxmlformats.org/drawingml/2006/main" noGrp="1"/>
          </p:cNvSpPr>
          <p:nvPr/>
        </p:nvSpPr>
        <p:spPr>
          <a:xfrm xmlns:a="http://schemas.openxmlformats.org/drawingml/2006/main">
            <a:off x="603504" y="786383"/>
            <a:ext cx="10424160" cy="458849"/>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3000" b="1">
                <a:solidFill>
                  <a:srgbClr val="111318"/>
                </a:solidFill>
                <a:latin typeface="Helvetica Neue"/>
                <a:ea typeface="Helvetica Neue"/>
                <a:cs typeface="Helvetica Neue"/>
              </a:defRPr>
            </a:lvl1pPr>
          </a:lstStyle>
          <a:p xmlns:a="http://schemas.openxmlformats.org/drawingml/2006/main">
            <a:pPr>
              <a:buNone/>
            </a:pPr>
            <a:r>
              <a:t>Four design principles</a:t>
            </a:r>
          </a:p>
        </p:txBody>
      </p:sp>
      <p:sp>
        <p:nvSpPr>
          <p:cNvPr id="2256" name="TextBox 3">
            <a:extLst xmlns:a="http://schemas.openxmlformats.org/drawingml/2006/main">
              <a:ext uri="{FF2B5EF4-FFF2-40B4-BE49-F238E27FC236}">
                <a16:creationId xmlns:a16="http://schemas.microsoft.com/office/drawing/2014/main" id="{F3269C34-C14F-4973-A20B-C077C2371B35}"/>
              </a:ext>
            </a:extLst>
          </p:cNvPr>
          <p:cNvSpPr>
            <a:spLocks xmlns:a="http://schemas.openxmlformats.org/drawingml/2006/main" noGrp="1"/>
          </p:cNvSpPr>
          <p:nvPr/>
        </p:nvSpPr>
        <p:spPr>
          <a:xfrm xmlns:a="http://schemas.openxmlformats.org/drawingml/2006/main">
            <a:off x="11082528" y="457198"/>
            <a:ext cx="438918" cy="136385"/>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r">
              <a:buNone/>
              <a:defRPr sz="900" b="1">
                <a:solidFill>
                  <a:srgbClr val="73777F"/>
                </a:solidFill>
                <a:latin typeface="Helvetica Neue"/>
                <a:ea typeface="Helvetica Neue"/>
                <a:cs typeface="Helvetica Neue"/>
              </a:defRPr>
            </a:lvl1pPr>
          </a:lstStyle>
          <a:p xmlns:a="http://schemas.openxmlformats.org/drawingml/2006/main">
            <a:pPr>
              <a:buNone/>
            </a:pPr>
            <a:r>
              <a:t>11</a:t>
            </a:r>
          </a:p>
        </p:txBody>
      </p:sp>
      <p:sp>
        <p:nvSpPr>
          <p:cNvPr id="2257" name="Connector 4">
            <a:extLst xmlns:a="http://schemas.openxmlformats.org/drawingml/2006/main">
              <a:ext uri="{FF2B5EF4-FFF2-40B4-BE49-F238E27FC236}">
                <a16:creationId xmlns:a16="http://schemas.microsoft.com/office/drawing/2014/main" id="{398939CE-658C-49E0-AA7B-3F093D14967A}"/>
              </a:ext>
            </a:extLst>
          </p:cNvPr>
          <p:cNvSpPr>
            <a:spLocks xmlns:a="http://schemas.openxmlformats.org/drawingml/2006/main" noGrp="1"/>
          </p:cNvSpPr>
          <p:nvPr/>
        </p:nvSpPr>
        <p:spPr>
          <a:xfrm xmlns:a="http://schemas.openxmlformats.org/drawingml/2006/main" flipH="1">
            <a:off x="1298447" y="1709925"/>
            <a:ext cx="7" cy="4023367"/>
          </a:xfrm>
          <a:prstGeom xmlns:a="http://schemas.openxmlformats.org/drawingml/2006/main" prst="line">
            <a:avLst/>
          </a:prstGeom>
          <a:ln xmlns:a="http://schemas.openxmlformats.org/drawingml/2006/main" w="19050">
            <a:solidFill>
              <a:srgbClr val="DADDE2"/>
            </a:solidFill>
          </a:ln>
          <a:effectLst xmlns:a="http://schemas.openxmlformats.org/drawingml/2006/main">
            <a:outerShdw blurRad="38100" dist="20000" dir="5400000" sx="100000" sy="100000" kx="0" ky="0" algn="b" rotWithShape="0">
              <a:srgbClr val="000000">
                <a:alpha val="38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258" name="Oval 5">
            <a:extLst xmlns:a="http://schemas.openxmlformats.org/drawingml/2006/main">
              <a:ext uri="{FF2B5EF4-FFF2-40B4-BE49-F238E27FC236}">
                <a16:creationId xmlns:a16="http://schemas.microsoft.com/office/drawing/2014/main" id="{C6FE3141-4786-4A20-93F3-19E423001A8D}"/>
              </a:ext>
            </a:extLst>
          </p:cNvPr>
          <p:cNvSpPr>
            <a:spLocks xmlns:a="http://schemas.openxmlformats.org/drawingml/2006/main" noGrp="1"/>
          </p:cNvSpPr>
          <p:nvPr/>
        </p:nvSpPr>
        <p:spPr>
          <a:xfrm xmlns:a="http://schemas.openxmlformats.org/drawingml/2006/main">
            <a:off x="1216149" y="1901949"/>
            <a:ext cx="164607" cy="164607"/>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259" name="TextBox 6">
            <a:extLst xmlns:a="http://schemas.openxmlformats.org/drawingml/2006/main">
              <a:ext uri="{FF2B5EF4-FFF2-40B4-BE49-F238E27FC236}">
                <a16:creationId xmlns:a16="http://schemas.microsoft.com/office/drawing/2014/main" id="{DE1C49DD-D689-489D-A596-AEA3B581A543}"/>
              </a:ext>
            </a:extLst>
          </p:cNvPr>
          <p:cNvSpPr>
            <a:spLocks xmlns:a="http://schemas.openxmlformats.org/drawingml/2006/main" noGrp="1"/>
          </p:cNvSpPr>
          <p:nvPr/>
        </p:nvSpPr>
        <p:spPr>
          <a:xfrm xmlns:a="http://schemas.openxmlformats.org/drawingml/2006/main">
            <a:off x="1700783" y="1810510"/>
            <a:ext cx="594362" cy="18608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200" b="1">
                <a:solidFill>
                  <a:srgbClr val="3977F6"/>
                </a:solidFill>
                <a:latin typeface="Helvetica Neue"/>
                <a:ea typeface="Helvetica Neue"/>
                <a:cs typeface="Helvetica Neue"/>
              </a:defRPr>
            </a:lvl1pPr>
          </a:lstStyle>
          <a:p xmlns:a="http://schemas.openxmlformats.org/drawingml/2006/main">
            <a:pPr>
              <a:buNone/>
            </a:pPr>
            <a:r>
              <a:t>P1</a:t>
            </a:r>
          </a:p>
        </p:txBody>
      </p:sp>
      <p:sp>
        <p:nvSpPr>
          <p:cNvPr id="2260" name="TextBox 7">
            <a:extLst xmlns:a="http://schemas.openxmlformats.org/drawingml/2006/main">
              <a:ext uri="{FF2B5EF4-FFF2-40B4-BE49-F238E27FC236}">
                <a16:creationId xmlns:a16="http://schemas.microsoft.com/office/drawing/2014/main" id="{A69FD728-E8DF-474D-A258-9CCFAFDB11EC}"/>
              </a:ext>
            </a:extLst>
          </p:cNvPr>
          <p:cNvSpPr>
            <a:spLocks xmlns:a="http://schemas.openxmlformats.org/drawingml/2006/main" noGrp="1"/>
          </p:cNvSpPr>
          <p:nvPr/>
        </p:nvSpPr>
        <p:spPr>
          <a:xfrm xmlns:a="http://schemas.openxmlformats.org/drawingml/2006/main">
            <a:off x="2377438" y="1737360"/>
            <a:ext cx="3246124" cy="2978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900" b="1">
                <a:solidFill>
                  <a:srgbClr val="111318"/>
                </a:solidFill>
                <a:latin typeface="Helvetica Neue"/>
                <a:ea typeface="Helvetica Neue"/>
                <a:cs typeface="Helvetica Neue"/>
              </a:defRPr>
            </a:lvl1pPr>
          </a:lstStyle>
          <a:p xmlns:a="http://schemas.openxmlformats.org/drawingml/2006/main">
            <a:pPr>
              <a:buNone/>
            </a:pPr>
            <a:r>
              <a:t>Presence</a:t>
            </a:r>
          </a:p>
        </p:txBody>
      </p:sp>
      <p:sp>
        <p:nvSpPr>
          <p:cNvPr id="2261" name="TextBox 8">
            <a:extLst xmlns:a="http://schemas.openxmlformats.org/drawingml/2006/main">
              <a:ext uri="{FF2B5EF4-FFF2-40B4-BE49-F238E27FC236}">
                <a16:creationId xmlns:a16="http://schemas.microsoft.com/office/drawing/2014/main" id="{3C0E5323-122B-427D-9C70-620115359DE4}"/>
              </a:ext>
            </a:extLst>
          </p:cNvPr>
          <p:cNvSpPr>
            <a:spLocks xmlns:a="http://schemas.openxmlformats.org/drawingml/2006/main" noGrp="1"/>
          </p:cNvSpPr>
          <p:nvPr/>
        </p:nvSpPr>
        <p:spPr>
          <a:xfrm xmlns:a="http://schemas.openxmlformats.org/drawingml/2006/main">
            <a:off x="6400800" y="1773933"/>
            <a:ext cx="3200400" cy="223075"/>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500" b="1">
                <a:solidFill>
                  <a:srgbClr val="3977F6"/>
                </a:solidFill>
                <a:latin typeface="Helvetica Neue"/>
                <a:ea typeface="Helvetica Neue"/>
                <a:cs typeface="Helvetica Neue"/>
              </a:defRPr>
            </a:pPr>
            <a:r>
              <a:t>• </a:t>
            </a:r>
            <a:r>
              <a:rPr b="0">
                <a:solidFill>
                  <a:srgbClr val="73777F"/>
                </a:solidFill>
              </a:rPr>
              <a:t>Every group enters</a:t>
            </a:r>
          </a:p>
        </p:txBody>
      </p:sp>
      <p:sp>
        <p:nvSpPr>
          <p:cNvPr id="2262" name="Oval 9">
            <a:extLst xmlns:a="http://schemas.openxmlformats.org/drawingml/2006/main">
              <a:ext uri="{FF2B5EF4-FFF2-40B4-BE49-F238E27FC236}">
                <a16:creationId xmlns:a16="http://schemas.microsoft.com/office/drawing/2014/main" id="{418FBFF9-D290-433C-96FE-EE2E9633FC68}"/>
              </a:ext>
            </a:extLst>
          </p:cNvPr>
          <p:cNvSpPr>
            <a:spLocks xmlns:a="http://schemas.openxmlformats.org/drawingml/2006/main" noGrp="1"/>
          </p:cNvSpPr>
          <p:nvPr/>
        </p:nvSpPr>
        <p:spPr>
          <a:xfrm xmlns:a="http://schemas.openxmlformats.org/drawingml/2006/main">
            <a:off x="1216149" y="2871216"/>
            <a:ext cx="164607" cy="164607"/>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263" name="TextBox 10">
            <a:extLst xmlns:a="http://schemas.openxmlformats.org/drawingml/2006/main">
              <a:ext uri="{FF2B5EF4-FFF2-40B4-BE49-F238E27FC236}">
                <a16:creationId xmlns:a16="http://schemas.microsoft.com/office/drawing/2014/main" id="{AB9B1B79-5A81-4EB4-916B-7458F747C826}"/>
              </a:ext>
            </a:extLst>
          </p:cNvPr>
          <p:cNvSpPr>
            <a:spLocks xmlns:a="http://schemas.openxmlformats.org/drawingml/2006/main" noGrp="1"/>
          </p:cNvSpPr>
          <p:nvPr/>
        </p:nvSpPr>
        <p:spPr>
          <a:xfrm xmlns:a="http://schemas.openxmlformats.org/drawingml/2006/main">
            <a:off x="1700783" y="2779776"/>
            <a:ext cx="594362" cy="18608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200" b="1">
                <a:solidFill>
                  <a:srgbClr val="FF705B"/>
                </a:solidFill>
                <a:latin typeface="Helvetica Neue"/>
                <a:ea typeface="Helvetica Neue"/>
                <a:cs typeface="Helvetica Neue"/>
              </a:defRPr>
            </a:lvl1pPr>
          </a:lstStyle>
          <a:p xmlns:a="http://schemas.openxmlformats.org/drawingml/2006/main">
            <a:pPr>
              <a:buNone/>
            </a:pPr>
            <a:r>
              <a:t>P2</a:t>
            </a:r>
          </a:p>
        </p:txBody>
      </p:sp>
      <p:sp>
        <p:nvSpPr>
          <p:cNvPr id="2264" name="TextBox 11">
            <a:extLst xmlns:a="http://schemas.openxmlformats.org/drawingml/2006/main">
              <a:ext uri="{FF2B5EF4-FFF2-40B4-BE49-F238E27FC236}">
                <a16:creationId xmlns:a16="http://schemas.microsoft.com/office/drawing/2014/main" id="{330A36CC-A2BE-4EA3-AF4E-CD8AF812B6CF}"/>
              </a:ext>
            </a:extLst>
          </p:cNvPr>
          <p:cNvSpPr>
            <a:spLocks xmlns:a="http://schemas.openxmlformats.org/drawingml/2006/main" noGrp="1"/>
          </p:cNvSpPr>
          <p:nvPr/>
        </p:nvSpPr>
        <p:spPr>
          <a:xfrm xmlns:a="http://schemas.openxmlformats.org/drawingml/2006/main">
            <a:off x="2377438" y="2706621"/>
            <a:ext cx="3246124" cy="2978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900" b="1">
                <a:solidFill>
                  <a:srgbClr val="111318"/>
                </a:solidFill>
                <a:latin typeface="Helvetica Neue"/>
                <a:ea typeface="Helvetica Neue"/>
                <a:cs typeface="Helvetica Neue"/>
              </a:defRPr>
            </a:lvl1pPr>
          </a:lstStyle>
          <a:p xmlns:a="http://schemas.openxmlformats.org/drawingml/2006/main">
            <a:pPr>
              <a:buNone/>
            </a:pPr>
            <a:r>
              <a:t>Non-compensation</a:t>
            </a:r>
          </a:p>
        </p:txBody>
      </p:sp>
      <p:sp>
        <p:nvSpPr>
          <p:cNvPr id="2265" name="TextBox 12">
            <a:extLst xmlns:a="http://schemas.openxmlformats.org/drawingml/2006/main">
              <a:ext uri="{FF2B5EF4-FFF2-40B4-BE49-F238E27FC236}">
                <a16:creationId xmlns:a16="http://schemas.microsoft.com/office/drawing/2014/main" id="{6648B14D-59E5-4B5D-81F3-FA22F62CF491}"/>
              </a:ext>
            </a:extLst>
          </p:cNvPr>
          <p:cNvSpPr>
            <a:spLocks xmlns:a="http://schemas.openxmlformats.org/drawingml/2006/main" noGrp="1"/>
          </p:cNvSpPr>
          <p:nvPr/>
        </p:nvSpPr>
        <p:spPr>
          <a:xfrm xmlns:a="http://schemas.openxmlformats.org/drawingml/2006/main">
            <a:off x="6400800" y="2743200"/>
            <a:ext cx="3200400" cy="223075"/>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500" b="1">
                <a:solidFill>
                  <a:srgbClr val="FF705B"/>
                </a:solidFill>
                <a:latin typeface="Helvetica Neue"/>
                <a:ea typeface="Helvetica Neue"/>
                <a:cs typeface="Helvetica Neue"/>
              </a:defRPr>
            </a:pPr>
            <a:r>
              <a:t>• </a:t>
            </a:r>
            <a:r>
              <a:rPr b="0">
                <a:solidFill>
                  <a:srgbClr val="73777F"/>
                </a:solidFill>
              </a:rPr>
              <a:t>Rejection still matters</a:t>
            </a:r>
          </a:p>
        </p:txBody>
      </p:sp>
      <p:sp>
        <p:nvSpPr>
          <p:cNvPr id="2266" name="Oval 13">
            <a:extLst xmlns:a="http://schemas.openxmlformats.org/drawingml/2006/main">
              <a:ext uri="{FF2B5EF4-FFF2-40B4-BE49-F238E27FC236}">
                <a16:creationId xmlns:a16="http://schemas.microsoft.com/office/drawing/2014/main" id="{45BF5B39-DAAF-4681-BE7A-F82744E3B3EE}"/>
              </a:ext>
            </a:extLst>
          </p:cNvPr>
          <p:cNvSpPr>
            <a:spLocks xmlns:a="http://schemas.openxmlformats.org/drawingml/2006/main" noGrp="1"/>
          </p:cNvSpPr>
          <p:nvPr/>
        </p:nvSpPr>
        <p:spPr>
          <a:xfrm xmlns:a="http://schemas.openxmlformats.org/drawingml/2006/main">
            <a:off x="1216149" y="3840479"/>
            <a:ext cx="164607" cy="164607"/>
          </a:xfrm>
          <a:prstGeom xmlns:a="http://schemas.openxmlformats.org/drawingml/2006/main" prst="ellipse">
            <a:avLst/>
          </a:prstGeom>
          <a:solidFill xmlns:a="http://schemas.openxmlformats.org/drawingml/2006/main">
            <a:srgbClr val="D79A24"/>
          </a:solidFill>
          <a:ln xmlns:a="http://schemas.openxmlformats.org/drawingml/2006/main" w="10160">
            <a:solidFill>
              <a:srgbClr val="D79A24"/>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267" name="TextBox 14">
            <a:extLst xmlns:a="http://schemas.openxmlformats.org/drawingml/2006/main">
              <a:ext uri="{FF2B5EF4-FFF2-40B4-BE49-F238E27FC236}">
                <a16:creationId xmlns:a16="http://schemas.microsoft.com/office/drawing/2014/main" id="{5D53C163-D7CA-4872-BCBE-E3EFB0A198C9}"/>
              </a:ext>
            </a:extLst>
          </p:cNvPr>
          <p:cNvSpPr>
            <a:spLocks xmlns:a="http://schemas.openxmlformats.org/drawingml/2006/main" noGrp="1"/>
          </p:cNvSpPr>
          <p:nvPr/>
        </p:nvSpPr>
        <p:spPr>
          <a:xfrm xmlns:a="http://schemas.openxmlformats.org/drawingml/2006/main">
            <a:off x="1700783" y="3749040"/>
            <a:ext cx="594362" cy="18608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200" b="1">
                <a:solidFill>
                  <a:srgbClr val="D79A24"/>
                </a:solidFill>
                <a:latin typeface="Helvetica Neue"/>
                <a:ea typeface="Helvetica Neue"/>
                <a:cs typeface="Helvetica Neue"/>
              </a:defRPr>
            </a:lvl1pPr>
          </a:lstStyle>
          <a:p xmlns:a="http://schemas.openxmlformats.org/drawingml/2006/main">
            <a:pPr>
              <a:buNone/>
            </a:pPr>
            <a:r>
              <a:t>P3</a:t>
            </a:r>
          </a:p>
        </p:txBody>
      </p:sp>
      <p:sp>
        <p:nvSpPr>
          <p:cNvPr id="2268" name="TextBox 15">
            <a:extLst xmlns:a="http://schemas.openxmlformats.org/drawingml/2006/main">
              <a:ext uri="{FF2B5EF4-FFF2-40B4-BE49-F238E27FC236}">
                <a16:creationId xmlns:a16="http://schemas.microsoft.com/office/drawing/2014/main" id="{9A6206DB-6D82-416B-B5B9-FDDB6FA4DCDC}"/>
              </a:ext>
            </a:extLst>
          </p:cNvPr>
          <p:cNvSpPr>
            <a:spLocks xmlns:a="http://schemas.openxmlformats.org/drawingml/2006/main" noGrp="1"/>
          </p:cNvSpPr>
          <p:nvPr/>
        </p:nvSpPr>
        <p:spPr>
          <a:xfrm xmlns:a="http://schemas.openxmlformats.org/drawingml/2006/main">
            <a:off x="2377438" y="3675888"/>
            <a:ext cx="3246124" cy="2978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900" b="1">
                <a:solidFill>
                  <a:srgbClr val="111318"/>
                </a:solidFill>
                <a:latin typeface="Helvetica Neue"/>
                <a:ea typeface="Helvetica Neue"/>
                <a:cs typeface="Helvetica Neue"/>
              </a:defRPr>
            </a:lvl1pPr>
          </a:lstStyle>
          <a:p xmlns:a="http://schemas.openxmlformats.org/drawingml/2006/main">
            <a:pPr>
              <a:buNone/>
            </a:pPr>
            <a:r>
              <a:t>Symmetry</a:t>
            </a:r>
          </a:p>
        </p:txBody>
      </p:sp>
      <p:sp>
        <p:nvSpPr>
          <p:cNvPr id="2269" name="TextBox 16">
            <a:extLst xmlns:a="http://schemas.openxmlformats.org/drawingml/2006/main">
              <a:ext uri="{FF2B5EF4-FFF2-40B4-BE49-F238E27FC236}">
                <a16:creationId xmlns:a16="http://schemas.microsoft.com/office/drawing/2014/main" id="{F1F689F7-EF67-412E-842A-0C82C0F85579}"/>
              </a:ext>
            </a:extLst>
          </p:cNvPr>
          <p:cNvSpPr>
            <a:spLocks xmlns:a="http://schemas.openxmlformats.org/drawingml/2006/main" noGrp="1"/>
          </p:cNvSpPr>
          <p:nvPr/>
        </p:nvSpPr>
        <p:spPr>
          <a:xfrm xmlns:a="http://schemas.openxmlformats.org/drawingml/2006/main">
            <a:off x="6400800" y="3712464"/>
            <a:ext cx="3200400" cy="223075"/>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500" b="1">
                <a:solidFill>
                  <a:srgbClr val="D79A24"/>
                </a:solidFill>
                <a:latin typeface="Helvetica Neue"/>
                <a:ea typeface="Helvetica Neue"/>
                <a:cs typeface="Helvetica Neue"/>
              </a:defRPr>
            </a:pPr>
            <a:r>
              <a:t>• </a:t>
            </a:r>
            <a:r>
              <a:rPr b="0">
                <a:solidFill>
                  <a:srgbClr val="73777F"/>
                </a:solidFill>
              </a:rPr>
              <a:t>No default winner</a:t>
            </a:r>
          </a:p>
        </p:txBody>
      </p:sp>
      <p:sp>
        <p:nvSpPr>
          <p:cNvPr id="2270" name="Oval 17">
            <a:extLst xmlns:a="http://schemas.openxmlformats.org/drawingml/2006/main">
              <a:ext uri="{FF2B5EF4-FFF2-40B4-BE49-F238E27FC236}">
                <a16:creationId xmlns:a16="http://schemas.microsoft.com/office/drawing/2014/main" id="{A8BBDB73-4801-48C1-AE9C-F031993EF40F}"/>
              </a:ext>
            </a:extLst>
          </p:cNvPr>
          <p:cNvSpPr>
            <a:spLocks xmlns:a="http://schemas.openxmlformats.org/drawingml/2006/main" noGrp="1"/>
          </p:cNvSpPr>
          <p:nvPr/>
        </p:nvSpPr>
        <p:spPr>
          <a:xfrm xmlns:a="http://schemas.openxmlformats.org/drawingml/2006/main">
            <a:off x="1216149" y="4809744"/>
            <a:ext cx="164607" cy="164607"/>
          </a:xfrm>
          <a:prstGeom xmlns:a="http://schemas.openxmlformats.org/drawingml/2006/main" prst="ellipse">
            <a:avLst/>
          </a:prstGeom>
          <a:solidFill xmlns:a="http://schemas.openxmlformats.org/drawingml/2006/main">
            <a:srgbClr val="1FA873"/>
          </a:solidFill>
          <a:ln xmlns:a="http://schemas.openxmlformats.org/drawingml/2006/main" w="10160">
            <a:solidFill>
              <a:srgbClr val="1FA873"/>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271" name="TextBox 18">
            <a:extLst xmlns:a="http://schemas.openxmlformats.org/drawingml/2006/main">
              <a:ext uri="{FF2B5EF4-FFF2-40B4-BE49-F238E27FC236}">
                <a16:creationId xmlns:a16="http://schemas.microsoft.com/office/drawing/2014/main" id="{E7BE2637-58F4-4FB7-B5C2-D4A7D741F76A}"/>
              </a:ext>
            </a:extLst>
          </p:cNvPr>
          <p:cNvSpPr>
            <a:spLocks xmlns:a="http://schemas.openxmlformats.org/drawingml/2006/main" noGrp="1"/>
          </p:cNvSpPr>
          <p:nvPr/>
        </p:nvSpPr>
        <p:spPr>
          <a:xfrm xmlns:a="http://schemas.openxmlformats.org/drawingml/2006/main">
            <a:off x="1700783" y="4718303"/>
            <a:ext cx="594362" cy="18608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200" b="1">
                <a:solidFill>
                  <a:srgbClr val="1FA873"/>
                </a:solidFill>
                <a:latin typeface="Helvetica Neue"/>
                <a:ea typeface="Helvetica Neue"/>
                <a:cs typeface="Helvetica Neue"/>
              </a:defRPr>
            </a:lvl1pPr>
          </a:lstStyle>
          <a:p xmlns:a="http://schemas.openxmlformats.org/drawingml/2006/main">
            <a:pPr>
              <a:buNone/>
            </a:pPr>
            <a:r>
              <a:t>P4</a:t>
            </a:r>
          </a:p>
        </p:txBody>
      </p:sp>
      <p:sp>
        <p:nvSpPr>
          <p:cNvPr id="2272" name="TextBox 19">
            <a:extLst xmlns:a="http://schemas.openxmlformats.org/drawingml/2006/main">
              <a:ext uri="{FF2B5EF4-FFF2-40B4-BE49-F238E27FC236}">
                <a16:creationId xmlns:a16="http://schemas.microsoft.com/office/drawing/2014/main" id="{8F1D0517-3A2D-4334-9F89-8E96541E02B1}"/>
              </a:ext>
            </a:extLst>
          </p:cNvPr>
          <p:cNvSpPr>
            <a:spLocks xmlns:a="http://schemas.openxmlformats.org/drawingml/2006/main" noGrp="1"/>
          </p:cNvSpPr>
          <p:nvPr/>
        </p:nvSpPr>
        <p:spPr>
          <a:xfrm xmlns:a="http://schemas.openxmlformats.org/drawingml/2006/main">
            <a:off x="2377438" y="4645152"/>
            <a:ext cx="3246124" cy="2978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900" b="1">
                <a:solidFill>
                  <a:srgbClr val="111318"/>
                </a:solidFill>
                <a:latin typeface="Helvetica Neue"/>
                <a:ea typeface="Helvetica Neue"/>
                <a:cs typeface="Helvetica Neue"/>
              </a:defRPr>
            </a:lvl1pPr>
          </a:lstStyle>
          <a:p xmlns:a="http://schemas.openxmlformats.org/drawingml/2006/main">
            <a:pPr>
              <a:buNone/>
            </a:pPr>
            <a:r>
              <a:t>Behavioral recovery</a:t>
            </a:r>
          </a:p>
        </p:txBody>
      </p:sp>
      <p:sp>
        <p:nvSpPr>
          <p:cNvPr id="2273" name="TextBox 20">
            <a:extLst xmlns:a="http://schemas.openxmlformats.org/drawingml/2006/main">
              <a:ext uri="{FF2B5EF4-FFF2-40B4-BE49-F238E27FC236}">
                <a16:creationId xmlns:a16="http://schemas.microsoft.com/office/drawing/2014/main" id="{E0DD5E84-E5A8-4771-8A2C-3ADA1C8BAF3D}"/>
              </a:ext>
            </a:extLst>
          </p:cNvPr>
          <p:cNvSpPr>
            <a:spLocks xmlns:a="http://schemas.openxmlformats.org/drawingml/2006/main" noGrp="1"/>
          </p:cNvSpPr>
          <p:nvPr/>
        </p:nvSpPr>
        <p:spPr>
          <a:xfrm xmlns:a="http://schemas.openxmlformats.org/drawingml/2006/main">
            <a:off x="6400800" y="4681728"/>
            <a:ext cx="3200400" cy="223075"/>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500" b="1">
                <a:solidFill>
                  <a:srgbClr val="1FA873"/>
                </a:solidFill>
                <a:latin typeface="Helvetica Neue"/>
                <a:ea typeface="Helvetica Neue"/>
                <a:cs typeface="Helvetica Neue"/>
              </a:defRPr>
            </a:pPr>
            <a:r>
              <a:t>• </a:t>
            </a:r>
            <a:r>
              <a:rPr b="0">
                <a:solidFill>
                  <a:srgbClr val="73777F"/>
                </a:solidFill>
              </a:rPr>
              <a:t>No outside labels</a:t>
            </a:r>
          </a:p>
        </p:txBody>
      </p:sp>
    </p:spTree>
    <p:extLst>
      <p:ext uri="{BB962C8B-B14F-4D97-AF65-F5344CB8AC3E}">
        <p14:creationId xmlns:p14="http://schemas.microsoft.com/office/powerpoint/2010/main" val="1997093218"/>
      </p:ext>
    </p:extLst>
  </p:cSld>
</p:sld>
</file>

<file path=ppt/slides/slide27.xml><?xml version="1.0" encoding="utf-8"?>
<p:sld xmlns:p="http://schemas.openxmlformats.org/presentationml/2006/main" showMasterSp="1">
  <p:cSld>
    <p:spTree>
      <p:nvGrpSpPr>
        <p:cNvPr id="1" name=""/>
        <p:cNvGrpSpPr/>
        <p:nvPr/>
      </p:nvGrpSpPr>
      <p:grpSpPr>
        <a:xfrm xmlns:a="http://schemas.openxmlformats.org/drawingml/2006/main"/>
      </p:grpSpPr>
      <p:sp>
        <p:nvSpPr>
          <p:cNvPr id="2275" name="TextBox 1">
            <a:extLst xmlns:a="http://schemas.openxmlformats.org/drawingml/2006/main">
              <a:ext uri="{FF2B5EF4-FFF2-40B4-BE49-F238E27FC236}">
                <a16:creationId xmlns:a16="http://schemas.microsoft.com/office/drawing/2014/main" id="{C4C955C2-B648-42E6-8469-A5F436C014D2}"/>
              </a:ext>
            </a:extLst>
          </p:cNvPr>
          <p:cNvSpPr>
            <a:spLocks xmlns:a="http://schemas.openxmlformats.org/drawingml/2006/main" noGrp="1"/>
          </p:cNvSpPr>
          <p:nvPr/>
        </p:nvSpPr>
        <p:spPr>
          <a:xfrm xmlns:a="http://schemas.openxmlformats.org/drawingml/2006/main">
            <a:off x="603501" y="420623"/>
            <a:ext cx="4389125" cy="14871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000" b="1">
                <a:solidFill>
                  <a:srgbClr val="73777F"/>
                </a:solidFill>
                <a:latin typeface="Helvetica Neue"/>
                <a:ea typeface="Helvetica Neue"/>
                <a:cs typeface="Helvetica Neue"/>
              </a:defRPr>
            </a:lvl1pPr>
          </a:lstStyle>
          <a:p xmlns:a="http://schemas.openxmlformats.org/drawingml/2006/main">
            <a:pPr>
              <a:buNone/>
            </a:pPr>
            <a:r>
              <a:t>IMPLEMENTATION</a:t>
            </a:r>
          </a:p>
        </p:txBody>
      </p:sp>
      <p:sp>
        <p:nvSpPr>
          <p:cNvPr id="2276" name="TextBox 2">
            <a:extLst xmlns:a="http://schemas.openxmlformats.org/drawingml/2006/main">
              <a:ext uri="{FF2B5EF4-FFF2-40B4-BE49-F238E27FC236}">
                <a16:creationId xmlns:a16="http://schemas.microsoft.com/office/drawing/2014/main" id="{D7992B2F-DBDE-4E3B-8AE6-53B65D2A4D5E}"/>
              </a:ext>
            </a:extLst>
          </p:cNvPr>
          <p:cNvSpPr>
            <a:spLocks xmlns:a="http://schemas.openxmlformats.org/drawingml/2006/main" noGrp="1"/>
          </p:cNvSpPr>
          <p:nvPr/>
        </p:nvSpPr>
        <p:spPr>
          <a:xfrm xmlns:a="http://schemas.openxmlformats.org/drawingml/2006/main">
            <a:off x="603504" y="786383"/>
            <a:ext cx="10515601" cy="458849"/>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3000" b="1">
                <a:solidFill>
                  <a:srgbClr val="111318"/>
                </a:solidFill>
                <a:latin typeface="Helvetica Neue"/>
                <a:ea typeface="Helvetica Neue"/>
                <a:cs typeface="Helvetica Neue"/>
              </a:defRPr>
            </a:lvl1pPr>
          </a:lstStyle>
          <a:p xmlns:a="http://schemas.openxmlformats.org/drawingml/2006/main">
            <a:pPr>
              <a:buNone/>
            </a:pPr>
            <a:r>
              <a:t>Principles become operations</a:t>
            </a:r>
          </a:p>
        </p:txBody>
      </p:sp>
      <p:sp>
        <p:nvSpPr>
          <p:cNvPr id="2277" name="TextBox 3">
            <a:extLst xmlns:a="http://schemas.openxmlformats.org/drawingml/2006/main">
              <a:ext uri="{FF2B5EF4-FFF2-40B4-BE49-F238E27FC236}">
                <a16:creationId xmlns:a16="http://schemas.microsoft.com/office/drawing/2014/main" id="{A8114756-48A4-4609-9D2F-DAE8D91F053D}"/>
              </a:ext>
            </a:extLst>
          </p:cNvPr>
          <p:cNvSpPr>
            <a:spLocks xmlns:a="http://schemas.openxmlformats.org/drawingml/2006/main" noGrp="1"/>
          </p:cNvSpPr>
          <p:nvPr/>
        </p:nvSpPr>
        <p:spPr>
          <a:xfrm xmlns:a="http://schemas.openxmlformats.org/drawingml/2006/main">
            <a:off x="11082528" y="457198"/>
            <a:ext cx="438915" cy="136385"/>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r">
              <a:buNone/>
              <a:defRPr sz="900" b="1">
                <a:solidFill>
                  <a:srgbClr val="73777F"/>
                </a:solidFill>
                <a:latin typeface="Helvetica Neue"/>
                <a:ea typeface="Helvetica Neue"/>
                <a:cs typeface="Helvetica Neue"/>
              </a:defRPr>
            </a:lvl1pPr>
          </a:lstStyle>
          <a:p xmlns:a="http://schemas.openxmlformats.org/drawingml/2006/main">
            <a:pPr>
              <a:buNone/>
            </a:pPr>
            <a:r>
              <a:t>12</a:t>
            </a:r>
          </a:p>
        </p:txBody>
      </p:sp>
      <p:sp>
        <p:nvSpPr>
          <p:cNvPr id="2278" name="Connector 4">
            <a:extLst xmlns:a="http://schemas.openxmlformats.org/drawingml/2006/main">
              <a:ext uri="{FF2B5EF4-FFF2-40B4-BE49-F238E27FC236}">
                <a16:creationId xmlns:a16="http://schemas.microsoft.com/office/drawing/2014/main" id="{7C4AA65F-3FB8-4944-86B9-337888FB9A72}"/>
              </a:ext>
            </a:extLst>
          </p:cNvPr>
          <p:cNvSpPr>
            <a:spLocks xmlns:a="http://schemas.openxmlformats.org/drawingml/2006/main" noGrp="1"/>
          </p:cNvSpPr>
          <p:nvPr/>
        </p:nvSpPr>
        <p:spPr>
          <a:xfrm xmlns:a="http://schemas.openxmlformats.org/drawingml/2006/main" flipH="1">
            <a:off x="1298447" y="1664205"/>
            <a:ext cx="3" cy="3621027"/>
          </a:xfrm>
          <a:prstGeom xmlns:a="http://schemas.openxmlformats.org/drawingml/2006/main" prst="line">
            <a:avLst/>
          </a:prstGeom>
          <a:ln xmlns:a="http://schemas.openxmlformats.org/drawingml/2006/main" w="1778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279" name="Oval 5">
            <a:extLst xmlns:a="http://schemas.openxmlformats.org/drawingml/2006/main">
              <a:ext uri="{FF2B5EF4-FFF2-40B4-BE49-F238E27FC236}">
                <a16:creationId xmlns:a16="http://schemas.microsoft.com/office/drawing/2014/main" id="{BE58E6A7-E6B2-455B-9299-22C60476712F}"/>
              </a:ext>
            </a:extLst>
          </p:cNvPr>
          <p:cNvSpPr>
            <a:spLocks xmlns:a="http://schemas.openxmlformats.org/drawingml/2006/main" noGrp="1"/>
          </p:cNvSpPr>
          <p:nvPr/>
        </p:nvSpPr>
        <p:spPr>
          <a:xfrm xmlns:a="http://schemas.openxmlformats.org/drawingml/2006/main">
            <a:off x="1216149" y="1810511"/>
            <a:ext cx="164597" cy="164594"/>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280" name="TextBox 6">
            <a:extLst xmlns:a="http://schemas.openxmlformats.org/drawingml/2006/main">
              <a:ext uri="{FF2B5EF4-FFF2-40B4-BE49-F238E27FC236}">
                <a16:creationId xmlns:a16="http://schemas.microsoft.com/office/drawing/2014/main" id="{2FCEFD20-AA4D-4896-8B3D-EDFFBAE2E75B}"/>
              </a:ext>
            </a:extLst>
          </p:cNvPr>
          <p:cNvSpPr>
            <a:spLocks xmlns:a="http://schemas.openxmlformats.org/drawingml/2006/main" noGrp="1"/>
          </p:cNvSpPr>
          <p:nvPr/>
        </p:nvSpPr>
        <p:spPr>
          <a:xfrm xmlns:a="http://schemas.openxmlformats.org/drawingml/2006/main">
            <a:off x="1700783" y="1810511"/>
            <a:ext cx="594362" cy="16104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100" b="1">
                <a:solidFill>
                  <a:srgbClr val="3977F6"/>
                </a:solidFill>
                <a:latin typeface="Helvetica Neue"/>
                <a:ea typeface="Helvetica Neue"/>
                <a:cs typeface="Helvetica Neue"/>
              </a:defRPr>
            </a:lvl1pPr>
          </a:lstStyle>
          <a:p xmlns:a="http://schemas.openxmlformats.org/drawingml/2006/main">
            <a:pPr>
              <a:buNone/>
            </a:pPr>
            <a:r>
              <a:t>P1</a:t>
            </a:r>
          </a:p>
        </p:txBody>
      </p:sp>
      <p:sp>
        <p:nvSpPr>
          <p:cNvPr id="2281" name="TextBox 7">
            <a:extLst xmlns:a="http://schemas.openxmlformats.org/drawingml/2006/main">
              <a:ext uri="{FF2B5EF4-FFF2-40B4-BE49-F238E27FC236}">
                <a16:creationId xmlns:a16="http://schemas.microsoft.com/office/drawing/2014/main" id="{1FEF1BCA-A131-41CE-BF5A-F9F846B15A0F}"/>
              </a:ext>
            </a:extLst>
          </p:cNvPr>
          <p:cNvSpPr>
            <a:spLocks xmlns:a="http://schemas.openxmlformats.org/drawingml/2006/main" noGrp="1"/>
          </p:cNvSpPr>
          <p:nvPr/>
        </p:nvSpPr>
        <p:spPr>
          <a:xfrm xmlns:a="http://schemas.openxmlformats.org/drawingml/2006/main">
            <a:off x="2313431" y="1755648"/>
            <a:ext cx="2697484" cy="26043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700" b="1">
                <a:solidFill>
                  <a:srgbClr val="111318"/>
                </a:solidFill>
                <a:latin typeface="Helvetica Neue"/>
                <a:ea typeface="Helvetica Neue"/>
                <a:cs typeface="Helvetica Neue"/>
              </a:defRPr>
            </a:lvl1pPr>
          </a:lstStyle>
          <a:p xmlns:a="http://schemas.openxmlformats.org/drawingml/2006/main">
            <a:pPr>
              <a:buNone/>
            </a:pPr>
            <a:r>
              <a:t>≥3 ratings</a:t>
            </a:r>
          </a:p>
        </p:txBody>
      </p:sp>
      <p:sp>
        <p:nvSpPr>
          <p:cNvPr id="2282" name="TextBox 8">
            <a:extLst xmlns:a="http://schemas.openxmlformats.org/drawingml/2006/main">
              <a:ext uri="{FF2B5EF4-FFF2-40B4-BE49-F238E27FC236}">
                <a16:creationId xmlns:a16="http://schemas.microsoft.com/office/drawing/2014/main" id="{4CE0F182-A579-48D8-ABB9-46CE2BCF21D5}"/>
              </a:ext>
            </a:extLst>
          </p:cNvPr>
          <p:cNvSpPr>
            <a:spLocks xmlns:a="http://schemas.openxmlformats.org/drawingml/2006/main" noGrp="1"/>
          </p:cNvSpPr>
          <p:nvPr/>
        </p:nvSpPr>
        <p:spPr>
          <a:xfrm xmlns:a="http://schemas.openxmlformats.org/drawingml/2006/main">
            <a:off x="5074920" y="1783077"/>
            <a:ext cx="2331723" cy="198412"/>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300" b="1">
                <a:solidFill>
                  <a:srgbClr val="3977F6"/>
                </a:solidFill>
                <a:latin typeface="Helvetica Neue"/>
                <a:ea typeface="Helvetica Neue"/>
                <a:cs typeface="Helvetica Neue"/>
              </a:defRPr>
            </a:pPr>
            <a:r>
              <a:t>• </a:t>
            </a:r>
            <a:r>
              <a:rPr b="0">
                <a:solidFill>
                  <a:srgbClr val="73777F"/>
                </a:solidFill>
              </a:rPr>
              <a:t>from every group</a:t>
            </a:r>
          </a:p>
        </p:txBody>
      </p:sp>
      <p:sp>
        <p:nvSpPr>
          <p:cNvPr id="2283" name="TextBox 9">
            <a:extLst xmlns:a="http://schemas.openxmlformats.org/drawingml/2006/main">
              <a:ext uri="{FF2B5EF4-FFF2-40B4-BE49-F238E27FC236}">
                <a16:creationId xmlns:a16="http://schemas.microsoft.com/office/drawing/2014/main" id="{950B05AD-D3B6-4CD0-BA34-3490EEFA342E}"/>
              </a:ext>
            </a:extLst>
          </p:cNvPr>
          <p:cNvSpPr>
            <a:spLocks xmlns:a="http://schemas.openxmlformats.org/drawingml/2006/main" noGrp="1"/>
          </p:cNvSpPr>
          <p:nvPr/>
        </p:nvSpPr>
        <p:spPr>
          <a:xfrm xmlns:a="http://schemas.openxmlformats.org/drawingml/2006/main">
            <a:off x="7845552" y="1609344"/>
            <a:ext cx="3520443" cy="136385"/>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900" b="1">
                <a:solidFill>
                  <a:srgbClr val="73777F"/>
                </a:solidFill>
                <a:latin typeface="Helvetica Neue"/>
                <a:ea typeface="Helvetica Neue"/>
                <a:cs typeface="Helvetica Neue"/>
              </a:defRPr>
            </a:lvl1pPr>
          </a:lstStyle>
          <a:p xmlns:a="http://schemas.openxmlformats.org/drawingml/2006/main">
            <a:pPr>
              <a:buNone/>
            </a:pPr>
            <a:r>
              <a:t>CHECK 1 · PRESENCE</a:t>
            </a:r>
          </a:p>
        </p:txBody>
      </p:sp>
      <p:sp>
        <p:nvSpPr>
          <p:cNvPr id="2284" name="TextBox 10">
            <a:extLst xmlns:a="http://schemas.openxmlformats.org/drawingml/2006/main">
              <a:ext uri="{FF2B5EF4-FFF2-40B4-BE49-F238E27FC236}">
                <a16:creationId xmlns:a16="http://schemas.microsoft.com/office/drawing/2014/main" id="{98577FE4-9FBF-4820-9EB8-477666A3D2A7}"/>
              </a:ext>
            </a:extLst>
          </p:cNvPr>
          <p:cNvSpPr>
            <a:spLocks xmlns:a="http://schemas.openxmlformats.org/drawingml/2006/main" noGrp="1"/>
          </p:cNvSpPr>
          <p:nvPr/>
        </p:nvSpPr>
        <p:spPr>
          <a:xfrm xmlns:a="http://schemas.openxmlformats.org/drawingml/2006/main">
            <a:off x="7845552" y="1993392"/>
            <a:ext cx="1188723"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800" b="1">
                <a:solidFill>
                  <a:srgbClr val="73777F"/>
                </a:solidFill>
                <a:latin typeface="Helvetica Neue"/>
                <a:ea typeface="Helvetica Neue"/>
                <a:cs typeface="Helvetica Neue"/>
              </a:defRPr>
            </a:lvl1pPr>
          </a:lstStyle>
          <a:p xmlns:a="http://schemas.openxmlformats.org/drawingml/2006/main">
            <a:pPr>
              <a:buNone/>
            </a:pPr>
            <a:r>
              <a:t>SAME NOTE</a:t>
            </a:r>
          </a:p>
        </p:txBody>
      </p:sp>
      <p:sp>
        <p:nvSpPr>
          <p:cNvPr id="2285" name="TextBox 11">
            <a:extLst xmlns:a="http://schemas.openxmlformats.org/drawingml/2006/main">
              <a:ext uri="{FF2B5EF4-FFF2-40B4-BE49-F238E27FC236}">
                <a16:creationId xmlns:a16="http://schemas.microsoft.com/office/drawing/2014/main" id="{772D0712-3F7E-47AF-A164-2B1318C23A31}"/>
              </a:ext>
            </a:extLst>
          </p:cNvPr>
          <p:cNvSpPr>
            <a:spLocks xmlns:a="http://schemas.openxmlformats.org/drawingml/2006/main" noGrp="1"/>
          </p:cNvSpPr>
          <p:nvPr/>
        </p:nvSpPr>
        <p:spPr>
          <a:xfrm xmlns:a="http://schemas.openxmlformats.org/drawingml/2006/main">
            <a:off x="7845552" y="2468877"/>
            <a:ext cx="1554483" cy="136386"/>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900" b="1">
                <a:solidFill>
                  <a:srgbClr val="3977F6"/>
                </a:solidFill>
                <a:latin typeface="Helvetica Neue"/>
                <a:ea typeface="Helvetica Neue"/>
                <a:cs typeface="Helvetica Neue"/>
              </a:defRPr>
            </a:lvl1pPr>
          </a:lstStyle>
          <a:p xmlns:a="http://schemas.openxmlformats.org/drawingml/2006/main">
            <a:pPr>
              <a:buNone/>
            </a:pPr>
            <a:r>
              <a:t>CONSTITUENCY A</a:t>
            </a:r>
          </a:p>
        </p:txBody>
      </p:sp>
      <p:sp>
        <p:nvSpPr>
          <p:cNvPr id="2286" name="TextBox 12">
            <a:extLst xmlns:a="http://schemas.openxmlformats.org/drawingml/2006/main">
              <a:ext uri="{FF2B5EF4-FFF2-40B4-BE49-F238E27FC236}">
                <a16:creationId xmlns:a16="http://schemas.microsoft.com/office/drawing/2014/main" id="{4AC7F3BA-F4DA-4658-A7DF-6F7787DF9EB6}"/>
              </a:ext>
            </a:extLst>
          </p:cNvPr>
          <p:cNvSpPr>
            <a:spLocks xmlns:a="http://schemas.openxmlformats.org/drawingml/2006/main" noGrp="1"/>
          </p:cNvSpPr>
          <p:nvPr/>
        </p:nvSpPr>
        <p:spPr>
          <a:xfrm xmlns:a="http://schemas.openxmlformats.org/drawingml/2006/main">
            <a:off x="9464040" y="2395727"/>
            <a:ext cx="1097283" cy="26043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700" b="1">
                <a:solidFill>
                  <a:srgbClr val="111318"/>
                </a:solidFill>
                <a:latin typeface="Helvetica Neue"/>
                <a:ea typeface="Helvetica Neue"/>
                <a:cs typeface="Helvetica Neue"/>
              </a:defRPr>
            </a:lvl1pPr>
          </a:lstStyle>
          <a:p xmlns:a="http://schemas.openxmlformats.org/drawingml/2006/main">
            <a:pPr>
              <a:buNone/>
            </a:pPr>
            <a:r>
              <a:t>90 ratings</a:t>
            </a:r>
          </a:p>
        </p:txBody>
      </p:sp>
      <p:sp>
        <p:nvSpPr>
          <p:cNvPr id="2287" name="Oval 13">
            <a:extLst xmlns:a="http://schemas.openxmlformats.org/drawingml/2006/main">
              <a:ext uri="{FF2B5EF4-FFF2-40B4-BE49-F238E27FC236}">
                <a16:creationId xmlns:a16="http://schemas.microsoft.com/office/drawing/2014/main" id="{1BE57AA9-9EB3-4C7E-A725-926C884C5A99}"/>
              </a:ext>
            </a:extLst>
          </p:cNvPr>
          <p:cNvSpPr>
            <a:spLocks xmlns:a="http://schemas.openxmlformats.org/drawingml/2006/main" noGrp="1"/>
          </p:cNvSpPr>
          <p:nvPr/>
        </p:nvSpPr>
        <p:spPr>
          <a:xfrm xmlns:a="http://schemas.openxmlformats.org/drawingml/2006/main">
            <a:off x="10899647" y="2414016"/>
            <a:ext cx="237749" cy="237749"/>
          </a:xfrm>
          <a:prstGeom xmlns:a="http://schemas.openxmlformats.org/drawingml/2006/main" prst="ellipse">
            <a:avLst/>
          </a:prstGeom>
          <a:solidFill xmlns:a="http://schemas.openxmlformats.org/drawingml/2006/main">
            <a:srgbClr val="1FA873"/>
          </a:solidFill>
          <a:ln xmlns:a="http://schemas.openxmlformats.org/drawingml/2006/main" w="10160">
            <a:solidFill>
              <a:srgbClr val="1FA873"/>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288" name="Connector 14">
            <a:extLst xmlns:a="http://schemas.openxmlformats.org/drawingml/2006/main">
              <a:ext uri="{FF2B5EF4-FFF2-40B4-BE49-F238E27FC236}">
                <a16:creationId xmlns:a16="http://schemas.microsoft.com/office/drawing/2014/main" id="{5A7B0766-1739-4CDA-98BD-50F16C2AC9C8}"/>
              </a:ext>
            </a:extLst>
          </p:cNvPr>
          <p:cNvSpPr>
            <a:spLocks xmlns:a="http://schemas.openxmlformats.org/drawingml/2006/main" noGrp="1"/>
          </p:cNvSpPr>
          <p:nvPr/>
        </p:nvSpPr>
        <p:spPr>
          <a:xfrm xmlns:a="http://schemas.openxmlformats.org/drawingml/2006/main">
            <a:off x="10945368" y="2532888"/>
            <a:ext cx="45723" cy="45723"/>
          </a:xfrm>
          <a:prstGeom xmlns:a="http://schemas.openxmlformats.org/drawingml/2006/main" prst="line">
            <a:avLst/>
          </a:prstGeom>
          <a:ln xmlns:a="http://schemas.openxmlformats.org/drawingml/2006/main" w="15240">
            <a:solidFill>
              <a:srgbClr val="FFFFF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289" name="Connector 15">
            <a:extLst xmlns:a="http://schemas.openxmlformats.org/drawingml/2006/main">
              <a:ext uri="{FF2B5EF4-FFF2-40B4-BE49-F238E27FC236}">
                <a16:creationId xmlns:a16="http://schemas.microsoft.com/office/drawing/2014/main" id="{A4D610D8-8640-4914-9C13-FC710124F3D7}"/>
              </a:ext>
            </a:extLst>
          </p:cNvPr>
          <p:cNvSpPr>
            <a:spLocks xmlns:a="http://schemas.openxmlformats.org/drawingml/2006/main" noGrp="1"/>
          </p:cNvSpPr>
          <p:nvPr/>
        </p:nvSpPr>
        <p:spPr>
          <a:xfrm xmlns:a="http://schemas.openxmlformats.org/drawingml/2006/main" flipV="1">
            <a:off x="10991087" y="2468878"/>
            <a:ext cx="91443" cy="109731"/>
          </a:xfrm>
          <a:prstGeom xmlns:a="http://schemas.openxmlformats.org/drawingml/2006/main" prst="line">
            <a:avLst/>
          </a:prstGeom>
          <a:ln xmlns:a="http://schemas.openxmlformats.org/drawingml/2006/main" w="15240">
            <a:solidFill>
              <a:srgbClr val="FFFFF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290" name="Connector 16">
            <a:extLst xmlns:a="http://schemas.openxmlformats.org/drawingml/2006/main">
              <a:ext uri="{FF2B5EF4-FFF2-40B4-BE49-F238E27FC236}">
                <a16:creationId xmlns:a16="http://schemas.microsoft.com/office/drawing/2014/main" id="{7AAE5309-DB39-435F-8922-3A6F185A12A4}"/>
              </a:ext>
            </a:extLst>
          </p:cNvPr>
          <p:cNvSpPr>
            <a:spLocks xmlns:a="http://schemas.openxmlformats.org/drawingml/2006/main" noGrp="1"/>
          </p:cNvSpPr>
          <p:nvPr/>
        </p:nvSpPr>
        <p:spPr>
          <a:xfrm xmlns:a="http://schemas.openxmlformats.org/drawingml/2006/main">
            <a:off x="7845552" y="2907792"/>
            <a:ext cx="3456433" cy="2"/>
          </a:xfrm>
          <a:prstGeom xmlns:a="http://schemas.openxmlformats.org/drawingml/2006/main" prst="line">
            <a:avLst/>
          </a:prstGeom>
          <a:ln xmlns:a="http://schemas.openxmlformats.org/drawingml/2006/main" w="1016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291" name="TextBox 17">
            <a:extLst xmlns:a="http://schemas.openxmlformats.org/drawingml/2006/main">
              <a:ext uri="{FF2B5EF4-FFF2-40B4-BE49-F238E27FC236}">
                <a16:creationId xmlns:a16="http://schemas.microsoft.com/office/drawing/2014/main" id="{5897AA98-9E45-4C19-8451-2B9591134622}"/>
              </a:ext>
            </a:extLst>
          </p:cNvPr>
          <p:cNvSpPr>
            <a:spLocks xmlns:a="http://schemas.openxmlformats.org/drawingml/2006/main" noGrp="1"/>
          </p:cNvSpPr>
          <p:nvPr/>
        </p:nvSpPr>
        <p:spPr>
          <a:xfrm xmlns:a="http://schemas.openxmlformats.org/drawingml/2006/main">
            <a:off x="7845552" y="3246120"/>
            <a:ext cx="1554483" cy="136385"/>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900" b="1">
                <a:solidFill>
                  <a:srgbClr val="FF705B"/>
                </a:solidFill>
                <a:latin typeface="Helvetica Neue"/>
                <a:ea typeface="Helvetica Neue"/>
                <a:cs typeface="Helvetica Neue"/>
              </a:defRPr>
            </a:lvl1pPr>
          </a:lstStyle>
          <a:p xmlns:a="http://schemas.openxmlformats.org/drawingml/2006/main">
            <a:pPr>
              <a:buNone/>
            </a:pPr>
            <a:r>
              <a:t>CONSTITUENCY B</a:t>
            </a:r>
          </a:p>
        </p:txBody>
      </p:sp>
      <p:sp>
        <p:nvSpPr>
          <p:cNvPr id="2292" name="TextBox 18">
            <a:extLst xmlns:a="http://schemas.openxmlformats.org/drawingml/2006/main">
              <a:ext uri="{FF2B5EF4-FFF2-40B4-BE49-F238E27FC236}">
                <a16:creationId xmlns:a16="http://schemas.microsoft.com/office/drawing/2014/main" id="{B42B10F7-6ADC-4B95-AD94-98D98015225F}"/>
              </a:ext>
            </a:extLst>
          </p:cNvPr>
          <p:cNvSpPr>
            <a:spLocks xmlns:a="http://schemas.openxmlformats.org/drawingml/2006/main" noGrp="1"/>
          </p:cNvSpPr>
          <p:nvPr/>
        </p:nvSpPr>
        <p:spPr>
          <a:xfrm xmlns:a="http://schemas.openxmlformats.org/drawingml/2006/main">
            <a:off x="9464040" y="3172966"/>
            <a:ext cx="1097283" cy="26043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700" b="1">
                <a:solidFill>
                  <a:srgbClr val="111318"/>
                </a:solidFill>
                <a:latin typeface="Helvetica Neue"/>
                <a:ea typeface="Helvetica Neue"/>
                <a:cs typeface="Helvetica Neue"/>
              </a:defRPr>
            </a:lvl1pPr>
          </a:lstStyle>
          <a:p xmlns:a="http://schemas.openxmlformats.org/drawingml/2006/main">
            <a:pPr>
              <a:buNone/>
            </a:pPr>
            <a:r>
              <a:t>2 ratings</a:t>
            </a:r>
          </a:p>
        </p:txBody>
      </p:sp>
      <p:sp>
        <p:nvSpPr>
          <p:cNvPr id="2293" name="Oval 19">
            <a:extLst xmlns:a="http://schemas.openxmlformats.org/drawingml/2006/main">
              <a:ext uri="{FF2B5EF4-FFF2-40B4-BE49-F238E27FC236}">
                <a16:creationId xmlns:a16="http://schemas.microsoft.com/office/drawing/2014/main" id="{D4123B75-5AFF-494A-9DDD-EBA9CC149AC1}"/>
              </a:ext>
            </a:extLst>
          </p:cNvPr>
          <p:cNvSpPr>
            <a:spLocks xmlns:a="http://schemas.openxmlformats.org/drawingml/2006/main" noGrp="1"/>
          </p:cNvSpPr>
          <p:nvPr/>
        </p:nvSpPr>
        <p:spPr>
          <a:xfrm xmlns:a="http://schemas.openxmlformats.org/drawingml/2006/main">
            <a:off x="10899647" y="3191255"/>
            <a:ext cx="237749" cy="237749"/>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294" name="Connector 20">
            <a:extLst xmlns:a="http://schemas.openxmlformats.org/drawingml/2006/main">
              <a:ext uri="{FF2B5EF4-FFF2-40B4-BE49-F238E27FC236}">
                <a16:creationId xmlns:a16="http://schemas.microsoft.com/office/drawing/2014/main" id="{DD82D611-92E2-45CD-98BB-3BE207DD84C3}"/>
              </a:ext>
            </a:extLst>
          </p:cNvPr>
          <p:cNvSpPr>
            <a:spLocks xmlns:a="http://schemas.openxmlformats.org/drawingml/2006/main" noGrp="1"/>
          </p:cNvSpPr>
          <p:nvPr/>
        </p:nvSpPr>
        <p:spPr>
          <a:xfrm xmlns:a="http://schemas.openxmlformats.org/drawingml/2006/main">
            <a:off x="10954511" y="3246119"/>
            <a:ext cx="109731" cy="109731"/>
          </a:xfrm>
          <a:prstGeom xmlns:a="http://schemas.openxmlformats.org/drawingml/2006/main" prst="line">
            <a:avLst/>
          </a:prstGeom>
          <a:ln xmlns:a="http://schemas.openxmlformats.org/drawingml/2006/main" w="15240">
            <a:solidFill>
              <a:srgbClr val="FFFFF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295" name="Connector 21">
            <a:extLst xmlns:a="http://schemas.openxmlformats.org/drawingml/2006/main">
              <a:ext uri="{FF2B5EF4-FFF2-40B4-BE49-F238E27FC236}">
                <a16:creationId xmlns:a16="http://schemas.microsoft.com/office/drawing/2014/main" id="{A80B554A-2579-4FD9-A6EA-DBA7046CB818}"/>
              </a:ext>
            </a:extLst>
          </p:cNvPr>
          <p:cNvSpPr>
            <a:spLocks xmlns:a="http://schemas.openxmlformats.org/drawingml/2006/main" noGrp="1"/>
          </p:cNvSpPr>
          <p:nvPr/>
        </p:nvSpPr>
        <p:spPr>
          <a:xfrm xmlns:a="http://schemas.openxmlformats.org/drawingml/2006/main" flipH="1">
            <a:off x="10954511" y="3246119"/>
            <a:ext cx="109731" cy="109731"/>
          </a:xfrm>
          <a:prstGeom xmlns:a="http://schemas.openxmlformats.org/drawingml/2006/main" prst="line">
            <a:avLst/>
          </a:prstGeom>
          <a:ln xmlns:a="http://schemas.openxmlformats.org/drawingml/2006/main" w="15240">
            <a:solidFill>
              <a:srgbClr val="FFFFF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296" name="TextBox 22">
            <a:extLst xmlns:a="http://schemas.openxmlformats.org/drawingml/2006/main">
              <a:ext uri="{FF2B5EF4-FFF2-40B4-BE49-F238E27FC236}">
                <a16:creationId xmlns:a16="http://schemas.microsoft.com/office/drawing/2014/main" id="{177D6992-BF5C-4083-96A6-9D492EEDF8C9}"/>
              </a:ext>
            </a:extLst>
          </p:cNvPr>
          <p:cNvSpPr>
            <a:spLocks xmlns:a="http://schemas.openxmlformats.org/drawingml/2006/main" noGrp="1"/>
          </p:cNvSpPr>
          <p:nvPr/>
        </p:nvSpPr>
        <p:spPr>
          <a:xfrm xmlns:a="http://schemas.openxmlformats.org/drawingml/2006/main">
            <a:off x="7845552" y="3931920"/>
            <a:ext cx="3493011" cy="396822"/>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2600" b="1">
                <a:solidFill>
                  <a:srgbClr val="FF705B"/>
                </a:solidFill>
                <a:latin typeface="Helvetica Neue"/>
                <a:ea typeface="Helvetica Neue"/>
                <a:cs typeface="Helvetica Neue"/>
              </a:defRPr>
            </a:lvl1pPr>
          </a:lstStyle>
          <a:p xmlns:a="http://schemas.openxmlformats.org/drawingml/2006/main">
            <a:pPr>
              <a:buNone/>
            </a:pPr>
            <a:r>
              <a:t>NO SCORE YET</a:t>
            </a:r>
          </a:p>
        </p:txBody>
      </p:sp>
      <p:sp>
        <p:nvSpPr>
          <p:cNvPr id="2297" name="TextBox 23">
            <a:extLst xmlns:a="http://schemas.openxmlformats.org/drawingml/2006/main">
              <a:ext uri="{FF2B5EF4-FFF2-40B4-BE49-F238E27FC236}">
                <a16:creationId xmlns:a16="http://schemas.microsoft.com/office/drawing/2014/main" id="{B81F88CF-C3ED-44AE-AE68-2B195F2FBC03}"/>
              </a:ext>
            </a:extLst>
          </p:cNvPr>
          <p:cNvSpPr>
            <a:spLocks xmlns:a="http://schemas.openxmlformats.org/drawingml/2006/main" noGrp="1"/>
          </p:cNvSpPr>
          <p:nvPr/>
        </p:nvSpPr>
        <p:spPr>
          <a:xfrm xmlns:a="http://schemas.openxmlformats.org/drawingml/2006/main">
            <a:off x="8339325" y="4590288"/>
            <a:ext cx="2514603" cy="210743"/>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lgn="ctr">
              <a:buNone/>
              <a:defRPr sz="1400" b="1">
                <a:solidFill>
                  <a:srgbClr val="FF705B"/>
                </a:solidFill>
                <a:latin typeface="Helvetica Neue"/>
                <a:ea typeface="Helvetica Neue"/>
                <a:cs typeface="Helvetica Neue"/>
              </a:defRPr>
            </a:pPr>
            <a:r>
              <a:t>• </a:t>
            </a:r>
            <a:r>
              <a:rPr>
                <a:solidFill>
                  <a:srgbClr val="73777F"/>
                </a:solidFill>
              </a:rPr>
              <a:t>≥3 from every group</a:t>
            </a:r>
          </a:p>
        </p:txBody>
      </p:sp>
      <p:sp>
        <p:nvSpPr>
          <p:cNvPr id="2298" name="TextBox 24">
            <a:extLst xmlns:a="http://schemas.openxmlformats.org/drawingml/2006/main">
              <a:ext uri="{FF2B5EF4-FFF2-40B4-BE49-F238E27FC236}">
                <a16:creationId xmlns:a16="http://schemas.microsoft.com/office/drawing/2014/main" id="{1242FA94-06E5-4EFB-BED9-39D92DE12FC2}"/>
              </a:ext>
            </a:extLst>
          </p:cNvPr>
          <p:cNvSpPr>
            <a:spLocks xmlns:a="http://schemas.openxmlformats.org/drawingml/2006/main" noGrp="1"/>
          </p:cNvSpPr>
          <p:nvPr/>
        </p:nvSpPr>
        <p:spPr>
          <a:xfrm xmlns:a="http://schemas.openxmlformats.org/drawingml/2006/main">
            <a:off x="621792" y="6437376"/>
            <a:ext cx="10881360"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800">
                <a:solidFill>
                  <a:srgbClr val="73777F"/>
                </a:solidFill>
                <a:latin typeface="Helvetica Neue"/>
                <a:ea typeface="Helvetica Neue"/>
                <a:cs typeface="Helvetica Neue"/>
              </a:defRPr>
            </a:lvl1pPr>
          </a:lstStyle>
          <a:p xmlns:a="http://schemas.openxmlformats.org/drawingml/2006/main">
            <a:pPr>
              <a:buNone/>
            </a:pPr>
            <a:r>
              <a:t>• Toy illustration—not the Community Notes scoring formula; authors’ CCA design</a:t>
            </a:r>
          </a:p>
        </p:txBody>
      </p:sp>
    </p:spTree>
    <p:extLst>
      <p:ext uri="{BB962C8B-B14F-4D97-AF65-F5344CB8AC3E}">
        <p14:creationId xmlns:p14="http://schemas.microsoft.com/office/powerpoint/2010/main" val="1463767807"/>
      </p:ext>
    </p:extLst>
  </p:cSld>
</p:sld>
</file>

<file path=ppt/slides/slide28.xml><?xml version="1.0" encoding="utf-8"?>
<p:sld xmlns:p="http://schemas.openxmlformats.org/presentationml/2006/main" showMasterSp="1">
  <p:cSld>
    <p:spTree>
      <p:nvGrpSpPr>
        <p:cNvPr id="1" name=""/>
        <p:cNvGrpSpPr/>
        <p:nvPr/>
      </p:nvGrpSpPr>
      <p:grpSpPr>
        <a:xfrm xmlns:a="http://schemas.openxmlformats.org/drawingml/2006/main"/>
      </p:grpSpPr>
      <p:sp>
        <p:nvSpPr>
          <p:cNvPr id="2300" name="TextBox 1">
            <a:extLst xmlns:a="http://schemas.openxmlformats.org/drawingml/2006/main">
              <a:ext uri="{FF2B5EF4-FFF2-40B4-BE49-F238E27FC236}">
                <a16:creationId xmlns:a16="http://schemas.microsoft.com/office/drawing/2014/main" id="{E5F933F2-CF9D-44B6-8FC2-705CB2CE6FCF}"/>
              </a:ext>
            </a:extLst>
          </p:cNvPr>
          <p:cNvSpPr>
            <a:spLocks xmlns:a="http://schemas.openxmlformats.org/drawingml/2006/main" noGrp="1"/>
          </p:cNvSpPr>
          <p:nvPr/>
        </p:nvSpPr>
        <p:spPr>
          <a:xfrm xmlns:a="http://schemas.openxmlformats.org/drawingml/2006/main">
            <a:off x="603501" y="420623"/>
            <a:ext cx="4389125" cy="14871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000" b="1">
                <a:solidFill>
                  <a:srgbClr val="73777F"/>
                </a:solidFill>
                <a:latin typeface="Helvetica Neue"/>
                <a:ea typeface="Helvetica Neue"/>
                <a:cs typeface="Helvetica Neue"/>
              </a:defRPr>
            </a:lvl1pPr>
          </a:lstStyle>
          <a:p xmlns:a="http://schemas.openxmlformats.org/drawingml/2006/main">
            <a:pPr>
              <a:buNone/>
            </a:pPr>
            <a:r>
              <a:t>IMPLEMENTATION</a:t>
            </a:r>
          </a:p>
        </p:txBody>
      </p:sp>
      <p:sp>
        <p:nvSpPr>
          <p:cNvPr id="2301" name="TextBox 2">
            <a:extLst xmlns:a="http://schemas.openxmlformats.org/drawingml/2006/main">
              <a:ext uri="{FF2B5EF4-FFF2-40B4-BE49-F238E27FC236}">
                <a16:creationId xmlns:a16="http://schemas.microsoft.com/office/drawing/2014/main" id="{15F5FC67-EAF2-411E-A5DC-D7665E418E13}"/>
              </a:ext>
            </a:extLst>
          </p:cNvPr>
          <p:cNvSpPr>
            <a:spLocks xmlns:a="http://schemas.openxmlformats.org/drawingml/2006/main" noGrp="1"/>
          </p:cNvSpPr>
          <p:nvPr/>
        </p:nvSpPr>
        <p:spPr>
          <a:xfrm xmlns:a="http://schemas.openxmlformats.org/drawingml/2006/main">
            <a:off x="603504" y="786383"/>
            <a:ext cx="10515601" cy="458849"/>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3000" b="1">
                <a:solidFill>
                  <a:srgbClr val="111318"/>
                </a:solidFill>
                <a:latin typeface="Helvetica Neue"/>
                <a:ea typeface="Helvetica Neue"/>
                <a:cs typeface="Helvetica Neue"/>
              </a:defRPr>
            </a:lvl1pPr>
          </a:lstStyle>
          <a:p xmlns:a="http://schemas.openxmlformats.org/drawingml/2006/main">
            <a:pPr>
              <a:buNone/>
            </a:pPr>
            <a:r>
              <a:t>Principles become operations</a:t>
            </a:r>
          </a:p>
        </p:txBody>
      </p:sp>
      <p:sp>
        <p:nvSpPr>
          <p:cNvPr id="2302" name="TextBox 3">
            <a:extLst xmlns:a="http://schemas.openxmlformats.org/drawingml/2006/main">
              <a:ext uri="{FF2B5EF4-FFF2-40B4-BE49-F238E27FC236}">
                <a16:creationId xmlns:a16="http://schemas.microsoft.com/office/drawing/2014/main" id="{BF79E95F-1EB3-48C9-8FC2-0DCFDBD77BB1}"/>
              </a:ext>
            </a:extLst>
          </p:cNvPr>
          <p:cNvSpPr>
            <a:spLocks xmlns:a="http://schemas.openxmlformats.org/drawingml/2006/main" noGrp="1"/>
          </p:cNvSpPr>
          <p:nvPr/>
        </p:nvSpPr>
        <p:spPr>
          <a:xfrm xmlns:a="http://schemas.openxmlformats.org/drawingml/2006/main">
            <a:off x="11082528" y="457198"/>
            <a:ext cx="438915" cy="136385"/>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r">
              <a:buNone/>
              <a:defRPr sz="900" b="1">
                <a:solidFill>
                  <a:srgbClr val="73777F"/>
                </a:solidFill>
                <a:latin typeface="Helvetica Neue"/>
                <a:ea typeface="Helvetica Neue"/>
                <a:cs typeface="Helvetica Neue"/>
              </a:defRPr>
            </a:lvl1pPr>
          </a:lstStyle>
          <a:p xmlns:a="http://schemas.openxmlformats.org/drawingml/2006/main">
            <a:pPr>
              <a:buNone/>
            </a:pPr>
            <a:r>
              <a:t>12</a:t>
            </a:r>
          </a:p>
        </p:txBody>
      </p:sp>
      <p:sp>
        <p:nvSpPr>
          <p:cNvPr id="2303" name="Connector 4">
            <a:extLst xmlns:a="http://schemas.openxmlformats.org/drawingml/2006/main">
              <a:ext uri="{FF2B5EF4-FFF2-40B4-BE49-F238E27FC236}">
                <a16:creationId xmlns:a16="http://schemas.microsoft.com/office/drawing/2014/main" id="{07672DFA-B173-4A0D-B42A-802003B621A1}"/>
              </a:ext>
            </a:extLst>
          </p:cNvPr>
          <p:cNvSpPr>
            <a:spLocks xmlns:a="http://schemas.openxmlformats.org/drawingml/2006/main" noGrp="1"/>
          </p:cNvSpPr>
          <p:nvPr/>
        </p:nvSpPr>
        <p:spPr>
          <a:xfrm xmlns:a="http://schemas.openxmlformats.org/drawingml/2006/main" flipH="1">
            <a:off x="1298447" y="1664205"/>
            <a:ext cx="3" cy="3621027"/>
          </a:xfrm>
          <a:prstGeom xmlns:a="http://schemas.openxmlformats.org/drawingml/2006/main" prst="line">
            <a:avLst/>
          </a:prstGeom>
          <a:ln xmlns:a="http://schemas.openxmlformats.org/drawingml/2006/main" w="1778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304" name="Oval 5">
            <a:extLst xmlns:a="http://schemas.openxmlformats.org/drawingml/2006/main">
              <a:ext uri="{FF2B5EF4-FFF2-40B4-BE49-F238E27FC236}">
                <a16:creationId xmlns:a16="http://schemas.microsoft.com/office/drawing/2014/main" id="{1B3C70E1-54FA-4F1A-9686-AA76DCE48224}"/>
              </a:ext>
            </a:extLst>
          </p:cNvPr>
          <p:cNvSpPr>
            <a:spLocks xmlns:a="http://schemas.openxmlformats.org/drawingml/2006/main" noGrp="1"/>
          </p:cNvSpPr>
          <p:nvPr/>
        </p:nvSpPr>
        <p:spPr>
          <a:xfrm xmlns:a="http://schemas.openxmlformats.org/drawingml/2006/main">
            <a:off x="1216149" y="1810511"/>
            <a:ext cx="164597" cy="164594"/>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305" name="TextBox 6">
            <a:extLst xmlns:a="http://schemas.openxmlformats.org/drawingml/2006/main">
              <a:ext uri="{FF2B5EF4-FFF2-40B4-BE49-F238E27FC236}">
                <a16:creationId xmlns:a16="http://schemas.microsoft.com/office/drawing/2014/main" id="{2E96410D-8227-42FA-9AD8-1D0189CB587A}"/>
              </a:ext>
            </a:extLst>
          </p:cNvPr>
          <p:cNvSpPr>
            <a:spLocks xmlns:a="http://schemas.openxmlformats.org/drawingml/2006/main" noGrp="1"/>
          </p:cNvSpPr>
          <p:nvPr/>
        </p:nvSpPr>
        <p:spPr>
          <a:xfrm xmlns:a="http://schemas.openxmlformats.org/drawingml/2006/main">
            <a:off x="1700783" y="1810511"/>
            <a:ext cx="594362" cy="16104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100" b="1">
                <a:solidFill>
                  <a:srgbClr val="3977F6"/>
                </a:solidFill>
                <a:latin typeface="Helvetica Neue"/>
                <a:ea typeface="Helvetica Neue"/>
                <a:cs typeface="Helvetica Neue"/>
              </a:defRPr>
            </a:lvl1pPr>
          </a:lstStyle>
          <a:p xmlns:a="http://schemas.openxmlformats.org/drawingml/2006/main">
            <a:pPr>
              <a:buNone/>
            </a:pPr>
            <a:r>
              <a:t>P1</a:t>
            </a:r>
          </a:p>
        </p:txBody>
      </p:sp>
      <p:sp>
        <p:nvSpPr>
          <p:cNvPr id="2306" name="TextBox 7">
            <a:extLst xmlns:a="http://schemas.openxmlformats.org/drawingml/2006/main">
              <a:ext uri="{FF2B5EF4-FFF2-40B4-BE49-F238E27FC236}">
                <a16:creationId xmlns:a16="http://schemas.microsoft.com/office/drawing/2014/main" id="{7387AC4C-762E-4C62-98B7-50DCD78CDB63}"/>
              </a:ext>
            </a:extLst>
          </p:cNvPr>
          <p:cNvSpPr>
            <a:spLocks xmlns:a="http://schemas.openxmlformats.org/drawingml/2006/main" noGrp="1"/>
          </p:cNvSpPr>
          <p:nvPr/>
        </p:nvSpPr>
        <p:spPr>
          <a:xfrm xmlns:a="http://schemas.openxmlformats.org/drawingml/2006/main">
            <a:off x="2313431" y="1755648"/>
            <a:ext cx="2697484" cy="26043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700" b="1">
                <a:solidFill>
                  <a:srgbClr val="111318"/>
                </a:solidFill>
                <a:latin typeface="Helvetica Neue"/>
                <a:ea typeface="Helvetica Neue"/>
                <a:cs typeface="Helvetica Neue"/>
              </a:defRPr>
            </a:lvl1pPr>
          </a:lstStyle>
          <a:p xmlns:a="http://schemas.openxmlformats.org/drawingml/2006/main">
            <a:pPr>
              <a:buNone/>
            </a:pPr>
            <a:r>
              <a:t>≥3 ratings</a:t>
            </a:r>
          </a:p>
        </p:txBody>
      </p:sp>
      <p:sp>
        <p:nvSpPr>
          <p:cNvPr id="2307" name="TextBox 8">
            <a:extLst xmlns:a="http://schemas.openxmlformats.org/drawingml/2006/main">
              <a:ext uri="{FF2B5EF4-FFF2-40B4-BE49-F238E27FC236}">
                <a16:creationId xmlns:a16="http://schemas.microsoft.com/office/drawing/2014/main" id="{720C4AA1-6D79-456A-8E6B-482E57310C25}"/>
              </a:ext>
            </a:extLst>
          </p:cNvPr>
          <p:cNvSpPr>
            <a:spLocks xmlns:a="http://schemas.openxmlformats.org/drawingml/2006/main" noGrp="1"/>
          </p:cNvSpPr>
          <p:nvPr/>
        </p:nvSpPr>
        <p:spPr>
          <a:xfrm xmlns:a="http://schemas.openxmlformats.org/drawingml/2006/main">
            <a:off x="5074920" y="1783077"/>
            <a:ext cx="2331723" cy="198412"/>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300" b="1">
                <a:solidFill>
                  <a:srgbClr val="3977F6"/>
                </a:solidFill>
                <a:latin typeface="Helvetica Neue"/>
                <a:ea typeface="Helvetica Neue"/>
                <a:cs typeface="Helvetica Neue"/>
              </a:defRPr>
            </a:pPr>
            <a:r>
              <a:t>• </a:t>
            </a:r>
            <a:r>
              <a:rPr b="0">
                <a:solidFill>
                  <a:srgbClr val="73777F"/>
                </a:solidFill>
              </a:rPr>
              <a:t>from every group</a:t>
            </a:r>
          </a:p>
        </p:txBody>
      </p:sp>
      <p:sp>
        <p:nvSpPr>
          <p:cNvPr id="2308" name="Oval 9">
            <a:extLst xmlns:a="http://schemas.openxmlformats.org/drawingml/2006/main">
              <a:ext uri="{FF2B5EF4-FFF2-40B4-BE49-F238E27FC236}">
                <a16:creationId xmlns:a16="http://schemas.microsoft.com/office/drawing/2014/main" id="{FB85941E-EC85-436E-A51F-AA611C528765}"/>
              </a:ext>
            </a:extLst>
          </p:cNvPr>
          <p:cNvSpPr>
            <a:spLocks xmlns:a="http://schemas.openxmlformats.org/drawingml/2006/main" noGrp="1"/>
          </p:cNvSpPr>
          <p:nvPr/>
        </p:nvSpPr>
        <p:spPr>
          <a:xfrm xmlns:a="http://schemas.openxmlformats.org/drawingml/2006/main">
            <a:off x="1216149" y="2798064"/>
            <a:ext cx="164597" cy="164597"/>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309" name="TextBox 10">
            <a:extLst xmlns:a="http://schemas.openxmlformats.org/drawingml/2006/main">
              <a:ext uri="{FF2B5EF4-FFF2-40B4-BE49-F238E27FC236}">
                <a16:creationId xmlns:a16="http://schemas.microsoft.com/office/drawing/2014/main" id="{91153F03-9E0F-45C0-9228-25AC5FD5F8A6}"/>
              </a:ext>
            </a:extLst>
          </p:cNvPr>
          <p:cNvSpPr>
            <a:spLocks xmlns:a="http://schemas.openxmlformats.org/drawingml/2006/main" noGrp="1"/>
          </p:cNvSpPr>
          <p:nvPr/>
        </p:nvSpPr>
        <p:spPr>
          <a:xfrm xmlns:a="http://schemas.openxmlformats.org/drawingml/2006/main">
            <a:off x="1700783" y="2798064"/>
            <a:ext cx="594362" cy="16104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100" b="1">
                <a:solidFill>
                  <a:srgbClr val="FF705B"/>
                </a:solidFill>
                <a:latin typeface="Helvetica Neue"/>
                <a:ea typeface="Helvetica Neue"/>
                <a:cs typeface="Helvetica Neue"/>
              </a:defRPr>
            </a:lvl1pPr>
          </a:lstStyle>
          <a:p xmlns:a="http://schemas.openxmlformats.org/drawingml/2006/main">
            <a:pPr>
              <a:buNone/>
            </a:pPr>
            <a:r>
              <a:t>P2</a:t>
            </a:r>
          </a:p>
        </p:txBody>
      </p:sp>
      <p:sp>
        <p:nvSpPr>
          <p:cNvPr id="2310" name="TextBox 11">
            <a:extLst xmlns:a="http://schemas.openxmlformats.org/drawingml/2006/main">
              <a:ext uri="{FF2B5EF4-FFF2-40B4-BE49-F238E27FC236}">
                <a16:creationId xmlns:a16="http://schemas.microsoft.com/office/drawing/2014/main" id="{3F302DEC-0702-48B7-AF91-5B7BF512D3DD}"/>
              </a:ext>
            </a:extLst>
          </p:cNvPr>
          <p:cNvSpPr>
            <a:spLocks xmlns:a="http://schemas.openxmlformats.org/drawingml/2006/main" noGrp="1"/>
          </p:cNvSpPr>
          <p:nvPr/>
        </p:nvSpPr>
        <p:spPr>
          <a:xfrm xmlns:a="http://schemas.openxmlformats.org/drawingml/2006/main">
            <a:off x="2313431" y="2743199"/>
            <a:ext cx="2697484" cy="26043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700" b="1">
                <a:solidFill>
                  <a:srgbClr val="111318"/>
                </a:solidFill>
                <a:latin typeface="Helvetica Neue"/>
                <a:ea typeface="Helvetica Neue"/>
                <a:cs typeface="Helvetica Neue"/>
              </a:defRPr>
            </a:lvl1pPr>
          </a:lstStyle>
          <a:p xmlns:a="http://schemas.openxmlformats.org/drawingml/2006/main">
            <a:pPr>
              <a:buNone/>
            </a:pPr>
            <a:r>
              <a:t>Geometric mean</a:t>
            </a:r>
          </a:p>
        </p:txBody>
      </p:sp>
      <p:sp>
        <p:nvSpPr>
          <p:cNvPr id="2311" name="TextBox 12">
            <a:extLst xmlns:a="http://schemas.openxmlformats.org/drawingml/2006/main">
              <a:ext uri="{FF2B5EF4-FFF2-40B4-BE49-F238E27FC236}">
                <a16:creationId xmlns:a16="http://schemas.microsoft.com/office/drawing/2014/main" id="{06016328-91E2-4A79-89F8-789F69DFE68E}"/>
              </a:ext>
            </a:extLst>
          </p:cNvPr>
          <p:cNvSpPr>
            <a:spLocks xmlns:a="http://schemas.openxmlformats.org/drawingml/2006/main" noGrp="1"/>
          </p:cNvSpPr>
          <p:nvPr/>
        </p:nvSpPr>
        <p:spPr>
          <a:xfrm xmlns:a="http://schemas.openxmlformats.org/drawingml/2006/main">
            <a:off x="5074920" y="2770632"/>
            <a:ext cx="2331723" cy="19841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300" b="1">
                <a:solidFill>
                  <a:srgbClr val="FF705B"/>
                </a:solidFill>
                <a:latin typeface="Helvetica Neue"/>
                <a:ea typeface="Helvetica Neue"/>
                <a:cs typeface="Helvetica Neue"/>
              </a:defRPr>
            </a:pPr>
            <a:r>
              <a:t>• </a:t>
            </a:r>
            <a:r>
              <a:rPr b="0">
                <a:solidFill>
                  <a:srgbClr val="73777F"/>
                </a:solidFill>
              </a:rPr>
              <a:t>a soft veto</a:t>
            </a:r>
          </a:p>
        </p:txBody>
      </p:sp>
      <p:sp>
        <p:nvSpPr>
          <p:cNvPr id="2312" name="TextBox 13">
            <a:extLst xmlns:a="http://schemas.openxmlformats.org/drawingml/2006/main">
              <a:ext uri="{FF2B5EF4-FFF2-40B4-BE49-F238E27FC236}">
                <a16:creationId xmlns:a16="http://schemas.microsoft.com/office/drawing/2014/main" id="{CFB965CA-F87B-46F1-BBE1-D1B140787978}"/>
              </a:ext>
            </a:extLst>
          </p:cNvPr>
          <p:cNvSpPr>
            <a:spLocks xmlns:a="http://schemas.openxmlformats.org/drawingml/2006/main" noGrp="1"/>
          </p:cNvSpPr>
          <p:nvPr/>
        </p:nvSpPr>
        <p:spPr>
          <a:xfrm xmlns:a="http://schemas.openxmlformats.org/drawingml/2006/main">
            <a:off x="7845552" y="1609344"/>
            <a:ext cx="3520443" cy="136385"/>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900" b="1">
                <a:solidFill>
                  <a:srgbClr val="73777F"/>
                </a:solidFill>
                <a:latin typeface="Helvetica Neue"/>
                <a:ea typeface="Helvetica Neue"/>
                <a:cs typeface="Helvetica Neue"/>
              </a:defRPr>
            </a:lvl1pPr>
          </a:lstStyle>
          <a:p xmlns:a="http://schemas.openxmlformats.org/drawingml/2006/main">
            <a:pPr>
              <a:buNone/>
            </a:pPr>
            <a:r>
              <a:t>CHECK 2 · NON-COMPENSATION</a:t>
            </a:r>
          </a:p>
        </p:txBody>
      </p:sp>
      <p:sp>
        <p:nvSpPr>
          <p:cNvPr id="2313" name="TextBox 14">
            <a:extLst xmlns:a="http://schemas.openxmlformats.org/drawingml/2006/main">
              <a:ext uri="{FF2B5EF4-FFF2-40B4-BE49-F238E27FC236}">
                <a16:creationId xmlns:a16="http://schemas.microsoft.com/office/drawing/2014/main" id="{C7CD50DB-0034-4CF4-AD01-4DC3CE4C4160}"/>
              </a:ext>
            </a:extLst>
          </p:cNvPr>
          <p:cNvSpPr>
            <a:spLocks xmlns:a="http://schemas.openxmlformats.org/drawingml/2006/main" noGrp="1"/>
          </p:cNvSpPr>
          <p:nvPr/>
        </p:nvSpPr>
        <p:spPr>
          <a:xfrm xmlns:a="http://schemas.openxmlformats.org/drawingml/2006/main">
            <a:off x="7845552" y="1965960"/>
            <a:ext cx="1600203" cy="16104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100" b="1">
                <a:solidFill>
                  <a:srgbClr val="3977F6"/>
                </a:solidFill>
                <a:latin typeface="Helvetica Neue"/>
                <a:ea typeface="Helvetica Neue"/>
                <a:cs typeface="Helvetica Neue"/>
              </a:defRPr>
            </a:lvl1pPr>
          </a:lstStyle>
          <a:p xmlns:a="http://schemas.openxmlformats.org/drawingml/2006/main">
            <a:pPr>
              <a:buNone/>
            </a:pPr>
            <a:r>
              <a:t>A · 81 / 90 = 90%</a:t>
            </a:r>
          </a:p>
        </p:txBody>
      </p:sp>
      <p:sp>
        <p:nvSpPr>
          <p:cNvPr id="2314" name="TextBox 15">
            <a:extLst xmlns:a="http://schemas.openxmlformats.org/drawingml/2006/main">
              <a:ext uri="{FF2B5EF4-FFF2-40B4-BE49-F238E27FC236}">
                <a16:creationId xmlns:a16="http://schemas.microsoft.com/office/drawing/2014/main" id="{32DD8AFC-78E2-4953-BDB0-A521BE911CD6}"/>
              </a:ext>
            </a:extLst>
          </p:cNvPr>
          <p:cNvSpPr>
            <a:spLocks xmlns:a="http://schemas.openxmlformats.org/drawingml/2006/main" noGrp="1"/>
          </p:cNvSpPr>
          <p:nvPr/>
        </p:nvSpPr>
        <p:spPr>
          <a:xfrm xmlns:a="http://schemas.openxmlformats.org/drawingml/2006/main">
            <a:off x="9710928" y="1965960"/>
            <a:ext cx="1600203" cy="16104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r">
              <a:buNone/>
              <a:defRPr sz="1100" b="1">
                <a:solidFill>
                  <a:srgbClr val="FF705B"/>
                </a:solidFill>
                <a:latin typeface="Helvetica Neue"/>
                <a:ea typeface="Helvetica Neue"/>
                <a:cs typeface="Helvetica Neue"/>
              </a:defRPr>
            </a:lvl1pPr>
          </a:lstStyle>
          <a:p xmlns:a="http://schemas.openxmlformats.org/drawingml/2006/main">
            <a:pPr>
              <a:buNone/>
            </a:pPr>
            <a:r>
              <a:t>B · 1 / 10 = 10%</a:t>
            </a:r>
          </a:p>
        </p:txBody>
      </p:sp>
      <p:sp>
        <p:nvSpPr>
          <p:cNvPr id="2315" name="TextBox 16">
            <a:extLst xmlns:a="http://schemas.openxmlformats.org/drawingml/2006/main">
              <a:ext uri="{FF2B5EF4-FFF2-40B4-BE49-F238E27FC236}">
                <a16:creationId xmlns:a16="http://schemas.microsoft.com/office/drawing/2014/main" id="{24B52B86-31F1-4A51-873D-D585008AEC78}"/>
              </a:ext>
            </a:extLst>
          </p:cNvPr>
          <p:cNvSpPr>
            <a:spLocks xmlns:a="http://schemas.openxmlformats.org/drawingml/2006/main" noGrp="1"/>
          </p:cNvSpPr>
          <p:nvPr/>
        </p:nvSpPr>
        <p:spPr>
          <a:xfrm xmlns:a="http://schemas.openxmlformats.org/drawingml/2006/main">
            <a:off x="7845552" y="2468877"/>
            <a:ext cx="1417323"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800" b="1">
                <a:solidFill>
                  <a:srgbClr val="73777F"/>
                </a:solidFill>
                <a:latin typeface="Helvetica Neue"/>
                <a:ea typeface="Helvetica Neue"/>
                <a:cs typeface="Helvetica Neue"/>
              </a:defRPr>
            </a:lvl1pPr>
          </a:lstStyle>
          <a:p xmlns:a="http://schemas.openxmlformats.org/drawingml/2006/main">
            <a:pPr>
              <a:buNone/>
            </a:pPr>
            <a:r>
              <a:t>POOLED VOTES</a:t>
            </a:r>
          </a:p>
        </p:txBody>
      </p:sp>
      <p:sp>
        <p:nvSpPr>
          <p:cNvPr id="2316" name="TextBox 17">
            <a:extLst xmlns:a="http://schemas.openxmlformats.org/drawingml/2006/main">
              <a:ext uri="{FF2B5EF4-FFF2-40B4-BE49-F238E27FC236}">
                <a16:creationId xmlns:a16="http://schemas.microsoft.com/office/drawing/2014/main" id="{B5A77895-F8BF-4490-B51E-AC9675253166}"/>
              </a:ext>
            </a:extLst>
          </p:cNvPr>
          <p:cNvSpPr>
            <a:spLocks xmlns:a="http://schemas.openxmlformats.org/drawingml/2006/main" noGrp="1"/>
          </p:cNvSpPr>
          <p:nvPr/>
        </p:nvSpPr>
        <p:spPr>
          <a:xfrm xmlns:a="http://schemas.openxmlformats.org/drawingml/2006/main">
            <a:off x="7845552" y="2761488"/>
            <a:ext cx="3429003" cy="235406"/>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600" b="1">
                <a:solidFill>
                  <a:srgbClr val="111318"/>
                </a:solidFill>
                <a:latin typeface="Helvetica Neue"/>
                <a:ea typeface="Helvetica Neue"/>
                <a:cs typeface="Helvetica Neue"/>
              </a:defRPr>
            </a:lvl1pPr>
          </a:lstStyle>
          <a:p xmlns:a="http://schemas.openxmlformats.org/drawingml/2006/main">
            <a:pPr>
              <a:buNone/>
            </a:pPr>
            <a:r>
              <a:t>(81 + 1) / (90 + 10) = 82%</a:t>
            </a:r>
          </a:p>
        </p:txBody>
      </p:sp>
      <p:sp>
        <p:nvSpPr>
          <p:cNvPr id="2317" name="TextBox 18">
            <a:extLst xmlns:a="http://schemas.openxmlformats.org/drawingml/2006/main">
              <a:ext uri="{FF2B5EF4-FFF2-40B4-BE49-F238E27FC236}">
                <a16:creationId xmlns:a16="http://schemas.microsoft.com/office/drawing/2014/main" id="{18C25214-100F-470A-825E-B12772991E13}"/>
              </a:ext>
            </a:extLst>
          </p:cNvPr>
          <p:cNvSpPr>
            <a:spLocks xmlns:a="http://schemas.openxmlformats.org/drawingml/2006/main" noGrp="1"/>
          </p:cNvSpPr>
          <p:nvPr/>
        </p:nvSpPr>
        <p:spPr>
          <a:xfrm xmlns:a="http://schemas.openxmlformats.org/drawingml/2006/main">
            <a:off x="10442447" y="3127248"/>
            <a:ext cx="822963" cy="210743"/>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r">
              <a:buNone/>
              <a:defRPr sz="1400" b="1">
                <a:solidFill>
                  <a:srgbClr val="1FA873"/>
                </a:solidFill>
                <a:latin typeface="Helvetica Neue"/>
                <a:ea typeface="Helvetica Neue"/>
                <a:cs typeface="Helvetica Neue"/>
              </a:defRPr>
            </a:lvl1pPr>
          </a:lstStyle>
          <a:p xmlns:a="http://schemas.openxmlformats.org/drawingml/2006/main">
            <a:pPr>
              <a:buNone/>
            </a:pPr>
            <a:r>
              <a:t>PASS</a:t>
            </a:r>
          </a:p>
        </p:txBody>
      </p:sp>
      <p:sp>
        <p:nvSpPr>
          <p:cNvPr id="2318" name="Connector 19">
            <a:extLst xmlns:a="http://schemas.openxmlformats.org/drawingml/2006/main">
              <a:ext uri="{FF2B5EF4-FFF2-40B4-BE49-F238E27FC236}">
                <a16:creationId xmlns:a16="http://schemas.microsoft.com/office/drawing/2014/main" id="{9948C12B-575D-4FCE-96F0-309001A1EA42}"/>
              </a:ext>
            </a:extLst>
          </p:cNvPr>
          <p:cNvSpPr>
            <a:spLocks xmlns:a="http://schemas.openxmlformats.org/drawingml/2006/main" noGrp="1"/>
          </p:cNvSpPr>
          <p:nvPr/>
        </p:nvSpPr>
        <p:spPr>
          <a:xfrm xmlns:a="http://schemas.openxmlformats.org/drawingml/2006/main">
            <a:off x="7845552" y="3493008"/>
            <a:ext cx="3456433" cy="3"/>
          </a:xfrm>
          <a:prstGeom xmlns:a="http://schemas.openxmlformats.org/drawingml/2006/main" prst="line">
            <a:avLst/>
          </a:prstGeom>
          <a:ln xmlns:a="http://schemas.openxmlformats.org/drawingml/2006/main" w="1016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319" name="TextBox 20">
            <a:extLst xmlns:a="http://schemas.openxmlformats.org/drawingml/2006/main">
              <a:ext uri="{FF2B5EF4-FFF2-40B4-BE49-F238E27FC236}">
                <a16:creationId xmlns:a16="http://schemas.microsoft.com/office/drawing/2014/main" id="{08E2309C-3CF3-42B5-8B53-3C0F211E95CE}"/>
              </a:ext>
            </a:extLst>
          </p:cNvPr>
          <p:cNvSpPr>
            <a:spLocks xmlns:a="http://schemas.openxmlformats.org/drawingml/2006/main" noGrp="1"/>
          </p:cNvSpPr>
          <p:nvPr/>
        </p:nvSpPr>
        <p:spPr>
          <a:xfrm xmlns:a="http://schemas.openxmlformats.org/drawingml/2006/main">
            <a:off x="7845552" y="3794759"/>
            <a:ext cx="822963"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800" b="1">
                <a:solidFill>
                  <a:srgbClr val="1FA873"/>
                </a:solidFill>
                <a:latin typeface="Helvetica Neue"/>
                <a:ea typeface="Helvetica Neue"/>
                <a:cs typeface="Helvetica Neue"/>
              </a:defRPr>
            </a:lvl1pPr>
          </a:lstStyle>
          <a:p xmlns:a="http://schemas.openxmlformats.org/drawingml/2006/main">
            <a:pPr>
              <a:buNone/>
            </a:pPr>
            <a:r>
              <a:t>CCA</a:t>
            </a:r>
          </a:p>
        </p:txBody>
      </p:sp>
      <p:sp>
        <p:nvSpPr>
          <p:cNvPr id="2320" name="TextBox 21">
            <a:extLst xmlns:a="http://schemas.openxmlformats.org/drawingml/2006/main">
              <a:ext uri="{FF2B5EF4-FFF2-40B4-BE49-F238E27FC236}">
                <a16:creationId xmlns:a16="http://schemas.microsoft.com/office/drawing/2014/main" id="{1CD0B291-A54B-4381-910B-360AEDE21BA7}"/>
              </a:ext>
            </a:extLst>
          </p:cNvPr>
          <p:cNvSpPr>
            <a:spLocks xmlns:a="http://schemas.openxmlformats.org/drawingml/2006/main" noGrp="1"/>
          </p:cNvSpPr>
          <p:nvPr/>
        </p:nvSpPr>
        <p:spPr>
          <a:xfrm xmlns:a="http://schemas.openxmlformats.org/drawingml/2006/main">
            <a:off x="7845552" y="4069079"/>
            <a:ext cx="3429003" cy="2978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900" b="1">
                <a:solidFill>
                  <a:srgbClr val="111318"/>
                </a:solidFill>
                <a:latin typeface="Helvetica Neue"/>
                <a:ea typeface="Helvetica Neue"/>
                <a:cs typeface="Helvetica Neue"/>
              </a:defRPr>
            </a:lvl1pPr>
          </a:lstStyle>
          <a:p xmlns:a="http://schemas.openxmlformats.org/drawingml/2006/main">
            <a:pPr>
              <a:buNone/>
            </a:pPr>
            <a:r>
              <a:t>√(.90 × .10) = 30%</a:t>
            </a:r>
          </a:p>
        </p:txBody>
      </p:sp>
      <p:sp>
        <p:nvSpPr>
          <p:cNvPr id="2321" name="TextBox 22">
            <a:extLst xmlns:a="http://schemas.openxmlformats.org/drawingml/2006/main">
              <a:ext uri="{FF2B5EF4-FFF2-40B4-BE49-F238E27FC236}">
                <a16:creationId xmlns:a16="http://schemas.microsoft.com/office/drawing/2014/main" id="{C8FD596B-C3BE-400F-A8C4-6021BE97BA79}"/>
              </a:ext>
            </a:extLst>
          </p:cNvPr>
          <p:cNvSpPr>
            <a:spLocks xmlns:a="http://schemas.openxmlformats.org/drawingml/2006/main" noGrp="1"/>
          </p:cNvSpPr>
          <p:nvPr/>
        </p:nvSpPr>
        <p:spPr>
          <a:xfrm xmlns:a="http://schemas.openxmlformats.org/drawingml/2006/main">
            <a:off x="9509759" y="4507991"/>
            <a:ext cx="1755651" cy="198412"/>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r">
              <a:buNone/>
              <a:defRPr sz="1300" b="1">
                <a:solidFill>
                  <a:srgbClr val="FF705B"/>
                </a:solidFill>
                <a:latin typeface="Helvetica Neue"/>
                <a:ea typeface="Helvetica Neue"/>
                <a:cs typeface="Helvetica Neue"/>
              </a:defRPr>
            </a:lvl1pPr>
          </a:lstStyle>
          <a:p xmlns:a="http://schemas.openxmlformats.org/drawingml/2006/main">
            <a:pPr>
              <a:buNone/>
            </a:pPr>
            <a:r>
              <a:t>DOES NOT PASS</a:t>
            </a:r>
          </a:p>
        </p:txBody>
      </p:sp>
      <p:sp>
        <p:nvSpPr>
          <p:cNvPr id="2322" name="TextBox 23">
            <a:extLst xmlns:a="http://schemas.openxmlformats.org/drawingml/2006/main">
              <a:ext uri="{FF2B5EF4-FFF2-40B4-BE49-F238E27FC236}">
                <a16:creationId xmlns:a16="http://schemas.microsoft.com/office/drawing/2014/main" id="{0220DA0F-FF00-4820-A9D1-D8F5024308BF}"/>
              </a:ext>
            </a:extLst>
          </p:cNvPr>
          <p:cNvSpPr>
            <a:spLocks xmlns:a="http://schemas.openxmlformats.org/drawingml/2006/main" noGrp="1"/>
          </p:cNvSpPr>
          <p:nvPr/>
        </p:nvSpPr>
        <p:spPr>
          <a:xfrm xmlns:a="http://schemas.openxmlformats.org/drawingml/2006/main">
            <a:off x="7845552" y="4864608"/>
            <a:ext cx="3337560" cy="18608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200" b="1">
                <a:solidFill>
                  <a:srgbClr val="FF705B"/>
                </a:solidFill>
                <a:latin typeface="Helvetica Neue"/>
                <a:ea typeface="Helvetica Neue"/>
                <a:cs typeface="Helvetica Neue"/>
              </a:defRPr>
            </a:pPr>
            <a:r>
              <a:t>• </a:t>
            </a:r>
            <a:r>
              <a:rPr b="0">
                <a:solidFill>
                  <a:srgbClr val="73777F"/>
                </a:solidFill>
              </a:rPr>
              <a:t>Enthusiasm cannot erase rejection</a:t>
            </a:r>
          </a:p>
        </p:txBody>
      </p:sp>
      <p:sp>
        <p:nvSpPr>
          <p:cNvPr id="2323" name="TextBox 24">
            <a:extLst xmlns:a="http://schemas.openxmlformats.org/drawingml/2006/main">
              <a:ext uri="{FF2B5EF4-FFF2-40B4-BE49-F238E27FC236}">
                <a16:creationId xmlns:a16="http://schemas.microsoft.com/office/drawing/2014/main" id="{B18E24B2-3D38-4845-A097-1B93476232FA}"/>
              </a:ext>
            </a:extLst>
          </p:cNvPr>
          <p:cNvSpPr>
            <a:spLocks xmlns:a="http://schemas.openxmlformats.org/drawingml/2006/main" noGrp="1"/>
          </p:cNvSpPr>
          <p:nvPr/>
        </p:nvSpPr>
        <p:spPr>
          <a:xfrm xmlns:a="http://schemas.openxmlformats.org/drawingml/2006/main">
            <a:off x="621792" y="6437376"/>
            <a:ext cx="10881360"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800">
                <a:solidFill>
                  <a:srgbClr val="73777F"/>
                </a:solidFill>
                <a:latin typeface="Helvetica Neue"/>
                <a:ea typeface="Helvetica Neue"/>
                <a:cs typeface="Helvetica Neue"/>
              </a:defRPr>
            </a:lvl1pPr>
          </a:lstStyle>
          <a:p xmlns:a="http://schemas.openxmlformats.org/drawingml/2006/main">
            <a:pPr>
              <a:buNone/>
            </a:pPr>
            <a:r>
              <a:t>• Toy illustration—not the Community Notes scoring formula; authors’ CCA design</a:t>
            </a:r>
          </a:p>
        </p:txBody>
      </p:sp>
    </p:spTree>
    <p:extLst>
      <p:ext uri="{BB962C8B-B14F-4D97-AF65-F5344CB8AC3E}">
        <p14:creationId xmlns:p14="http://schemas.microsoft.com/office/powerpoint/2010/main" val="1082948025"/>
      </p:ext>
    </p:extLst>
  </p:cSld>
</p:sld>
</file>

<file path=ppt/slides/slide29.xml><?xml version="1.0" encoding="utf-8"?>
<p:sld xmlns:p="http://schemas.openxmlformats.org/presentationml/2006/main" showMasterSp="1">
  <p:cSld>
    <p:spTree>
      <p:nvGrpSpPr>
        <p:cNvPr id="1" name=""/>
        <p:cNvGrpSpPr/>
        <p:nvPr/>
      </p:nvGrpSpPr>
      <p:grpSpPr>
        <a:xfrm xmlns:a="http://schemas.openxmlformats.org/drawingml/2006/main"/>
      </p:grpSpPr>
      <p:sp>
        <p:nvSpPr>
          <p:cNvPr id="2325" name="TextBox 1">
            <a:extLst xmlns:a="http://schemas.openxmlformats.org/drawingml/2006/main">
              <a:ext uri="{FF2B5EF4-FFF2-40B4-BE49-F238E27FC236}">
                <a16:creationId xmlns:a16="http://schemas.microsoft.com/office/drawing/2014/main" id="{B72C6B0C-AE52-4F73-9FAB-B002A80CA31C}"/>
              </a:ext>
            </a:extLst>
          </p:cNvPr>
          <p:cNvSpPr>
            <a:spLocks xmlns:a="http://schemas.openxmlformats.org/drawingml/2006/main" noGrp="1"/>
          </p:cNvSpPr>
          <p:nvPr/>
        </p:nvSpPr>
        <p:spPr>
          <a:xfrm xmlns:a="http://schemas.openxmlformats.org/drawingml/2006/main">
            <a:off x="603501" y="420623"/>
            <a:ext cx="4389125" cy="14871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000" b="1">
                <a:solidFill>
                  <a:srgbClr val="73777F"/>
                </a:solidFill>
                <a:latin typeface="Helvetica Neue"/>
                <a:ea typeface="Helvetica Neue"/>
                <a:cs typeface="Helvetica Neue"/>
              </a:defRPr>
            </a:lvl1pPr>
          </a:lstStyle>
          <a:p xmlns:a="http://schemas.openxmlformats.org/drawingml/2006/main">
            <a:pPr>
              <a:buNone/>
            </a:pPr>
            <a:r>
              <a:t>IMPLEMENTATION</a:t>
            </a:r>
          </a:p>
        </p:txBody>
      </p:sp>
      <p:sp>
        <p:nvSpPr>
          <p:cNvPr id="2326" name="TextBox 2">
            <a:extLst xmlns:a="http://schemas.openxmlformats.org/drawingml/2006/main">
              <a:ext uri="{FF2B5EF4-FFF2-40B4-BE49-F238E27FC236}">
                <a16:creationId xmlns:a16="http://schemas.microsoft.com/office/drawing/2014/main" id="{2D98D053-ED5B-4DD3-8D3F-9E24EFAABDEB}"/>
              </a:ext>
            </a:extLst>
          </p:cNvPr>
          <p:cNvSpPr>
            <a:spLocks xmlns:a="http://schemas.openxmlformats.org/drawingml/2006/main" noGrp="1"/>
          </p:cNvSpPr>
          <p:nvPr/>
        </p:nvSpPr>
        <p:spPr>
          <a:xfrm xmlns:a="http://schemas.openxmlformats.org/drawingml/2006/main">
            <a:off x="603504" y="786383"/>
            <a:ext cx="10515601" cy="458849"/>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3000" b="1">
                <a:solidFill>
                  <a:srgbClr val="111318"/>
                </a:solidFill>
                <a:latin typeface="Helvetica Neue"/>
                <a:ea typeface="Helvetica Neue"/>
                <a:cs typeface="Helvetica Neue"/>
              </a:defRPr>
            </a:lvl1pPr>
          </a:lstStyle>
          <a:p xmlns:a="http://schemas.openxmlformats.org/drawingml/2006/main">
            <a:pPr>
              <a:buNone/>
            </a:pPr>
            <a:r>
              <a:t>Principles become operations</a:t>
            </a:r>
          </a:p>
        </p:txBody>
      </p:sp>
      <p:sp>
        <p:nvSpPr>
          <p:cNvPr id="2327" name="TextBox 3">
            <a:extLst xmlns:a="http://schemas.openxmlformats.org/drawingml/2006/main">
              <a:ext uri="{FF2B5EF4-FFF2-40B4-BE49-F238E27FC236}">
                <a16:creationId xmlns:a16="http://schemas.microsoft.com/office/drawing/2014/main" id="{3F7DDDDD-B020-4101-AC4D-582BDD39C93A}"/>
              </a:ext>
            </a:extLst>
          </p:cNvPr>
          <p:cNvSpPr>
            <a:spLocks xmlns:a="http://schemas.openxmlformats.org/drawingml/2006/main" noGrp="1"/>
          </p:cNvSpPr>
          <p:nvPr/>
        </p:nvSpPr>
        <p:spPr>
          <a:xfrm xmlns:a="http://schemas.openxmlformats.org/drawingml/2006/main">
            <a:off x="11082528" y="457198"/>
            <a:ext cx="438915" cy="136385"/>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r">
              <a:buNone/>
              <a:defRPr sz="900" b="1">
                <a:solidFill>
                  <a:srgbClr val="73777F"/>
                </a:solidFill>
                <a:latin typeface="Helvetica Neue"/>
                <a:ea typeface="Helvetica Neue"/>
                <a:cs typeface="Helvetica Neue"/>
              </a:defRPr>
            </a:lvl1pPr>
          </a:lstStyle>
          <a:p xmlns:a="http://schemas.openxmlformats.org/drawingml/2006/main">
            <a:pPr>
              <a:buNone/>
            </a:pPr>
            <a:r>
              <a:t>12</a:t>
            </a:r>
          </a:p>
        </p:txBody>
      </p:sp>
      <p:sp>
        <p:nvSpPr>
          <p:cNvPr id="2328" name="Connector 4">
            <a:extLst xmlns:a="http://schemas.openxmlformats.org/drawingml/2006/main">
              <a:ext uri="{FF2B5EF4-FFF2-40B4-BE49-F238E27FC236}">
                <a16:creationId xmlns:a16="http://schemas.microsoft.com/office/drawing/2014/main" id="{56D05BD0-2526-4CAF-BB51-8D93C6EA09D2}"/>
              </a:ext>
            </a:extLst>
          </p:cNvPr>
          <p:cNvSpPr>
            <a:spLocks xmlns:a="http://schemas.openxmlformats.org/drawingml/2006/main" noGrp="1"/>
          </p:cNvSpPr>
          <p:nvPr/>
        </p:nvSpPr>
        <p:spPr>
          <a:xfrm xmlns:a="http://schemas.openxmlformats.org/drawingml/2006/main" flipH="1">
            <a:off x="1298447" y="1664205"/>
            <a:ext cx="3" cy="3621027"/>
          </a:xfrm>
          <a:prstGeom xmlns:a="http://schemas.openxmlformats.org/drawingml/2006/main" prst="line">
            <a:avLst/>
          </a:prstGeom>
          <a:ln xmlns:a="http://schemas.openxmlformats.org/drawingml/2006/main" w="1778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329" name="Oval 5">
            <a:extLst xmlns:a="http://schemas.openxmlformats.org/drawingml/2006/main">
              <a:ext uri="{FF2B5EF4-FFF2-40B4-BE49-F238E27FC236}">
                <a16:creationId xmlns:a16="http://schemas.microsoft.com/office/drawing/2014/main" id="{8052618D-B99C-4EA7-A35E-6750985C047B}"/>
              </a:ext>
            </a:extLst>
          </p:cNvPr>
          <p:cNvSpPr>
            <a:spLocks xmlns:a="http://schemas.openxmlformats.org/drawingml/2006/main" noGrp="1"/>
          </p:cNvSpPr>
          <p:nvPr/>
        </p:nvSpPr>
        <p:spPr>
          <a:xfrm xmlns:a="http://schemas.openxmlformats.org/drawingml/2006/main">
            <a:off x="1216149" y="1810511"/>
            <a:ext cx="164597" cy="164594"/>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330" name="TextBox 6">
            <a:extLst xmlns:a="http://schemas.openxmlformats.org/drawingml/2006/main">
              <a:ext uri="{FF2B5EF4-FFF2-40B4-BE49-F238E27FC236}">
                <a16:creationId xmlns:a16="http://schemas.microsoft.com/office/drawing/2014/main" id="{5B78288E-5DE4-41FF-A900-ED01202FA9AD}"/>
              </a:ext>
            </a:extLst>
          </p:cNvPr>
          <p:cNvSpPr>
            <a:spLocks xmlns:a="http://schemas.openxmlformats.org/drawingml/2006/main" noGrp="1"/>
          </p:cNvSpPr>
          <p:nvPr/>
        </p:nvSpPr>
        <p:spPr>
          <a:xfrm xmlns:a="http://schemas.openxmlformats.org/drawingml/2006/main">
            <a:off x="1700783" y="1810511"/>
            <a:ext cx="594362" cy="16104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100" b="1">
                <a:solidFill>
                  <a:srgbClr val="3977F6"/>
                </a:solidFill>
                <a:latin typeface="Helvetica Neue"/>
                <a:ea typeface="Helvetica Neue"/>
                <a:cs typeface="Helvetica Neue"/>
              </a:defRPr>
            </a:lvl1pPr>
          </a:lstStyle>
          <a:p xmlns:a="http://schemas.openxmlformats.org/drawingml/2006/main">
            <a:pPr>
              <a:buNone/>
            </a:pPr>
            <a:r>
              <a:t>P1</a:t>
            </a:r>
          </a:p>
        </p:txBody>
      </p:sp>
      <p:sp>
        <p:nvSpPr>
          <p:cNvPr id="2331" name="TextBox 7">
            <a:extLst xmlns:a="http://schemas.openxmlformats.org/drawingml/2006/main">
              <a:ext uri="{FF2B5EF4-FFF2-40B4-BE49-F238E27FC236}">
                <a16:creationId xmlns:a16="http://schemas.microsoft.com/office/drawing/2014/main" id="{370B9D9E-D550-4056-B705-5C80335CF10A}"/>
              </a:ext>
            </a:extLst>
          </p:cNvPr>
          <p:cNvSpPr>
            <a:spLocks xmlns:a="http://schemas.openxmlformats.org/drawingml/2006/main" noGrp="1"/>
          </p:cNvSpPr>
          <p:nvPr/>
        </p:nvSpPr>
        <p:spPr>
          <a:xfrm xmlns:a="http://schemas.openxmlformats.org/drawingml/2006/main">
            <a:off x="2313431" y="1755648"/>
            <a:ext cx="2697484" cy="26043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700" b="1">
                <a:solidFill>
                  <a:srgbClr val="111318"/>
                </a:solidFill>
                <a:latin typeface="Helvetica Neue"/>
                <a:ea typeface="Helvetica Neue"/>
                <a:cs typeface="Helvetica Neue"/>
              </a:defRPr>
            </a:lvl1pPr>
          </a:lstStyle>
          <a:p xmlns:a="http://schemas.openxmlformats.org/drawingml/2006/main">
            <a:pPr>
              <a:buNone/>
            </a:pPr>
            <a:r>
              <a:t>≥3 ratings</a:t>
            </a:r>
          </a:p>
        </p:txBody>
      </p:sp>
      <p:sp>
        <p:nvSpPr>
          <p:cNvPr id="2332" name="TextBox 8">
            <a:extLst xmlns:a="http://schemas.openxmlformats.org/drawingml/2006/main">
              <a:ext uri="{FF2B5EF4-FFF2-40B4-BE49-F238E27FC236}">
                <a16:creationId xmlns:a16="http://schemas.microsoft.com/office/drawing/2014/main" id="{C38C6A02-74D2-429A-8332-7217EE724A1F}"/>
              </a:ext>
            </a:extLst>
          </p:cNvPr>
          <p:cNvSpPr>
            <a:spLocks xmlns:a="http://schemas.openxmlformats.org/drawingml/2006/main" noGrp="1"/>
          </p:cNvSpPr>
          <p:nvPr/>
        </p:nvSpPr>
        <p:spPr>
          <a:xfrm xmlns:a="http://schemas.openxmlformats.org/drawingml/2006/main">
            <a:off x="5074920" y="1783077"/>
            <a:ext cx="2331723" cy="198412"/>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300" b="1">
                <a:solidFill>
                  <a:srgbClr val="3977F6"/>
                </a:solidFill>
                <a:latin typeface="Helvetica Neue"/>
                <a:ea typeface="Helvetica Neue"/>
                <a:cs typeface="Helvetica Neue"/>
              </a:defRPr>
            </a:pPr>
            <a:r>
              <a:t>• </a:t>
            </a:r>
            <a:r>
              <a:rPr b="0">
                <a:solidFill>
                  <a:srgbClr val="73777F"/>
                </a:solidFill>
              </a:rPr>
              <a:t>from every group</a:t>
            </a:r>
          </a:p>
        </p:txBody>
      </p:sp>
      <p:sp>
        <p:nvSpPr>
          <p:cNvPr id="2333" name="Oval 9">
            <a:extLst xmlns:a="http://schemas.openxmlformats.org/drawingml/2006/main">
              <a:ext uri="{FF2B5EF4-FFF2-40B4-BE49-F238E27FC236}">
                <a16:creationId xmlns:a16="http://schemas.microsoft.com/office/drawing/2014/main" id="{DFCBD009-43B2-4B7E-A86B-DEAD7FC7B22D}"/>
              </a:ext>
            </a:extLst>
          </p:cNvPr>
          <p:cNvSpPr>
            <a:spLocks xmlns:a="http://schemas.openxmlformats.org/drawingml/2006/main" noGrp="1"/>
          </p:cNvSpPr>
          <p:nvPr/>
        </p:nvSpPr>
        <p:spPr>
          <a:xfrm xmlns:a="http://schemas.openxmlformats.org/drawingml/2006/main">
            <a:off x="1216149" y="2798064"/>
            <a:ext cx="164597" cy="164597"/>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334" name="TextBox 10">
            <a:extLst xmlns:a="http://schemas.openxmlformats.org/drawingml/2006/main">
              <a:ext uri="{FF2B5EF4-FFF2-40B4-BE49-F238E27FC236}">
                <a16:creationId xmlns:a16="http://schemas.microsoft.com/office/drawing/2014/main" id="{AAC579DF-32FE-4792-89C1-624DA62BCF4F}"/>
              </a:ext>
            </a:extLst>
          </p:cNvPr>
          <p:cNvSpPr>
            <a:spLocks xmlns:a="http://schemas.openxmlformats.org/drawingml/2006/main" noGrp="1"/>
          </p:cNvSpPr>
          <p:nvPr/>
        </p:nvSpPr>
        <p:spPr>
          <a:xfrm xmlns:a="http://schemas.openxmlformats.org/drawingml/2006/main">
            <a:off x="1700783" y="2798064"/>
            <a:ext cx="594362" cy="16104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100" b="1">
                <a:solidFill>
                  <a:srgbClr val="FF705B"/>
                </a:solidFill>
                <a:latin typeface="Helvetica Neue"/>
                <a:ea typeface="Helvetica Neue"/>
                <a:cs typeface="Helvetica Neue"/>
              </a:defRPr>
            </a:lvl1pPr>
          </a:lstStyle>
          <a:p xmlns:a="http://schemas.openxmlformats.org/drawingml/2006/main">
            <a:pPr>
              <a:buNone/>
            </a:pPr>
            <a:r>
              <a:t>P2</a:t>
            </a:r>
          </a:p>
        </p:txBody>
      </p:sp>
      <p:sp>
        <p:nvSpPr>
          <p:cNvPr id="2335" name="TextBox 11">
            <a:extLst xmlns:a="http://schemas.openxmlformats.org/drawingml/2006/main">
              <a:ext uri="{FF2B5EF4-FFF2-40B4-BE49-F238E27FC236}">
                <a16:creationId xmlns:a16="http://schemas.microsoft.com/office/drawing/2014/main" id="{33C4D013-0117-4A6D-B795-14084322974B}"/>
              </a:ext>
            </a:extLst>
          </p:cNvPr>
          <p:cNvSpPr>
            <a:spLocks xmlns:a="http://schemas.openxmlformats.org/drawingml/2006/main" noGrp="1"/>
          </p:cNvSpPr>
          <p:nvPr/>
        </p:nvSpPr>
        <p:spPr>
          <a:xfrm xmlns:a="http://schemas.openxmlformats.org/drawingml/2006/main">
            <a:off x="2313431" y="2743199"/>
            <a:ext cx="2697484" cy="26043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700" b="1">
                <a:solidFill>
                  <a:srgbClr val="111318"/>
                </a:solidFill>
                <a:latin typeface="Helvetica Neue"/>
                <a:ea typeface="Helvetica Neue"/>
                <a:cs typeface="Helvetica Neue"/>
              </a:defRPr>
            </a:lvl1pPr>
          </a:lstStyle>
          <a:p xmlns:a="http://schemas.openxmlformats.org/drawingml/2006/main">
            <a:pPr>
              <a:buNone/>
            </a:pPr>
            <a:r>
              <a:t>Geometric mean</a:t>
            </a:r>
          </a:p>
        </p:txBody>
      </p:sp>
      <p:sp>
        <p:nvSpPr>
          <p:cNvPr id="2336" name="TextBox 12">
            <a:extLst xmlns:a="http://schemas.openxmlformats.org/drawingml/2006/main">
              <a:ext uri="{FF2B5EF4-FFF2-40B4-BE49-F238E27FC236}">
                <a16:creationId xmlns:a16="http://schemas.microsoft.com/office/drawing/2014/main" id="{7708D171-CA58-488F-870D-B9DAE64F1E37}"/>
              </a:ext>
            </a:extLst>
          </p:cNvPr>
          <p:cNvSpPr>
            <a:spLocks xmlns:a="http://schemas.openxmlformats.org/drawingml/2006/main" noGrp="1"/>
          </p:cNvSpPr>
          <p:nvPr/>
        </p:nvSpPr>
        <p:spPr>
          <a:xfrm xmlns:a="http://schemas.openxmlformats.org/drawingml/2006/main">
            <a:off x="5074920" y="2770632"/>
            <a:ext cx="2331723" cy="19841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300" b="1">
                <a:solidFill>
                  <a:srgbClr val="FF705B"/>
                </a:solidFill>
                <a:latin typeface="Helvetica Neue"/>
                <a:ea typeface="Helvetica Neue"/>
                <a:cs typeface="Helvetica Neue"/>
              </a:defRPr>
            </a:pPr>
            <a:r>
              <a:t>• </a:t>
            </a:r>
            <a:r>
              <a:rPr b="0">
                <a:solidFill>
                  <a:srgbClr val="73777F"/>
                </a:solidFill>
              </a:rPr>
              <a:t>a soft veto</a:t>
            </a:r>
          </a:p>
        </p:txBody>
      </p:sp>
      <p:sp>
        <p:nvSpPr>
          <p:cNvPr id="2337" name="Oval 13">
            <a:extLst xmlns:a="http://schemas.openxmlformats.org/drawingml/2006/main">
              <a:ext uri="{FF2B5EF4-FFF2-40B4-BE49-F238E27FC236}">
                <a16:creationId xmlns:a16="http://schemas.microsoft.com/office/drawing/2014/main" id="{5D2DC395-D623-46F8-A736-7D70260C819A}"/>
              </a:ext>
            </a:extLst>
          </p:cNvPr>
          <p:cNvSpPr>
            <a:spLocks xmlns:a="http://schemas.openxmlformats.org/drawingml/2006/main" noGrp="1"/>
          </p:cNvSpPr>
          <p:nvPr/>
        </p:nvSpPr>
        <p:spPr>
          <a:xfrm xmlns:a="http://schemas.openxmlformats.org/drawingml/2006/main">
            <a:off x="1216149" y="3758183"/>
            <a:ext cx="164597" cy="164597"/>
          </a:xfrm>
          <a:prstGeom xmlns:a="http://schemas.openxmlformats.org/drawingml/2006/main" prst="ellipse">
            <a:avLst/>
          </a:prstGeom>
          <a:solidFill xmlns:a="http://schemas.openxmlformats.org/drawingml/2006/main">
            <a:srgbClr val="D79A24"/>
          </a:solidFill>
          <a:ln xmlns:a="http://schemas.openxmlformats.org/drawingml/2006/main" w="10160">
            <a:solidFill>
              <a:srgbClr val="D79A24"/>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338" name="TextBox 14">
            <a:extLst xmlns:a="http://schemas.openxmlformats.org/drawingml/2006/main">
              <a:ext uri="{FF2B5EF4-FFF2-40B4-BE49-F238E27FC236}">
                <a16:creationId xmlns:a16="http://schemas.microsoft.com/office/drawing/2014/main" id="{D1198CFE-28E0-43A3-AF07-5391D8C74637}"/>
              </a:ext>
            </a:extLst>
          </p:cNvPr>
          <p:cNvSpPr>
            <a:spLocks xmlns:a="http://schemas.openxmlformats.org/drawingml/2006/main" noGrp="1"/>
          </p:cNvSpPr>
          <p:nvPr/>
        </p:nvSpPr>
        <p:spPr>
          <a:xfrm xmlns:a="http://schemas.openxmlformats.org/drawingml/2006/main">
            <a:off x="1700783" y="3758183"/>
            <a:ext cx="594362" cy="16104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100" b="1">
                <a:solidFill>
                  <a:srgbClr val="D79A24"/>
                </a:solidFill>
                <a:latin typeface="Helvetica Neue"/>
                <a:ea typeface="Helvetica Neue"/>
                <a:cs typeface="Helvetica Neue"/>
              </a:defRPr>
            </a:lvl1pPr>
          </a:lstStyle>
          <a:p xmlns:a="http://schemas.openxmlformats.org/drawingml/2006/main">
            <a:pPr>
              <a:buNone/>
            </a:pPr>
            <a:r>
              <a:t>P3</a:t>
            </a:r>
          </a:p>
        </p:txBody>
      </p:sp>
      <p:sp>
        <p:nvSpPr>
          <p:cNvPr id="2339" name="TextBox 15">
            <a:extLst xmlns:a="http://schemas.openxmlformats.org/drawingml/2006/main">
              <a:ext uri="{FF2B5EF4-FFF2-40B4-BE49-F238E27FC236}">
                <a16:creationId xmlns:a16="http://schemas.microsoft.com/office/drawing/2014/main" id="{9EF1A483-328F-4A0F-A8EC-BC2C5D4D890C}"/>
              </a:ext>
            </a:extLst>
          </p:cNvPr>
          <p:cNvSpPr>
            <a:spLocks xmlns:a="http://schemas.openxmlformats.org/drawingml/2006/main" noGrp="1"/>
          </p:cNvSpPr>
          <p:nvPr/>
        </p:nvSpPr>
        <p:spPr>
          <a:xfrm xmlns:a="http://schemas.openxmlformats.org/drawingml/2006/main">
            <a:off x="2313431" y="3703320"/>
            <a:ext cx="2697484" cy="26043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700" b="1">
                <a:solidFill>
                  <a:srgbClr val="111318"/>
                </a:solidFill>
                <a:latin typeface="Helvetica Neue"/>
                <a:ea typeface="Helvetica Neue"/>
                <a:cs typeface="Helvetica Neue"/>
              </a:defRPr>
            </a:lvl1pPr>
          </a:lstStyle>
          <a:p xmlns:a="http://schemas.openxmlformats.org/drawingml/2006/main">
            <a:pPr>
              <a:buNone/>
            </a:pPr>
            <a:r>
              <a:t>Same rule</a:t>
            </a:r>
          </a:p>
        </p:txBody>
      </p:sp>
      <p:sp>
        <p:nvSpPr>
          <p:cNvPr id="2340" name="TextBox 16">
            <a:extLst xmlns:a="http://schemas.openxmlformats.org/drawingml/2006/main">
              <a:ext uri="{FF2B5EF4-FFF2-40B4-BE49-F238E27FC236}">
                <a16:creationId xmlns:a16="http://schemas.microsoft.com/office/drawing/2014/main" id="{222E5404-A6B1-4DAC-88D7-883751894607}"/>
              </a:ext>
            </a:extLst>
          </p:cNvPr>
          <p:cNvSpPr>
            <a:spLocks xmlns:a="http://schemas.openxmlformats.org/drawingml/2006/main" noGrp="1"/>
          </p:cNvSpPr>
          <p:nvPr/>
        </p:nvSpPr>
        <p:spPr>
          <a:xfrm xmlns:a="http://schemas.openxmlformats.org/drawingml/2006/main">
            <a:off x="5074920" y="3730752"/>
            <a:ext cx="2331723" cy="198412"/>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300" b="1">
                <a:solidFill>
                  <a:srgbClr val="D79A24"/>
                </a:solidFill>
                <a:latin typeface="Helvetica Neue"/>
                <a:ea typeface="Helvetica Neue"/>
                <a:cs typeface="Helvetica Neue"/>
              </a:defRPr>
            </a:pPr>
            <a:r>
              <a:t>• </a:t>
            </a:r>
            <a:r>
              <a:rPr b="0">
                <a:solidFill>
                  <a:srgbClr val="73777F"/>
                </a:solidFill>
              </a:rPr>
              <a:t>no size weighting</a:t>
            </a:r>
          </a:p>
        </p:txBody>
      </p:sp>
      <p:sp>
        <p:nvSpPr>
          <p:cNvPr id="2341" name="TextBox 17">
            <a:extLst xmlns:a="http://schemas.openxmlformats.org/drawingml/2006/main">
              <a:ext uri="{FF2B5EF4-FFF2-40B4-BE49-F238E27FC236}">
                <a16:creationId xmlns:a16="http://schemas.microsoft.com/office/drawing/2014/main" id="{6763CE0B-3270-46E4-AD62-FCCD90CB9C05}"/>
              </a:ext>
            </a:extLst>
          </p:cNvPr>
          <p:cNvSpPr>
            <a:spLocks xmlns:a="http://schemas.openxmlformats.org/drawingml/2006/main" noGrp="1"/>
          </p:cNvSpPr>
          <p:nvPr/>
        </p:nvSpPr>
        <p:spPr>
          <a:xfrm xmlns:a="http://schemas.openxmlformats.org/drawingml/2006/main">
            <a:off x="7845552" y="1609344"/>
            <a:ext cx="3520443" cy="136385"/>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900" b="1">
                <a:solidFill>
                  <a:srgbClr val="73777F"/>
                </a:solidFill>
                <a:latin typeface="Helvetica Neue"/>
                <a:ea typeface="Helvetica Neue"/>
                <a:cs typeface="Helvetica Neue"/>
              </a:defRPr>
            </a:lvl1pPr>
          </a:lstStyle>
          <a:p xmlns:a="http://schemas.openxmlformats.org/drawingml/2006/main">
            <a:pPr>
              <a:buNone/>
            </a:pPr>
            <a:r>
              <a:t>CHECK 3 · SYMMETRY</a:t>
            </a:r>
          </a:p>
        </p:txBody>
      </p:sp>
      <p:sp>
        <p:nvSpPr>
          <p:cNvPr id="2342" name="TextBox 18">
            <a:extLst xmlns:a="http://schemas.openxmlformats.org/drawingml/2006/main">
              <a:ext uri="{FF2B5EF4-FFF2-40B4-BE49-F238E27FC236}">
                <a16:creationId xmlns:a16="http://schemas.microsoft.com/office/drawing/2014/main" id="{E026F82A-ED77-473B-9D74-C5D97B7522A9}"/>
              </a:ext>
            </a:extLst>
          </p:cNvPr>
          <p:cNvSpPr>
            <a:spLocks xmlns:a="http://schemas.openxmlformats.org/drawingml/2006/main" noGrp="1"/>
          </p:cNvSpPr>
          <p:nvPr/>
        </p:nvSpPr>
        <p:spPr>
          <a:xfrm xmlns:a="http://schemas.openxmlformats.org/drawingml/2006/main">
            <a:off x="7845552" y="2029966"/>
            <a:ext cx="1005840"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800" b="1">
                <a:solidFill>
                  <a:srgbClr val="3977F6"/>
                </a:solidFill>
                <a:latin typeface="Helvetica Neue"/>
                <a:ea typeface="Helvetica Neue"/>
                <a:cs typeface="Helvetica Neue"/>
              </a:defRPr>
            </a:lvl1pPr>
          </a:lstStyle>
          <a:p xmlns:a="http://schemas.openxmlformats.org/drawingml/2006/main">
            <a:pPr>
              <a:buNone/>
            </a:pPr>
            <a:r>
              <a:t>90 RATERS</a:t>
            </a:r>
          </a:p>
        </p:txBody>
      </p:sp>
      <p:sp>
        <p:nvSpPr>
          <p:cNvPr id="2343" name="Oval 19">
            <a:extLst xmlns:a="http://schemas.openxmlformats.org/drawingml/2006/main">
              <a:ext uri="{FF2B5EF4-FFF2-40B4-BE49-F238E27FC236}">
                <a16:creationId xmlns:a16="http://schemas.microsoft.com/office/drawing/2014/main" id="{B5C89A87-9222-4A2C-9D42-E4E61253AB20}"/>
              </a:ext>
            </a:extLst>
          </p:cNvPr>
          <p:cNvSpPr>
            <a:spLocks xmlns:a="http://schemas.openxmlformats.org/drawingml/2006/main" noGrp="1"/>
          </p:cNvSpPr>
          <p:nvPr/>
        </p:nvSpPr>
        <p:spPr>
          <a:xfrm xmlns:a="http://schemas.openxmlformats.org/drawingml/2006/main">
            <a:off x="7845552" y="2377438"/>
            <a:ext cx="96017" cy="96017"/>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344" name="Oval 20">
            <a:extLst xmlns:a="http://schemas.openxmlformats.org/drawingml/2006/main">
              <a:ext uri="{FF2B5EF4-FFF2-40B4-BE49-F238E27FC236}">
                <a16:creationId xmlns:a16="http://schemas.microsoft.com/office/drawing/2014/main" id="{2C5A6BD7-C96D-491F-BF44-0B73586DD659}"/>
              </a:ext>
            </a:extLst>
          </p:cNvPr>
          <p:cNvSpPr>
            <a:spLocks xmlns:a="http://schemas.openxmlformats.org/drawingml/2006/main" noGrp="1"/>
          </p:cNvSpPr>
          <p:nvPr/>
        </p:nvSpPr>
        <p:spPr>
          <a:xfrm xmlns:a="http://schemas.openxmlformats.org/drawingml/2006/main">
            <a:off x="8028430" y="2377438"/>
            <a:ext cx="96017" cy="96017"/>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345" name="Oval 21">
            <a:extLst xmlns:a="http://schemas.openxmlformats.org/drawingml/2006/main">
              <a:ext uri="{FF2B5EF4-FFF2-40B4-BE49-F238E27FC236}">
                <a16:creationId xmlns:a16="http://schemas.microsoft.com/office/drawing/2014/main" id="{1F49C453-3CFF-448E-9DD3-57643E347FD7}"/>
              </a:ext>
            </a:extLst>
          </p:cNvPr>
          <p:cNvSpPr>
            <a:spLocks xmlns:a="http://schemas.openxmlformats.org/drawingml/2006/main" noGrp="1"/>
          </p:cNvSpPr>
          <p:nvPr/>
        </p:nvSpPr>
        <p:spPr>
          <a:xfrm xmlns:a="http://schemas.openxmlformats.org/drawingml/2006/main">
            <a:off x="8211311" y="2377438"/>
            <a:ext cx="96017" cy="96017"/>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346" name="Oval 22">
            <a:extLst xmlns:a="http://schemas.openxmlformats.org/drawingml/2006/main">
              <a:ext uri="{FF2B5EF4-FFF2-40B4-BE49-F238E27FC236}">
                <a16:creationId xmlns:a16="http://schemas.microsoft.com/office/drawing/2014/main" id="{8E504232-68FE-4B6F-AE98-3DDD102C5E78}"/>
              </a:ext>
            </a:extLst>
          </p:cNvPr>
          <p:cNvSpPr>
            <a:spLocks xmlns:a="http://schemas.openxmlformats.org/drawingml/2006/main" noGrp="1"/>
          </p:cNvSpPr>
          <p:nvPr/>
        </p:nvSpPr>
        <p:spPr>
          <a:xfrm xmlns:a="http://schemas.openxmlformats.org/drawingml/2006/main">
            <a:off x="8394192" y="2377438"/>
            <a:ext cx="96017" cy="96017"/>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347" name="Oval 23">
            <a:extLst xmlns:a="http://schemas.openxmlformats.org/drawingml/2006/main">
              <a:ext uri="{FF2B5EF4-FFF2-40B4-BE49-F238E27FC236}">
                <a16:creationId xmlns:a16="http://schemas.microsoft.com/office/drawing/2014/main" id="{7C99588A-8FA0-40CC-AEF9-F575A4AC6E8C}"/>
              </a:ext>
            </a:extLst>
          </p:cNvPr>
          <p:cNvSpPr>
            <a:spLocks xmlns:a="http://schemas.openxmlformats.org/drawingml/2006/main" noGrp="1"/>
          </p:cNvSpPr>
          <p:nvPr/>
        </p:nvSpPr>
        <p:spPr>
          <a:xfrm xmlns:a="http://schemas.openxmlformats.org/drawingml/2006/main">
            <a:off x="8577071" y="2377438"/>
            <a:ext cx="96017" cy="96017"/>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348" name="Oval 24">
            <a:extLst xmlns:a="http://schemas.openxmlformats.org/drawingml/2006/main">
              <a:ext uri="{FF2B5EF4-FFF2-40B4-BE49-F238E27FC236}">
                <a16:creationId xmlns:a16="http://schemas.microsoft.com/office/drawing/2014/main" id="{EB9187AA-43BC-4E3F-9167-4DB7DC514E26}"/>
              </a:ext>
            </a:extLst>
          </p:cNvPr>
          <p:cNvSpPr>
            <a:spLocks xmlns:a="http://schemas.openxmlformats.org/drawingml/2006/main" noGrp="1"/>
          </p:cNvSpPr>
          <p:nvPr/>
        </p:nvSpPr>
        <p:spPr>
          <a:xfrm xmlns:a="http://schemas.openxmlformats.org/drawingml/2006/main">
            <a:off x="8759952" y="2377438"/>
            <a:ext cx="96017" cy="96017"/>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349" name="Oval 25">
            <a:extLst xmlns:a="http://schemas.openxmlformats.org/drawingml/2006/main">
              <a:ext uri="{FF2B5EF4-FFF2-40B4-BE49-F238E27FC236}">
                <a16:creationId xmlns:a16="http://schemas.microsoft.com/office/drawing/2014/main" id="{32E7CCF7-3F76-4D75-90CC-3BB7A83EA38A}"/>
              </a:ext>
            </a:extLst>
          </p:cNvPr>
          <p:cNvSpPr>
            <a:spLocks xmlns:a="http://schemas.openxmlformats.org/drawingml/2006/main" noGrp="1"/>
          </p:cNvSpPr>
          <p:nvPr/>
        </p:nvSpPr>
        <p:spPr>
          <a:xfrm xmlns:a="http://schemas.openxmlformats.org/drawingml/2006/main">
            <a:off x="8942830" y="2377438"/>
            <a:ext cx="96017" cy="96017"/>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350" name="Oval 26">
            <a:extLst xmlns:a="http://schemas.openxmlformats.org/drawingml/2006/main">
              <a:ext uri="{FF2B5EF4-FFF2-40B4-BE49-F238E27FC236}">
                <a16:creationId xmlns:a16="http://schemas.microsoft.com/office/drawing/2014/main" id="{39D5D6D4-AF18-4799-BE65-626195BB149D}"/>
              </a:ext>
            </a:extLst>
          </p:cNvPr>
          <p:cNvSpPr>
            <a:spLocks xmlns:a="http://schemas.openxmlformats.org/drawingml/2006/main" noGrp="1"/>
          </p:cNvSpPr>
          <p:nvPr/>
        </p:nvSpPr>
        <p:spPr>
          <a:xfrm xmlns:a="http://schemas.openxmlformats.org/drawingml/2006/main">
            <a:off x="9125711" y="2377438"/>
            <a:ext cx="96017" cy="96017"/>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351" name="Oval 27">
            <a:extLst xmlns:a="http://schemas.openxmlformats.org/drawingml/2006/main">
              <a:ext uri="{FF2B5EF4-FFF2-40B4-BE49-F238E27FC236}">
                <a16:creationId xmlns:a16="http://schemas.microsoft.com/office/drawing/2014/main" id="{99B9DC14-20FA-4C91-A15A-20B7B3C91848}"/>
              </a:ext>
            </a:extLst>
          </p:cNvPr>
          <p:cNvSpPr>
            <a:spLocks xmlns:a="http://schemas.openxmlformats.org/drawingml/2006/main" noGrp="1"/>
          </p:cNvSpPr>
          <p:nvPr/>
        </p:nvSpPr>
        <p:spPr>
          <a:xfrm xmlns:a="http://schemas.openxmlformats.org/drawingml/2006/main">
            <a:off x="9308592" y="2377438"/>
            <a:ext cx="96017" cy="96017"/>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352" name="TextBox 28">
            <a:extLst xmlns:a="http://schemas.openxmlformats.org/drawingml/2006/main">
              <a:ext uri="{FF2B5EF4-FFF2-40B4-BE49-F238E27FC236}">
                <a16:creationId xmlns:a16="http://schemas.microsoft.com/office/drawing/2014/main" id="{76EBF9C0-E219-468A-A2B9-1C87BC797FB4}"/>
              </a:ext>
            </a:extLst>
          </p:cNvPr>
          <p:cNvSpPr>
            <a:spLocks xmlns:a="http://schemas.openxmlformats.org/drawingml/2006/main" noGrp="1"/>
          </p:cNvSpPr>
          <p:nvPr/>
        </p:nvSpPr>
        <p:spPr>
          <a:xfrm xmlns:a="http://schemas.openxmlformats.org/drawingml/2006/main">
            <a:off x="9912094" y="2029966"/>
            <a:ext cx="1005840"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800" b="1">
                <a:solidFill>
                  <a:srgbClr val="FF705B"/>
                </a:solidFill>
                <a:latin typeface="Helvetica Neue"/>
                <a:ea typeface="Helvetica Neue"/>
                <a:cs typeface="Helvetica Neue"/>
              </a:defRPr>
            </a:lvl1pPr>
          </a:lstStyle>
          <a:p xmlns:a="http://schemas.openxmlformats.org/drawingml/2006/main">
            <a:pPr>
              <a:buNone/>
            </a:pPr>
            <a:r>
              <a:t>10 RATERS</a:t>
            </a:r>
          </a:p>
        </p:txBody>
      </p:sp>
      <p:sp>
        <p:nvSpPr>
          <p:cNvPr id="2353" name="Oval 29">
            <a:extLst xmlns:a="http://schemas.openxmlformats.org/drawingml/2006/main">
              <a:ext uri="{FF2B5EF4-FFF2-40B4-BE49-F238E27FC236}">
                <a16:creationId xmlns:a16="http://schemas.microsoft.com/office/drawing/2014/main" id="{6DD6BF7A-6209-495D-A233-9C89138E72BC}"/>
              </a:ext>
            </a:extLst>
          </p:cNvPr>
          <p:cNvSpPr>
            <a:spLocks xmlns:a="http://schemas.openxmlformats.org/drawingml/2006/main" noGrp="1"/>
          </p:cNvSpPr>
          <p:nvPr/>
        </p:nvSpPr>
        <p:spPr>
          <a:xfrm xmlns:a="http://schemas.openxmlformats.org/drawingml/2006/main">
            <a:off x="9912094" y="2377438"/>
            <a:ext cx="96017" cy="96017"/>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354" name="TextBox 30">
            <a:extLst xmlns:a="http://schemas.openxmlformats.org/drawingml/2006/main">
              <a:ext uri="{FF2B5EF4-FFF2-40B4-BE49-F238E27FC236}">
                <a16:creationId xmlns:a16="http://schemas.microsoft.com/office/drawing/2014/main" id="{19785284-365D-4CB7-BC60-60597EC9A8CC}"/>
              </a:ext>
            </a:extLst>
          </p:cNvPr>
          <p:cNvSpPr>
            <a:spLocks xmlns:a="http://schemas.openxmlformats.org/drawingml/2006/main" noGrp="1"/>
          </p:cNvSpPr>
          <p:nvPr/>
        </p:nvSpPr>
        <p:spPr>
          <a:xfrm xmlns:a="http://schemas.openxmlformats.org/drawingml/2006/main">
            <a:off x="7845552" y="2880360"/>
            <a:ext cx="3456433" cy="28547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b="1">
                <a:solidFill>
                  <a:srgbClr val="111318"/>
                </a:solidFill>
                <a:latin typeface="Helvetica Neue"/>
                <a:ea typeface="Helvetica Neue"/>
                <a:cs typeface="Helvetica Neue"/>
              </a:defRPr>
            </a:lvl1pPr>
          </a:lstStyle>
          <a:p xmlns:a="http://schemas.openxmlformats.org/drawingml/2006/main">
            <a:pPr>
              <a:buNone/>
            </a:pPr>
            <a:r>
              <a:t>90 raters  ≠  9× weight</a:t>
            </a:r>
          </a:p>
        </p:txBody>
      </p:sp>
      <p:sp>
        <p:nvSpPr>
          <p:cNvPr id="2355" name="Connector 31">
            <a:extLst xmlns:a="http://schemas.openxmlformats.org/drawingml/2006/main">
              <a:ext uri="{FF2B5EF4-FFF2-40B4-BE49-F238E27FC236}">
                <a16:creationId xmlns:a16="http://schemas.microsoft.com/office/drawing/2014/main" id="{7B746D42-A374-4824-BAF0-EEF3850F7BC6}"/>
              </a:ext>
            </a:extLst>
          </p:cNvPr>
          <p:cNvSpPr>
            <a:spLocks xmlns:a="http://schemas.openxmlformats.org/drawingml/2006/main" noGrp="1"/>
          </p:cNvSpPr>
          <p:nvPr/>
        </p:nvSpPr>
        <p:spPr>
          <a:xfrm xmlns:a="http://schemas.openxmlformats.org/drawingml/2006/main">
            <a:off x="7845552" y="3401567"/>
            <a:ext cx="3456433" cy="3"/>
          </a:xfrm>
          <a:prstGeom xmlns:a="http://schemas.openxmlformats.org/drawingml/2006/main" prst="line">
            <a:avLst/>
          </a:prstGeom>
          <a:ln xmlns:a="http://schemas.openxmlformats.org/drawingml/2006/main" w="1016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356" name="TextBox 32">
            <a:extLst xmlns:a="http://schemas.openxmlformats.org/drawingml/2006/main">
              <a:ext uri="{FF2B5EF4-FFF2-40B4-BE49-F238E27FC236}">
                <a16:creationId xmlns:a16="http://schemas.microsoft.com/office/drawing/2014/main" id="{75A31593-78B0-4FED-BD19-7482101865A2}"/>
              </a:ext>
            </a:extLst>
          </p:cNvPr>
          <p:cNvSpPr>
            <a:spLocks xmlns:a="http://schemas.openxmlformats.org/drawingml/2006/main" noGrp="1"/>
          </p:cNvSpPr>
          <p:nvPr/>
        </p:nvSpPr>
        <p:spPr>
          <a:xfrm xmlns:a="http://schemas.openxmlformats.org/drawingml/2006/main">
            <a:off x="7845552" y="3730752"/>
            <a:ext cx="3456433" cy="235406"/>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600" b="1">
                <a:solidFill>
                  <a:srgbClr val="D79A24"/>
                </a:solidFill>
                <a:latin typeface="Helvetica Neue"/>
                <a:ea typeface="Helvetica Neue"/>
                <a:cs typeface="Helvetica Neue"/>
              </a:defRPr>
            </a:lvl1pPr>
          </a:lstStyle>
          <a:p xmlns:a="http://schemas.openxmlformats.org/drawingml/2006/main">
            <a:pPr>
              <a:buNone/>
            </a:pPr>
            <a:r>
              <a:t>√(sA × sB)  =  √(sB × sA)</a:t>
            </a:r>
          </a:p>
        </p:txBody>
      </p:sp>
      <p:sp>
        <p:nvSpPr>
          <p:cNvPr id="2357" name="TextBox 33">
            <a:extLst xmlns:a="http://schemas.openxmlformats.org/drawingml/2006/main">
              <a:ext uri="{FF2B5EF4-FFF2-40B4-BE49-F238E27FC236}">
                <a16:creationId xmlns:a16="http://schemas.microsoft.com/office/drawing/2014/main" id="{0A77B916-3C3E-46C0-B306-3B31E0D65001}"/>
              </a:ext>
            </a:extLst>
          </p:cNvPr>
          <p:cNvSpPr>
            <a:spLocks xmlns:a="http://schemas.openxmlformats.org/drawingml/2006/main" noGrp="1"/>
          </p:cNvSpPr>
          <p:nvPr/>
        </p:nvSpPr>
        <p:spPr>
          <a:xfrm xmlns:a="http://schemas.openxmlformats.org/drawingml/2006/main">
            <a:off x="7845552" y="4224528"/>
            <a:ext cx="3456433" cy="210743"/>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400" b="1">
                <a:solidFill>
                  <a:srgbClr val="111318"/>
                </a:solidFill>
                <a:latin typeface="Helvetica Neue"/>
                <a:ea typeface="Helvetica Neue"/>
                <a:cs typeface="Helvetica Neue"/>
              </a:defRPr>
            </a:lvl1pPr>
          </a:lstStyle>
          <a:p xmlns:a="http://schemas.openxmlformats.org/drawingml/2006/main">
            <a:pPr>
              <a:buNone/>
            </a:pPr>
            <a:r>
              <a:t>√(.90 × .10) = √(.10 × .90) = 30%</a:t>
            </a:r>
          </a:p>
        </p:txBody>
      </p:sp>
      <p:sp>
        <p:nvSpPr>
          <p:cNvPr id="2358" name="TextBox 34">
            <a:extLst xmlns:a="http://schemas.openxmlformats.org/drawingml/2006/main">
              <a:ext uri="{FF2B5EF4-FFF2-40B4-BE49-F238E27FC236}">
                <a16:creationId xmlns:a16="http://schemas.microsoft.com/office/drawing/2014/main" id="{0FFFF208-30E2-4778-8729-C084BB110A9B}"/>
              </a:ext>
            </a:extLst>
          </p:cNvPr>
          <p:cNvSpPr>
            <a:spLocks xmlns:a="http://schemas.openxmlformats.org/drawingml/2006/main" noGrp="1"/>
          </p:cNvSpPr>
          <p:nvPr/>
        </p:nvSpPr>
        <p:spPr>
          <a:xfrm xmlns:a="http://schemas.openxmlformats.org/drawingml/2006/main">
            <a:off x="7973568" y="4828032"/>
            <a:ext cx="3218691" cy="18608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lgn="ctr">
              <a:buNone/>
              <a:defRPr sz="1200" b="1">
                <a:solidFill>
                  <a:srgbClr val="D79A24"/>
                </a:solidFill>
                <a:latin typeface="Helvetica Neue"/>
                <a:ea typeface="Helvetica Neue"/>
                <a:cs typeface="Helvetica Neue"/>
              </a:defRPr>
            </a:pPr>
            <a:r>
              <a:t>• </a:t>
            </a:r>
            <a:r>
              <a:rPr>
                <a:solidFill>
                  <a:srgbClr val="73777F"/>
                </a:solidFill>
              </a:rPr>
              <a:t>Group size does not change the rule</a:t>
            </a:r>
          </a:p>
        </p:txBody>
      </p:sp>
      <p:sp>
        <p:nvSpPr>
          <p:cNvPr id="2359" name="TextBox 35">
            <a:extLst xmlns:a="http://schemas.openxmlformats.org/drawingml/2006/main">
              <a:ext uri="{FF2B5EF4-FFF2-40B4-BE49-F238E27FC236}">
                <a16:creationId xmlns:a16="http://schemas.microsoft.com/office/drawing/2014/main" id="{71784F15-36F8-46E1-978E-24058EE18CF7}"/>
              </a:ext>
            </a:extLst>
          </p:cNvPr>
          <p:cNvSpPr>
            <a:spLocks xmlns:a="http://schemas.openxmlformats.org/drawingml/2006/main" noGrp="1"/>
          </p:cNvSpPr>
          <p:nvPr/>
        </p:nvSpPr>
        <p:spPr>
          <a:xfrm xmlns:a="http://schemas.openxmlformats.org/drawingml/2006/main">
            <a:off x="621792" y="6437376"/>
            <a:ext cx="10881360"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800">
                <a:solidFill>
                  <a:srgbClr val="73777F"/>
                </a:solidFill>
                <a:latin typeface="Helvetica Neue"/>
                <a:ea typeface="Helvetica Neue"/>
                <a:cs typeface="Helvetica Neue"/>
              </a:defRPr>
            </a:lvl1pPr>
          </a:lstStyle>
          <a:p xmlns:a="http://schemas.openxmlformats.org/drawingml/2006/main">
            <a:pPr>
              <a:buNone/>
            </a:pPr>
            <a:r>
              <a:t>• Toy illustration—not the Community Notes scoring formula; authors’ CCA design</a:t>
            </a:r>
          </a:p>
        </p:txBody>
      </p:sp>
    </p:spTree>
    <p:extLst>
      <p:ext uri="{BB962C8B-B14F-4D97-AF65-F5344CB8AC3E}">
        <p14:creationId xmlns:p14="http://schemas.microsoft.com/office/powerpoint/2010/main" val="652164218"/>
      </p:ext>
    </p:extLst>
  </p:cSld>
</p:sld>
</file>

<file path=ppt/slides/slide30.xml><?xml version="1.0" encoding="utf-8"?>
<p:sld xmlns:p="http://schemas.openxmlformats.org/presentationml/2006/main" showMasterSp="1">
  <p:cSld>
    <p:spTree>
      <p:nvGrpSpPr>
        <p:cNvPr id="1" name=""/>
        <p:cNvGrpSpPr/>
        <p:nvPr/>
      </p:nvGrpSpPr>
      <p:grpSpPr>
        <a:xfrm xmlns:a="http://schemas.openxmlformats.org/drawingml/2006/main"/>
      </p:grpSpPr>
      <p:sp>
        <p:nvSpPr>
          <p:cNvPr id="2361" name="TextBox 1">
            <a:extLst xmlns:a="http://schemas.openxmlformats.org/drawingml/2006/main">
              <a:ext uri="{FF2B5EF4-FFF2-40B4-BE49-F238E27FC236}">
                <a16:creationId xmlns:a16="http://schemas.microsoft.com/office/drawing/2014/main" id="{08BD71B2-A8A6-471C-BEF3-B6B99F7BDB53}"/>
              </a:ext>
            </a:extLst>
          </p:cNvPr>
          <p:cNvSpPr>
            <a:spLocks xmlns:a="http://schemas.openxmlformats.org/drawingml/2006/main" noGrp="1"/>
          </p:cNvSpPr>
          <p:nvPr/>
        </p:nvSpPr>
        <p:spPr>
          <a:xfrm xmlns:a="http://schemas.openxmlformats.org/drawingml/2006/main">
            <a:off x="603501" y="420623"/>
            <a:ext cx="4389125" cy="14871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000" b="1">
                <a:solidFill>
                  <a:srgbClr val="73777F"/>
                </a:solidFill>
                <a:latin typeface="Helvetica Neue"/>
                <a:ea typeface="Helvetica Neue"/>
                <a:cs typeface="Helvetica Neue"/>
              </a:defRPr>
            </a:lvl1pPr>
          </a:lstStyle>
          <a:p xmlns:a="http://schemas.openxmlformats.org/drawingml/2006/main">
            <a:pPr>
              <a:buNone/>
            </a:pPr>
            <a:r>
              <a:t>IMPLEMENTATION</a:t>
            </a:r>
          </a:p>
        </p:txBody>
      </p:sp>
      <p:sp>
        <p:nvSpPr>
          <p:cNvPr id="2362" name="TextBox 2">
            <a:extLst xmlns:a="http://schemas.openxmlformats.org/drawingml/2006/main">
              <a:ext uri="{FF2B5EF4-FFF2-40B4-BE49-F238E27FC236}">
                <a16:creationId xmlns:a16="http://schemas.microsoft.com/office/drawing/2014/main" id="{F06ECD38-0F73-4B52-BA0C-9969F6D35577}"/>
              </a:ext>
            </a:extLst>
          </p:cNvPr>
          <p:cNvSpPr>
            <a:spLocks xmlns:a="http://schemas.openxmlformats.org/drawingml/2006/main" noGrp="1"/>
          </p:cNvSpPr>
          <p:nvPr/>
        </p:nvSpPr>
        <p:spPr>
          <a:xfrm xmlns:a="http://schemas.openxmlformats.org/drawingml/2006/main">
            <a:off x="603504" y="786383"/>
            <a:ext cx="10515601" cy="458849"/>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3000" b="1">
                <a:solidFill>
                  <a:srgbClr val="111318"/>
                </a:solidFill>
                <a:latin typeface="Helvetica Neue"/>
                <a:ea typeface="Helvetica Neue"/>
                <a:cs typeface="Helvetica Neue"/>
              </a:defRPr>
            </a:lvl1pPr>
          </a:lstStyle>
          <a:p xmlns:a="http://schemas.openxmlformats.org/drawingml/2006/main">
            <a:pPr>
              <a:buNone/>
            </a:pPr>
            <a:r>
              <a:t>Principles become operations</a:t>
            </a:r>
          </a:p>
        </p:txBody>
      </p:sp>
      <p:sp>
        <p:nvSpPr>
          <p:cNvPr id="2363" name="TextBox 3">
            <a:extLst xmlns:a="http://schemas.openxmlformats.org/drawingml/2006/main">
              <a:ext uri="{FF2B5EF4-FFF2-40B4-BE49-F238E27FC236}">
                <a16:creationId xmlns:a16="http://schemas.microsoft.com/office/drawing/2014/main" id="{377D9C01-5F14-41B4-B071-4491422635B9}"/>
              </a:ext>
            </a:extLst>
          </p:cNvPr>
          <p:cNvSpPr>
            <a:spLocks xmlns:a="http://schemas.openxmlformats.org/drawingml/2006/main" noGrp="1"/>
          </p:cNvSpPr>
          <p:nvPr/>
        </p:nvSpPr>
        <p:spPr>
          <a:xfrm xmlns:a="http://schemas.openxmlformats.org/drawingml/2006/main">
            <a:off x="11082528" y="457198"/>
            <a:ext cx="438915" cy="136385"/>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r">
              <a:buNone/>
              <a:defRPr sz="900" b="1">
                <a:solidFill>
                  <a:srgbClr val="73777F"/>
                </a:solidFill>
                <a:latin typeface="Helvetica Neue"/>
                <a:ea typeface="Helvetica Neue"/>
                <a:cs typeface="Helvetica Neue"/>
              </a:defRPr>
            </a:lvl1pPr>
          </a:lstStyle>
          <a:p xmlns:a="http://schemas.openxmlformats.org/drawingml/2006/main">
            <a:pPr>
              <a:buNone/>
            </a:pPr>
            <a:r>
              <a:t>12</a:t>
            </a:r>
          </a:p>
        </p:txBody>
      </p:sp>
      <p:sp>
        <p:nvSpPr>
          <p:cNvPr id="2364" name="Connector 4">
            <a:extLst xmlns:a="http://schemas.openxmlformats.org/drawingml/2006/main">
              <a:ext uri="{FF2B5EF4-FFF2-40B4-BE49-F238E27FC236}">
                <a16:creationId xmlns:a16="http://schemas.microsoft.com/office/drawing/2014/main" id="{6FEBC37B-3C59-40A7-9B7A-84212110AD44}"/>
              </a:ext>
            </a:extLst>
          </p:cNvPr>
          <p:cNvSpPr>
            <a:spLocks xmlns:a="http://schemas.openxmlformats.org/drawingml/2006/main" noGrp="1"/>
          </p:cNvSpPr>
          <p:nvPr/>
        </p:nvSpPr>
        <p:spPr>
          <a:xfrm xmlns:a="http://schemas.openxmlformats.org/drawingml/2006/main" flipH="1">
            <a:off x="1298447" y="1664205"/>
            <a:ext cx="3" cy="3621027"/>
          </a:xfrm>
          <a:prstGeom xmlns:a="http://schemas.openxmlformats.org/drawingml/2006/main" prst="line">
            <a:avLst/>
          </a:prstGeom>
          <a:ln xmlns:a="http://schemas.openxmlformats.org/drawingml/2006/main" w="1778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365" name="Oval 5">
            <a:extLst xmlns:a="http://schemas.openxmlformats.org/drawingml/2006/main">
              <a:ext uri="{FF2B5EF4-FFF2-40B4-BE49-F238E27FC236}">
                <a16:creationId xmlns:a16="http://schemas.microsoft.com/office/drawing/2014/main" id="{F0239A1E-98E9-4799-8211-87DC4C2B130E}"/>
              </a:ext>
            </a:extLst>
          </p:cNvPr>
          <p:cNvSpPr>
            <a:spLocks xmlns:a="http://schemas.openxmlformats.org/drawingml/2006/main" noGrp="1"/>
          </p:cNvSpPr>
          <p:nvPr/>
        </p:nvSpPr>
        <p:spPr>
          <a:xfrm xmlns:a="http://schemas.openxmlformats.org/drawingml/2006/main">
            <a:off x="1216149" y="1810511"/>
            <a:ext cx="164597" cy="164594"/>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366" name="TextBox 6">
            <a:extLst xmlns:a="http://schemas.openxmlformats.org/drawingml/2006/main">
              <a:ext uri="{FF2B5EF4-FFF2-40B4-BE49-F238E27FC236}">
                <a16:creationId xmlns:a16="http://schemas.microsoft.com/office/drawing/2014/main" id="{CA7A2C9B-BE7D-407B-89F4-B53C2A94A6DA}"/>
              </a:ext>
            </a:extLst>
          </p:cNvPr>
          <p:cNvSpPr>
            <a:spLocks xmlns:a="http://schemas.openxmlformats.org/drawingml/2006/main" noGrp="1"/>
          </p:cNvSpPr>
          <p:nvPr/>
        </p:nvSpPr>
        <p:spPr>
          <a:xfrm xmlns:a="http://schemas.openxmlformats.org/drawingml/2006/main">
            <a:off x="1700783" y="1810511"/>
            <a:ext cx="594362" cy="16104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100" b="1">
                <a:solidFill>
                  <a:srgbClr val="3977F6"/>
                </a:solidFill>
                <a:latin typeface="Helvetica Neue"/>
                <a:ea typeface="Helvetica Neue"/>
                <a:cs typeface="Helvetica Neue"/>
              </a:defRPr>
            </a:lvl1pPr>
          </a:lstStyle>
          <a:p xmlns:a="http://schemas.openxmlformats.org/drawingml/2006/main">
            <a:pPr>
              <a:buNone/>
            </a:pPr>
            <a:r>
              <a:t>P1</a:t>
            </a:r>
          </a:p>
        </p:txBody>
      </p:sp>
      <p:sp>
        <p:nvSpPr>
          <p:cNvPr id="2367" name="TextBox 7">
            <a:extLst xmlns:a="http://schemas.openxmlformats.org/drawingml/2006/main">
              <a:ext uri="{FF2B5EF4-FFF2-40B4-BE49-F238E27FC236}">
                <a16:creationId xmlns:a16="http://schemas.microsoft.com/office/drawing/2014/main" id="{9EDCC1FB-2D6F-4A0B-97E5-A7B4BB0C79C7}"/>
              </a:ext>
            </a:extLst>
          </p:cNvPr>
          <p:cNvSpPr>
            <a:spLocks xmlns:a="http://schemas.openxmlformats.org/drawingml/2006/main" noGrp="1"/>
          </p:cNvSpPr>
          <p:nvPr/>
        </p:nvSpPr>
        <p:spPr>
          <a:xfrm xmlns:a="http://schemas.openxmlformats.org/drawingml/2006/main">
            <a:off x="2313431" y="1755648"/>
            <a:ext cx="2697484" cy="26043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700" b="1">
                <a:solidFill>
                  <a:srgbClr val="111318"/>
                </a:solidFill>
                <a:latin typeface="Helvetica Neue"/>
                <a:ea typeface="Helvetica Neue"/>
                <a:cs typeface="Helvetica Neue"/>
              </a:defRPr>
            </a:lvl1pPr>
          </a:lstStyle>
          <a:p xmlns:a="http://schemas.openxmlformats.org/drawingml/2006/main">
            <a:pPr>
              <a:buNone/>
            </a:pPr>
            <a:r>
              <a:t>≥3 ratings</a:t>
            </a:r>
          </a:p>
        </p:txBody>
      </p:sp>
      <p:sp>
        <p:nvSpPr>
          <p:cNvPr id="2368" name="TextBox 8">
            <a:extLst xmlns:a="http://schemas.openxmlformats.org/drawingml/2006/main">
              <a:ext uri="{FF2B5EF4-FFF2-40B4-BE49-F238E27FC236}">
                <a16:creationId xmlns:a16="http://schemas.microsoft.com/office/drawing/2014/main" id="{FE5AF031-B058-424D-B421-8EF2CF434872}"/>
              </a:ext>
            </a:extLst>
          </p:cNvPr>
          <p:cNvSpPr>
            <a:spLocks xmlns:a="http://schemas.openxmlformats.org/drawingml/2006/main" noGrp="1"/>
          </p:cNvSpPr>
          <p:nvPr/>
        </p:nvSpPr>
        <p:spPr>
          <a:xfrm xmlns:a="http://schemas.openxmlformats.org/drawingml/2006/main">
            <a:off x="5074920" y="1783077"/>
            <a:ext cx="2331723" cy="198412"/>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300" b="1">
                <a:solidFill>
                  <a:srgbClr val="3977F6"/>
                </a:solidFill>
                <a:latin typeface="Helvetica Neue"/>
                <a:ea typeface="Helvetica Neue"/>
                <a:cs typeface="Helvetica Neue"/>
              </a:defRPr>
            </a:pPr>
            <a:r>
              <a:t>• </a:t>
            </a:r>
            <a:r>
              <a:rPr b="0">
                <a:solidFill>
                  <a:srgbClr val="73777F"/>
                </a:solidFill>
              </a:rPr>
              <a:t>from every group</a:t>
            </a:r>
          </a:p>
        </p:txBody>
      </p:sp>
      <p:sp>
        <p:nvSpPr>
          <p:cNvPr id="2369" name="Oval 9">
            <a:extLst xmlns:a="http://schemas.openxmlformats.org/drawingml/2006/main">
              <a:ext uri="{FF2B5EF4-FFF2-40B4-BE49-F238E27FC236}">
                <a16:creationId xmlns:a16="http://schemas.microsoft.com/office/drawing/2014/main" id="{AA4D5503-1306-4DD3-936C-7C917CB9EEE5}"/>
              </a:ext>
            </a:extLst>
          </p:cNvPr>
          <p:cNvSpPr>
            <a:spLocks xmlns:a="http://schemas.openxmlformats.org/drawingml/2006/main" noGrp="1"/>
          </p:cNvSpPr>
          <p:nvPr/>
        </p:nvSpPr>
        <p:spPr>
          <a:xfrm xmlns:a="http://schemas.openxmlformats.org/drawingml/2006/main">
            <a:off x="1216149" y="2798064"/>
            <a:ext cx="164597" cy="164597"/>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370" name="TextBox 10">
            <a:extLst xmlns:a="http://schemas.openxmlformats.org/drawingml/2006/main">
              <a:ext uri="{FF2B5EF4-FFF2-40B4-BE49-F238E27FC236}">
                <a16:creationId xmlns:a16="http://schemas.microsoft.com/office/drawing/2014/main" id="{9BFE9AB3-94F6-41BB-BCF9-C616527B603E}"/>
              </a:ext>
            </a:extLst>
          </p:cNvPr>
          <p:cNvSpPr>
            <a:spLocks xmlns:a="http://schemas.openxmlformats.org/drawingml/2006/main" noGrp="1"/>
          </p:cNvSpPr>
          <p:nvPr/>
        </p:nvSpPr>
        <p:spPr>
          <a:xfrm xmlns:a="http://schemas.openxmlformats.org/drawingml/2006/main">
            <a:off x="1700783" y="2798064"/>
            <a:ext cx="594362" cy="16104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100" b="1">
                <a:solidFill>
                  <a:srgbClr val="FF705B"/>
                </a:solidFill>
                <a:latin typeface="Helvetica Neue"/>
                <a:ea typeface="Helvetica Neue"/>
                <a:cs typeface="Helvetica Neue"/>
              </a:defRPr>
            </a:lvl1pPr>
          </a:lstStyle>
          <a:p xmlns:a="http://schemas.openxmlformats.org/drawingml/2006/main">
            <a:pPr>
              <a:buNone/>
            </a:pPr>
            <a:r>
              <a:t>P2</a:t>
            </a:r>
          </a:p>
        </p:txBody>
      </p:sp>
      <p:sp>
        <p:nvSpPr>
          <p:cNvPr id="2371" name="TextBox 11">
            <a:extLst xmlns:a="http://schemas.openxmlformats.org/drawingml/2006/main">
              <a:ext uri="{FF2B5EF4-FFF2-40B4-BE49-F238E27FC236}">
                <a16:creationId xmlns:a16="http://schemas.microsoft.com/office/drawing/2014/main" id="{B0FF1E0F-108F-47B7-992E-924A7579DBD1}"/>
              </a:ext>
            </a:extLst>
          </p:cNvPr>
          <p:cNvSpPr>
            <a:spLocks xmlns:a="http://schemas.openxmlformats.org/drawingml/2006/main" noGrp="1"/>
          </p:cNvSpPr>
          <p:nvPr/>
        </p:nvSpPr>
        <p:spPr>
          <a:xfrm xmlns:a="http://schemas.openxmlformats.org/drawingml/2006/main">
            <a:off x="2313431" y="2743199"/>
            <a:ext cx="2697484" cy="26043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700" b="1">
                <a:solidFill>
                  <a:srgbClr val="111318"/>
                </a:solidFill>
                <a:latin typeface="Helvetica Neue"/>
                <a:ea typeface="Helvetica Neue"/>
                <a:cs typeface="Helvetica Neue"/>
              </a:defRPr>
            </a:lvl1pPr>
          </a:lstStyle>
          <a:p xmlns:a="http://schemas.openxmlformats.org/drawingml/2006/main">
            <a:pPr>
              <a:buNone/>
            </a:pPr>
            <a:r>
              <a:t>Geometric mean</a:t>
            </a:r>
          </a:p>
        </p:txBody>
      </p:sp>
      <p:sp>
        <p:nvSpPr>
          <p:cNvPr id="2372" name="TextBox 12">
            <a:extLst xmlns:a="http://schemas.openxmlformats.org/drawingml/2006/main">
              <a:ext uri="{FF2B5EF4-FFF2-40B4-BE49-F238E27FC236}">
                <a16:creationId xmlns:a16="http://schemas.microsoft.com/office/drawing/2014/main" id="{60515FE8-7E7F-4753-8FF8-4DE660851781}"/>
              </a:ext>
            </a:extLst>
          </p:cNvPr>
          <p:cNvSpPr>
            <a:spLocks xmlns:a="http://schemas.openxmlformats.org/drawingml/2006/main" noGrp="1"/>
          </p:cNvSpPr>
          <p:nvPr/>
        </p:nvSpPr>
        <p:spPr>
          <a:xfrm xmlns:a="http://schemas.openxmlformats.org/drawingml/2006/main">
            <a:off x="5074920" y="2770632"/>
            <a:ext cx="2331723" cy="19841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300" b="1">
                <a:solidFill>
                  <a:srgbClr val="FF705B"/>
                </a:solidFill>
                <a:latin typeface="Helvetica Neue"/>
                <a:ea typeface="Helvetica Neue"/>
                <a:cs typeface="Helvetica Neue"/>
              </a:defRPr>
            </a:pPr>
            <a:r>
              <a:t>• </a:t>
            </a:r>
            <a:r>
              <a:rPr b="0">
                <a:solidFill>
                  <a:srgbClr val="73777F"/>
                </a:solidFill>
              </a:rPr>
              <a:t>a soft veto</a:t>
            </a:r>
          </a:p>
        </p:txBody>
      </p:sp>
      <p:sp>
        <p:nvSpPr>
          <p:cNvPr id="2373" name="Oval 13">
            <a:extLst xmlns:a="http://schemas.openxmlformats.org/drawingml/2006/main">
              <a:ext uri="{FF2B5EF4-FFF2-40B4-BE49-F238E27FC236}">
                <a16:creationId xmlns:a16="http://schemas.microsoft.com/office/drawing/2014/main" id="{E018178B-EEA8-46C1-86FA-6BFD0ECDBF64}"/>
              </a:ext>
            </a:extLst>
          </p:cNvPr>
          <p:cNvSpPr>
            <a:spLocks xmlns:a="http://schemas.openxmlformats.org/drawingml/2006/main" noGrp="1"/>
          </p:cNvSpPr>
          <p:nvPr/>
        </p:nvSpPr>
        <p:spPr>
          <a:xfrm xmlns:a="http://schemas.openxmlformats.org/drawingml/2006/main">
            <a:off x="1216149" y="3758183"/>
            <a:ext cx="164597" cy="164597"/>
          </a:xfrm>
          <a:prstGeom xmlns:a="http://schemas.openxmlformats.org/drawingml/2006/main" prst="ellipse">
            <a:avLst/>
          </a:prstGeom>
          <a:solidFill xmlns:a="http://schemas.openxmlformats.org/drawingml/2006/main">
            <a:srgbClr val="D79A24"/>
          </a:solidFill>
          <a:ln xmlns:a="http://schemas.openxmlformats.org/drawingml/2006/main" w="10160">
            <a:solidFill>
              <a:srgbClr val="D79A24"/>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374" name="TextBox 14">
            <a:extLst xmlns:a="http://schemas.openxmlformats.org/drawingml/2006/main">
              <a:ext uri="{FF2B5EF4-FFF2-40B4-BE49-F238E27FC236}">
                <a16:creationId xmlns:a16="http://schemas.microsoft.com/office/drawing/2014/main" id="{76A28F87-58B9-4A74-A9C3-3ACA47E04D20}"/>
              </a:ext>
            </a:extLst>
          </p:cNvPr>
          <p:cNvSpPr>
            <a:spLocks xmlns:a="http://schemas.openxmlformats.org/drawingml/2006/main" noGrp="1"/>
          </p:cNvSpPr>
          <p:nvPr/>
        </p:nvSpPr>
        <p:spPr>
          <a:xfrm xmlns:a="http://schemas.openxmlformats.org/drawingml/2006/main">
            <a:off x="1700783" y="3758183"/>
            <a:ext cx="594362" cy="16104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100" b="1">
                <a:solidFill>
                  <a:srgbClr val="D79A24"/>
                </a:solidFill>
                <a:latin typeface="Helvetica Neue"/>
                <a:ea typeface="Helvetica Neue"/>
                <a:cs typeface="Helvetica Neue"/>
              </a:defRPr>
            </a:lvl1pPr>
          </a:lstStyle>
          <a:p xmlns:a="http://schemas.openxmlformats.org/drawingml/2006/main">
            <a:pPr>
              <a:buNone/>
            </a:pPr>
            <a:r>
              <a:t>P3</a:t>
            </a:r>
          </a:p>
        </p:txBody>
      </p:sp>
      <p:sp>
        <p:nvSpPr>
          <p:cNvPr id="2375" name="TextBox 15">
            <a:extLst xmlns:a="http://schemas.openxmlformats.org/drawingml/2006/main">
              <a:ext uri="{FF2B5EF4-FFF2-40B4-BE49-F238E27FC236}">
                <a16:creationId xmlns:a16="http://schemas.microsoft.com/office/drawing/2014/main" id="{A28920DA-5CFE-4B97-ABF4-88AAC322B776}"/>
              </a:ext>
            </a:extLst>
          </p:cNvPr>
          <p:cNvSpPr>
            <a:spLocks xmlns:a="http://schemas.openxmlformats.org/drawingml/2006/main" noGrp="1"/>
          </p:cNvSpPr>
          <p:nvPr/>
        </p:nvSpPr>
        <p:spPr>
          <a:xfrm xmlns:a="http://schemas.openxmlformats.org/drawingml/2006/main">
            <a:off x="2313431" y="3703320"/>
            <a:ext cx="2697484" cy="26043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700" b="1">
                <a:solidFill>
                  <a:srgbClr val="111318"/>
                </a:solidFill>
                <a:latin typeface="Helvetica Neue"/>
                <a:ea typeface="Helvetica Neue"/>
                <a:cs typeface="Helvetica Neue"/>
              </a:defRPr>
            </a:lvl1pPr>
          </a:lstStyle>
          <a:p xmlns:a="http://schemas.openxmlformats.org/drawingml/2006/main">
            <a:pPr>
              <a:buNone/>
            </a:pPr>
            <a:r>
              <a:t>Same rule</a:t>
            </a:r>
          </a:p>
        </p:txBody>
      </p:sp>
      <p:sp>
        <p:nvSpPr>
          <p:cNvPr id="2376" name="TextBox 16">
            <a:extLst xmlns:a="http://schemas.openxmlformats.org/drawingml/2006/main">
              <a:ext uri="{FF2B5EF4-FFF2-40B4-BE49-F238E27FC236}">
                <a16:creationId xmlns:a16="http://schemas.microsoft.com/office/drawing/2014/main" id="{B8FD3CBA-2686-457F-8DC5-46C1E0DD6352}"/>
              </a:ext>
            </a:extLst>
          </p:cNvPr>
          <p:cNvSpPr>
            <a:spLocks xmlns:a="http://schemas.openxmlformats.org/drawingml/2006/main" noGrp="1"/>
          </p:cNvSpPr>
          <p:nvPr/>
        </p:nvSpPr>
        <p:spPr>
          <a:xfrm xmlns:a="http://schemas.openxmlformats.org/drawingml/2006/main">
            <a:off x="5074920" y="3730752"/>
            <a:ext cx="2331723" cy="198412"/>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300" b="1">
                <a:solidFill>
                  <a:srgbClr val="D79A24"/>
                </a:solidFill>
                <a:latin typeface="Helvetica Neue"/>
                <a:ea typeface="Helvetica Neue"/>
                <a:cs typeface="Helvetica Neue"/>
              </a:defRPr>
            </a:pPr>
            <a:r>
              <a:t>• </a:t>
            </a:r>
            <a:r>
              <a:rPr b="0">
                <a:solidFill>
                  <a:srgbClr val="73777F"/>
                </a:solidFill>
              </a:rPr>
              <a:t>no size weighting</a:t>
            </a:r>
          </a:p>
        </p:txBody>
      </p:sp>
      <p:sp>
        <p:nvSpPr>
          <p:cNvPr id="2377" name="Oval 17">
            <a:extLst xmlns:a="http://schemas.openxmlformats.org/drawingml/2006/main">
              <a:ext uri="{FF2B5EF4-FFF2-40B4-BE49-F238E27FC236}">
                <a16:creationId xmlns:a16="http://schemas.microsoft.com/office/drawing/2014/main" id="{C83A5A30-82E2-4907-95D8-1D6B26ECA26B}"/>
              </a:ext>
            </a:extLst>
          </p:cNvPr>
          <p:cNvSpPr>
            <a:spLocks xmlns:a="http://schemas.openxmlformats.org/drawingml/2006/main" noGrp="1"/>
          </p:cNvSpPr>
          <p:nvPr/>
        </p:nvSpPr>
        <p:spPr>
          <a:xfrm xmlns:a="http://schemas.openxmlformats.org/drawingml/2006/main">
            <a:off x="1216149" y="4736591"/>
            <a:ext cx="164597" cy="164597"/>
          </a:xfrm>
          <a:prstGeom xmlns:a="http://schemas.openxmlformats.org/drawingml/2006/main" prst="ellipse">
            <a:avLst/>
          </a:prstGeom>
          <a:solidFill xmlns:a="http://schemas.openxmlformats.org/drawingml/2006/main">
            <a:srgbClr val="1FA873"/>
          </a:solidFill>
          <a:ln xmlns:a="http://schemas.openxmlformats.org/drawingml/2006/main" w="10160">
            <a:solidFill>
              <a:srgbClr val="1FA873"/>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378" name="TextBox 18">
            <a:extLst xmlns:a="http://schemas.openxmlformats.org/drawingml/2006/main">
              <a:ext uri="{FF2B5EF4-FFF2-40B4-BE49-F238E27FC236}">
                <a16:creationId xmlns:a16="http://schemas.microsoft.com/office/drawing/2014/main" id="{748B3B76-CBB5-4F63-9F23-9124C0E1DC0B}"/>
              </a:ext>
            </a:extLst>
          </p:cNvPr>
          <p:cNvSpPr>
            <a:spLocks xmlns:a="http://schemas.openxmlformats.org/drawingml/2006/main" noGrp="1"/>
          </p:cNvSpPr>
          <p:nvPr/>
        </p:nvSpPr>
        <p:spPr>
          <a:xfrm xmlns:a="http://schemas.openxmlformats.org/drawingml/2006/main">
            <a:off x="1700783" y="4736591"/>
            <a:ext cx="594362" cy="16104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100" b="1">
                <a:solidFill>
                  <a:srgbClr val="1FA873"/>
                </a:solidFill>
                <a:latin typeface="Helvetica Neue"/>
                <a:ea typeface="Helvetica Neue"/>
                <a:cs typeface="Helvetica Neue"/>
              </a:defRPr>
            </a:lvl1pPr>
          </a:lstStyle>
          <a:p xmlns:a="http://schemas.openxmlformats.org/drawingml/2006/main">
            <a:pPr>
              <a:buNone/>
            </a:pPr>
            <a:r>
              <a:t>P4</a:t>
            </a:r>
          </a:p>
        </p:txBody>
      </p:sp>
      <p:sp>
        <p:nvSpPr>
          <p:cNvPr id="2379" name="TextBox 19">
            <a:extLst xmlns:a="http://schemas.openxmlformats.org/drawingml/2006/main">
              <a:ext uri="{FF2B5EF4-FFF2-40B4-BE49-F238E27FC236}">
                <a16:creationId xmlns:a16="http://schemas.microsoft.com/office/drawing/2014/main" id="{D1D21715-5834-4A7E-A752-6E55923F8C16}"/>
              </a:ext>
            </a:extLst>
          </p:cNvPr>
          <p:cNvSpPr>
            <a:spLocks xmlns:a="http://schemas.openxmlformats.org/drawingml/2006/main" noGrp="1"/>
          </p:cNvSpPr>
          <p:nvPr/>
        </p:nvSpPr>
        <p:spPr>
          <a:xfrm xmlns:a="http://schemas.openxmlformats.org/drawingml/2006/main">
            <a:off x="2313431" y="4681728"/>
            <a:ext cx="2697484" cy="26043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700" b="1">
                <a:solidFill>
                  <a:srgbClr val="111318"/>
                </a:solidFill>
                <a:latin typeface="Helvetica Neue"/>
                <a:ea typeface="Helvetica Neue"/>
                <a:cs typeface="Helvetica Neue"/>
              </a:defRPr>
            </a:lvl1pPr>
          </a:lstStyle>
          <a:p xmlns:a="http://schemas.openxmlformats.org/drawingml/2006/main">
            <a:pPr>
              <a:buNone/>
            </a:pPr>
            <a:r>
              <a:t>200k raters</a:t>
            </a:r>
          </a:p>
        </p:txBody>
      </p:sp>
      <p:sp>
        <p:nvSpPr>
          <p:cNvPr id="2380" name="TextBox 20">
            <a:extLst xmlns:a="http://schemas.openxmlformats.org/drawingml/2006/main">
              <a:ext uri="{FF2B5EF4-FFF2-40B4-BE49-F238E27FC236}">
                <a16:creationId xmlns:a16="http://schemas.microsoft.com/office/drawing/2014/main" id="{1AA5A437-502B-43A9-87E2-4C19D2051A0D}"/>
              </a:ext>
            </a:extLst>
          </p:cNvPr>
          <p:cNvSpPr>
            <a:spLocks xmlns:a="http://schemas.openxmlformats.org/drawingml/2006/main" noGrp="1"/>
          </p:cNvSpPr>
          <p:nvPr/>
        </p:nvSpPr>
        <p:spPr>
          <a:xfrm xmlns:a="http://schemas.openxmlformats.org/drawingml/2006/main">
            <a:off x="5074920" y="4709159"/>
            <a:ext cx="2331723" cy="198412"/>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300" b="1">
                <a:solidFill>
                  <a:srgbClr val="1FA873"/>
                </a:solidFill>
                <a:latin typeface="Helvetica Neue"/>
                <a:ea typeface="Helvetica Neue"/>
                <a:cs typeface="Helvetica Neue"/>
              </a:defRPr>
            </a:pPr>
            <a:r>
              <a:t>• </a:t>
            </a:r>
            <a:r>
              <a:rPr b="0">
                <a:solidFill>
                  <a:srgbClr val="73777F"/>
                </a:solidFill>
              </a:rPr>
              <a:t>Method-B recovery</a:t>
            </a:r>
          </a:p>
        </p:txBody>
      </p:sp>
      <p:sp>
        <p:nvSpPr>
          <p:cNvPr id="2381" name="TextBox 21">
            <a:extLst xmlns:a="http://schemas.openxmlformats.org/drawingml/2006/main">
              <a:ext uri="{FF2B5EF4-FFF2-40B4-BE49-F238E27FC236}">
                <a16:creationId xmlns:a16="http://schemas.microsoft.com/office/drawing/2014/main" id="{345DD3D0-63C3-48C5-AF64-69CAD7EDABF0}"/>
              </a:ext>
            </a:extLst>
          </p:cNvPr>
          <p:cNvSpPr>
            <a:spLocks xmlns:a="http://schemas.openxmlformats.org/drawingml/2006/main" noGrp="1"/>
          </p:cNvSpPr>
          <p:nvPr/>
        </p:nvSpPr>
        <p:spPr>
          <a:xfrm xmlns:a="http://schemas.openxmlformats.org/drawingml/2006/main">
            <a:off x="7845552" y="1609344"/>
            <a:ext cx="3520443" cy="136385"/>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900" b="1">
                <a:solidFill>
                  <a:srgbClr val="73777F"/>
                </a:solidFill>
                <a:latin typeface="Helvetica Neue"/>
                <a:ea typeface="Helvetica Neue"/>
                <a:cs typeface="Helvetica Neue"/>
              </a:defRPr>
            </a:lvl1pPr>
          </a:lstStyle>
          <a:p xmlns:a="http://schemas.openxmlformats.org/drawingml/2006/main">
            <a:pPr>
              <a:buNone/>
            </a:pPr>
            <a:r>
              <a:t>CHECK 4 · BEHAVIORAL RECOVERY</a:t>
            </a:r>
          </a:p>
        </p:txBody>
      </p:sp>
      <p:sp>
        <p:nvSpPr>
          <p:cNvPr id="2382" name="Oval 22">
            <a:extLst xmlns:a="http://schemas.openxmlformats.org/drawingml/2006/main">
              <a:ext uri="{FF2B5EF4-FFF2-40B4-BE49-F238E27FC236}">
                <a16:creationId xmlns:a16="http://schemas.microsoft.com/office/drawing/2014/main" id="{AE502D9A-4BB5-4865-82E5-A92631E29A38}"/>
              </a:ext>
            </a:extLst>
          </p:cNvPr>
          <p:cNvSpPr>
            <a:spLocks xmlns:a="http://schemas.openxmlformats.org/drawingml/2006/main" noGrp="1"/>
          </p:cNvSpPr>
          <p:nvPr/>
        </p:nvSpPr>
        <p:spPr>
          <a:xfrm xmlns:a="http://schemas.openxmlformats.org/drawingml/2006/main">
            <a:off x="7882125" y="2121405"/>
            <a:ext cx="82301" cy="82301"/>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383" name="Oval 23">
            <a:extLst xmlns:a="http://schemas.openxmlformats.org/drawingml/2006/main">
              <a:ext uri="{FF2B5EF4-FFF2-40B4-BE49-F238E27FC236}">
                <a16:creationId xmlns:a16="http://schemas.microsoft.com/office/drawing/2014/main" id="{7AC3183E-8369-44E7-88A4-1E52527C570D}"/>
              </a:ext>
            </a:extLst>
          </p:cNvPr>
          <p:cNvSpPr>
            <a:spLocks xmlns:a="http://schemas.openxmlformats.org/drawingml/2006/main" noGrp="1"/>
          </p:cNvSpPr>
          <p:nvPr/>
        </p:nvSpPr>
        <p:spPr>
          <a:xfrm xmlns:a="http://schemas.openxmlformats.org/drawingml/2006/main">
            <a:off x="8092440" y="2121405"/>
            <a:ext cx="82301" cy="82301"/>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384" name="Oval 24">
            <a:extLst xmlns:a="http://schemas.openxmlformats.org/drawingml/2006/main">
              <a:ext uri="{FF2B5EF4-FFF2-40B4-BE49-F238E27FC236}">
                <a16:creationId xmlns:a16="http://schemas.microsoft.com/office/drawing/2014/main" id="{EAF68CF1-24FB-41B4-B6E1-52C025F7B168}"/>
              </a:ext>
            </a:extLst>
          </p:cNvPr>
          <p:cNvSpPr>
            <a:spLocks xmlns:a="http://schemas.openxmlformats.org/drawingml/2006/main" noGrp="1"/>
          </p:cNvSpPr>
          <p:nvPr/>
        </p:nvSpPr>
        <p:spPr>
          <a:xfrm xmlns:a="http://schemas.openxmlformats.org/drawingml/2006/main">
            <a:off x="8302752" y="2121405"/>
            <a:ext cx="82301" cy="82301"/>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385" name="Oval 25">
            <a:extLst xmlns:a="http://schemas.openxmlformats.org/drawingml/2006/main">
              <a:ext uri="{FF2B5EF4-FFF2-40B4-BE49-F238E27FC236}">
                <a16:creationId xmlns:a16="http://schemas.microsoft.com/office/drawing/2014/main" id="{06537E6F-162A-47E0-90BC-F729C28F1A1B}"/>
              </a:ext>
            </a:extLst>
          </p:cNvPr>
          <p:cNvSpPr>
            <a:spLocks xmlns:a="http://schemas.openxmlformats.org/drawingml/2006/main" noGrp="1"/>
          </p:cNvSpPr>
          <p:nvPr/>
        </p:nvSpPr>
        <p:spPr>
          <a:xfrm xmlns:a="http://schemas.openxmlformats.org/drawingml/2006/main">
            <a:off x="8513063" y="2121405"/>
            <a:ext cx="82301" cy="82301"/>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386" name="Oval 26">
            <a:extLst xmlns:a="http://schemas.openxmlformats.org/drawingml/2006/main">
              <a:ext uri="{FF2B5EF4-FFF2-40B4-BE49-F238E27FC236}">
                <a16:creationId xmlns:a16="http://schemas.microsoft.com/office/drawing/2014/main" id="{0D581B86-BEA6-412F-BD9A-9B9DB22EE122}"/>
              </a:ext>
            </a:extLst>
          </p:cNvPr>
          <p:cNvSpPr>
            <a:spLocks xmlns:a="http://schemas.openxmlformats.org/drawingml/2006/main" noGrp="1"/>
          </p:cNvSpPr>
          <p:nvPr/>
        </p:nvSpPr>
        <p:spPr>
          <a:xfrm xmlns:a="http://schemas.openxmlformats.org/drawingml/2006/main">
            <a:off x="8723376" y="2121405"/>
            <a:ext cx="82301" cy="82301"/>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387" name="Oval 27">
            <a:extLst xmlns:a="http://schemas.openxmlformats.org/drawingml/2006/main">
              <a:ext uri="{FF2B5EF4-FFF2-40B4-BE49-F238E27FC236}">
                <a16:creationId xmlns:a16="http://schemas.microsoft.com/office/drawing/2014/main" id="{DA700B46-31AF-4B12-A7A7-E3B9B45D59CA}"/>
              </a:ext>
            </a:extLst>
          </p:cNvPr>
          <p:cNvSpPr>
            <a:spLocks xmlns:a="http://schemas.openxmlformats.org/drawingml/2006/main" noGrp="1"/>
          </p:cNvSpPr>
          <p:nvPr/>
        </p:nvSpPr>
        <p:spPr>
          <a:xfrm xmlns:a="http://schemas.openxmlformats.org/drawingml/2006/main">
            <a:off x="7882125" y="2377438"/>
            <a:ext cx="82301" cy="82301"/>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388" name="Oval 28">
            <a:extLst xmlns:a="http://schemas.openxmlformats.org/drawingml/2006/main">
              <a:ext uri="{FF2B5EF4-FFF2-40B4-BE49-F238E27FC236}">
                <a16:creationId xmlns:a16="http://schemas.microsoft.com/office/drawing/2014/main" id="{30321814-7C5F-4304-B2E7-E7413D8E5008}"/>
              </a:ext>
            </a:extLst>
          </p:cNvPr>
          <p:cNvSpPr>
            <a:spLocks xmlns:a="http://schemas.openxmlformats.org/drawingml/2006/main" noGrp="1"/>
          </p:cNvSpPr>
          <p:nvPr/>
        </p:nvSpPr>
        <p:spPr>
          <a:xfrm xmlns:a="http://schemas.openxmlformats.org/drawingml/2006/main">
            <a:off x="8092440" y="2377438"/>
            <a:ext cx="82301" cy="82301"/>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389" name="Oval 29">
            <a:extLst xmlns:a="http://schemas.openxmlformats.org/drawingml/2006/main">
              <a:ext uri="{FF2B5EF4-FFF2-40B4-BE49-F238E27FC236}">
                <a16:creationId xmlns:a16="http://schemas.microsoft.com/office/drawing/2014/main" id="{CC6C68E4-BA9B-4F14-B206-D6BAC0A1BC9B}"/>
              </a:ext>
            </a:extLst>
          </p:cNvPr>
          <p:cNvSpPr>
            <a:spLocks xmlns:a="http://schemas.openxmlformats.org/drawingml/2006/main" noGrp="1"/>
          </p:cNvSpPr>
          <p:nvPr/>
        </p:nvSpPr>
        <p:spPr>
          <a:xfrm xmlns:a="http://schemas.openxmlformats.org/drawingml/2006/main">
            <a:off x="8302752" y="2377438"/>
            <a:ext cx="82301" cy="82301"/>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390" name="Oval 30">
            <a:extLst xmlns:a="http://schemas.openxmlformats.org/drawingml/2006/main">
              <a:ext uri="{FF2B5EF4-FFF2-40B4-BE49-F238E27FC236}">
                <a16:creationId xmlns:a16="http://schemas.microsoft.com/office/drawing/2014/main" id="{1CFD446C-0CE0-4F63-8EDA-38C6BAFE0CB2}"/>
              </a:ext>
            </a:extLst>
          </p:cNvPr>
          <p:cNvSpPr>
            <a:spLocks xmlns:a="http://schemas.openxmlformats.org/drawingml/2006/main" noGrp="1"/>
          </p:cNvSpPr>
          <p:nvPr/>
        </p:nvSpPr>
        <p:spPr>
          <a:xfrm xmlns:a="http://schemas.openxmlformats.org/drawingml/2006/main">
            <a:off x="8513063" y="2377438"/>
            <a:ext cx="82301" cy="82301"/>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391" name="Oval 31">
            <a:extLst xmlns:a="http://schemas.openxmlformats.org/drawingml/2006/main">
              <a:ext uri="{FF2B5EF4-FFF2-40B4-BE49-F238E27FC236}">
                <a16:creationId xmlns:a16="http://schemas.microsoft.com/office/drawing/2014/main" id="{8260BCDC-10DF-49FB-83A6-A9988574C63C}"/>
              </a:ext>
            </a:extLst>
          </p:cNvPr>
          <p:cNvSpPr>
            <a:spLocks xmlns:a="http://schemas.openxmlformats.org/drawingml/2006/main" noGrp="1"/>
          </p:cNvSpPr>
          <p:nvPr/>
        </p:nvSpPr>
        <p:spPr>
          <a:xfrm xmlns:a="http://schemas.openxmlformats.org/drawingml/2006/main">
            <a:off x="8723376" y="2377438"/>
            <a:ext cx="82301" cy="82301"/>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392" name="Oval 32">
            <a:extLst xmlns:a="http://schemas.openxmlformats.org/drawingml/2006/main">
              <a:ext uri="{FF2B5EF4-FFF2-40B4-BE49-F238E27FC236}">
                <a16:creationId xmlns:a16="http://schemas.microsoft.com/office/drawing/2014/main" id="{F4D826A4-E454-4C39-A404-1C5B2BE17801}"/>
              </a:ext>
            </a:extLst>
          </p:cNvPr>
          <p:cNvSpPr>
            <a:spLocks xmlns:a="http://schemas.openxmlformats.org/drawingml/2006/main" noGrp="1"/>
          </p:cNvSpPr>
          <p:nvPr/>
        </p:nvSpPr>
        <p:spPr>
          <a:xfrm xmlns:a="http://schemas.openxmlformats.org/drawingml/2006/main">
            <a:off x="7882125" y="2633472"/>
            <a:ext cx="82301" cy="82301"/>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393" name="Oval 33">
            <a:extLst xmlns:a="http://schemas.openxmlformats.org/drawingml/2006/main">
              <a:ext uri="{FF2B5EF4-FFF2-40B4-BE49-F238E27FC236}">
                <a16:creationId xmlns:a16="http://schemas.microsoft.com/office/drawing/2014/main" id="{4ABF4C20-1350-4910-BD9A-23E09BC1F5F9}"/>
              </a:ext>
            </a:extLst>
          </p:cNvPr>
          <p:cNvSpPr>
            <a:spLocks xmlns:a="http://schemas.openxmlformats.org/drawingml/2006/main" noGrp="1"/>
          </p:cNvSpPr>
          <p:nvPr/>
        </p:nvSpPr>
        <p:spPr>
          <a:xfrm xmlns:a="http://schemas.openxmlformats.org/drawingml/2006/main">
            <a:off x="8092440" y="2633472"/>
            <a:ext cx="82301" cy="82301"/>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394" name="Oval 34">
            <a:extLst xmlns:a="http://schemas.openxmlformats.org/drawingml/2006/main">
              <a:ext uri="{FF2B5EF4-FFF2-40B4-BE49-F238E27FC236}">
                <a16:creationId xmlns:a16="http://schemas.microsoft.com/office/drawing/2014/main" id="{35EA02E1-A3C5-49F4-A9E7-61B8C5D747D6}"/>
              </a:ext>
            </a:extLst>
          </p:cNvPr>
          <p:cNvSpPr>
            <a:spLocks xmlns:a="http://schemas.openxmlformats.org/drawingml/2006/main" noGrp="1"/>
          </p:cNvSpPr>
          <p:nvPr/>
        </p:nvSpPr>
        <p:spPr>
          <a:xfrm xmlns:a="http://schemas.openxmlformats.org/drawingml/2006/main">
            <a:off x="8302752" y="2633472"/>
            <a:ext cx="82301" cy="82301"/>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395" name="Oval 35">
            <a:extLst xmlns:a="http://schemas.openxmlformats.org/drawingml/2006/main">
              <a:ext uri="{FF2B5EF4-FFF2-40B4-BE49-F238E27FC236}">
                <a16:creationId xmlns:a16="http://schemas.microsoft.com/office/drawing/2014/main" id="{4DD11340-416A-4A45-AED1-476FA94B6E99}"/>
              </a:ext>
            </a:extLst>
          </p:cNvPr>
          <p:cNvSpPr>
            <a:spLocks xmlns:a="http://schemas.openxmlformats.org/drawingml/2006/main" noGrp="1"/>
          </p:cNvSpPr>
          <p:nvPr/>
        </p:nvSpPr>
        <p:spPr>
          <a:xfrm xmlns:a="http://schemas.openxmlformats.org/drawingml/2006/main">
            <a:off x="8513063" y="2633472"/>
            <a:ext cx="82301" cy="82301"/>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396" name="Oval 36">
            <a:extLst xmlns:a="http://schemas.openxmlformats.org/drawingml/2006/main">
              <a:ext uri="{FF2B5EF4-FFF2-40B4-BE49-F238E27FC236}">
                <a16:creationId xmlns:a16="http://schemas.microsoft.com/office/drawing/2014/main" id="{6E7D4024-C05C-4E23-9CA8-07AA0E2FE25F}"/>
              </a:ext>
            </a:extLst>
          </p:cNvPr>
          <p:cNvSpPr>
            <a:spLocks xmlns:a="http://schemas.openxmlformats.org/drawingml/2006/main" noGrp="1"/>
          </p:cNvSpPr>
          <p:nvPr/>
        </p:nvSpPr>
        <p:spPr>
          <a:xfrm xmlns:a="http://schemas.openxmlformats.org/drawingml/2006/main">
            <a:off x="8723376" y="2633472"/>
            <a:ext cx="82301" cy="82301"/>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397" name="Oval 37">
            <a:extLst xmlns:a="http://schemas.openxmlformats.org/drawingml/2006/main">
              <a:ext uri="{FF2B5EF4-FFF2-40B4-BE49-F238E27FC236}">
                <a16:creationId xmlns:a16="http://schemas.microsoft.com/office/drawing/2014/main" id="{DE2EC0E8-2A75-468E-A612-74C02E211AF9}"/>
              </a:ext>
            </a:extLst>
          </p:cNvPr>
          <p:cNvSpPr>
            <a:spLocks xmlns:a="http://schemas.openxmlformats.org/drawingml/2006/main" noGrp="1"/>
          </p:cNvSpPr>
          <p:nvPr/>
        </p:nvSpPr>
        <p:spPr>
          <a:xfrm xmlns:a="http://schemas.openxmlformats.org/drawingml/2006/main">
            <a:off x="7882125" y="2889504"/>
            <a:ext cx="82301" cy="82301"/>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398" name="Oval 38">
            <a:extLst xmlns:a="http://schemas.openxmlformats.org/drawingml/2006/main">
              <a:ext uri="{FF2B5EF4-FFF2-40B4-BE49-F238E27FC236}">
                <a16:creationId xmlns:a16="http://schemas.microsoft.com/office/drawing/2014/main" id="{A2A6CBF3-C3AA-4DEE-9B62-A9CDCCE3C4E0}"/>
              </a:ext>
            </a:extLst>
          </p:cNvPr>
          <p:cNvSpPr>
            <a:spLocks xmlns:a="http://schemas.openxmlformats.org/drawingml/2006/main" noGrp="1"/>
          </p:cNvSpPr>
          <p:nvPr/>
        </p:nvSpPr>
        <p:spPr>
          <a:xfrm xmlns:a="http://schemas.openxmlformats.org/drawingml/2006/main">
            <a:off x="8092440" y="2889504"/>
            <a:ext cx="82301" cy="82301"/>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399" name="Oval 39">
            <a:extLst xmlns:a="http://schemas.openxmlformats.org/drawingml/2006/main">
              <a:ext uri="{FF2B5EF4-FFF2-40B4-BE49-F238E27FC236}">
                <a16:creationId xmlns:a16="http://schemas.microsoft.com/office/drawing/2014/main" id="{EF312F91-31E5-4461-BBE7-8C8FC5797A17}"/>
              </a:ext>
            </a:extLst>
          </p:cNvPr>
          <p:cNvSpPr>
            <a:spLocks xmlns:a="http://schemas.openxmlformats.org/drawingml/2006/main" noGrp="1"/>
          </p:cNvSpPr>
          <p:nvPr/>
        </p:nvSpPr>
        <p:spPr>
          <a:xfrm xmlns:a="http://schemas.openxmlformats.org/drawingml/2006/main">
            <a:off x="8302752" y="2889504"/>
            <a:ext cx="82301" cy="82301"/>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400" name="Oval 40">
            <a:extLst xmlns:a="http://schemas.openxmlformats.org/drawingml/2006/main">
              <a:ext uri="{FF2B5EF4-FFF2-40B4-BE49-F238E27FC236}">
                <a16:creationId xmlns:a16="http://schemas.microsoft.com/office/drawing/2014/main" id="{3885AF7D-C1EB-454F-B7C1-2A333D11BE7C}"/>
              </a:ext>
            </a:extLst>
          </p:cNvPr>
          <p:cNvSpPr>
            <a:spLocks xmlns:a="http://schemas.openxmlformats.org/drawingml/2006/main" noGrp="1"/>
          </p:cNvSpPr>
          <p:nvPr/>
        </p:nvSpPr>
        <p:spPr>
          <a:xfrm xmlns:a="http://schemas.openxmlformats.org/drawingml/2006/main">
            <a:off x="8513063" y="2889504"/>
            <a:ext cx="82301" cy="82301"/>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401" name="Oval 41">
            <a:extLst xmlns:a="http://schemas.openxmlformats.org/drawingml/2006/main">
              <a:ext uri="{FF2B5EF4-FFF2-40B4-BE49-F238E27FC236}">
                <a16:creationId xmlns:a16="http://schemas.microsoft.com/office/drawing/2014/main" id="{C6D59CEE-2D40-4F7B-AC5E-3F49EE74F759}"/>
              </a:ext>
            </a:extLst>
          </p:cNvPr>
          <p:cNvSpPr>
            <a:spLocks xmlns:a="http://schemas.openxmlformats.org/drawingml/2006/main" noGrp="1"/>
          </p:cNvSpPr>
          <p:nvPr/>
        </p:nvSpPr>
        <p:spPr>
          <a:xfrm xmlns:a="http://schemas.openxmlformats.org/drawingml/2006/main">
            <a:off x="8723376" y="2889504"/>
            <a:ext cx="82301" cy="82301"/>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402" name="TextBox 42">
            <a:extLst xmlns:a="http://schemas.openxmlformats.org/drawingml/2006/main">
              <a:ext uri="{FF2B5EF4-FFF2-40B4-BE49-F238E27FC236}">
                <a16:creationId xmlns:a16="http://schemas.microsoft.com/office/drawing/2014/main" id="{B38691B7-250F-4AC4-B553-EE27B669F857}"/>
              </a:ext>
            </a:extLst>
          </p:cNvPr>
          <p:cNvSpPr>
            <a:spLocks xmlns:a="http://schemas.openxmlformats.org/drawingml/2006/main" noGrp="1"/>
          </p:cNvSpPr>
          <p:nvPr/>
        </p:nvSpPr>
        <p:spPr>
          <a:xfrm xmlns:a="http://schemas.openxmlformats.org/drawingml/2006/main">
            <a:off x="7845552" y="3273552"/>
            <a:ext cx="1143003"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800" b="1">
                <a:solidFill>
                  <a:srgbClr val="73777F"/>
                </a:solidFill>
                <a:latin typeface="Helvetica Neue"/>
                <a:ea typeface="Helvetica Neue"/>
                <a:cs typeface="Helvetica Neue"/>
              </a:defRPr>
            </a:lvl1pPr>
          </a:lstStyle>
          <a:p xmlns:a="http://schemas.openxmlformats.org/drawingml/2006/main">
            <a:pPr>
              <a:buNone/>
            </a:pPr>
            <a:r>
              <a:t>200k RATERS</a:t>
            </a:r>
          </a:p>
        </p:txBody>
      </p:sp>
      <p:sp>
        <p:nvSpPr>
          <p:cNvPr id="2403" name="TextBox 43">
            <a:extLst xmlns:a="http://schemas.openxmlformats.org/drawingml/2006/main">
              <a:ext uri="{FF2B5EF4-FFF2-40B4-BE49-F238E27FC236}">
                <a16:creationId xmlns:a16="http://schemas.microsoft.com/office/drawing/2014/main" id="{805DEE40-D0A0-4B52-8A16-203CE17FC4CD}"/>
              </a:ext>
            </a:extLst>
          </p:cNvPr>
          <p:cNvSpPr>
            <a:spLocks xmlns:a="http://schemas.openxmlformats.org/drawingml/2006/main" noGrp="1"/>
          </p:cNvSpPr>
          <p:nvPr/>
        </p:nvSpPr>
        <p:spPr>
          <a:xfrm xmlns:a="http://schemas.openxmlformats.org/drawingml/2006/main">
            <a:off x="9034271" y="2496311"/>
            <a:ext cx="329187" cy="2794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900" b="1">
                <a:solidFill>
                  <a:srgbClr val="73777F"/>
                </a:solidFill>
                <a:latin typeface="Helvetica Neue"/>
                <a:ea typeface="Helvetica Neue"/>
                <a:cs typeface="Helvetica Neue"/>
              </a:defRPr>
            </a:lvl1pPr>
          </a:lstStyle>
          <a:p xmlns:a="http://schemas.openxmlformats.org/drawingml/2006/main">
            <a:pPr>
              <a:buNone/>
            </a:pPr>
            <a:r>
              <a:t>→</a:t>
            </a:r>
          </a:p>
        </p:txBody>
      </p:sp>
      <p:sp>
        <p:nvSpPr>
          <p:cNvPr id="2404" name="Connector 44">
            <a:extLst xmlns:a="http://schemas.openxmlformats.org/drawingml/2006/main">
              <a:ext uri="{FF2B5EF4-FFF2-40B4-BE49-F238E27FC236}">
                <a16:creationId xmlns:a16="http://schemas.microsoft.com/office/drawing/2014/main" id="{06F37632-E54E-428C-B763-D5419D3C898D}"/>
              </a:ext>
            </a:extLst>
          </p:cNvPr>
          <p:cNvSpPr>
            <a:spLocks xmlns:a="http://schemas.openxmlformats.org/drawingml/2006/main" noGrp="1"/>
          </p:cNvSpPr>
          <p:nvPr/>
        </p:nvSpPr>
        <p:spPr>
          <a:xfrm xmlns:a="http://schemas.openxmlformats.org/drawingml/2006/main" flipV="1">
            <a:off x="9500615" y="2093976"/>
            <a:ext cx="374907" cy="100587"/>
          </a:xfrm>
          <a:prstGeom xmlns:a="http://schemas.openxmlformats.org/drawingml/2006/main" prst="line">
            <a:avLst/>
          </a:prstGeom>
          <a:ln xmlns:a="http://schemas.openxmlformats.org/drawingml/2006/main" w="1016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405" name="Connector 45">
            <a:extLst xmlns:a="http://schemas.openxmlformats.org/drawingml/2006/main">
              <a:ext uri="{FF2B5EF4-FFF2-40B4-BE49-F238E27FC236}">
                <a16:creationId xmlns:a16="http://schemas.microsoft.com/office/drawing/2014/main" id="{8767FF0E-6915-4867-A9AB-8E343EA7CF3A}"/>
              </a:ext>
            </a:extLst>
          </p:cNvPr>
          <p:cNvSpPr>
            <a:spLocks xmlns:a="http://schemas.openxmlformats.org/drawingml/2006/main" noGrp="1"/>
          </p:cNvSpPr>
          <p:nvPr/>
        </p:nvSpPr>
        <p:spPr>
          <a:xfrm xmlns:a="http://schemas.openxmlformats.org/drawingml/2006/main">
            <a:off x="9500616" y="2194560"/>
            <a:ext cx="128018" cy="521209"/>
          </a:xfrm>
          <a:prstGeom xmlns:a="http://schemas.openxmlformats.org/drawingml/2006/main" prst="line">
            <a:avLst/>
          </a:prstGeom>
          <a:ln xmlns:a="http://schemas.openxmlformats.org/drawingml/2006/main" w="1016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406" name="Connector 46">
            <a:extLst xmlns:a="http://schemas.openxmlformats.org/drawingml/2006/main">
              <a:ext uri="{FF2B5EF4-FFF2-40B4-BE49-F238E27FC236}">
                <a16:creationId xmlns:a16="http://schemas.microsoft.com/office/drawing/2014/main" id="{F284CDEF-6339-4D07-957A-A16BA44D2010}"/>
              </a:ext>
            </a:extLst>
          </p:cNvPr>
          <p:cNvSpPr>
            <a:spLocks xmlns:a="http://schemas.openxmlformats.org/drawingml/2006/main" noGrp="1"/>
          </p:cNvSpPr>
          <p:nvPr/>
        </p:nvSpPr>
        <p:spPr>
          <a:xfrm xmlns:a="http://schemas.openxmlformats.org/drawingml/2006/main">
            <a:off x="9875518" y="2093976"/>
            <a:ext cx="256033" cy="347475"/>
          </a:xfrm>
          <a:prstGeom xmlns:a="http://schemas.openxmlformats.org/drawingml/2006/main" prst="line">
            <a:avLst/>
          </a:prstGeom>
          <a:ln xmlns:a="http://schemas.openxmlformats.org/drawingml/2006/main" w="1016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407" name="Connector 47">
            <a:extLst xmlns:a="http://schemas.openxmlformats.org/drawingml/2006/main">
              <a:ext uri="{FF2B5EF4-FFF2-40B4-BE49-F238E27FC236}">
                <a16:creationId xmlns:a16="http://schemas.microsoft.com/office/drawing/2014/main" id="{0FECD1C4-2633-446B-AA1B-30135489257F}"/>
              </a:ext>
            </a:extLst>
          </p:cNvPr>
          <p:cNvSpPr>
            <a:spLocks xmlns:a="http://schemas.openxmlformats.org/drawingml/2006/main" noGrp="1"/>
          </p:cNvSpPr>
          <p:nvPr/>
        </p:nvSpPr>
        <p:spPr>
          <a:xfrm xmlns:a="http://schemas.openxmlformats.org/drawingml/2006/main" flipH="1">
            <a:off x="9628630" y="2093975"/>
            <a:ext cx="246891" cy="621795"/>
          </a:xfrm>
          <a:prstGeom xmlns:a="http://schemas.openxmlformats.org/drawingml/2006/main" prst="line">
            <a:avLst/>
          </a:prstGeom>
          <a:ln xmlns:a="http://schemas.openxmlformats.org/drawingml/2006/main" w="1016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408" name="Connector 48">
            <a:extLst xmlns:a="http://schemas.openxmlformats.org/drawingml/2006/main">
              <a:ext uri="{FF2B5EF4-FFF2-40B4-BE49-F238E27FC236}">
                <a16:creationId xmlns:a16="http://schemas.microsoft.com/office/drawing/2014/main" id="{953DBC40-D798-4DB1-A8EB-D739E1E64ABD}"/>
              </a:ext>
            </a:extLst>
          </p:cNvPr>
          <p:cNvSpPr>
            <a:spLocks xmlns:a="http://schemas.openxmlformats.org/drawingml/2006/main" noGrp="1"/>
          </p:cNvSpPr>
          <p:nvPr/>
        </p:nvSpPr>
        <p:spPr>
          <a:xfrm xmlns:a="http://schemas.openxmlformats.org/drawingml/2006/main" flipH="1">
            <a:off x="9994392" y="2441448"/>
            <a:ext cx="137163" cy="438915"/>
          </a:xfrm>
          <a:prstGeom xmlns:a="http://schemas.openxmlformats.org/drawingml/2006/main" prst="line">
            <a:avLst/>
          </a:prstGeom>
          <a:ln xmlns:a="http://schemas.openxmlformats.org/drawingml/2006/main" w="1016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409" name="Connector 49">
            <a:extLst xmlns:a="http://schemas.openxmlformats.org/drawingml/2006/main">
              <a:ext uri="{FF2B5EF4-FFF2-40B4-BE49-F238E27FC236}">
                <a16:creationId xmlns:a16="http://schemas.microsoft.com/office/drawing/2014/main" id="{E19C119C-936E-4FF8-A34A-012FB044914F}"/>
              </a:ext>
            </a:extLst>
          </p:cNvPr>
          <p:cNvSpPr>
            <a:spLocks xmlns:a="http://schemas.openxmlformats.org/drawingml/2006/main" noGrp="1"/>
          </p:cNvSpPr>
          <p:nvPr/>
        </p:nvSpPr>
        <p:spPr>
          <a:xfrm xmlns:a="http://schemas.openxmlformats.org/drawingml/2006/main">
            <a:off x="9628629" y="2715765"/>
            <a:ext cx="365764" cy="164595"/>
          </a:xfrm>
          <a:prstGeom xmlns:a="http://schemas.openxmlformats.org/drawingml/2006/main" prst="line">
            <a:avLst/>
          </a:prstGeom>
          <a:ln xmlns:a="http://schemas.openxmlformats.org/drawingml/2006/main" w="1016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410" name="Connector 50">
            <a:extLst xmlns:a="http://schemas.openxmlformats.org/drawingml/2006/main">
              <a:ext uri="{FF2B5EF4-FFF2-40B4-BE49-F238E27FC236}">
                <a16:creationId xmlns:a16="http://schemas.microsoft.com/office/drawing/2014/main" id="{12A104F8-F9C6-42F8-9811-FB62EADC40FD}"/>
              </a:ext>
            </a:extLst>
          </p:cNvPr>
          <p:cNvSpPr>
            <a:spLocks xmlns:a="http://schemas.openxmlformats.org/drawingml/2006/main" noGrp="1"/>
          </p:cNvSpPr>
          <p:nvPr/>
        </p:nvSpPr>
        <p:spPr>
          <a:xfrm xmlns:a="http://schemas.openxmlformats.org/drawingml/2006/main" flipV="1">
            <a:off x="9994392" y="2734055"/>
            <a:ext cx="338331" cy="146307"/>
          </a:xfrm>
          <a:prstGeom xmlns:a="http://schemas.openxmlformats.org/drawingml/2006/main" prst="line">
            <a:avLst/>
          </a:prstGeom>
          <a:ln xmlns:a="http://schemas.openxmlformats.org/drawingml/2006/main" w="1016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411" name="Oval 51">
            <a:extLst xmlns:a="http://schemas.openxmlformats.org/drawingml/2006/main">
              <a:ext uri="{FF2B5EF4-FFF2-40B4-BE49-F238E27FC236}">
                <a16:creationId xmlns:a16="http://schemas.microsoft.com/office/drawing/2014/main" id="{E8F748B9-1F20-445A-B70F-042CBD6C0E8D}"/>
              </a:ext>
            </a:extLst>
          </p:cNvPr>
          <p:cNvSpPr>
            <a:spLocks xmlns:a="http://schemas.openxmlformats.org/drawingml/2006/main" noGrp="1"/>
          </p:cNvSpPr>
          <p:nvPr/>
        </p:nvSpPr>
        <p:spPr>
          <a:xfrm xmlns:a="http://schemas.openxmlformats.org/drawingml/2006/main">
            <a:off x="9454894" y="2148838"/>
            <a:ext cx="100589" cy="100589"/>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412" name="Oval 52">
            <a:extLst xmlns:a="http://schemas.openxmlformats.org/drawingml/2006/main">
              <a:ext uri="{FF2B5EF4-FFF2-40B4-BE49-F238E27FC236}">
                <a16:creationId xmlns:a16="http://schemas.microsoft.com/office/drawing/2014/main" id="{12DDC868-4F17-42C5-A175-CEF85058E137}"/>
              </a:ext>
            </a:extLst>
          </p:cNvPr>
          <p:cNvSpPr>
            <a:spLocks xmlns:a="http://schemas.openxmlformats.org/drawingml/2006/main" noGrp="1"/>
          </p:cNvSpPr>
          <p:nvPr/>
        </p:nvSpPr>
        <p:spPr>
          <a:xfrm xmlns:a="http://schemas.openxmlformats.org/drawingml/2006/main">
            <a:off x="9829799" y="2048255"/>
            <a:ext cx="100589" cy="100589"/>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413" name="Oval 53">
            <a:extLst xmlns:a="http://schemas.openxmlformats.org/drawingml/2006/main">
              <a:ext uri="{FF2B5EF4-FFF2-40B4-BE49-F238E27FC236}">
                <a16:creationId xmlns:a16="http://schemas.microsoft.com/office/drawing/2014/main" id="{443AC037-41C0-4E12-B409-DF6C3139A22E}"/>
              </a:ext>
            </a:extLst>
          </p:cNvPr>
          <p:cNvSpPr>
            <a:spLocks xmlns:a="http://schemas.openxmlformats.org/drawingml/2006/main" noGrp="1"/>
          </p:cNvSpPr>
          <p:nvPr/>
        </p:nvSpPr>
        <p:spPr>
          <a:xfrm xmlns:a="http://schemas.openxmlformats.org/drawingml/2006/main">
            <a:off x="10085830" y="2395727"/>
            <a:ext cx="100589" cy="100589"/>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414" name="Oval 54">
            <a:extLst xmlns:a="http://schemas.openxmlformats.org/drawingml/2006/main">
              <a:ext uri="{FF2B5EF4-FFF2-40B4-BE49-F238E27FC236}">
                <a16:creationId xmlns:a16="http://schemas.microsoft.com/office/drawing/2014/main" id="{01573FA0-F283-4085-B310-59B5FEBE0283}"/>
              </a:ext>
            </a:extLst>
          </p:cNvPr>
          <p:cNvSpPr>
            <a:spLocks xmlns:a="http://schemas.openxmlformats.org/drawingml/2006/main" noGrp="1"/>
          </p:cNvSpPr>
          <p:nvPr/>
        </p:nvSpPr>
        <p:spPr>
          <a:xfrm xmlns:a="http://schemas.openxmlformats.org/drawingml/2006/main">
            <a:off x="9582911" y="2670048"/>
            <a:ext cx="100589" cy="100589"/>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415" name="Oval 55">
            <a:extLst xmlns:a="http://schemas.openxmlformats.org/drawingml/2006/main">
              <a:ext uri="{FF2B5EF4-FFF2-40B4-BE49-F238E27FC236}">
                <a16:creationId xmlns:a16="http://schemas.microsoft.com/office/drawing/2014/main" id="{390E00D3-5BFC-4131-8189-265AAF5A589D}"/>
              </a:ext>
            </a:extLst>
          </p:cNvPr>
          <p:cNvSpPr>
            <a:spLocks xmlns:a="http://schemas.openxmlformats.org/drawingml/2006/main" noGrp="1"/>
          </p:cNvSpPr>
          <p:nvPr/>
        </p:nvSpPr>
        <p:spPr>
          <a:xfrm xmlns:a="http://schemas.openxmlformats.org/drawingml/2006/main">
            <a:off x="9948671" y="2834638"/>
            <a:ext cx="100589" cy="100589"/>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416" name="Oval 56">
            <a:extLst xmlns:a="http://schemas.openxmlformats.org/drawingml/2006/main">
              <a:ext uri="{FF2B5EF4-FFF2-40B4-BE49-F238E27FC236}">
                <a16:creationId xmlns:a16="http://schemas.microsoft.com/office/drawing/2014/main" id="{1E07451C-D1BF-4E5B-9FE6-F5C891ECA629}"/>
              </a:ext>
            </a:extLst>
          </p:cNvPr>
          <p:cNvSpPr>
            <a:spLocks xmlns:a="http://schemas.openxmlformats.org/drawingml/2006/main" noGrp="1"/>
          </p:cNvSpPr>
          <p:nvPr/>
        </p:nvSpPr>
        <p:spPr>
          <a:xfrm xmlns:a="http://schemas.openxmlformats.org/drawingml/2006/main">
            <a:off x="10286999" y="2688333"/>
            <a:ext cx="100589" cy="100589"/>
          </a:xfrm>
          <a:prstGeom xmlns:a="http://schemas.openxmlformats.org/drawingml/2006/main" prst="ellipse">
            <a:avLst/>
          </a:prstGeom>
          <a:solidFill xmlns:a="http://schemas.openxmlformats.org/drawingml/2006/main">
            <a:srgbClr val="73777F"/>
          </a:solidFill>
          <a:ln xmlns:a="http://schemas.openxmlformats.org/drawingml/2006/main" w="10160">
            <a:solidFill>
              <a:srgbClr val="73777F"/>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417" name="TextBox 57">
            <a:extLst xmlns:a="http://schemas.openxmlformats.org/drawingml/2006/main">
              <a:ext uri="{FF2B5EF4-FFF2-40B4-BE49-F238E27FC236}">
                <a16:creationId xmlns:a16="http://schemas.microsoft.com/office/drawing/2014/main" id="{42B23ACE-B422-4556-A2E1-7827A00662F1}"/>
              </a:ext>
            </a:extLst>
          </p:cNvPr>
          <p:cNvSpPr>
            <a:spLocks xmlns:a="http://schemas.openxmlformats.org/drawingml/2006/main" noGrp="1"/>
          </p:cNvSpPr>
          <p:nvPr/>
        </p:nvSpPr>
        <p:spPr>
          <a:xfrm xmlns:a="http://schemas.openxmlformats.org/drawingml/2006/main">
            <a:off x="9445752" y="3273552"/>
            <a:ext cx="1005840"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800" b="1">
                <a:solidFill>
                  <a:srgbClr val="73777F"/>
                </a:solidFill>
                <a:latin typeface="Helvetica Neue"/>
                <a:ea typeface="Helvetica Neue"/>
                <a:cs typeface="Helvetica Neue"/>
              </a:defRPr>
            </a:lvl1pPr>
          </a:lstStyle>
          <a:p xmlns:a="http://schemas.openxmlformats.org/drawingml/2006/main">
            <a:pPr>
              <a:buNone/>
            </a:pPr>
            <a:r>
              <a:t>CO-RATING</a:t>
            </a:r>
          </a:p>
        </p:txBody>
      </p:sp>
      <p:sp>
        <p:nvSpPr>
          <p:cNvPr id="2418" name="TextBox 58">
            <a:extLst xmlns:a="http://schemas.openxmlformats.org/drawingml/2006/main">
              <a:ext uri="{FF2B5EF4-FFF2-40B4-BE49-F238E27FC236}">
                <a16:creationId xmlns:a16="http://schemas.microsoft.com/office/drawing/2014/main" id="{EC403D7B-5FA4-4CB1-B5B7-7927490D9C5F}"/>
              </a:ext>
            </a:extLst>
          </p:cNvPr>
          <p:cNvSpPr>
            <a:spLocks xmlns:a="http://schemas.openxmlformats.org/drawingml/2006/main" noGrp="1"/>
          </p:cNvSpPr>
          <p:nvPr/>
        </p:nvSpPr>
        <p:spPr>
          <a:xfrm xmlns:a="http://schemas.openxmlformats.org/drawingml/2006/main">
            <a:off x="10451592" y="2496311"/>
            <a:ext cx="329187" cy="2794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900" b="1">
                <a:solidFill>
                  <a:srgbClr val="73777F"/>
                </a:solidFill>
                <a:latin typeface="Helvetica Neue"/>
                <a:ea typeface="Helvetica Neue"/>
                <a:cs typeface="Helvetica Neue"/>
              </a:defRPr>
            </a:lvl1pPr>
          </a:lstStyle>
          <a:p xmlns:a="http://schemas.openxmlformats.org/drawingml/2006/main">
            <a:pPr>
              <a:buNone/>
            </a:pPr>
            <a:r>
              <a:t>→</a:t>
            </a:r>
          </a:p>
        </p:txBody>
      </p:sp>
      <p:sp>
        <p:nvSpPr>
          <p:cNvPr id="2419" name="Oval 59">
            <a:extLst xmlns:a="http://schemas.openxmlformats.org/drawingml/2006/main">
              <a:ext uri="{FF2B5EF4-FFF2-40B4-BE49-F238E27FC236}">
                <a16:creationId xmlns:a16="http://schemas.microsoft.com/office/drawing/2014/main" id="{E108CF1F-18A6-4A32-A188-D8E840BD9FC0}"/>
              </a:ext>
            </a:extLst>
          </p:cNvPr>
          <p:cNvSpPr>
            <a:spLocks xmlns:a="http://schemas.openxmlformats.org/drawingml/2006/main" noGrp="1"/>
          </p:cNvSpPr>
          <p:nvPr/>
        </p:nvSpPr>
        <p:spPr>
          <a:xfrm xmlns:a="http://schemas.openxmlformats.org/drawingml/2006/main">
            <a:off x="10908792" y="2148838"/>
            <a:ext cx="118877" cy="118877"/>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420" name="Oval 60">
            <a:extLst xmlns:a="http://schemas.openxmlformats.org/drawingml/2006/main">
              <a:ext uri="{FF2B5EF4-FFF2-40B4-BE49-F238E27FC236}">
                <a16:creationId xmlns:a16="http://schemas.microsoft.com/office/drawing/2014/main" id="{05287208-AF83-4E1E-BEE9-51F2093016C0}"/>
              </a:ext>
            </a:extLst>
          </p:cNvPr>
          <p:cNvSpPr>
            <a:spLocks xmlns:a="http://schemas.openxmlformats.org/drawingml/2006/main" noGrp="1"/>
          </p:cNvSpPr>
          <p:nvPr/>
        </p:nvSpPr>
        <p:spPr>
          <a:xfrm xmlns:a="http://schemas.openxmlformats.org/drawingml/2006/main">
            <a:off x="11109959" y="2359149"/>
            <a:ext cx="118877" cy="118877"/>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421" name="Oval 61">
            <a:extLst xmlns:a="http://schemas.openxmlformats.org/drawingml/2006/main">
              <a:ext uri="{FF2B5EF4-FFF2-40B4-BE49-F238E27FC236}">
                <a16:creationId xmlns:a16="http://schemas.microsoft.com/office/drawing/2014/main" id="{D0CA6BD6-8A55-445B-A4C8-DC70450CAA06}"/>
              </a:ext>
            </a:extLst>
          </p:cNvPr>
          <p:cNvSpPr>
            <a:spLocks xmlns:a="http://schemas.openxmlformats.org/drawingml/2006/main" noGrp="1"/>
          </p:cNvSpPr>
          <p:nvPr/>
        </p:nvSpPr>
        <p:spPr>
          <a:xfrm xmlns:a="http://schemas.openxmlformats.org/drawingml/2006/main">
            <a:off x="10863071" y="2596894"/>
            <a:ext cx="118877" cy="118877"/>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422" name="Oval 62">
            <a:extLst xmlns:a="http://schemas.openxmlformats.org/drawingml/2006/main">
              <a:ext uri="{FF2B5EF4-FFF2-40B4-BE49-F238E27FC236}">
                <a16:creationId xmlns:a16="http://schemas.microsoft.com/office/drawing/2014/main" id="{44561DDB-6F79-4D8E-A624-2FC4045F4271}"/>
              </a:ext>
            </a:extLst>
          </p:cNvPr>
          <p:cNvSpPr>
            <a:spLocks xmlns:a="http://schemas.openxmlformats.org/drawingml/2006/main" noGrp="1"/>
          </p:cNvSpPr>
          <p:nvPr/>
        </p:nvSpPr>
        <p:spPr>
          <a:xfrm xmlns:a="http://schemas.openxmlformats.org/drawingml/2006/main">
            <a:off x="11247118" y="2770632"/>
            <a:ext cx="118877" cy="118877"/>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423" name="Oval 63">
            <a:extLst xmlns:a="http://schemas.openxmlformats.org/drawingml/2006/main">
              <a:ext uri="{FF2B5EF4-FFF2-40B4-BE49-F238E27FC236}">
                <a16:creationId xmlns:a16="http://schemas.microsoft.com/office/drawing/2014/main" id="{0B876394-437C-4874-9832-786F8611E28B}"/>
              </a:ext>
            </a:extLst>
          </p:cNvPr>
          <p:cNvSpPr>
            <a:spLocks xmlns:a="http://schemas.openxmlformats.org/drawingml/2006/main" noGrp="1"/>
          </p:cNvSpPr>
          <p:nvPr/>
        </p:nvSpPr>
        <p:spPr>
          <a:xfrm xmlns:a="http://schemas.openxmlformats.org/drawingml/2006/main">
            <a:off x="11027664" y="2953510"/>
            <a:ext cx="118877" cy="118877"/>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424" name="Oval 64">
            <a:extLst xmlns:a="http://schemas.openxmlformats.org/drawingml/2006/main">
              <a:ext uri="{FF2B5EF4-FFF2-40B4-BE49-F238E27FC236}">
                <a16:creationId xmlns:a16="http://schemas.microsoft.com/office/drawing/2014/main" id="{E3FB92E8-C557-4994-9926-548615FFBF85}"/>
              </a:ext>
            </a:extLst>
          </p:cNvPr>
          <p:cNvSpPr>
            <a:spLocks xmlns:a="http://schemas.openxmlformats.org/drawingml/2006/main" noGrp="1"/>
          </p:cNvSpPr>
          <p:nvPr/>
        </p:nvSpPr>
        <p:spPr>
          <a:xfrm xmlns:a="http://schemas.openxmlformats.org/drawingml/2006/main">
            <a:off x="11292840" y="3127248"/>
            <a:ext cx="118877" cy="118877"/>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latin typeface="+mn-lt"/>
                <a:ea typeface="+mn-lt"/>
                <a:cs typeface="+mn-lt"/>
              </a:defRPr>
            </a:pPr>
          </a:p>
        </p:txBody>
      </p:sp>
      <p:sp>
        <p:nvSpPr>
          <p:cNvPr id="2425" name="TextBox 65">
            <a:extLst xmlns:a="http://schemas.openxmlformats.org/drawingml/2006/main">
              <a:ext uri="{FF2B5EF4-FFF2-40B4-BE49-F238E27FC236}">
                <a16:creationId xmlns:a16="http://schemas.microsoft.com/office/drawing/2014/main" id="{99911D08-E1C0-4B57-8A41-CF0B86F6A8F3}"/>
              </a:ext>
            </a:extLst>
          </p:cNvPr>
          <p:cNvSpPr>
            <a:spLocks xmlns:a="http://schemas.openxmlformats.org/drawingml/2006/main" noGrp="1"/>
          </p:cNvSpPr>
          <p:nvPr/>
        </p:nvSpPr>
        <p:spPr>
          <a:xfrm xmlns:a="http://schemas.openxmlformats.org/drawingml/2006/main">
            <a:off x="10863071" y="3401567"/>
            <a:ext cx="548643" cy="136385"/>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900" b="1">
                <a:solidFill>
                  <a:srgbClr val="1FA873"/>
                </a:solidFill>
                <a:latin typeface="Helvetica Neue"/>
                <a:ea typeface="Helvetica Neue"/>
                <a:cs typeface="Helvetica Neue"/>
              </a:defRPr>
            </a:lvl1pPr>
          </a:lstStyle>
          <a:p xmlns:a="http://schemas.openxmlformats.org/drawingml/2006/main">
            <a:pPr>
              <a:buNone/>
            </a:pPr>
            <a:r>
              <a:t>A / B</a:t>
            </a:r>
          </a:p>
        </p:txBody>
      </p:sp>
      <p:sp>
        <p:nvSpPr>
          <p:cNvPr id="2426" name="TextBox 66">
            <a:extLst xmlns:a="http://schemas.openxmlformats.org/drawingml/2006/main">
              <a:ext uri="{FF2B5EF4-FFF2-40B4-BE49-F238E27FC236}">
                <a16:creationId xmlns:a16="http://schemas.microsoft.com/office/drawing/2014/main" id="{3F73FDF4-7F25-477F-9EC6-7CEBF27ECF94}"/>
              </a:ext>
            </a:extLst>
          </p:cNvPr>
          <p:cNvSpPr>
            <a:spLocks xmlns:a="http://schemas.openxmlformats.org/drawingml/2006/main" noGrp="1"/>
          </p:cNvSpPr>
          <p:nvPr/>
        </p:nvSpPr>
        <p:spPr>
          <a:xfrm xmlns:a="http://schemas.openxmlformats.org/drawingml/2006/main">
            <a:off x="7845552" y="3977637"/>
            <a:ext cx="3456433" cy="223075"/>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500" b="1">
                <a:solidFill>
                  <a:srgbClr val="1FA873"/>
                </a:solidFill>
                <a:latin typeface="Helvetica Neue"/>
                <a:ea typeface="Helvetica Neue"/>
                <a:cs typeface="Helvetica Neue"/>
              </a:defRPr>
            </a:lvl1pPr>
          </a:lstStyle>
          <a:p xmlns:a="http://schemas.openxmlformats.org/drawingml/2006/main">
            <a:pPr>
              <a:buNone/>
            </a:pPr>
            <a:r>
              <a:t>METHOD B</a:t>
            </a:r>
          </a:p>
        </p:txBody>
      </p:sp>
      <p:sp>
        <p:nvSpPr>
          <p:cNvPr id="2427" name="TextBox 67">
            <a:extLst xmlns:a="http://schemas.openxmlformats.org/drawingml/2006/main">
              <a:ext uri="{FF2B5EF4-FFF2-40B4-BE49-F238E27FC236}">
                <a16:creationId xmlns:a16="http://schemas.microsoft.com/office/drawing/2014/main" id="{35A455CF-DF68-4A2F-8339-76A694AAEC80}"/>
              </a:ext>
            </a:extLst>
          </p:cNvPr>
          <p:cNvSpPr>
            <a:spLocks xmlns:a="http://schemas.openxmlformats.org/drawingml/2006/main" noGrp="1"/>
          </p:cNvSpPr>
          <p:nvPr/>
        </p:nvSpPr>
        <p:spPr>
          <a:xfrm xmlns:a="http://schemas.openxmlformats.org/drawingml/2006/main">
            <a:off x="7882125" y="4526279"/>
            <a:ext cx="3383282" cy="198412"/>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lgn="ctr">
              <a:buNone/>
              <a:defRPr sz="1300" b="1">
                <a:solidFill>
                  <a:srgbClr val="1FA873"/>
                </a:solidFill>
                <a:latin typeface="Helvetica Neue"/>
                <a:ea typeface="Helvetica Neue"/>
                <a:cs typeface="Helvetica Neue"/>
              </a:defRPr>
            </a:pPr>
            <a:r>
              <a:t>• </a:t>
            </a:r>
            <a:r>
              <a:rPr>
                <a:solidFill>
                  <a:srgbClr val="73777F"/>
                </a:solidFill>
              </a:rPr>
              <a:t>No party · country · ideology labels</a:t>
            </a:r>
          </a:p>
        </p:txBody>
      </p:sp>
      <p:sp>
        <p:nvSpPr>
          <p:cNvPr id="2428" name="TextBox 68">
            <a:extLst xmlns:a="http://schemas.openxmlformats.org/drawingml/2006/main">
              <a:ext uri="{FF2B5EF4-FFF2-40B4-BE49-F238E27FC236}">
                <a16:creationId xmlns:a16="http://schemas.microsoft.com/office/drawing/2014/main" id="{33A1049D-9843-4F69-95D2-66A26502636B}"/>
              </a:ext>
            </a:extLst>
          </p:cNvPr>
          <p:cNvSpPr>
            <a:spLocks xmlns:a="http://schemas.openxmlformats.org/drawingml/2006/main" noGrp="1"/>
          </p:cNvSpPr>
          <p:nvPr/>
        </p:nvSpPr>
        <p:spPr>
          <a:xfrm xmlns:a="http://schemas.openxmlformats.org/drawingml/2006/main">
            <a:off x="621792" y="6437376"/>
            <a:ext cx="10881360"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800">
                <a:solidFill>
                  <a:srgbClr val="73777F"/>
                </a:solidFill>
                <a:latin typeface="Helvetica Neue"/>
                <a:ea typeface="Helvetica Neue"/>
                <a:cs typeface="Helvetica Neue"/>
              </a:defRPr>
            </a:lvl1pPr>
          </a:lstStyle>
          <a:p xmlns:a="http://schemas.openxmlformats.org/drawingml/2006/main">
            <a:pPr>
              <a:buNone/>
            </a:pPr>
            <a:r>
              <a:t>• Authors’ 200k Representative pipeline</a:t>
            </a:r>
          </a:p>
        </p:txBody>
      </p:sp>
    </p:spTree>
    <p:extLst>
      <p:ext uri="{BB962C8B-B14F-4D97-AF65-F5344CB8AC3E}">
        <p14:creationId xmlns:p14="http://schemas.microsoft.com/office/powerpoint/2010/main" val="1499998965"/>
      </p:ext>
    </p:extLst>
  </p:cSld>
</p:sld>
</file>

<file path=ppt/slides/slide31.xml><?xml version="1.0" encoding="utf-8"?>
<p:sld xmlns:p="http://schemas.openxmlformats.org/presentationml/2006/main" showMasterSp="1">
  <p:cSld>
    <p:spTree>
      <p:nvGrpSpPr>
        <p:cNvPr id="1" name=""/>
        <p:cNvGrpSpPr/>
        <p:nvPr/>
      </p:nvGrpSpPr>
      <p:grpSpPr>
        <a:xfrm xmlns:a="http://schemas.openxmlformats.org/drawingml/2006/main"/>
      </p:grpSpPr>
      <p:sp>
        <p:nvSpPr>
          <p:cNvPr id="2430" name="TextBox 1">
            <a:extLst xmlns:a="http://schemas.openxmlformats.org/drawingml/2006/main">
              <a:ext uri="{FF2B5EF4-FFF2-40B4-BE49-F238E27FC236}">
                <a16:creationId xmlns:a16="http://schemas.microsoft.com/office/drawing/2014/main" id="{2E64E003-D5A4-4465-A301-D3E643D373F3}"/>
              </a:ext>
            </a:extLst>
          </p:cNvPr>
          <p:cNvSpPr>
            <a:spLocks xmlns:a="http://schemas.openxmlformats.org/drawingml/2006/main" noGrp="1"/>
          </p:cNvSpPr>
          <p:nvPr/>
        </p:nvSpPr>
        <p:spPr>
          <a:xfrm xmlns:a="http://schemas.openxmlformats.org/drawingml/2006/main">
            <a:off x="603503" y="420623"/>
            <a:ext cx="4389122" cy="14871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000" b="1">
                <a:solidFill>
                  <a:srgbClr val="73777F"/>
                </a:solidFill>
                <a:latin typeface="Helvetica Neue"/>
                <a:ea typeface="Helvetica Neue"/>
                <a:cs typeface="Helvetica Neue"/>
              </a:defRPr>
            </a:lvl1pPr>
          </a:lstStyle>
          <a:p xmlns:a="http://schemas.openxmlformats.org/drawingml/2006/main">
            <a:pPr>
              <a:buNone/>
            </a:pPr>
            <a:r>
              <a:t>RESULTS · REPRESENTATIVE</a:t>
            </a:r>
          </a:p>
        </p:txBody>
      </p:sp>
      <p:sp>
        <p:nvSpPr>
          <p:cNvPr id="2431" name="TextBox 2">
            <a:extLst xmlns:a="http://schemas.openxmlformats.org/drawingml/2006/main">
              <a:ext uri="{FF2B5EF4-FFF2-40B4-BE49-F238E27FC236}">
                <a16:creationId xmlns:a16="http://schemas.microsoft.com/office/drawing/2014/main" id="{B2CF7163-5B81-4650-B740-317C168558A5}"/>
              </a:ext>
            </a:extLst>
          </p:cNvPr>
          <p:cNvSpPr>
            <a:spLocks xmlns:a="http://schemas.openxmlformats.org/drawingml/2006/main" noGrp="1"/>
          </p:cNvSpPr>
          <p:nvPr/>
        </p:nvSpPr>
        <p:spPr>
          <a:xfrm xmlns:a="http://schemas.openxmlformats.org/drawingml/2006/main">
            <a:off x="603504" y="786383"/>
            <a:ext cx="10515601" cy="45885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3000" b="1">
                <a:solidFill>
                  <a:srgbClr val="111318"/>
                </a:solidFill>
                <a:latin typeface="Helvetica Neue"/>
                <a:ea typeface="Helvetica Neue"/>
                <a:cs typeface="Helvetica Neue"/>
              </a:defRPr>
            </a:lvl1pPr>
          </a:lstStyle>
          <a:p xmlns:a="http://schemas.openxmlformats.org/drawingml/2006/main">
            <a:pPr>
              <a:buNone/>
            </a:pPr>
            <a:r>
              <a:t>What the platform shows—and hides</a:t>
            </a:r>
          </a:p>
        </p:txBody>
      </p:sp>
      <p:sp>
        <p:nvSpPr>
          <p:cNvPr id="2432" name="TextBox 3">
            <a:extLst xmlns:a="http://schemas.openxmlformats.org/drawingml/2006/main">
              <a:ext uri="{FF2B5EF4-FFF2-40B4-BE49-F238E27FC236}">
                <a16:creationId xmlns:a16="http://schemas.microsoft.com/office/drawing/2014/main" id="{D1EBEDEF-D758-4BD0-A07B-729753E27C42}"/>
              </a:ext>
            </a:extLst>
          </p:cNvPr>
          <p:cNvSpPr>
            <a:spLocks xmlns:a="http://schemas.openxmlformats.org/drawingml/2006/main" noGrp="1"/>
          </p:cNvSpPr>
          <p:nvPr/>
        </p:nvSpPr>
        <p:spPr>
          <a:xfrm xmlns:a="http://schemas.openxmlformats.org/drawingml/2006/main">
            <a:off x="11082528" y="457199"/>
            <a:ext cx="438913" cy="136386"/>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r">
              <a:buNone/>
              <a:defRPr sz="900" b="1">
                <a:solidFill>
                  <a:srgbClr val="73777F"/>
                </a:solidFill>
                <a:latin typeface="Helvetica Neue"/>
                <a:ea typeface="Helvetica Neue"/>
                <a:cs typeface="Helvetica Neue"/>
              </a:defRPr>
            </a:lvl1pPr>
          </a:lstStyle>
          <a:p xmlns:a="http://schemas.openxmlformats.org/drawingml/2006/main">
            <a:pPr>
              <a:buNone/>
            </a:pPr>
            <a:r>
              <a:t>13</a:t>
            </a:r>
          </a:p>
        </p:txBody>
      </p:sp>
      <p:sp>
        <p:nvSpPr>
          <p:cNvPr id="2433" name="TextBox 4">
            <a:extLst xmlns:a="http://schemas.openxmlformats.org/drawingml/2006/main">
              <a:ext uri="{FF2B5EF4-FFF2-40B4-BE49-F238E27FC236}">
                <a16:creationId xmlns:a16="http://schemas.microsoft.com/office/drawing/2014/main" id="{878F7401-8409-4D08-B3B5-4582CBA61948}"/>
              </a:ext>
            </a:extLst>
          </p:cNvPr>
          <p:cNvSpPr>
            <a:spLocks xmlns:a="http://schemas.openxmlformats.org/drawingml/2006/main" noGrp="1"/>
          </p:cNvSpPr>
          <p:nvPr/>
        </p:nvSpPr>
        <p:spPr>
          <a:xfrm xmlns:a="http://schemas.openxmlformats.org/drawingml/2006/main">
            <a:off x="566928" y="2322576"/>
            <a:ext cx="2011679" cy="43381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2900" b="1">
                <a:solidFill>
                  <a:srgbClr val="111318"/>
                </a:solidFill>
                <a:latin typeface="Helvetica Neue"/>
                <a:ea typeface="Helvetica Neue"/>
                <a:cs typeface="Helvetica Neue"/>
              </a:defRPr>
            </a:lvl1pPr>
          </a:lstStyle>
          <a:p xmlns:a="http://schemas.openxmlformats.org/drawingml/2006/main">
            <a:pPr>
              <a:buNone/>
            </a:pPr>
            <a:r>
              <a:t>44,722</a:t>
            </a:r>
          </a:p>
        </p:txBody>
      </p:sp>
      <p:sp>
        <p:nvSpPr>
          <p:cNvPr id="2434" name="TextBox 5">
            <a:extLst xmlns:a="http://schemas.openxmlformats.org/drawingml/2006/main">
              <a:ext uri="{FF2B5EF4-FFF2-40B4-BE49-F238E27FC236}">
                <a16:creationId xmlns:a16="http://schemas.microsoft.com/office/drawing/2014/main" id="{42277F48-9BCA-4B94-B13F-0CF2671A4AC7}"/>
              </a:ext>
            </a:extLst>
          </p:cNvPr>
          <p:cNvSpPr>
            <a:spLocks xmlns:a="http://schemas.openxmlformats.org/drawingml/2006/main" noGrp="1"/>
          </p:cNvSpPr>
          <p:nvPr/>
        </p:nvSpPr>
        <p:spPr>
          <a:xfrm xmlns:a="http://schemas.openxmlformats.org/drawingml/2006/main">
            <a:off x="566928" y="2926079"/>
            <a:ext cx="2011679" cy="161049"/>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lgn="ctr">
              <a:buNone/>
              <a:defRPr sz="1100" b="1">
                <a:solidFill>
                  <a:srgbClr val="111318"/>
                </a:solidFill>
                <a:latin typeface="Helvetica Neue"/>
                <a:ea typeface="Helvetica Neue"/>
                <a:cs typeface="Helvetica Neue"/>
              </a:defRPr>
            </a:pPr>
            <a:r>
              <a:t>• </a:t>
            </a:r>
            <a:r>
              <a:rPr>
                <a:solidFill>
                  <a:srgbClr val="73777F"/>
                </a:solidFill>
              </a:rPr>
              <a:t>Representative picks</a:t>
            </a:r>
          </a:p>
        </p:txBody>
      </p:sp>
      <p:sp>
        <p:nvSpPr>
          <p:cNvPr id="2435" name="Connector 6">
            <a:extLst xmlns:a="http://schemas.openxmlformats.org/drawingml/2006/main">
              <a:ext uri="{FF2B5EF4-FFF2-40B4-BE49-F238E27FC236}">
                <a16:creationId xmlns:a16="http://schemas.microsoft.com/office/drawing/2014/main" id="{BCD45BCF-B7CB-4C49-BF18-7F32B27B69DF}"/>
              </a:ext>
            </a:extLst>
          </p:cNvPr>
          <p:cNvSpPr>
            <a:spLocks xmlns:a="http://schemas.openxmlformats.org/drawingml/2006/main" noGrp="1"/>
          </p:cNvSpPr>
          <p:nvPr/>
        </p:nvSpPr>
        <p:spPr>
          <a:xfrm xmlns:a="http://schemas.openxmlformats.org/drawingml/2006/main">
            <a:off x="2633471" y="2761488"/>
            <a:ext cx="612650" cy="1"/>
          </a:xfrm>
          <a:prstGeom xmlns:a="http://schemas.openxmlformats.org/drawingml/2006/main" prst="line">
            <a:avLst/>
          </a:prstGeom>
          <a:ln xmlns:a="http://schemas.openxmlformats.org/drawingml/2006/main" w="1905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436" name="TextBox 7">
            <a:extLst xmlns:a="http://schemas.openxmlformats.org/drawingml/2006/main">
              <a:ext uri="{FF2B5EF4-FFF2-40B4-BE49-F238E27FC236}">
                <a16:creationId xmlns:a16="http://schemas.microsoft.com/office/drawing/2014/main" id="{D8AAA956-B041-47BF-8F7F-A6FF093CEF92}"/>
              </a:ext>
            </a:extLst>
          </p:cNvPr>
          <p:cNvSpPr>
            <a:spLocks xmlns:a="http://schemas.openxmlformats.org/drawingml/2006/main" noGrp="1"/>
          </p:cNvSpPr>
          <p:nvPr/>
        </p:nvSpPr>
        <p:spPr>
          <a:xfrm xmlns:a="http://schemas.openxmlformats.org/drawingml/2006/main">
            <a:off x="2788920" y="2587751"/>
            <a:ext cx="320041" cy="2794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900" b="1">
                <a:solidFill>
                  <a:srgbClr val="73777F"/>
                </a:solidFill>
                <a:latin typeface="Helvetica Neue"/>
                <a:ea typeface="Helvetica Neue"/>
                <a:cs typeface="Helvetica Neue"/>
              </a:defRPr>
            </a:lvl1pPr>
          </a:lstStyle>
          <a:p xmlns:a="http://schemas.openxmlformats.org/drawingml/2006/main">
            <a:pPr>
              <a:buNone/>
            </a:pPr>
            <a:r>
              <a:t>→</a:t>
            </a:r>
          </a:p>
        </p:txBody>
      </p:sp>
      <p:sp>
        <p:nvSpPr>
          <p:cNvPr id="2437" name="Rounded Rectangle 8">
            <a:extLst xmlns:a="http://schemas.openxmlformats.org/drawingml/2006/main">
              <a:ext uri="{FF2B5EF4-FFF2-40B4-BE49-F238E27FC236}">
                <a16:creationId xmlns:a16="http://schemas.microsoft.com/office/drawing/2014/main" id="{6D30E8F3-CD1E-4D31-BCF6-04C6FA135C2D}"/>
              </a:ext>
            </a:extLst>
          </p:cNvPr>
          <p:cNvSpPr>
            <a:spLocks xmlns:a="http://schemas.openxmlformats.org/drawingml/2006/main" noGrp="1"/>
          </p:cNvSpPr>
          <p:nvPr/>
        </p:nvSpPr>
        <p:spPr>
          <a:xfrm xmlns:a="http://schemas.openxmlformats.org/drawingml/2006/main">
            <a:off x="3273552" y="2121407"/>
            <a:ext cx="1627633" cy="1243585"/>
          </a:xfrm>
          <a:prstGeom xmlns:a="http://schemas.openxmlformats.org/drawingml/2006/main" prst="roundRect">
            <a:avLst>
              <a:gd name="adj" fmla="val 16667"/>
            </a:avLst>
          </a:prstGeom>
          <a:ln xmlns:a="http://schemas.openxmlformats.org/drawingml/2006/main" w="17780">
            <a:solidFill>
              <a:srgbClr val="1FA873"/>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2438" name="TextBox 9">
            <a:extLst xmlns:a="http://schemas.openxmlformats.org/drawingml/2006/main">
              <a:ext uri="{FF2B5EF4-FFF2-40B4-BE49-F238E27FC236}">
                <a16:creationId xmlns:a16="http://schemas.microsoft.com/office/drawing/2014/main" id="{1B0EF73E-F1BA-46AF-BAA9-73E321CF2BBE}"/>
              </a:ext>
            </a:extLst>
          </p:cNvPr>
          <p:cNvSpPr>
            <a:spLocks xmlns:a="http://schemas.openxmlformats.org/drawingml/2006/main" noGrp="1"/>
          </p:cNvSpPr>
          <p:nvPr/>
        </p:nvSpPr>
        <p:spPr>
          <a:xfrm xmlns:a="http://schemas.openxmlformats.org/drawingml/2006/main">
            <a:off x="3410711" y="2331720"/>
            <a:ext cx="1353314"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800" b="1">
                <a:solidFill>
                  <a:srgbClr val="1FA873"/>
                </a:solidFill>
                <a:latin typeface="Helvetica Neue"/>
                <a:ea typeface="Helvetica Neue"/>
                <a:cs typeface="Helvetica Neue"/>
              </a:defRPr>
            </a:lvl1pPr>
          </a:lstStyle>
          <a:p xmlns:a="http://schemas.openxmlformats.org/drawingml/2006/main">
            <a:pPr>
              <a:buNone/>
            </a:pPr>
            <a:r>
              <a:t>CCA BRIDGE SCORE</a:t>
            </a:r>
          </a:p>
        </p:txBody>
      </p:sp>
      <p:sp>
        <p:nvSpPr>
          <p:cNvPr id="2439" name="TextBox 10">
            <a:extLst xmlns:a="http://schemas.openxmlformats.org/drawingml/2006/main">
              <a:ext uri="{FF2B5EF4-FFF2-40B4-BE49-F238E27FC236}">
                <a16:creationId xmlns:a16="http://schemas.microsoft.com/office/drawing/2014/main" id="{7B4CD9F8-D6F9-4BCB-9948-90A15D606FD7}"/>
              </a:ext>
            </a:extLst>
          </p:cNvPr>
          <p:cNvSpPr>
            <a:spLocks xmlns:a="http://schemas.openxmlformats.org/drawingml/2006/main" noGrp="1"/>
          </p:cNvSpPr>
          <p:nvPr/>
        </p:nvSpPr>
        <p:spPr>
          <a:xfrm xmlns:a="http://schemas.openxmlformats.org/drawingml/2006/main">
            <a:off x="3410711" y="2615183"/>
            <a:ext cx="1353314" cy="35946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2400" b="1">
                <a:solidFill>
                  <a:srgbClr val="111318"/>
                </a:solidFill>
                <a:latin typeface="Helvetica Neue"/>
                <a:ea typeface="Helvetica Neue"/>
                <a:cs typeface="Helvetica Neue"/>
              </a:defRPr>
            </a:lvl1pPr>
          </a:lstStyle>
          <a:p xmlns:a="http://schemas.openxmlformats.org/drawingml/2006/main">
            <a:pPr>
              <a:buNone/>
            </a:pPr>
            <a:r>
              <a:t>≥ 50%</a:t>
            </a:r>
          </a:p>
        </p:txBody>
      </p:sp>
      <p:sp>
        <p:nvSpPr>
          <p:cNvPr id="2440" name="Connector 11">
            <a:extLst xmlns:a="http://schemas.openxmlformats.org/drawingml/2006/main">
              <a:ext uri="{FF2B5EF4-FFF2-40B4-BE49-F238E27FC236}">
                <a16:creationId xmlns:a16="http://schemas.microsoft.com/office/drawing/2014/main" id="{1AAB6144-9649-4103-BA4B-8A2B0D5B69D1}"/>
              </a:ext>
            </a:extLst>
          </p:cNvPr>
          <p:cNvSpPr>
            <a:spLocks xmlns:a="http://schemas.openxmlformats.org/drawingml/2006/main" noGrp="1"/>
          </p:cNvSpPr>
          <p:nvPr/>
        </p:nvSpPr>
        <p:spPr>
          <a:xfrm xmlns:a="http://schemas.openxmlformats.org/drawingml/2006/main">
            <a:off x="4919471" y="2761488"/>
            <a:ext cx="594361" cy="1"/>
          </a:xfrm>
          <a:prstGeom xmlns:a="http://schemas.openxmlformats.org/drawingml/2006/main" prst="line">
            <a:avLst/>
          </a:prstGeom>
          <a:ln xmlns:a="http://schemas.openxmlformats.org/drawingml/2006/main" w="1905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441" name="TextBox 12">
            <a:extLst xmlns:a="http://schemas.openxmlformats.org/drawingml/2006/main">
              <a:ext uri="{FF2B5EF4-FFF2-40B4-BE49-F238E27FC236}">
                <a16:creationId xmlns:a16="http://schemas.microsoft.com/office/drawing/2014/main" id="{1DAD76A9-8723-47D0-B093-0FA2C1DE0BC2}"/>
              </a:ext>
            </a:extLst>
          </p:cNvPr>
          <p:cNvSpPr>
            <a:spLocks xmlns:a="http://schemas.openxmlformats.org/drawingml/2006/main" noGrp="1"/>
          </p:cNvSpPr>
          <p:nvPr/>
        </p:nvSpPr>
        <p:spPr>
          <a:xfrm xmlns:a="http://schemas.openxmlformats.org/drawingml/2006/main">
            <a:off x="5084064" y="2587751"/>
            <a:ext cx="320041" cy="2794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900" b="1">
                <a:solidFill>
                  <a:srgbClr val="73777F"/>
                </a:solidFill>
                <a:latin typeface="Helvetica Neue"/>
                <a:ea typeface="Helvetica Neue"/>
                <a:cs typeface="Helvetica Neue"/>
              </a:defRPr>
            </a:lvl1pPr>
          </a:lstStyle>
          <a:p xmlns:a="http://schemas.openxmlformats.org/drawingml/2006/main">
            <a:pPr>
              <a:buNone/>
            </a:pPr>
            <a:r>
              <a:t>→</a:t>
            </a:r>
          </a:p>
        </p:txBody>
      </p:sp>
      <p:sp>
        <p:nvSpPr>
          <p:cNvPr id="2442" name="TextBox 13">
            <a:extLst xmlns:a="http://schemas.openxmlformats.org/drawingml/2006/main">
              <a:ext uri="{FF2B5EF4-FFF2-40B4-BE49-F238E27FC236}">
                <a16:creationId xmlns:a16="http://schemas.microsoft.com/office/drawing/2014/main" id="{D138B901-036B-4D4C-8174-F944FD018BB7}"/>
              </a:ext>
            </a:extLst>
          </p:cNvPr>
          <p:cNvSpPr>
            <a:spLocks xmlns:a="http://schemas.openxmlformats.org/drawingml/2006/main" noGrp="1"/>
          </p:cNvSpPr>
          <p:nvPr/>
        </p:nvSpPr>
        <p:spPr>
          <a:xfrm xmlns:a="http://schemas.openxmlformats.org/drawingml/2006/main">
            <a:off x="5486400" y="2322576"/>
            <a:ext cx="2057400" cy="43381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2900" b="1">
                <a:solidFill>
                  <a:srgbClr val="1FA873"/>
                </a:solidFill>
                <a:latin typeface="Helvetica Neue"/>
                <a:ea typeface="Helvetica Neue"/>
                <a:cs typeface="Helvetica Neue"/>
              </a:defRPr>
            </a:lvl1pPr>
          </a:lstStyle>
          <a:p xmlns:a="http://schemas.openxmlformats.org/drawingml/2006/main">
            <a:pPr>
              <a:buNone/>
            </a:pPr>
            <a:r>
              <a:t>20,405</a:t>
            </a:r>
          </a:p>
        </p:txBody>
      </p:sp>
      <p:sp>
        <p:nvSpPr>
          <p:cNvPr id="2443" name="TextBox 14">
            <a:extLst xmlns:a="http://schemas.openxmlformats.org/drawingml/2006/main">
              <a:ext uri="{FF2B5EF4-FFF2-40B4-BE49-F238E27FC236}">
                <a16:creationId xmlns:a16="http://schemas.microsoft.com/office/drawing/2014/main" id="{F6CD376E-D83E-4313-A118-78C77DDD7E88}"/>
              </a:ext>
            </a:extLst>
          </p:cNvPr>
          <p:cNvSpPr>
            <a:spLocks xmlns:a="http://schemas.openxmlformats.org/drawingml/2006/main" noGrp="1"/>
          </p:cNvSpPr>
          <p:nvPr/>
        </p:nvSpPr>
        <p:spPr>
          <a:xfrm xmlns:a="http://schemas.openxmlformats.org/drawingml/2006/main">
            <a:off x="5486400" y="2926079"/>
            <a:ext cx="2057400" cy="161049"/>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lgn="ctr">
              <a:buNone/>
              <a:defRPr sz="1100" b="1">
                <a:solidFill>
                  <a:srgbClr val="1FA873"/>
                </a:solidFill>
                <a:latin typeface="Helvetica Neue"/>
                <a:ea typeface="Helvetica Neue"/>
                <a:cs typeface="Helvetica Neue"/>
              </a:defRPr>
            </a:pPr>
            <a:r>
              <a:t>• </a:t>
            </a:r>
            <a:r>
              <a:rPr>
                <a:solidFill>
                  <a:srgbClr val="73777F"/>
                </a:solidFill>
              </a:rPr>
              <a:t>CCA-qualified · 46%</a:t>
            </a:r>
          </a:p>
        </p:txBody>
      </p:sp>
      <p:sp>
        <p:nvSpPr>
          <p:cNvPr id="2444" name="Connector 15">
            <a:extLst xmlns:a="http://schemas.openxmlformats.org/drawingml/2006/main">
              <a:ext uri="{FF2B5EF4-FFF2-40B4-BE49-F238E27FC236}">
                <a16:creationId xmlns:a16="http://schemas.microsoft.com/office/drawing/2014/main" id="{BC8FD37A-0F39-4B34-AA6D-A55F77C40576}"/>
              </a:ext>
            </a:extLst>
          </p:cNvPr>
          <p:cNvSpPr>
            <a:spLocks xmlns:a="http://schemas.openxmlformats.org/drawingml/2006/main" noGrp="1"/>
          </p:cNvSpPr>
          <p:nvPr/>
        </p:nvSpPr>
        <p:spPr>
          <a:xfrm xmlns:a="http://schemas.openxmlformats.org/drawingml/2006/main">
            <a:off x="7589519" y="2761488"/>
            <a:ext cx="438912" cy="1"/>
          </a:xfrm>
          <a:prstGeom xmlns:a="http://schemas.openxmlformats.org/drawingml/2006/main" prst="line">
            <a:avLst/>
          </a:prstGeom>
          <a:ln xmlns:a="http://schemas.openxmlformats.org/drawingml/2006/main" w="1905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445" name="Connector 16">
            <a:extLst xmlns:a="http://schemas.openxmlformats.org/drawingml/2006/main">
              <a:ext uri="{FF2B5EF4-FFF2-40B4-BE49-F238E27FC236}">
                <a16:creationId xmlns:a16="http://schemas.microsoft.com/office/drawing/2014/main" id="{383630A4-630E-4094-A8F2-16316AA477E5}"/>
              </a:ext>
            </a:extLst>
          </p:cNvPr>
          <p:cNvSpPr>
            <a:spLocks xmlns:a="http://schemas.openxmlformats.org/drawingml/2006/main" noGrp="1"/>
          </p:cNvSpPr>
          <p:nvPr/>
        </p:nvSpPr>
        <p:spPr>
          <a:xfrm xmlns:a="http://schemas.openxmlformats.org/drawingml/2006/main" flipV="1">
            <a:off x="8028430" y="2103120"/>
            <a:ext cx="475490" cy="658369"/>
          </a:xfrm>
          <a:prstGeom xmlns:a="http://schemas.openxmlformats.org/drawingml/2006/main" prst="line">
            <a:avLst/>
          </a:prstGeom>
          <a:ln xmlns:a="http://schemas.openxmlformats.org/drawingml/2006/main" w="1524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446" name="Connector 17">
            <a:extLst xmlns:a="http://schemas.openxmlformats.org/drawingml/2006/main">
              <a:ext uri="{FF2B5EF4-FFF2-40B4-BE49-F238E27FC236}">
                <a16:creationId xmlns:a16="http://schemas.microsoft.com/office/drawing/2014/main" id="{6CA04A57-FB40-4B5C-96A6-B3B2BD7B8284}"/>
              </a:ext>
            </a:extLst>
          </p:cNvPr>
          <p:cNvSpPr>
            <a:spLocks xmlns:a="http://schemas.openxmlformats.org/drawingml/2006/main" noGrp="1"/>
          </p:cNvSpPr>
          <p:nvPr/>
        </p:nvSpPr>
        <p:spPr>
          <a:xfrm xmlns:a="http://schemas.openxmlformats.org/drawingml/2006/main">
            <a:off x="8028430" y="2761488"/>
            <a:ext cx="475490" cy="1005840"/>
          </a:xfrm>
          <a:prstGeom xmlns:a="http://schemas.openxmlformats.org/drawingml/2006/main" prst="line">
            <a:avLst/>
          </a:prstGeom>
          <a:ln xmlns:a="http://schemas.openxmlformats.org/drawingml/2006/main" w="15240">
            <a:solidFill>
              <a:srgbClr val="1FA873"/>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447" name="TextBox 18">
            <a:extLst xmlns:a="http://schemas.openxmlformats.org/drawingml/2006/main">
              <a:ext uri="{FF2B5EF4-FFF2-40B4-BE49-F238E27FC236}">
                <a16:creationId xmlns:a16="http://schemas.microsoft.com/office/drawing/2014/main" id="{4747BCFF-FFD8-47D5-B3DD-5B9190F1E5AF}"/>
              </a:ext>
            </a:extLst>
          </p:cNvPr>
          <p:cNvSpPr>
            <a:spLocks xmlns:a="http://schemas.openxmlformats.org/drawingml/2006/main" noGrp="1"/>
          </p:cNvSpPr>
          <p:nvPr/>
        </p:nvSpPr>
        <p:spPr>
          <a:xfrm xmlns:a="http://schemas.openxmlformats.org/drawingml/2006/main">
            <a:off x="8458199" y="1572767"/>
            <a:ext cx="2331722" cy="42148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2800" b="1">
                <a:solidFill>
                  <a:srgbClr val="3977F6"/>
                </a:solidFill>
                <a:latin typeface="Helvetica Neue"/>
                <a:ea typeface="Helvetica Neue"/>
                <a:cs typeface="Helvetica Neue"/>
              </a:defRPr>
            </a:lvl1pPr>
          </a:lstStyle>
          <a:p xmlns:a="http://schemas.openxmlformats.org/drawingml/2006/main">
            <a:pPr>
              <a:buNone/>
            </a:pPr>
            <a:r>
              <a:t>6,750</a:t>
            </a:r>
          </a:p>
        </p:txBody>
      </p:sp>
      <p:sp>
        <p:nvSpPr>
          <p:cNvPr id="2448" name="TextBox 19">
            <a:extLst xmlns:a="http://schemas.openxmlformats.org/drawingml/2006/main">
              <a:ext uri="{FF2B5EF4-FFF2-40B4-BE49-F238E27FC236}">
                <a16:creationId xmlns:a16="http://schemas.microsoft.com/office/drawing/2014/main" id="{472B65AC-5D39-426F-B25A-F7328CF74895}"/>
              </a:ext>
            </a:extLst>
          </p:cNvPr>
          <p:cNvSpPr>
            <a:spLocks xmlns:a="http://schemas.openxmlformats.org/drawingml/2006/main" noGrp="1"/>
          </p:cNvSpPr>
          <p:nvPr/>
        </p:nvSpPr>
        <p:spPr>
          <a:xfrm xmlns:a="http://schemas.openxmlformats.org/drawingml/2006/main">
            <a:off x="8458199" y="2176272"/>
            <a:ext cx="2331722" cy="16104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lgn="ctr">
              <a:buNone/>
              <a:defRPr sz="1100" b="1">
                <a:solidFill>
                  <a:srgbClr val="3977F6"/>
                </a:solidFill>
                <a:latin typeface="Helvetica Neue"/>
                <a:ea typeface="Helvetica Neue"/>
                <a:cs typeface="Helvetica Neue"/>
              </a:defRPr>
            </a:pPr>
            <a:r>
              <a:t>• </a:t>
            </a:r>
            <a:r>
              <a:rPr>
                <a:solidFill>
                  <a:srgbClr val="73777F"/>
                </a:solidFill>
              </a:rPr>
              <a:t>already shown · 33%</a:t>
            </a:r>
          </a:p>
        </p:txBody>
      </p:sp>
      <p:sp>
        <p:nvSpPr>
          <p:cNvPr id="2449" name="TextBox 20">
            <a:extLst xmlns:a="http://schemas.openxmlformats.org/drawingml/2006/main">
              <a:ext uri="{FF2B5EF4-FFF2-40B4-BE49-F238E27FC236}">
                <a16:creationId xmlns:a16="http://schemas.microsoft.com/office/drawing/2014/main" id="{D7D909B1-DBB3-49F6-8E60-2856164D9A9C}"/>
              </a:ext>
            </a:extLst>
          </p:cNvPr>
          <p:cNvSpPr>
            <a:spLocks xmlns:a="http://schemas.openxmlformats.org/drawingml/2006/main" noGrp="1"/>
          </p:cNvSpPr>
          <p:nvPr/>
        </p:nvSpPr>
        <p:spPr>
          <a:xfrm xmlns:a="http://schemas.openxmlformats.org/drawingml/2006/main">
            <a:off x="8458200" y="3246120"/>
            <a:ext cx="2606040" cy="421486"/>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2800" b="1">
                <a:solidFill>
                  <a:srgbClr val="1FA873"/>
                </a:solidFill>
                <a:latin typeface="Helvetica Neue"/>
                <a:ea typeface="Helvetica Neue"/>
                <a:cs typeface="Helvetica Neue"/>
              </a:defRPr>
            </a:lvl1pPr>
          </a:lstStyle>
          <a:p xmlns:a="http://schemas.openxmlformats.org/drawingml/2006/main">
            <a:pPr>
              <a:buNone/>
            </a:pPr>
            <a:r>
              <a:t>13,655</a:t>
            </a:r>
          </a:p>
        </p:txBody>
      </p:sp>
      <p:sp>
        <p:nvSpPr>
          <p:cNvPr id="2450" name="TextBox 21">
            <a:extLst xmlns:a="http://schemas.openxmlformats.org/drawingml/2006/main">
              <a:ext uri="{FF2B5EF4-FFF2-40B4-BE49-F238E27FC236}">
                <a16:creationId xmlns:a16="http://schemas.microsoft.com/office/drawing/2014/main" id="{983089C2-89CE-4ED6-9E4B-68126F45708F}"/>
              </a:ext>
            </a:extLst>
          </p:cNvPr>
          <p:cNvSpPr>
            <a:spLocks xmlns:a="http://schemas.openxmlformats.org/drawingml/2006/main" noGrp="1"/>
          </p:cNvSpPr>
          <p:nvPr/>
        </p:nvSpPr>
        <p:spPr>
          <a:xfrm xmlns:a="http://schemas.openxmlformats.org/drawingml/2006/main">
            <a:off x="8458200" y="3849623"/>
            <a:ext cx="2606040" cy="161049"/>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lgn="ctr">
              <a:buNone/>
              <a:defRPr sz="1100" b="1">
                <a:solidFill>
                  <a:srgbClr val="1FA873"/>
                </a:solidFill>
                <a:latin typeface="Helvetica Neue"/>
                <a:ea typeface="Helvetica Neue"/>
                <a:cs typeface="Helvetica Neue"/>
              </a:defRPr>
            </a:pPr>
            <a:r>
              <a:t>• </a:t>
            </a:r>
            <a:r>
              <a:rPr>
                <a:solidFill>
                  <a:srgbClr val="73777F"/>
                </a:solidFill>
              </a:rPr>
              <a:t>hidden rescue candidates · 67%</a:t>
            </a:r>
          </a:p>
        </p:txBody>
      </p:sp>
      <p:sp>
        <p:nvSpPr>
          <p:cNvPr id="2451" name="Connector 22">
            <a:extLst xmlns:a="http://schemas.openxmlformats.org/drawingml/2006/main">
              <a:ext uri="{FF2B5EF4-FFF2-40B4-BE49-F238E27FC236}">
                <a16:creationId xmlns:a16="http://schemas.microsoft.com/office/drawing/2014/main" id="{1D91D112-B7C9-4DD1-8491-4DF2A16A3B98}"/>
              </a:ext>
            </a:extLst>
          </p:cNvPr>
          <p:cNvSpPr>
            <a:spLocks xmlns:a="http://schemas.openxmlformats.org/drawingml/2006/main" noGrp="1"/>
          </p:cNvSpPr>
          <p:nvPr/>
        </p:nvSpPr>
        <p:spPr>
          <a:xfrm xmlns:a="http://schemas.openxmlformats.org/drawingml/2006/main">
            <a:off x="4087367" y="3383279"/>
            <a:ext cx="1" cy="640081"/>
          </a:xfrm>
          <a:prstGeom xmlns:a="http://schemas.openxmlformats.org/drawingml/2006/main" prst="line">
            <a:avLst/>
          </a:prstGeom>
          <a:ln xmlns:a="http://schemas.openxmlformats.org/drawingml/2006/main" w="1270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452" name="TextBox 23">
            <a:extLst xmlns:a="http://schemas.openxmlformats.org/drawingml/2006/main">
              <a:ext uri="{FF2B5EF4-FFF2-40B4-BE49-F238E27FC236}">
                <a16:creationId xmlns:a16="http://schemas.microsoft.com/office/drawing/2014/main" id="{E795BC20-6E4E-4E8E-A4CE-3006CB1A655F}"/>
              </a:ext>
            </a:extLst>
          </p:cNvPr>
          <p:cNvSpPr>
            <a:spLocks xmlns:a="http://schemas.openxmlformats.org/drawingml/2006/main" noGrp="1"/>
          </p:cNvSpPr>
          <p:nvPr/>
        </p:nvSpPr>
        <p:spPr>
          <a:xfrm xmlns:a="http://schemas.openxmlformats.org/drawingml/2006/main">
            <a:off x="3310128" y="4114800"/>
            <a:ext cx="1554481" cy="322464"/>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2100" b="1">
                <a:solidFill>
                  <a:srgbClr val="FF705B"/>
                </a:solidFill>
                <a:latin typeface="Helvetica Neue"/>
                <a:ea typeface="Helvetica Neue"/>
                <a:cs typeface="Helvetica Neue"/>
              </a:defRPr>
            </a:lvl1pPr>
          </a:lstStyle>
          <a:p xmlns:a="http://schemas.openxmlformats.org/drawingml/2006/main">
            <a:pPr>
              <a:buNone/>
            </a:pPr>
            <a:r>
              <a:t>24,317</a:t>
            </a:r>
          </a:p>
        </p:txBody>
      </p:sp>
      <p:sp>
        <p:nvSpPr>
          <p:cNvPr id="2453" name="TextBox 24">
            <a:extLst xmlns:a="http://schemas.openxmlformats.org/drawingml/2006/main">
              <a:ext uri="{FF2B5EF4-FFF2-40B4-BE49-F238E27FC236}">
                <a16:creationId xmlns:a16="http://schemas.microsoft.com/office/drawing/2014/main" id="{EAAD7C9A-BBD5-4458-ABC7-C6980148F3DA}"/>
              </a:ext>
            </a:extLst>
          </p:cNvPr>
          <p:cNvSpPr>
            <a:spLocks xmlns:a="http://schemas.openxmlformats.org/drawingml/2006/main" noGrp="1"/>
          </p:cNvSpPr>
          <p:nvPr/>
        </p:nvSpPr>
        <p:spPr>
          <a:xfrm xmlns:a="http://schemas.openxmlformats.org/drawingml/2006/main">
            <a:off x="3063239" y="4608576"/>
            <a:ext cx="2057401" cy="14871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lgn="ctr">
              <a:buNone/>
              <a:defRPr sz="1000" b="1">
                <a:solidFill>
                  <a:srgbClr val="FF705B"/>
                </a:solidFill>
                <a:latin typeface="Helvetica Neue"/>
                <a:ea typeface="Helvetica Neue"/>
                <a:cs typeface="Helvetica Neue"/>
              </a:defRPr>
            </a:pPr>
            <a:r>
              <a:t>• </a:t>
            </a:r>
            <a:r>
              <a:rPr>
                <a:solidFill>
                  <a:srgbClr val="73777F"/>
                </a:solidFill>
              </a:rPr>
              <a:t>below threshold · 54%</a:t>
            </a:r>
          </a:p>
        </p:txBody>
      </p:sp>
      <p:sp>
        <p:nvSpPr>
          <p:cNvPr id="2454" name="Connector 25">
            <a:extLst xmlns:a="http://schemas.openxmlformats.org/drawingml/2006/main">
              <a:ext uri="{FF2B5EF4-FFF2-40B4-BE49-F238E27FC236}">
                <a16:creationId xmlns:a16="http://schemas.microsoft.com/office/drawing/2014/main" id="{966D9D3C-D91C-4339-9A4D-507B8707A2D0}"/>
              </a:ext>
            </a:extLst>
          </p:cNvPr>
          <p:cNvSpPr>
            <a:spLocks xmlns:a="http://schemas.openxmlformats.org/drawingml/2006/main" noGrp="1"/>
          </p:cNvSpPr>
          <p:nvPr/>
        </p:nvSpPr>
        <p:spPr>
          <a:xfrm xmlns:a="http://schemas.openxmlformats.org/drawingml/2006/main">
            <a:off x="749807" y="5257800"/>
            <a:ext cx="10680194" cy="0"/>
          </a:xfrm>
          <a:prstGeom xmlns:a="http://schemas.openxmlformats.org/drawingml/2006/main" prst="line">
            <a:avLst/>
          </a:prstGeom>
          <a:ln xmlns:a="http://schemas.openxmlformats.org/drawingml/2006/main" w="1270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455" name="TextBox 26">
            <a:extLst xmlns:a="http://schemas.openxmlformats.org/drawingml/2006/main">
              <a:ext uri="{FF2B5EF4-FFF2-40B4-BE49-F238E27FC236}">
                <a16:creationId xmlns:a16="http://schemas.microsoft.com/office/drawing/2014/main" id="{5E34635E-7536-4225-BC03-2ED70138EE67}"/>
              </a:ext>
            </a:extLst>
          </p:cNvPr>
          <p:cNvSpPr>
            <a:spLocks xmlns:a="http://schemas.openxmlformats.org/drawingml/2006/main" noGrp="1"/>
          </p:cNvSpPr>
          <p:nvPr/>
        </p:nvSpPr>
        <p:spPr>
          <a:xfrm xmlns:a="http://schemas.openxmlformats.org/drawingml/2006/main">
            <a:off x="1984248" y="5559552"/>
            <a:ext cx="8229601" cy="235406"/>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lgn="ctr">
              <a:buNone/>
              <a:defRPr sz="1600" b="1">
                <a:solidFill>
                  <a:srgbClr val="1FA873"/>
                </a:solidFill>
                <a:latin typeface="Helvetica Neue"/>
                <a:ea typeface="Helvetica Neue"/>
                <a:cs typeface="Helvetica Neue"/>
              </a:defRPr>
            </a:pPr>
            <a:r>
              <a:t>• </a:t>
            </a:r>
            <a:r>
              <a:rPr>
                <a:solidFill>
                  <a:srgbClr val="111318"/>
                </a:solidFill>
              </a:rPr>
              <a:t>CCA identifies one qualified pool—some already shown, others hidden</a:t>
            </a:r>
          </a:p>
        </p:txBody>
      </p:sp>
      <p:sp>
        <p:nvSpPr>
          <p:cNvPr id="2456" name="TextBox 27">
            <a:extLst xmlns:a="http://schemas.openxmlformats.org/drawingml/2006/main">
              <a:ext uri="{FF2B5EF4-FFF2-40B4-BE49-F238E27FC236}">
                <a16:creationId xmlns:a16="http://schemas.microsoft.com/office/drawing/2014/main" id="{E9667683-B80E-4F39-81EF-F58B60D20D31}"/>
              </a:ext>
            </a:extLst>
          </p:cNvPr>
          <p:cNvSpPr>
            <a:spLocks xmlns:a="http://schemas.openxmlformats.org/drawingml/2006/main" noGrp="1"/>
          </p:cNvSpPr>
          <p:nvPr/>
        </p:nvSpPr>
        <p:spPr>
          <a:xfrm xmlns:a="http://schemas.openxmlformats.org/drawingml/2006/main">
            <a:off x="621792" y="6437376"/>
            <a:ext cx="10881360"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800">
                <a:solidFill>
                  <a:srgbClr val="73777F"/>
                </a:solidFill>
                <a:latin typeface="Helvetica Neue"/>
                <a:ea typeface="Helvetica Neue"/>
                <a:cs typeface="Helvetica Neue"/>
              </a:defRPr>
            </a:lvl1pPr>
          </a:lstStyle>
          <a:p xmlns:a="http://schemas.openxmlformats.org/drawingml/2006/main">
            <a:pPr>
              <a:buNone/>
            </a:pPr>
            <a:r>
              <a:t>• Authors’ 200k Representative pipeline</a:t>
            </a:r>
          </a:p>
        </p:txBody>
      </p:sp>
      <p:sp>
        <p:nvSpPr>
          <p:cNvPr id="2457" name="Rectangle">
            <a:extLst xmlns:a="http://schemas.openxmlformats.org/drawingml/2006/main">
              <a:ext uri="{FF2B5EF4-FFF2-40B4-BE49-F238E27FC236}">
                <a16:creationId xmlns:a16="http://schemas.microsoft.com/office/drawing/2014/main" id="{BCF810AE-DAF3-4D18-B8D5-05438624B235}"/>
              </a:ext>
            </a:extLst>
          </p:cNvPr>
          <p:cNvSpPr>
            <a:spLocks xmlns:a="http://schemas.openxmlformats.org/drawingml/2006/main" noGrp="1"/>
          </p:cNvSpPr>
          <p:nvPr/>
        </p:nvSpPr>
        <p:spPr>
          <a:xfrm xmlns:a="http://schemas.openxmlformats.org/drawingml/2006/main">
            <a:off x="5578094" y="1460621"/>
            <a:ext cx="6169687" cy="3644148"/>
          </a:xfrm>
          <a:prstGeom xmlns:a="http://schemas.openxmlformats.org/drawingml/2006/main" prst="rect">
            <a:avLst/>
          </a:prstGeom>
          <a:solidFill xmlns:a="http://schemas.openxmlformats.org/drawingml/2006/main">
            <a:srgbClr val="FFFFFF"/>
          </a:solidFill>
          <a:ln xmlns:a="http://schemas.openxmlformats.org/drawingml/2006/main" w="12700"/>
        </p:spPr>
        <p:txBody>
          <a:bodyPr xmlns:a="http://schemas.openxmlformats.org/drawingml/2006/main" lIns="45718" tIns="45718" rIns="45718" bIns="45718" anchor="ctr"/>
          <a:lstStyle xmlns:a="http://schemas.openxmlformats.org/drawingml/2006/main"/>
          <a:p xmlns:a="http://schemas.openxmlformats.org/drawingml/2006/main">
            <a:pPr>
              <a:buNone/>
              <a:defRPr>
                <a:latin typeface="+mn-lt"/>
                <a:ea typeface="+mn-lt"/>
                <a:cs typeface="+mn-lt"/>
              </a:defRPr>
            </a:pPr>
          </a:p>
        </p:txBody>
      </p:sp>
    </p:spTree>
    <p:extLst>
      <p:ext uri="{BB962C8B-B14F-4D97-AF65-F5344CB8AC3E}">
        <p14:creationId xmlns:p14="http://schemas.microsoft.com/office/powerpoint/2010/main" val="1081781499"/>
      </p:ext>
    </p:extLst>
  </p:cSld>
</p:sld>
</file>

<file path=ppt/slides/slide32.xml><?xml version="1.0" encoding="utf-8"?>
<p:sld xmlns:p="http://schemas.openxmlformats.org/presentationml/2006/main" showMasterSp="1">
  <p:cSld>
    <p:spTree>
      <p:nvGrpSpPr>
        <p:cNvPr id="1" name=""/>
        <p:cNvGrpSpPr/>
        <p:nvPr/>
      </p:nvGrpSpPr>
      <p:grpSpPr>
        <a:xfrm xmlns:a="http://schemas.openxmlformats.org/drawingml/2006/main"/>
      </p:grpSpPr>
      <p:sp>
        <p:nvSpPr>
          <p:cNvPr id="2459" name="TextBox 1">
            <a:extLst xmlns:a="http://schemas.openxmlformats.org/drawingml/2006/main">
              <a:ext uri="{FF2B5EF4-FFF2-40B4-BE49-F238E27FC236}">
                <a16:creationId xmlns:a16="http://schemas.microsoft.com/office/drawing/2014/main" id="{010CC1CB-9C09-4A61-8783-C5AF10878458}"/>
              </a:ext>
            </a:extLst>
          </p:cNvPr>
          <p:cNvSpPr>
            <a:spLocks xmlns:a="http://schemas.openxmlformats.org/drawingml/2006/main" noGrp="1"/>
          </p:cNvSpPr>
          <p:nvPr/>
        </p:nvSpPr>
        <p:spPr>
          <a:xfrm xmlns:a="http://schemas.openxmlformats.org/drawingml/2006/main">
            <a:off x="603503" y="420623"/>
            <a:ext cx="4389122" cy="14871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000" b="1">
                <a:solidFill>
                  <a:srgbClr val="73777F"/>
                </a:solidFill>
                <a:latin typeface="Helvetica Neue"/>
                <a:ea typeface="Helvetica Neue"/>
                <a:cs typeface="Helvetica Neue"/>
              </a:defRPr>
            </a:lvl1pPr>
          </a:lstStyle>
          <a:p xmlns:a="http://schemas.openxmlformats.org/drawingml/2006/main">
            <a:pPr>
              <a:buNone/>
            </a:pPr>
            <a:r>
              <a:t>RESULTS · REPRESENTATIVE</a:t>
            </a:r>
          </a:p>
        </p:txBody>
      </p:sp>
      <p:sp>
        <p:nvSpPr>
          <p:cNvPr id="2460" name="TextBox 2">
            <a:extLst xmlns:a="http://schemas.openxmlformats.org/drawingml/2006/main">
              <a:ext uri="{FF2B5EF4-FFF2-40B4-BE49-F238E27FC236}">
                <a16:creationId xmlns:a16="http://schemas.microsoft.com/office/drawing/2014/main" id="{C905CB62-4667-4EAD-8FC2-B556C9F14FD9}"/>
              </a:ext>
            </a:extLst>
          </p:cNvPr>
          <p:cNvSpPr>
            <a:spLocks xmlns:a="http://schemas.openxmlformats.org/drawingml/2006/main" noGrp="1"/>
          </p:cNvSpPr>
          <p:nvPr/>
        </p:nvSpPr>
        <p:spPr>
          <a:xfrm xmlns:a="http://schemas.openxmlformats.org/drawingml/2006/main">
            <a:off x="603504" y="786383"/>
            <a:ext cx="10515601" cy="45885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3000" b="1">
                <a:solidFill>
                  <a:srgbClr val="111318"/>
                </a:solidFill>
                <a:latin typeface="Helvetica Neue"/>
                <a:ea typeface="Helvetica Neue"/>
                <a:cs typeface="Helvetica Neue"/>
              </a:defRPr>
            </a:lvl1pPr>
          </a:lstStyle>
          <a:p xmlns:a="http://schemas.openxmlformats.org/drawingml/2006/main">
            <a:pPr>
              <a:buNone/>
            </a:pPr>
            <a:r>
              <a:t>What the platform shows—and hides</a:t>
            </a:r>
          </a:p>
        </p:txBody>
      </p:sp>
      <p:sp>
        <p:nvSpPr>
          <p:cNvPr id="2461" name="TextBox 3">
            <a:extLst xmlns:a="http://schemas.openxmlformats.org/drawingml/2006/main">
              <a:ext uri="{FF2B5EF4-FFF2-40B4-BE49-F238E27FC236}">
                <a16:creationId xmlns:a16="http://schemas.microsoft.com/office/drawing/2014/main" id="{5DC36520-5D60-40D6-A403-FCB3A6175FDF}"/>
              </a:ext>
            </a:extLst>
          </p:cNvPr>
          <p:cNvSpPr>
            <a:spLocks xmlns:a="http://schemas.openxmlformats.org/drawingml/2006/main" noGrp="1"/>
          </p:cNvSpPr>
          <p:nvPr/>
        </p:nvSpPr>
        <p:spPr>
          <a:xfrm xmlns:a="http://schemas.openxmlformats.org/drawingml/2006/main">
            <a:off x="11082528" y="457200"/>
            <a:ext cx="438913" cy="136385"/>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r">
              <a:buNone/>
              <a:defRPr sz="900" b="1">
                <a:solidFill>
                  <a:srgbClr val="73777F"/>
                </a:solidFill>
                <a:latin typeface="Helvetica Neue"/>
                <a:ea typeface="Helvetica Neue"/>
                <a:cs typeface="Helvetica Neue"/>
              </a:defRPr>
            </a:lvl1pPr>
          </a:lstStyle>
          <a:p xmlns:a="http://schemas.openxmlformats.org/drawingml/2006/main">
            <a:pPr>
              <a:buNone/>
            </a:pPr>
            <a:r>
              <a:t>13</a:t>
            </a:r>
          </a:p>
        </p:txBody>
      </p:sp>
      <p:sp>
        <p:nvSpPr>
          <p:cNvPr id="2462" name="TextBox 4">
            <a:extLst xmlns:a="http://schemas.openxmlformats.org/drawingml/2006/main">
              <a:ext uri="{FF2B5EF4-FFF2-40B4-BE49-F238E27FC236}">
                <a16:creationId xmlns:a16="http://schemas.microsoft.com/office/drawing/2014/main" id="{778F9BBE-8956-4C25-81B5-7E8239DAF74A}"/>
              </a:ext>
            </a:extLst>
          </p:cNvPr>
          <p:cNvSpPr>
            <a:spLocks xmlns:a="http://schemas.openxmlformats.org/drawingml/2006/main" noGrp="1"/>
          </p:cNvSpPr>
          <p:nvPr/>
        </p:nvSpPr>
        <p:spPr>
          <a:xfrm xmlns:a="http://schemas.openxmlformats.org/drawingml/2006/main">
            <a:off x="566927" y="2322576"/>
            <a:ext cx="2011680" cy="43381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2900" b="1">
                <a:solidFill>
                  <a:srgbClr val="111318"/>
                </a:solidFill>
                <a:latin typeface="Helvetica Neue"/>
                <a:ea typeface="Helvetica Neue"/>
                <a:cs typeface="Helvetica Neue"/>
              </a:defRPr>
            </a:lvl1pPr>
          </a:lstStyle>
          <a:p xmlns:a="http://schemas.openxmlformats.org/drawingml/2006/main">
            <a:pPr>
              <a:buNone/>
            </a:pPr>
            <a:r>
              <a:t>44,722</a:t>
            </a:r>
          </a:p>
        </p:txBody>
      </p:sp>
      <p:sp>
        <p:nvSpPr>
          <p:cNvPr id="2463" name="TextBox 5">
            <a:extLst xmlns:a="http://schemas.openxmlformats.org/drawingml/2006/main">
              <a:ext uri="{FF2B5EF4-FFF2-40B4-BE49-F238E27FC236}">
                <a16:creationId xmlns:a16="http://schemas.microsoft.com/office/drawing/2014/main" id="{546437C7-0135-416A-BEB3-9D1600380286}"/>
              </a:ext>
            </a:extLst>
          </p:cNvPr>
          <p:cNvSpPr>
            <a:spLocks xmlns:a="http://schemas.openxmlformats.org/drawingml/2006/main" noGrp="1"/>
          </p:cNvSpPr>
          <p:nvPr/>
        </p:nvSpPr>
        <p:spPr>
          <a:xfrm xmlns:a="http://schemas.openxmlformats.org/drawingml/2006/main">
            <a:off x="566927" y="2926079"/>
            <a:ext cx="2011680" cy="161049"/>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lgn="ctr">
              <a:buNone/>
              <a:defRPr sz="1100" b="1">
                <a:solidFill>
                  <a:srgbClr val="111318"/>
                </a:solidFill>
                <a:latin typeface="Helvetica Neue"/>
                <a:ea typeface="Helvetica Neue"/>
                <a:cs typeface="Helvetica Neue"/>
              </a:defRPr>
            </a:pPr>
            <a:r>
              <a:t>• </a:t>
            </a:r>
            <a:r>
              <a:rPr>
                <a:solidFill>
                  <a:srgbClr val="73777F"/>
                </a:solidFill>
              </a:rPr>
              <a:t>Representative picks</a:t>
            </a:r>
          </a:p>
        </p:txBody>
      </p:sp>
      <p:sp>
        <p:nvSpPr>
          <p:cNvPr id="2464" name="Connector 6">
            <a:extLst xmlns:a="http://schemas.openxmlformats.org/drawingml/2006/main">
              <a:ext uri="{FF2B5EF4-FFF2-40B4-BE49-F238E27FC236}">
                <a16:creationId xmlns:a16="http://schemas.microsoft.com/office/drawing/2014/main" id="{06D12EC0-9816-46A6-B7CA-CED0C870989D}"/>
              </a:ext>
            </a:extLst>
          </p:cNvPr>
          <p:cNvSpPr>
            <a:spLocks xmlns:a="http://schemas.openxmlformats.org/drawingml/2006/main" noGrp="1"/>
          </p:cNvSpPr>
          <p:nvPr/>
        </p:nvSpPr>
        <p:spPr>
          <a:xfrm xmlns:a="http://schemas.openxmlformats.org/drawingml/2006/main">
            <a:off x="2633472" y="2761488"/>
            <a:ext cx="612649" cy="1"/>
          </a:xfrm>
          <a:prstGeom xmlns:a="http://schemas.openxmlformats.org/drawingml/2006/main" prst="line">
            <a:avLst/>
          </a:prstGeom>
          <a:ln xmlns:a="http://schemas.openxmlformats.org/drawingml/2006/main" w="1905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465" name="TextBox 7">
            <a:extLst xmlns:a="http://schemas.openxmlformats.org/drawingml/2006/main">
              <a:ext uri="{FF2B5EF4-FFF2-40B4-BE49-F238E27FC236}">
                <a16:creationId xmlns:a16="http://schemas.microsoft.com/office/drawing/2014/main" id="{307EAA8D-F929-4351-93BF-A53834586838}"/>
              </a:ext>
            </a:extLst>
          </p:cNvPr>
          <p:cNvSpPr>
            <a:spLocks xmlns:a="http://schemas.openxmlformats.org/drawingml/2006/main" noGrp="1"/>
          </p:cNvSpPr>
          <p:nvPr/>
        </p:nvSpPr>
        <p:spPr>
          <a:xfrm xmlns:a="http://schemas.openxmlformats.org/drawingml/2006/main">
            <a:off x="2788920" y="2587751"/>
            <a:ext cx="320041" cy="2794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900" b="1">
                <a:solidFill>
                  <a:srgbClr val="73777F"/>
                </a:solidFill>
                <a:latin typeface="Helvetica Neue"/>
                <a:ea typeface="Helvetica Neue"/>
                <a:cs typeface="Helvetica Neue"/>
              </a:defRPr>
            </a:lvl1pPr>
          </a:lstStyle>
          <a:p xmlns:a="http://schemas.openxmlformats.org/drawingml/2006/main">
            <a:pPr>
              <a:buNone/>
            </a:pPr>
            <a:r>
              <a:t>→</a:t>
            </a:r>
          </a:p>
        </p:txBody>
      </p:sp>
      <p:sp>
        <p:nvSpPr>
          <p:cNvPr id="2466" name="Rounded Rectangle 8">
            <a:extLst xmlns:a="http://schemas.openxmlformats.org/drawingml/2006/main">
              <a:ext uri="{FF2B5EF4-FFF2-40B4-BE49-F238E27FC236}">
                <a16:creationId xmlns:a16="http://schemas.microsoft.com/office/drawing/2014/main" id="{31430E9E-2F3B-4689-B11B-13437EFD5885}"/>
              </a:ext>
            </a:extLst>
          </p:cNvPr>
          <p:cNvSpPr>
            <a:spLocks xmlns:a="http://schemas.openxmlformats.org/drawingml/2006/main" noGrp="1"/>
          </p:cNvSpPr>
          <p:nvPr/>
        </p:nvSpPr>
        <p:spPr>
          <a:xfrm xmlns:a="http://schemas.openxmlformats.org/drawingml/2006/main">
            <a:off x="3273552" y="2121407"/>
            <a:ext cx="1627633" cy="1243585"/>
          </a:xfrm>
          <a:prstGeom xmlns:a="http://schemas.openxmlformats.org/drawingml/2006/main" prst="roundRect">
            <a:avLst>
              <a:gd name="adj" fmla="val 16667"/>
            </a:avLst>
          </a:prstGeom>
          <a:ln xmlns:a="http://schemas.openxmlformats.org/drawingml/2006/main" w="17780">
            <a:solidFill>
              <a:srgbClr val="1FA873"/>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2467" name="TextBox 9">
            <a:extLst xmlns:a="http://schemas.openxmlformats.org/drawingml/2006/main">
              <a:ext uri="{FF2B5EF4-FFF2-40B4-BE49-F238E27FC236}">
                <a16:creationId xmlns:a16="http://schemas.microsoft.com/office/drawing/2014/main" id="{46C6EE51-CC94-41EF-8E95-E5499D791090}"/>
              </a:ext>
            </a:extLst>
          </p:cNvPr>
          <p:cNvSpPr>
            <a:spLocks xmlns:a="http://schemas.openxmlformats.org/drawingml/2006/main" noGrp="1"/>
          </p:cNvSpPr>
          <p:nvPr/>
        </p:nvSpPr>
        <p:spPr>
          <a:xfrm xmlns:a="http://schemas.openxmlformats.org/drawingml/2006/main">
            <a:off x="3410711" y="2331720"/>
            <a:ext cx="1353314"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800" b="1">
                <a:solidFill>
                  <a:srgbClr val="1FA873"/>
                </a:solidFill>
                <a:latin typeface="Helvetica Neue"/>
                <a:ea typeface="Helvetica Neue"/>
                <a:cs typeface="Helvetica Neue"/>
              </a:defRPr>
            </a:lvl1pPr>
          </a:lstStyle>
          <a:p xmlns:a="http://schemas.openxmlformats.org/drawingml/2006/main">
            <a:pPr>
              <a:buNone/>
            </a:pPr>
            <a:r>
              <a:t>CCA BRIDGE SCORE</a:t>
            </a:r>
          </a:p>
        </p:txBody>
      </p:sp>
      <p:sp>
        <p:nvSpPr>
          <p:cNvPr id="2468" name="TextBox 10">
            <a:extLst xmlns:a="http://schemas.openxmlformats.org/drawingml/2006/main">
              <a:ext uri="{FF2B5EF4-FFF2-40B4-BE49-F238E27FC236}">
                <a16:creationId xmlns:a16="http://schemas.microsoft.com/office/drawing/2014/main" id="{B1883F97-0F4B-4630-B6BC-005741303611}"/>
              </a:ext>
            </a:extLst>
          </p:cNvPr>
          <p:cNvSpPr>
            <a:spLocks xmlns:a="http://schemas.openxmlformats.org/drawingml/2006/main" noGrp="1"/>
          </p:cNvSpPr>
          <p:nvPr/>
        </p:nvSpPr>
        <p:spPr>
          <a:xfrm xmlns:a="http://schemas.openxmlformats.org/drawingml/2006/main">
            <a:off x="3410711" y="2615183"/>
            <a:ext cx="1353314" cy="35946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2400" b="1">
                <a:solidFill>
                  <a:srgbClr val="111318"/>
                </a:solidFill>
                <a:latin typeface="Helvetica Neue"/>
                <a:ea typeface="Helvetica Neue"/>
                <a:cs typeface="Helvetica Neue"/>
              </a:defRPr>
            </a:lvl1pPr>
          </a:lstStyle>
          <a:p xmlns:a="http://schemas.openxmlformats.org/drawingml/2006/main">
            <a:pPr>
              <a:buNone/>
            </a:pPr>
            <a:r>
              <a:t>≥ 50%</a:t>
            </a:r>
          </a:p>
        </p:txBody>
      </p:sp>
      <p:sp>
        <p:nvSpPr>
          <p:cNvPr id="2469" name="Connector 11">
            <a:extLst xmlns:a="http://schemas.openxmlformats.org/drawingml/2006/main">
              <a:ext uri="{FF2B5EF4-FFF2-40B4-BE49-F238E27FC236}">
                <a16:creationId xmlns:a16="http://schemas.microsoft.com/office/drawing/2014/main" id="{33B4AA5F-6A79-4B29-803B-8935356039A5}"/>
              </a:ext>
            </a:extLst>
          </p:cNvPr>
          <p:cNvSpPr>
            <a:spLocks xmlns:a="http://schemas.openxmlformats.org/drawingml/2006/main" noGrp="1"/>
          </p:cNvSpPr>
          <p:nvPr/>
        </p:nvSpPr>
        <p:spPr>
          <a:xfrm xmlns:a="http://schemas.openxmlformats.org/drawingml/2006/main">
            <a:off x="4919471" y="2761488"/>
            <a:ext cx="594361" cy="1"/>
          </a:xfrm>
          <a:prstGeom xmlns:a="http://schemas.openxmlformats.org/drawingml/2006/main" prst="line">
            <a:avLst/>
          </a:prstGeom>
          <a:ln xmlns:a="http://schemas.openxmlformats.org/drawingml/2006/main" w="1905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470" name="TextBox 12">
            <a:extLst xmlns:a="http://schemas.openxmlformats.org/drawingml/2006/main">
              <a:ext uri="{FF2B5EF4-FFF2-40B4-BE49-F238E27FC236}">
                <a16:creationId xmlns:a16="http://schemas.microsoft.com/office/drawing/2014/main" id="{EFAEF1AB-6DAD-4EB4-908F-C30E14BDC5DD}"/>
              </a:ext>
            </a:extLst>
          </p:cNvPr>
          <p:cNvSpPr>
            <a:spLocks xmlns:a="http://schemas.openxmlformats.org/drawingml/2006/main" noGrp="1"/>
          </p:cNvSpPr>
          <p:nvPr/>
        </p:nvSpPr>
        <p:spPr>
          <a:xfrm xmlns:a="http://schemas.openxmlformats.org/drawingml/2006/main">
            <a:off x="5084064" y="2587751"/>
            <a:ext cx="320041" cy="2794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900" b="1">
                <a:solidFill>
                  <a:srgbClr val="73777F"/>
                </a:solidFill>
                <a:latin typeface="Helvetica Neue"/>
                <a:ea typeface="Helvetica Neue"/>
                <a:cs typeface="Helvetica Neue"/>
              </a:defRPr>
            </a:lvl1pPr>
          </a:lstStyle>
          <a:p xmlns:a="http://schemas.openxmlformats.org/drawingml/2006/main">
            <a:pPr>
              <a:buNone/>
            </a:pPr>
            <a:r>
              <a:t>→</a:t>
            </a:r>
          </a:p>
        </p:txBody>
      </p:sp>
      <p:sp>
        <p:nvSpPr>
          <p:cNvPr id="2471" name="TextBox 13">
            <a:extLst xmlns:a="http://schemas.openxmlformats.org/drawingml/2006/main">
              <a:ext uri="{FF2B5EF4-FFF2-40B4-BE49-F238E27FC236}">
                <a16:creationId xmlns:a16="http://schemas.microsoft.com/office/drawing/2014/main" id="{B1CAEA87-AB22-40A6-8361-7978844BDFAF}"/>
              </a:ext>
            </a:extLst>
          </p:cNvPr>
          <p:cNvSpPr>
            <a:spLocks xmlns:a="http://schemas.openxmlformats.org/drawingml/2006/main" noGrp="1"/>
          </p:cNvSpPr>
          <p:nvPr/>
        </p:nvSpPr>
        <p:spPr>
          <a:xfrm xmlns:a="http://schemas.openxmlformats.org/drawingml/2006/main">
            <a:off x="5486400" y="2322576"/>
            <a:ext cx="2057400" cy="43381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2900" b="1">
                <a:solidFill>
                  <a:srgbClr val="1FA873"/>
                </a:solidFill>
                <a:latin typeface="Helvetica Neue"/>
                <a:ea typeface="Helvetica Neue"/>
                <a:cs typeface="Helvetica Neue"/>
              </a:defRPr>
            </a:lvl1pPr>
          </a:lstStyle>
          <a:p xmlns:a="http://schemas.openxmlformats.org/drawingml/2006/main">
            <a:pPr>
              <a:buNone/>
            </a:pPr>
            <a:r>
              <a:t>20,405</a:t>
            </a:r>
          </a:p>
        </p:txBody>
      </p:sp>
      <p:sp>
        <p:nvSpPr>
          <p:cNvPr id="2472" name="TextBox 14">
            <a:extLst xmlns:a="http://schemas.openxmlformats.org/drawingml/2006/main">
              <a:ext uri="{FF2B5EF4-FFF2-40B4-BE49-F238E27FC236}">
                <a16:creationId xmlns:a16="http://schemas.microsoft.com/office/drawing/2014/main" id="{96D56800-8F14-4CCA-9517-EF093FD691EE}"/>
              </a:ext>
            </a:extLst>
          </p:cNvPr>
          <p:cNvSpPr>
            <a:spLocks xmlns:a="http://schemas.openxmlformats.org/drawingml/2006/main" noGrp="1"/>
          </p:cNvSpPr>
          <p:nvPr/>
        </p:nvSpPr>
        <p:spPr>
          <a:xfrm xmlns:a="http://schemas.openxmlformats.org/drawingml/2006/main">
            <a:off x="5486400" y="2926079"/>
            <a:ext cx="2057400" cy="161049"/>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lgn="ctr">
              <a:buNone/>
              <a:defRPr sz="1100" b="1">
                <a:solidFill>
                  <a:srgbClr val="1FA873"/>
                </a:solidFill>
                <a:latin typeface="Helvetica Neue"/>
                <a:ea typeface="Helvetica Neue"/>
                <a:cs typeface="Helvetica Neue"/>
              </a:defRPr>
            </a:pPr>
            <a:r>
              <a:t>• </a:t>
            </a:r>
            <a:r>
              <a:rPr>
                <a:solidFill>
                  <a:srgbClr val="73777F"/>
                </a:solidFill>
              </a:rPr>
              <a:t>CCA-qualified · 46%</a:t>
            </a:r>
          </a:p>
        </p:txBody>
      </p:sp>
      <p:sp>
        <p:nvSpPr>
          <p:cNvPr id="2473" name="Connector 15">
            <a:extLst xmlns:a="http://schemas.openxmlformats.org/drawingml/2006/main">
              <a:ext uri="{FF2B5EF4-FFF2-40B4-BE49-F238E27FC236}">
                <a16:creationId xmlns:a16="http://schemas.microsoft.com/office/drawing/2014/main" id="{B62DE75F-3F82-48D5-82A3-4A06D9ECF76F}"/>
              </a:ext>
            </a:extLst>
          </p:cNvPr>
          <p:cNvSpPr>
            <a:spLocks xmlns:a="http://schemas.openxmlformats.org/drawingml/2006/main" noGrp="1"/>
          </p:cNvSpPr>
          <p:nvPr/>
        </p:nvSpPr>
        <p:spPr>
          <a:xfrm xmlns:a="http://schemas.openxmlformats.org/drawingml/2006/main">
            <a:off x="7589519" y="2761488"/>
            <a:ext cx="438912" cy="1"/>
          </a:xfrm>
          <a:prstGeom xmlns:a="http://schemas.openxmlformats.org/drawingml/2006/main" prst="line">
            <a:avLst/>
          </a:prstGeom>
          <a:ln xmlns:a="http://schemas.openxmlformats.org/drawingml/2006/main" w="1905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474" name="Connector 16">
            <a:extLst xmlns:a="http://schemas.openxmlformats.org/drawingml/2006/main">
              <a:ext uri="{FF2B5EF4-FFF2-40B4-BE49-F238E27FC236}">
                <a16:creationId xmlns:a16="http://schemas.microsoft.com/office/drawing/2014/main" id="{87487843-1BE8-4E9D-8337-23AC3D444E39}"/>
              </a:ext>
            </a:extLst>
          </p:cNvPr>
          <p:cNvSpPr>
            <a:spLocks xmlns:a="http://schemas.openxmlformats.org/drawingml/2006/main" noGrp="1"/>
          </p:cNvSpPr>
          <p:nvPr/>
        </p:nvSpPr>
        <p:spPr>
          <a:xfrm xmlns:a="http://schemas.openxmlformats.org/drawingml/2006/main" flipV="1">
            <a:off x="8028430" y="2103120"/>
            <a:ext cx="475490" cy="658369"/>
          </a:xfrm>
          <a:prstGeom xmlns:a="http://schemas.openxmlformats.org/drawingml/2006/main" prst="line">
            <a:avLst/>
          </a:prstGeom>
          <a:ln xmlns:a="http://schemas.openxmlformats.org/drawingml/2006/main" w="1524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475" name="Connector 17">
            <a:extLst xmlns:a="http://schemas.openxmlformats.org/drawingml/2006/main">
              <a:ext uri="{FF2B5EF4-FFF2-40B4-BE49-F238E27FC236}">
                <a16:creationId xmlns:a16="http://schemas.microsoft.com/office/drawing/2014/main" id="{80C68AE1-6532-4E1C-A65E-7D2C5A84B327}"/>
              </a:ext>
            </a:extLst>
          </p:cNvPr>
          <p:cNvSpPr>
            <a:spLocks xmlns:a="http://schemas.openxmlformats.org/drawingml/2006/main" noGrp="1"/>
          </p:cNvSpPr>
          <p:nvPr/>
        </p:nvSpPr>
        <p:spPr>
          <a:xfrm xmlns:a="http://schemas.openxmlformats.org/drawingml/2006/main">
            <a:off x="8028431" y="2761488"/>
            <a:ext cx="475490" cy="1005840"/>
          </a:xfrm>
          <a:prstGeom xmlns:a="http://schemas.openxmlformats.org/drawingml/2006/main" prst="line">
            <a:avLst/>
          </a:prstGeom>
          <a:ln xmlns:a="http://schemas.openxmlformats.org/drawingml/2006/main" w="15240">
            <a:solidFill>
              <a:srgbClr val="1FA873"/>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476" name="TextBox 18">
            <a:extLst xmlns:a="http://schemas.openxmlformats.org/drawingml/2006/main">
              <a:ext uri="{FF2B5EF4-FFF2-40B4-BE49-F238E27FC236}">
                <a16:creationId xmlns:a16="http://schemas.microsoft.com/office/drawing/2014/main" id="{226ED88F-43C4-4007-835B-19AFB9EF6984}"/>
              </a:ext>
            </a:extLst>
          </p:cNvPr>
          <p:cNvSpPr>
            <a:spLocks xmlns:a="http://schemas.openxmlformats.org/drawingml/2006/main" noGrp="1"/>
          </p:cNvSpPr>
          <p:nvPr/>
        </p:nvSpPr>
        <p:spPr>
          <a:xfrm xmlns:a="http://schemas.openxmlformats.org/drawingml/2006/main">
            <a:off x="8458200" y="1572767"/>
            <a:ext cx="2331721" cy="42148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2800" b="1">
                <a:solidFill>
                  <a:srgbClr val="3977F6"/>
                </a:solidFill>
                <a:latin typeface="Helvetica Neue"/>
                <a:ea typeface="Helvetica Neue"/>
                <a:cs typeface="Helvetica Neue"/>
              </a:defRPr>
            </a:lvl1pPr>
          </a:lstStyle>
          <a:p xmlns:a="http://schemas.openxmlformats.org/drawingml/2006/main">
            <a:pPr>
              <a:buNone/>
            </a:pPr>
            <a:r>
              <a:t>6,750</a:t>
            </a:r>
          </a:p>
        </p:txBody>
      </p:sp>
      <p:sp>
        <p:nvSpPr>
          <p:cNvPr id="2477" name="TextBox 19">
            <a:extLst xmlns:a="http://schemas.openxmlformats.org/drawingml/2006/main">
              <a:ext uri="{FF2B5EF4-FFF2-40B4-BE49-F238E27FC236}">
                <a16:creationId xmlns:a16="http://schemas.microsoft.com/office/drawing/2014/main" id="{F233C867-7F9E-4857-A519-1EA342A7979D}"/>
              </a:ext>
            </a:extLst>
          </p:cNvPr>
          <p:cNvSpPr>
            <a:spLocks xmlns:a="http://schemas.openxmlformats.org/drawingml/2006/main" noGrp="1"/>
          </p:cNvSpPr>
          <p:nvPr/>
        </p:nvSpPr>
        <p:spPr>
          <a:xfrm xmlns:a="http://schemas.openxmlformats.org/drawingml/2006/main">
            <a:off x="8458200" y="2176272"/>
            <a:ext cx="2331721" cy="16104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lgn="ctr">
              <a:buNone/>
              <a:defRPr sz="1100" b="1">
                <a:solidFill>
                  <a:srgbClr val="3977F6"/>
                </a:solidFill>
                <a:latin typeface="Helvetica Neue"/>
                <a:ea typeface="Helvetica Neue"/>
                <a:cs typeface="Helvetica Neue"/>
              </a:defRPr>
            </a:pPr>
            <a:r>
              <a:t>• </a:t>
            </a:r>
            <a:r>
              <a:rPr>
                <a:solidFill>
                  <a:srgbClr val="73777F"/>
                </a:solidFill>
              </a:rPr>
              <a:t>already shown · 33%</a:t>
            </a:r>
          </a:p>
        </p:txBody>
      </p:sp>
      <p:sp>
        <p:nvSpPr>
          <p:cNvPr id="2478" name="TextBox 20">
            <a:extLst xmlns:a="http://schemas.openxmlformats.org/drawingml/2006/main">
              <a:ext uri="{FF2B5EF4-FFF2-40B4-BE49-F238E27FC236}">
                <a16:creationId xmlns:a16="http://schemas.microsoft.com/office/drawing/2014/main" id="{D9FAF189-4EB5-470E-BA67-37CA8790DA6E}"/>
              </a:ext>
            </a:extLst>
          </p:cNvPr>
          <p:cNvSpPr>
            <a:spLocks xmlns:a="http://schemas.openxmlformats.org/drawingml/2006/main" noGrp="1"/>
          </p:cNvSpPr>
          <p:nvPr/>
        </p:nvSpPr>
        <p:spPr>
          <a:xfrm xmlns:a="http://schemas.openxmlformats.org/drawingml/2006/main">
            <a:off x="8458200" y="3246120"/>
            <a:ext cx="2606040" cy="421486"/>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2800" b="1">
                <a:solidFill>
                  <a:srgbClr val="1FA873"/>
                </a:solidFill>
                <a:latin typeface="Helvetica Neue"/>
                <a:ea typeface="Helvetica Neue"/>
                <a:cs typeface="Helvetica Neue"/>
              </a:defRPr>
            </a:lvl1pPr>
          </a:lstStyle>
          <a:p xmlns:a="http://schemas.openxmlformats.org/drawingml/2006/main">
            <a:pPr>
              <a:buNone/>
            </a:pPr>
            <a:r>
              <a:t>13,655</a:t>
            </a:r>
          </a:p>
        </p:txBody>
      </p:sp>
      <p:sp>
        <p:nvSpPr>
          <p:cNvPr id="2479" name="TextBox 21">
            <a:extLst xmlns:a="http://schemas.openxmlformats.org/drawingml/2006/main">
              <a:ext uri="{FF2B5EF4-FFF2-40B4-BE49-F238E27FC236}">
                <a16:creationId xmlns:a16="http://schemas.microsoft.com/office/drawing/2014/main" id="{7199DE9D-B9D5-4C6F-B182-A28D289FD06F}"/>
              </a:ext>
            </a:extLst>
          </p:cNvPr>
          <p:cNvSpPr>
            <a:spLocks xmlns:a="http://schemas.openxmlformats.org/drawingml/2006/main" noGrp="1"/>
          </p:cNvSpPr>
          <p:nvPr/>
        </p:nvSpPr>
        <p:spPr>
          <a:xfrm xmlns:a="http://schemas.openxmlformats.org/drawingml/2006/main">
            <a:off x="8458200" y="3849623"/>
            <a:ext cx="2606040" cy="161049"/>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lgn="ctr">
              <a:buNone/>
              <a:defRPr sz="1100" b="1">
                <a:solidFill>
                  <a:srgbClr val="1FA873"/>
                </a:solidFill>
                <a:latin typeface="Helvetica Neue"/>
                <a:ea typeface="Helvetica Neue"/>
                <a:cs typeface="Helvetica Neue"/>
              </a:defRPr>
            </a:pPr>
            <a:r>
              <a:t>• </a:t>
            </a:r>
            <a:r>
              <a:rPr>
                <a:solidFill>
                  <a:srgbClr val="73777F"/>
                </a:solidFill>
              </a:rPr>
              <a:t>hidden rescue candidates · 67%</a:t>
            </a:r>
          </a:p>
        </p:txBody>
      </p:sp>
      <p:sp>
        <p:nvSpPr>
          <p:cNvPr id="2480" name="Connector 22">
            <a:extLst xmlns:a="http://schemas.openxmlformats.org/drawingml/2006/main">
              <a:ext uri="{FF2B5EF4-FFF2-40B4-BE49-F238E27FC236}">
                <a16:creationId xmlns:a16="http://schemas.microsoft.com/office/drawing/2014/main" id="{E0D12A4F-5BFC-4232-90D6-85132CF8F8E9}"/>
              </a:ext>
            </a:extLst>
          </p:cNvPr>
          <p:cNvSpPr>
            <a:spLocks xmlns:a="http://schemas.openxmlformats.org/drawingml/2006/main" noGrp="1"/>
          </p:cNvSpPr>
          <p:nvPr/>
        </p:nvSpPr>
        <p:spPr>
          <a:xfrm xmlns:a="http://schemas.openxmlformats.org/drawingml/2006/main">
            <a:off x="4087367" y="3383280"/>
            <a:ext cx="1" cy="640081"/>
          </a:xfrm>
          <a:prstGeom xmlns:a="http://schemas.openxmlformats.org/drawingml/2006/main" prst="line">
            <a:avLst/>
          </a:prstGeom>
          <a:ln xmlns:a="http://schemas.openxmlformats.org/drawingml/2006/main" w="1270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481" name="TextBox 23">
            <a:extLst xmlns:a="http://schemas.openxmlformats.org/drawingml/2006/main">
              <a:ext uri="{FF2B5EF4-FFF2-40B4-BE49-F238E27FC236}">
                <a16:creationId xmlns:a16="http://schemas.microsoft.com/office/drawing/2014/main" id="{D5B2B197-12B6-4D41-B5F8-D34FF8F601EA}"/>
              </a:ext>
            </a:extLst>
          </p:cNvPr>
          <p:cNvSpPr>
            <a:spLocks xmlns:a="http://schemas.openxmlformats.org/drawingml/2006/main" noGrp="1"/>
          </p:cNvSpPr>
          <p:nvPr/>
        </p:nvSpPr>
        <p:spPr>
          <a:xfrm xmlns:a="http://schemas.openxmlformats.org/drawingml/2006/main">
            <a:off x="3310128" y="4114800"/>
            <a:ext cx="1554481" cy="322464"/>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2100" b="1">
                <a:solidFill>
                  <a:srgbClr val="FF705B"/>
                </a:solidFill>
                <a:latin typeface="Helvetica Neue"/>
                <a:ea typeface="Helvetica Neue"/>
                <a:cs typeface="Helvetica Neue"/>
              </a:defRPr>
            </a:lvl1pPr>
          </a:lstStyle>
          <a:p xmlns:a="http://schemas.openxmlformats.org/drawingml/2006/main">
            <a:pPr>
              <a:buNone/>
            </a:pPr>
            <a:r>
              <a:t>24,317</a:t>
            </a:r>
          </a:p>
        </p:txBody>
      </p:sp>
      <p:sp>
        <p:nvSpPr>
          <p:cNvPr id="2482" name="TextBox 24">
            <a:extLst xmlns:a="http://schemas.openxmlformats.org/drawingml/2006/main">
              <a:ext uri="{FF2B5EF4-FFF2-40B4-BE49-F238E27FC236}">
                <a16:creationId xmlns:a16="http://schemas.microsoft.com/office/drawing/2014/main" id="{F4028ECB-C6F3-428A-A38C-4A75360C55BB}"/>
              </a:ext>
            </a:extLst>
          </p:cNvPr>
          <p:cNvSpPr>
            <a:spLocks xmlns:a="http://schemas.openxmlformats.org/drawingml/2006/main" noGrp="1"/>
          </p:cNvSpPr>
          <p:nvPr/>
        </p:nvSpPr>
        <p:spPr>
          <a:xfrm xmlns:a="http://schemas.openxmlformats.org/drawingml/2006/main">
            <a:off x="3063239" y="4608576"/>
            <a:ext cx="2057401" cy="14871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lgn="ctr">
              <a:buNone/>
              <a:defRPr sz="1000" b="1">
                <a:solidFill>
                  <a:srgbClr val="FF705B"/>
                </a:solidFill>
                <a:latin typeface="Helvetica Neue"/>
                <a:ea typeface="Helvetica Neue"/>
                <a:cs typeface="Helvetica Neue"/>
              </a:defRPr>
            </a:pPr>
            <a:r>
              <a:t>• </a:t>
            </a:r>
            <a:r>
              <a:rPr>
                <a:solidFill>
                  <a:srgbClr val="73777F"/>
                </a:solidFill>
              </a:rPr>
              <a:t>below threshold · 54%</a:t>
            </a:r>
          </a:p>
        </p:txBody>
      </p:sp>
      <p:sp>
        <p:nvSpPr>
          <p:cNvPr id="2483" name="Connector 25">
            <a:extLst xmlns:a="http://schemas.openxmlformats.org/drawingml/2006/main">
              <a:ext uri="{FF2B5EF4-FFF2-40B4-BE49-F238E27FC236}">
                <a16:creationId xmlns:a16="http://schemas.microsoft.com/office/drawing/2014/main" id="{DDB46852-006F-46CE-A1E0-5A54DBD65D92}"/>
              </a:ext>
            </a:extLst>
          </p:cNvPr>
          <p:cNvSpPr>
            <a:spLocks xmlns:a="http://schemas.openxmlformats.org/drawingml/2006/main" noGrp="1"/>
          </p:cNvSpPr>
          <p:nvPr/>
        </p:nvSpPr>
        <p:spPr>
          <a:xfrm xmlns:a="http://schemas.openxmlformats.org/drawingml/2006/main">
            <a:off x="749807" y="5257800"/>
            <a:ext cx="10680194" cy="0"/>
          </a:xfrm>
          <a:prstGeom xmlns:a="http://schemas.openxmlformats.org/drawingml/2006/main" prst="line">
            <a:avLst/>
          </a:prstGeom>
          <a:ln xmlns:a="http://schemas.openxmlformats.org/drawingml/2006/main" w="1270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484" name="TextBox 26">
            <a:extLst xmlns:a="http://schemas.openxmlformats.org/drawingml/2006/main">
              <a:ext uri="{FF2B5EF4-FFF2-40B4-BE49-F238E27FC236}">
                <a16:creationId xmlns:a16="http://schemas.microsoft.com/office/drawing/2014/main" id="{10982BD7-11D4-4865-AED8-58E0FD1A8B09}"/>
              </a:ext>
            </a:extLst>
          </p:cNvPr>
          <p:cNvSpPr>
            <a:spLocks xmlns:a="http://schemas.openxmlformats.org/drawingml/2006/main" noGrp="1"/>
          </p:cNvSpPr>
          <p:nvPr/>
        </p:nvSpPr>
        <p:spPr>
          <a:xfrm xmlns:a="http://schemas.openxmlformats.org/drawingml/2006/main">
            <a:off x="1984248" y="5559552"/>
            <a:ext cx="8229601" cy="235406"/>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lgn="ctr">
              <a:buNone/>
              <a:defRPr sz="1600" b="1">
                <a:solidFill>
                  <a:srgbClr val="1FA873"/>
                </a:solidFill>
                <a:latin typeface="Helvetica Neue"/>
                <a:ea typeface="Helvetica Neue"/>
                <a:cs typeface="Helvetica Neue"/>
              </a:defRPr>
            </a:pPr>
            <a:r>
              <a:t>• </a:t>
            </a:r>
            <a:r>
              <a:rPr>
                <a:solidFill>
                  <a:srgbClr val="111318"/>
                </a:solidFill>
              </a:rPr>
              <a:t>CCA identifies one qualified pool—some already shown, others hidden</a:t>
            </a:r>
          </a:p>
        </p:txBody>
      </p:sp>
      <p:sp>
        <p:nvSpPr>
          <p:cNvPr id="2485" name="TextBox 27">
            <a:extLst xmlns:a="http://schemas.openxmlformats.org/drawingml/2006/main">
              <a:ext uri="{FF2B5EF4-FFF2-40B4-BE49-F238E27FC236}">
                <a16:creationId xmlns:a16="http://schemas.microsoft.com/office/drawing/2014/main" id="{C508BE23-2D56-4999-8453-A51CE173B8D0}"/>
              </a:ext>
            </a:extLst>
          </p:cNvPr>
          <p:cNvSpPr>
            <a:spLocks xmlns:a="http://schemas.openxmlformats.org/drawingml/2006/main" noGrp="1"/>
          </p:cNvSpPr>
          <p:nvPr/>
        </p:nvSpPr>
        <p:spPr>
          <a:xfrm xmlns:a="http://schemas.openxmlformats.org/drawingml/2006/main">
            <a:off x="621792" y="6437376"/>
            <a:ext cx="10881360"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800">
                <a:solidFill>
                  <a:srgbClr val="73777F"/>
                </a:solidFill>
                <a:latin typeface="Helvetica Neue"/>
                <a:ea typeface="Helvetica Neue"/>
                <a:cs typeface="Helvetica Neue"/>
              </a:defRPr>
            </a:lvl1pPr>
          </a:lstStyle>
          <a:p xmlns:a="http://schemas.openxmlformats.org/drawingml/2006/main">
            <a:pPr>
              <a:buNone/>
            </a:pPr>
            <a:r>
              <a:t>• Authors’ 200k Representative pipeline</a:t>
            </a:r>
          </a:p>
        </p:txBody>
      </p:sp>
      <p:sp>
        <p:nvSpPr>
          <p:cNvPr id="2486" name="Rectangle">
            <a:extLst xmlns:a="http://schemas.openxmlformats.org/drawingml/2006/main">
              <a:ext uri="{FF2B5EF4-FFF2-40B4-BE49-F238E27FC236}">
                <a16:creationId xmlns:a16="http://schemas.microsoft.com/office/drawing/2014/main" id="{BA41C4F1-DF37-436E-A712-21BCF7A23D1B}"/>
              </a:ext>
            </a:extLst>
          </p:cNvPr>
          <p:cNvSpPr>
            <a:spLocks xmlns:a="http://schemas.openxmlformats.org/drawingml/2006/main" noGrp="1"/>
          </p:cNvSpPr>
          <p:nvPr/>
        </p:nvSpPr>
        <p:spPr>
          <a:xfrm xmlns:a="http://schemas.openxmlformats.org/drawingml/2006/main">
            <a:off x="7379208" y="1460621"/>
            <a:ext cx="4368573" cy="3644148"/>
          </a:xfrm>
          <a:prstGeom xmlns:a="http://schemas.openxmlformats.org/drawingml/2006/main" prst="rect">
            <a:avLst/>
          </a:prstGeom>
          <a:solidFill xmlns:a="http://schemas.openxmlformats.org/drawingml/2006/main">
            <a:srgbClr val="FFFFFF"/>
          </a:solidFill>
          <a:ln xmlns:a="http://schemas.openxmlformats.org/drawingml/2006/main" w="12700"/>
        </p:spPr>
        <p:txBody>
          <a:bodyPr xmlns:a="http://schemas.openxmlformats.org/drawingml/2006/main" lIns="45718" tIns="45718" rIns="45718" bIns="45718" anchor="ctr"/>
          <a:lstStyle xmlns:a="http://schemas.openxmlformats.org/drawingml/2006/main"/>
          <a:p xmlns:a="http://schemas.openxmlformats.org/drawingml/2006/main">
            <a:pPr>
              <a:buNone/>
              <a:defRPr>
                <a:latin typeface="+mn-lt"/>
                <a:ea typeface="+mn-lt"/>
                <a:cs typeface="+mn-lt"/>
              </a:defRPr>
            </a:pPr>
          </a:p>
        </p:txBody>
      </p:sp>
    </p:spTree>
    <p:extLst>
      <p:ext uri="{BB962C8B-B14F-4D97-AF65-F5344CB8AC3E}">
        <p14:creationId xmlns:p14="http://schemas.microsoft.com/office/powerpoint/2010/main" val="906507873"/>
      </p:ext>
    </p:extLst>
  </p:cSld>
</p:sld>
</file>

<file path=ppt/slides/slide33.xml><?xml version="1.0" encoding="utf-8"?>
<p:sld xmlns:p="http://schemas.openxmlformats.org/presentationml/2006/main" showMasterSp="1">
  <p:cSld>
    <p:spTree>
      <p:nvGrpSpPr>
        <p:cNvPr id="1" name=""/>
        <p:cNvGrpSpPr/>
        <p:nvPr/>
      </p:nvGrpSpPr>
      <p:grpSpPr>
        <a:xfrm xmlns:a="http://schemas.openxmlformats.org/drawingml/2006/main"/>
      </p:grpSpPr>
      <p:sp>
        <p:nvSpPr>
          <p:cNvPr id="2488" name="TextBox 1">
            <a:extLst xmlns:a="http://schemas.openxmlformats.org/drawingml/2006/main">
              <a:ext uri="{FF2B5EF4-FFF2-40B4-BE49-F238E27FC236}">
                <a16:creationId xmlns:a16="http://schemas.microsoft.com/office/drawing/2014/main" id="{ACE1B76A-72A4-452F-8E78-952FFA3CE9A3}"/>
              </a:ext>
            </a:extLst>
          </p:cNvPr>
          <p:cNvSpPr>
            <a:spLocks xmlns:a="http://schemas.openxmlformats.org/drawingml/2006/main" noGrp="1"/>
          </p:cNvSpPr>
          <p:nvPr/>
        </p:nvSpPr>
        <p:spPr>
          <a:xfrm xmlns:a="http://schemas.openxmlformats.org/drawingml/2006/main">
            <a:off x="603503" y="420623"/>
            <a:ext cx="4389122" cy="14871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000" b="1">
                <a:solidFill>
                  <a:srgbClr val="73777F"/>
                </a:solidFill>
                <a:latin typeface="Helvetica Neue"/>
                <a:ea typeface="Helvetica Neue"/>
                <a:cs typeface="Helvetica Neue"/>
              </a:defRPr>
            </a:lvl1pPr>
          </a:lstStyle>
          <a:p xmlns:a="http://schemas.openxmlformats.org/drawingml/2006/main">
            <a:pPr>
              <a:buNone/>
            </a:pPr>
            <a:r>
              <a:t>RESULTS · REPRESENTATIVE</a:t>
            </a:r>
          </a:p>
        </p:txBody>
      </p:sp>
      <p:sp>
        <p:nvSpPr>
          <p:cNvPr id="2489" name="TextBox 2">
            <a:extLst xmlns:a="http://schemas.openxmlformats.org/drawingml/2006/main">
              <a:ext uri="{FF2B5EF4-FFF2-40B4-BE49-F238E27FC236}">
                <a16:creationId xmlns:a16="http://schemas.microsoft.com/office/drawing/2014/main" id="{65AA34F7-27FB-4C1C-9910-B23BEEA9CF23}"/>
              </a:ext>
            </a:extLst>
          </p:cNvPr>
          <p:cNvSpPr>
            <a:spLocks xmlns:a="http://schemas.openxmlformats.org/drawingml/2006/main" noGrp="1"/>
          </p:cNvSpPr>
          <p:nvPr/>
        </p:nvSpPr>
        <p:spPr>
          <a:xfrm xmlns:a="http://schemas.openxmlformats.org/drawingml/2006/main">
            <a:off x="603504" y="786383"/>
            <a:ext cx="10515601" cy="45885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3000" b="1">
                <a:solidFill>
                  <a:srgbClr val="111318"/>
                </a:solidFill>
                <a:latin typeface="Helvetica Neue"/>
                <a:ea typeface="Helvetica Neue"/>
                <a:cs typeface="Helvetica Neue"/>
              </a:defRPr>
            </a:lvl1pPr>
          </a:lstStyle>
          <a:p xmlns:a="http://schemas.openxmlformats.org/drawingml/2006/main">
            <a:pPr>
              <a:buNone/>
            </a:pPr>
            <a:r>
              <a:t>What the platform shows—and hides</a:t>
            </a:r>
          </a:p>
        </p:txBody>
      </p:sp>
      <p:sp>
        <p:nvSpPr>
          <p:cNvPr id="2490" name="TextBox 3">
            <a:extLst xmlns:a="http://schemas.openxmlformats.org/drawingml/2006/main">
              <a:ext uri="{FF2B5EF4-FFF2-40B4-BE49-F238E27FC236}">
                <a16:creationId xmlns:a16="http://schemas.microsoft.com/office/drawing/2014/main" id="{03DF68A5-1167-4635-9B47-FEB67ECDC464}"/>
              </a:ext>
            </a:extLst>
          </p:cNvPr>
          <p:cNvSpPr>
            <a:spLocks xmlns:a="http://schemas.openxmlformats.org/drawingml/2006/main" noGrp="1"/>
          </p:cNvSpPr>
          <p:nvPr/>
        </p:nvSpPr>
        <p:spPr>
          <a:xfrm xmlns:a="http://schemas.openxmlformats.org/drawingml/2006/main">
            <a:off x="11082528" y="457200"/>
            <a:ext cx="438913" cy="136385"/>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r">
              <a:buNone/>
              <a:defRPr sz="900" b="1">
                <a:solidFill>
                  <a:srgbClr val="73777F"/>
                </a:solidFill>
                <a:latin typeface="Helvetica Neue"/>
                <a:ea typeface="Helvetica Neue"/>
                <a:cs typeface="Helvetica Neue"/>
              </a:defRPr>
            </a:lvl1pPr>
          </a:lstStyle>
          <a:p xmlns:a="http://schemas.openxmlformats.org/drawingml/2006/main">
            <a:pPr>
              <a:buNone/>
            </a:pPr>
            <a:r>
              <a:t>13</a:t>
            </a:r>
          </a:p>
        </p:txBody>
      </p:sp>
      <p:sp>
        <p:nvSpPr>
          <p:cNvPr id="2491" name="TextBox 4">
            <a:extLst xmlns:a="http://schemas.openxmlformats.org/drawingml/2006/main">
              <a:ext uri="{FF2B5EF4-FFF2-40B4-BE49-F238E27FC236}">
                <a16:creationId xmlns:a16="http://schemas.microsoft.com/office/drawing/2014/main" id="{6D6F45EA-D42B-4540-B1F3-15C688C60473}"/>
              </a:ext>
            </a:extLst>
          </p:cNvPr>
          <p:cNvSpPr>
            <a:spLocks xmlns:a="http://schemas.openxmlformats.org/drawingml/2006/main" noGrp="1"/>
          </p:cNvSpPr>
          <p:nvPr/>
        </p:nvSpPr>
        <p:spPr>
          <a:xfrm xmlns:a="http://schemas.openxmlformats.org/drawingml/2006/main">
            <a:off x="566927" y="2322576"/>
            <a:ext cx="2011680" cy="43381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2900" b="1">
                <a:solidFill>
                  <a:srgbClr val="111318"/>
                </a:solidFill>
                <a:latin typeface="Helvetica Neue"/>
                <a:ea typeface="Helvetica Neue"/>
                <a:cs typeface="Helvetica Neue"/>
              </a:defRPr>
            </a:lvl1pPr>
          </a:lstStyle>
          <a:p xmlns:a="http://schemas.openxmlformats.org/drawingml/2006/main">
            <a:pPr>
              <a:buNone/>
            </a:pPr>
            <a:r>
              <a:t>44,722</a:t>
            </a:r>
          </a:p>
        </p:txBody>
      </p:sp>
      <p:sp>
        <p:nvSpPr>
          <p:cNvPr id="2492" name="TextBox 5">
            <a:extLst xmlns:a="http://schemas.openxmlformats.org/drawingml/2006/main">
              <a:ext uri="{FF2B5EF4-FFF2-40B4-BE49-F238E27FC236}">
                <a16:creationId xmlns:a16="http://schemas.microsoft.com/office/drawing/2014/main" id="{F96FC2A4-98C3-4CDB-AF8A-56CF13EE4EBD}"/>
              </a:ext>
            </a:extLst>
          </p:cNvPr>
          <p:cNvSpPr>
            <a:spLocks xmlns:a="http://schemas.openxmlformats.org/drawingml/2006/main" noGrp="1"/>
          </p:cNvSpPr>
          <p:nvPr/>
        </p:nvSpPr>
        <p:spPr>
          <a:xfrm xmlns:a="http://schemas.openxmlformats.org/drawingml/2006/main">
            <a:off x="566927" y="2926079"/>
            <a:ext cx="2011680" cy="161049"/>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lgn="ctr">
              <a:buNone/>
              <a:defRPr sz="1100" b="1">
                <a:solidFill>
                  <a:srgbClr val="111318"/>
                </a:solidFill>
                <a:latin typeface="Helvetica Neue"/>
                <a:ea typeface="Helvetica Neue"/>
                <a:cs typeface="Helvetica Neue"/>
              </a:defRPr>
            </a:pPr>
            <a:r>
              <a:t>• </a:t>
            </a:r>
            <a:r>
              <a:rPr>
                <a:solidFill>
                  <a:srgbClr val="73777F"/>
                </a:solidFill>
              </a:rPr>
              <a:t>Representative picks</a:t>
            </a:r>
          </a:p>
        </p:txBody>
      </p:sp>
      <p:sp>
        <p:nvSpPr>
          <p:cNvPr id="2493" name="Connector 6">
            <a:extLst xmlns:a="http://schemas.openxmlformats.org/drawingml/2006/main">
              <a:ext uri="{FF2B5EF4-FFF2-40B4-BE49-F238E27FC236}">
                <a16:creationId xmlns:a16="http://schemas.microsoft.com/office/drawing/2014/main" id="{DA88FD1E-DF51-4A94-B93D-E8DE0E8DF1E6}"/>
              </a:ext>
            </a:extLst>
          </p:cNvPr>
          <p:cNvSpPr>
            <a:spLocks xmlns:a="http://schemas.openxmlformats.org/drawingml/2006/main" noGrp="1"/>
          </p:cNvSpPr>
          <p:nvPr/>
        </p:nvSpPr>
        <p:spPr>
          <a:xfrm xmlns:a="http://schemas.openxmlformats.org/drawingml/2006/main">
            <a:off x="2633472" y="2761488"/>
            <a:ext cx="612649" cy="1"/>
          </a:xfrm>
          <a:prstGeom xmlns:a="http://schemas.openxmlformats.org/drawingml/2006/main" prst="line">
            <a:avLst/>
          </a:prstGeom>
          <a:ln xmlns:a="http://schemas.openxmlformats.org/drawingml/2006/main" w="1905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494" name="TextBox 7">
            <a:extLst xmlns:a="http://schemas.openxmlformats.org/drawingml/2006/main">
              <a:ext uri="{FF2B5EF4-FFF2-40B4-BE49-F238E27FC236}">
                <a16:creationId xmlns:a16="http://schemas.microsoft.com/office/drawing/2014/main" id="{30E143C9-AB11-489B-A43A-38E65F873FA4}"/>
              </a:ext>
            </a:extLst>
          </p:cNvPr>
          <p:cNvSpPr>
            <a:spLocks xmlns:a="http://schemas.openxmlformats.org/drawingml/2006/main" noGrp="1"/>
          </p:cNvSpPr>
          <p:nvPr/>
        </p:nvSpPr>
        <p:spPr>
          <a:xfrm xmlns:a="http://schemas.openxmlformats.org/drawingml/2006/main">
            <a:off x="2788920" y="2587751"/>
            <a:ext cx="320041" cy="2794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900" b="1">
                <a:solidFill>
                  <a:srgbClr val="73777F"/>
                </a:solidFill>
                <a:latin typeface="Helvetica Neue"/>
                <a:ea typeface="Helvetica Neue"/>
                <a:cs typeface="Helvetica Neue"/>
              </a:defRPr>
            </a:lvl1pPr>
          </a:lstStyle>
          <a:p xmlns:a="http://schemas.openxmlformats.org/drawingml/2006/main">
            <a:pPr>
              <a:buNone/>
            </a:pPr>
            <a:r>
              <a:t>→</a:t>
            </a:r>
          </a:p>
        </p:txBody>
      </p:sp>
      <p:sp>
        <p:nvSpPr>
          <p:cNvPr id="2495" name="Rounded Rectangle 8">
            <a:extLst xmlns:a="http://schemas.openxmlformats.org/drawingml/2006/main">
              <a:ext uri="{FF2B5EF4-FFF2-40B4-BE49-F238E27FC236}">
                <a16:creationId xmlns:a16="http://schemas.microsoft.com/office/drawing/2014/main" id="{9E8CB8D4-4FFB-483C-82D7-EA3A0DB22FEC}"/>
              </a:ext>
            </a:extLst>
          </p:cNvPr>
          <p:cNvSpPr>
            <a:spLocks xmlns:a="http://schemas.openxmlformats.org/drawingml/2006/main" noGrp="1"/>
          </p:cNvSpPr>
          <p:nvPr/>
        </p:nvSpPr>
        <p:spPr>
          <a:xfrm xmlns:a="http://schemas.openxmlformats.org/drawingml/2006/main">
            <a:off x="3273552" y="2121407"/>
            <a:ext cx="1627633" cy="1243585"/>
          </a:xfrm>
          <a:prstGeom xmlns:a="http://schemas.openxmlformats.org/drawingml/2006/main" prst="roundRect">
            <a:avLst>
              <a:gd name="adj" fmla="val 16667"/>
            </a:avLst>
          </a:prstGeom>
          <a:ln xmlns:a="http://schemas.openxmlformats.org/drawingml/2006/main" w="17780">
            <a:solidFill>
              <a:srgbClr val="1FA873"/>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2496" name="TextBox 9">
            <a:extLst xmlns:a="http://schemas.openxmlformats.org/drawingml/2006/main">
              <a:ext uri="{FF2B5EF4-FFF2-40B4-BE49-F238E27FC236}">
                <a16:creationId xmlns:a16="http://schemas.microsoft.com/office/drawing/2014/main" id="{18062582-C392-418F-B409-12DB3938ABB3}"/>
              </a:ext>
            </a:extLst>
          </p:cNvPr>
          <p:cNvSpPr>
            <a:spLocks xmlns:a="http://schemas.openxmlformats.org/drawingml/2006/main" noGrp="1"/>
          </p:cNvSpPr>
          <p:nvPr/>
        </p:nvSpPr>
        <p:spPr>
          <a:xfrm xmlns:a="http://schemas.openxmlformats.org/drawingml/2006/main">
            <a:off x="3410711" y="2331720"/>
            <a:ext cx="1353314"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800" b="1">
                <a:solidFill>
                  <a:srgbClr val="1FA873"/>
                </a:solidFill>
                <a:latin typeface="Helvetica Neue"/>
                <a:ea typeface="Helvetica Neue"/>
                <a:cs typeface="Helvetica Neue"/>
              </a:defRPr>
            </a:lvl1pPr>
          </a:lstStyle>
          <a:p xmlns:a="http://schemas.openxmlformats.org/drawingml/2006/main">
            <a:pPr>
              <a:buNone/>
            </a:pPr>
            <a:r>
              <a:t>CCA BRIDGE SCORE</a:t>
            </a:r>
          </a:p>
        </p:txBody>
      </p:sp>
      <p:sp>
        <p:nvSpPr>
          <p:cNvPr id="2497" name="TextBox 10">
            <a:extLst xmlns:a="http://schemas.openxmlformats.org/drawingml/2006/main">
              <a:ext uri="{FF2B5EF4-FFF2-40B4-BE49-F238E27FC236}">
                <a16:creationId xmlns:a16="http://schemas.microsoft.com/office/drawing/2014/main" id="{91B61B17-DD05-4E2D-8F1A-06D095AF2901}"/>
              </a:ext>
            </a:extLst>
          </p:cNvPr>
          <p:cNvSpPr>
            <a:spLocks xmlns:a="http://schemas.openxmlformats.org/drawingml/2006/main" noGrp="1"/>
          </p:cNvSpPr>
          <p:nvPr/>
        </p:nvSpPr>
        <p:spPr>
          <a:xfrm xmlns:a="http://schemas.openxmlformats.org/drawingml/2006/main">
            <a:off x="3410711" y="2615183"/>
            <a:ext cx="1353314" cy="35946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2400" b="1">
                <a:solidFill>
                  <a:srgbClr val="111318"/>
                </a:solidFill>
                <a:latin typeface="Helvetica Neue"/>
                <a:ea typeface="Helvetica Neue"/>
                <a:cs typeface="Helvetica Neue"/>
              </a:defRPr>
            </a:lvl1pPr>
          </a:lstStyle>
          <a:p xmlns:a="http://schemas.openxmlformats.org/drawingml/2006/main">
            <a:pPr>
              <a:buNone/>
            </a:pPr>
            <a:r>
              <a:t>≥ 50%</a:t>
            </a:r>
          </a:p>
        </p:txBody>
      </p:sp>
      <p:sp>
        <p:nvSpPr>
          <p:cNvPr id="2498" name="Connector 11">
            <a:extLst xmlns:a="http://schemas.openxmlformats.org/drawingml/2006/main">
              <a:ext uri="{FF2B5EF4-FFF2-40B4-BE49-F238E27FC236}">
                <a16:creationId xmlns:a16="http://schemas.microsoft.com/office/drawing/2014/main" id="{52708418-BAC8-4633-A461-EB17F2B79D89}"/>
              </a:ext>
            </a:extLst>
          </p:cNvPr>
          <p:cNvSpPr>
            <a:spLocks xmlns:a="http://schemas.openxmlformats.org/drawingml/2006/main" noGrp="1"/>
          </p:cNvSpPr>
          <p:nvPr/>
        </p:nvSpPr>
        <p:spPr>
          <a:xfrm xmlns:a="http://schemas.openxmlformats.org/drawingml/2006/main">
            <a:off x="4919471" y="2761488"/>
            <a:ext cx="594361" cy="1"/>
          </a:xfrm>
          <a:prstGeom xmlns:a="http://schemas.openxmlformats.org/drawingml/2006/main" prst="line">
            <a:avLst/>
          </a:prstGeom>
          <a:ln xmlns:a="http://schemas.openxmlformats.org/drawingml/2006/main" w="1905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499" name="TextBox 12">
            <a:extLst xmlns:a="http://schemas.openxmlformats.org/drawingml/2006/main">
              <a:ext uri="{FF2B5EF4-FFF2-40B4-BE49-F238E27FC236}">
                <a16:creationId xmlns:a16="http://schemas.microsoft.com/office/drawing/2014/main" id="{4806B1A4-CE43-4332-86D5-732C0D2B68B5}"/>
              </a:ext>
            </a:extLst>
          </p:cNvPr>
          <p:cNvSpPr>
            <a:spLocks xmlns:a="http://schemas.openxmlformats.org/drawingml/2006/main" noGrp="1"/>
          </p:cNvSpPr>
          <p:nvPr/>
        </p:nvSpPr>
        <p:spPr>
          <a:xfrm xmlns:a="http://schemas.openxmlformats.org/drawingml/2006/main">
            <a:off x="5084064" y="2587751"/>
            <a:ext cx="320041" cy="2794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900" b="1">
                <a:solidFill>
                  <a:srgbClr val="73777F"/>
                </a:solidFill>
                <a:latin typeface="Helvetica Neue"/>
                <a:ea typeface="Helvetica Neue"/>
                <a:cs typeface="Helvetica Neue"/>
              </a:defRPr>
            </a:lvl1pPr>
          </a:lstStyle>
          <a:p xmlns:a="http://schemas.openxmlformats.org/drawingml/2006/main">
            <a:pPr>
              <a:buNone/>
            </a:pPr>
            <a:r>
              <a:t>→</a:t>
            </a:r>
          </a:p>
        </p:txBody>
      </p:sp>
      <p:sp>
        <p:nvSpPr>
          <p:cNvPr id="2500" name="TextBox 13">
            <a:extLst xmlns:a="http://schemas.openxmlformats.org/drawingml/2006/main">
              <a:ext uri="{FF2B5EF4-FFF2-40B4-BE49-F238E27FC236}">
                <a16:creationId xmlns:a16="http://schemas.microsoft.com/office/drawing/2014/main" id="{3DBAC8A9-8A5E-40D5-8CEB-D5F90E9DD496}"/>
              </a:ext>
            </a:extLst>
          </p:cNvPr>
          <p:cNvSpPr>
            <a:spLocks xmlns:a="http://schemas.openxmlformats.org/drawingml/2006/main" noGrp="1"/>
          </p:cNvSpPr>
          <p:nvPr/>
        </p:nvSpPr>
        <p:spPr>
          <a:xfrm xmlns:a="http://schemas.openxmlformats.org/drawingml/2006/main">
            <a:off x="5486400" y="2322576"/>
            <a:ext cx="2057400" cy="43381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2900" b="1">
                <a:solidFill>
                  <a:srgbClr val="1FA873"/>
                </a:solidFill>
                <a:latin typeface="Helvetica Neue"/>
                <a:ea typeface="Helvetica Neue"/>
                <a:cs typeface="Helvetica Neue"/>
              </a:defRPr>
            </a:lvl1pPr>
          </a:lstStyle>
          <a:p xmlns:a="http://schemas.openxmlformats.org/drawingml/2006/main">
            <a:pPr>
              <a:buNone/>
            </a:pPr>
            <a:r>
              <a:t>20,405</a:t>
            </a:r>
          </a:p>
        </p:txBody>
      </p:sp>
      <p:sp>
        <p:nvSpPr>
          <p:cNvPr id="2501" name="TextBox 14">
            <a:extLst xmlns:a="http://schemas.openxmlformats.org/drawingml/2006/main">
              <a:ext uri="{FF2B5EF4-FFF2-40B4-BE49-F238E27FC236}">
                <a16:creationId xmlns:a16="http://schemas.microsoft.com/office/drawing/2014/main" id="{ABC68E7F-1E80-45CC-8E43-37CDCF426E48}"/>
              </a:ext>
            </a:extLst>
          </p:cNvPr>
          <p:cNvSpPr>
            <a:spLocks xmlns:a="http://schemas.openxmlformats.org/drawingml/2006/main" noGrp="1"/>
          </p:cNvSpPr>
          <p:nvPr/>
        </p:nvSpPr>
        <p:spPr>
          <a:xfrm xmlns:a="http://schemas.openxmlformats.org/drawingml/2006/main">
            <a:off x="5486400" y="2926079"/>
            <a:ext cx="2057400" cy="161049"/>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lgn="ctr">
              <a:buNone/>
              <a:defRPr sz="1100" b="1">
                <a:solidFill>
                  <a:srgbClr val="1FA873"/>
                </a:solidFill>
                <a:latin typeface="Helvetica Neue"/>
                <a:ea typeface="Helvetica Neue"/>
                <a:cs typeface="Helvetica Neue"/>
              </a:defRPr>
            </a:pPr>
            <a:r>
              <a:t>• </a:t>
            </a:r>
            <a:r>
              <a:rPr>
                <a:solidFill>
                  <a:srgbClr val="73777F"/>
                </a:solidFill>
              </a:rPr>
              <a:t>CCA-qualified · 46%</a:t>
            </a:r>
          </a:p>
        </p:txBody>
      </p:sp>
      <p:sp>
        <p:nvSpPr>
          <p:cNvPr id="2502" name="Connector 15">
            <a:extLst xmlns:a="http://schemas.openxmlformats.org/drawingml/2006/main">
              <a:ext uri="{FF2B5EF4-FFF2-40B4-BE49-F238E27FC236}">
                <a16:creationId xmlns:a16="http://schemas.microsoft.com/office/drawing/2014/main" id="{88713CA7-04F6-4C8C-89CF-856CB1E306FC}"/>
              </a:ext>
            </a:extLst>
          </p:cNvPr>
          <p:cNvSpPr>
            <a:spLocks xmlns:a="http://schemas.openxmlformats.org/drawingml/2006/main" noGrp="1"/>
          </p:cNvSpPr>
          <p:nvPr/>
        </p:nvSpPr>
        <p:spPr>
          <a:xfrm xmlns:a="http://schemas.openxmlformats.org/drawingml/2006/main">
            <a:off x="7589519" y="2761488"/>
            <a:ext cx="438912" cy="1"/>
          </a:xfrm>
          <a:prstGeom xmlns:a="http://schemas.openxmlformats.org/drawingml/2006/main" prst="line">
            <a:avLst/>
          </a:prstGeom>
          <a:ln xmlns:a="http://schemas.openxmlformats.org/drawingml/2006/main" w="1905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503" name="Connector 16">
            <a:extLst xmlns:a="http://schemas.openxmlformats.org/drawingml/2006/main">
              <a:ext uri="{FF2B5EF4-FFF2-40B4-BE49-F238E27FC236}">
                <a16:creationId xmlns:a16="http://schemas.microsoft.com/office/drawing/2014/main" id="{AA3A2E50-B0DA-42C7-9B68-5DAF71946FD2}"/>
              </a:ext>
            </a:extLst>
          </p:cNvPr>
          <p:cNvSpPr>
            <a:spLocks xmlns:a="http://schemas.openxmlformats.org/drawingml/2006/main" noGrp="1"/>
          </p:cNvSpPr>
          <p:nvPr/>
        </p:nvSpPr>
        <p:spPr>
          <a:xfrm xmlns:a="http://schemas.openxmlformats.org/drawingml/2006/main" flipV="1">
            <a:off x="8028430" y="2103120"/>
            <a:ext cx="475490" cy="658369"/>
          </a:xfrm>
          <a:prstGeom xmlns:a="http://schemas.openxmlformats.org/drawingml/2006/main" prst="line">
            <a:avLst/>
          </a:prstGeom>
          <a:ln xmlns:a="http://schemas.openxmlformats.org/drawingml/2006/main" w="1524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504" name="Connector 17">
            <a:extLst xmlns:a="http://schemas.openxmlformats.org/drawingml/2006/main">
              <a:ext uri="{FF2B5EF4-FFF2-40B4-BE49-F238E27FC236}">
                <a16:creationId xmlns:a16="http://schemas.microsoft.com/office/drawing/2014/main" id="{4AE3FEC2-0AEE-44B9-9C4F-3DEB15AA326F}"/>
              </a:ext>
            </a:extLst>
          </p:cNvPr>
          <p:cNvSpPr>
            <a:spLocks xmlns:a="http://schemas.openxmlformats.org/drawingml/2006/main" noGrp="1"/>
          </p:cNvSpPr>
          <p:nvPr/>
        </p:nvSpPr>
        <p:spPr>
          <a:xfrm xmlns:a="http://schemas.openxmlformats.org/drawingml/2006/main">
            <a:off x="8028431" y="2761488"/>
            <a:ext cx="475490" cy="1005840"/>
          </a:xfrm>
          <a:prstGeom xmlns:a="http://schemas.openxmlformats.org/drawingml/2006/main" prst="line">
            <a:avLst/>
          </a:prstGeom>
          <a:ln xmlns:a="http://schemas.openxmlformats.org/drawingml/2006/main" w="15240">
            <a:solidFill>
              <a:srgbClr val="1FA873"/>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505" name="TextBox 18">
            <a:extLst xmlns:a="http://schemas.openxmlformats.org/drawingml/2006/main">
              <a:ext uri="{FF2B5EF4-FFF2-40B4-BE49-F238E27FC236}">
                <a16:creationId xmlns:a16="http://schemas.microsoft.com/office/drawing/2014/main" id="{61F7F679-C0A5-4C3A-8B38-B87A2ABD5DB1}"/>
              </a:ext>
            </a:extLst>
          </p:cNvPr>
          <p:cNvSpPr>
            <a:spLocks xmlns:a="http://schemas.openxmlformats.org/drawingml/2006/main" noGrp="1"/>
          </p:cNvSpPr>
          <p:nvPr/>
        </p:nvSpPr>
        <p:spPr>
          <a:xfrm xmlns:a="http://schemas.openxmlformats.org/drawingml/2006/main">
            <a:off x="8458200" y="1572767"/>
            <a:ext cx="2331721" cy="42148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2800" b="1">
                <a:solidFill>
                  <a:srgbClr val="3977F6"/>
                </a:solidFill>
                <a:latin typeface="Helvetica Neue"/>
                <a:ea typeface="Helvetica Neue"/>
                <a:cs typeface="Helvetica Neue"/>
              </a:defRPr>
            </a:lvl1pPr>
          </a:lstStyle>
          <a:p xmlns:a="http://schemas.openxmlformats.org/drawingml/2006/main">
            <a:pPr>
              <a:buNone/>
            </a:pPr>
            <a:r>
              <a:t>6,750</a:t>
            </a:r>
          </a:p>
        </p:txBody>
      </p:sp>
      <p:sp>
        <p:nvSpPr>
          <p:cNvPr id="2506" name="TextBox 19">
            <a:extLst xmlns:a="http://schemas.openxmlformats.org/drawingml/2006/main">
              <a:ext uri="{FF2B5EF4-FFF2-40B4-BE49-F238E27FC236}">
                <a16:creationId xmlns:a16="http://schemas.microsoft.com/office/drawing/2014/main" id="{444C79ED-B4FC-4154-8F61-917F8A8CED06}"/>
              </a:ext>
            </a:extLst>
          </p:cNvPr>
          <p:cNvSpPr>
            <a:spLocks xmlns:a="http://schemas.openxmlformats.org/drawingml/2006/main" noGrp="1"/>
          </p:cNvSpPr>
          <p:nvPr/>
        </p:nvSpPr>
        <p:spPr>
          <a:xfrm xmlns:a="http://schemas.openxmlformats.org/drawingml/2006/main">
            <a:off x="8458200" y="2176272"/>
            <a:ext cx="2331721" cy="16104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lgn="ctr">
              <a:buNone/>
              <a:defRPr sz="1100" b="1">
                <a:solidFill>
                  <a:srgbClr val="3977F6"/>
                </a:solidFill>
                <a:latin typeface="Helvetica Neue"/>
                <a:ea typeface="Helvetica Neue"/>
                <a:cs typeface="Helvetica Neue"/>
              </a:defRPr>
            </a:pPr>
            <a:r>
              <a:t>• </a:t>
            </a:r>
            <a:r>
              <a:rPr>
                <a:solidFill>
                  <a:srgbClr val="73777F"/>
                </a:solidFill>
              </a:rPr>
              <a:t>already shown · 33%</a:t>
            </a:r>
          </a:p>
        </p:txBody>
      </p:sp>
      <p:sp>
        <p:nvSpPr>
          <p:cNvPr id="2507" name="TextBox 20">
            <a:extLst xmlns:a="http://schemas.openxmlformats.org/drawingml/2006/main">
              <a:ext uri="{FF2B5EF4-FFF2-40B4-BE49-F238E27FC236}">
                <a16:creationId xmlns:a16="http://schemas.microsoft.com/office/drawing/2014/main" id="{D84D2059-F66A-4001-A606-581DB3E73E4A}"/>
              </a:ext>
            </a:extLst>
          </p:cNvPr>
          <p:cNvSpPr>
            <a:spLocks xmlns:a="http://schemas.openxmlformats.org/drawingml/2006/main" noGrp="1"/>
          </p:cNvSpPr>
          <p:nvPr/>
        </p:nvSpPr>
        <p:spPr>
          <a:xfrm xmlns:a="http://schemas.openxmlformats.org/drawingml/2006/main">
            <a:off x="8458200" y="3246120"/>
            <a:ext cx="2606040" cy="421486"/>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2800" b="1">
                <a:solidFill>
                  <a:srgbClr val="1FA873"/>
                </a:solidFill>
                <a:latin typeface="Helvetica Neue"/>
                <a:ea typeface="Helvetica Neue"/>
                <a:cs typeface="Helvetica Neue"/>
              </a:defRPr>
            </a:lvl1pPr>
          </a:lstStyle>
          <a:p xmlns:a="http://schemas.openxmlformats.org/drawingml/2006/main">
            <a:pPr>
              <a:buNone/>
            </a:pPr>
            <a:r>
              <a:t>13,655</a:t>
            </a:r>
          </a:p>
        </p:txBody>
      </p:sp>
      <p:sp>
        <p:nvSpPr>
          <p:cNvPr id="2508" name="TextBox 21">
            <a:extLst xmlns:a="http://schemas.openxmlformats.org/drawingml/2006/main">
              <a:ext uri="{FF2B5EF4-FFF2-40B4-BE49-F238E27FC236}">
                <a16:creationId xmlns:a16="http://schemas.microsoft.com/office/drawing/2014/main" id="{60B1D76A-7FDB-4A8A-9BE9-5AA56ADDE693}"/>
              </a:ext>
            </a:extLst>
          </p:cNvPr>
          <p:cNvSpPr>
            <a:spLocks xmlns:a="http://schemas.openxmlformats.org/drawingml/2006/main" noGrp="1"/>
          </p:cNvSpPr>
          <p:nvPr/>
        </p:nvSpPr>
        <p:spPr>
          <a:xfrm xmlns:a="http://schemas.openxmlformats.org/drawingml/2006/main">
            <a:off x="8458200" y="3849623"/>
            <a:ext cx="2606040" cy="161049"/>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lgn="ctr">
              <a:buNone/>
              <a:defRPr sz="1100" b="1">
                <a:solidFill>
                  <a:srgbClr val="1FA873"/>
                </a:solidFill>
                <a:latin typeface="Helvetica Neue"/>
                <a:ea typeface="Helvetica Neue"/>
                <a:cs typeface="Helvetica Neue"/>
              </a:defRPr>
            </a:pPr>
            <a:r>
              <a:t>• </a:t>
            </a:r>
            <a:r>
              <a:rPr>
                <a:solidFill>
                  <a:srgbClr val="73777F"/>
                </a:solidFill>
              </a:rPr>
              <a:t>hidden rescue candidates · 67%</a:t>
            </a:r>
          </a:p>
        </p:txBody>
      </p:sp>
      <p:sp>
        <p:nvSpPr>
          <p:cNvPr id="2509" name="Connector 22">
            <a:extLst xmlns:a="http://schemas.openxmlformats.org/drawingml/2006/main">
              <a:ext uri="{FF2B5EF4-FFF2-40B4-BE49-F238E27FC236}">
                <a16:creationId xmlns:a16="http://schemas.microsoft.com/office/drawing/2014/main" id="{DD770FC7-6FFF-4DD4-8E10-4AF6CBC1E759}"/>
              </a:ext>
            </a:extLst>
          </p:cNvPr>
          <p:cNvSpPr>
            <a:spLocks xmlns:a="http://schemas.openxmlformats.org/drawingml/2006/main" noGrp="1"/>
          </p:cNvSpPr>
          <p:nvPr/>
        </p:nvSpPr>
        <p:spPr>
          <a:xfrm xmlns:a="http://schemas.openxmlformats.org/drawingml/2006/main">
            <a:off x="4087367" y="3383280"/>
            <a:ext cx="1" cy="640081"/>
          </a:xfrm>
          <a:prstGeom xmlns:a="http://schemas.openxmlformats.org/drawingml/2006/main" prst="line">
            <a:avLst/>
          </a:prstGeom>
          <a:ln xmlns:a="http://schemas.openxmlformats.org/drawingml/2006/main" w="1270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510" name="TextBox 23">
            <a:extLst xmlns:a="http://schemas.openxmlformats.org/drawingml/2006/main">
              <a:ext uri="{FF2B5EF4-FFF2-40B4-BE49-F238E27FC236}">
                <a16:creationId xmlns:a16="http://schemas.microsoft.com/office/drawing/2014/main" id="{EF5D4558-A9C0-458B-B4F0-70BE9D20A539}"/>
              </a:ext>
            </a:extLst>
          </p:cNvPr>
          <p:cNvSpPr>
            <a:spLocks xmlns:a="http://schemas.openxmlformats.org/drawingml/2006/main" noGrp="1"/>
          </p:cNvSpPr>
          <p:nvPr/>
        </p:nvSpPr>
        <p:spPr>
          <a:xfrm xmlns:a="http://schemas.openxmlformats.org/drawingml/2006/main">
            <a:off x="3310128" y="4114800"/>
            <a:ext cx="1554481" cy="322464"/>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2100" b="1">
                <a:solidFill>
                  <a:srgbClr val="FF705B"/>
                </a:solidFill>
                <a:latin typeface="Helvetica Neue"/>
                <a:ea typeface="Helvetica Neue"/>
                <a:cs typeface="Helvetica Neue"/>
              </a:defRPr>
            </a:lvl1pPr>
          </a:lstStyle>
          <a:p xmlns:a="http://schemas.openxmlformats.org/drawingml/2006/main">
            <a:pPr>
              <a:buNone/>
            </a:pPr>
            <a:r>
              <a:t>24,317</a:t>
            </a:r>
          </a:p>
        </p:txBody>
      </p:sp>
      <p:sp>
        <p:nvSpPr>
          <p:cNvPr id="2511" name="TextBox 24">
            <a:extLst xmlns:a="http://schemas.openxmlformats.org/drawingml/2006/main">
              <a:ext uri="{FF2B5EF4-FFF2-40B4-BE49-F238E27FC236}">
                <a16:creationId xmlns:a16="http://schemas.microsoft.com/office/drawing/2014/main" id="{13679493-9CCA-41E4-B93E-628A4E4505F2}"/>
              </a:ext>
            </a:extLst>
          </p:cNvPr>
          <p:cNvSpPr>
            <a:spLocks xmlns:a="http://schemas.openxmlformats.org/drawingml/2006/main" noGrp="1"/>
          </p:cNvSpPr>
          <p:nvPr/>
        </p:nvSpPr>
        <p:spPr>
          <a:xfrm xmlns:a="http://schemas.openxmlformats.org/drawingml/2006/main">
            <a:off x="3063239" y="4608576"/>
            <a:ext cx="2057401" cy="14871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lgn="ctr">
              <a:buNone/>
              <a:defRPr sz="1000" b="1">
                <a:solidFill>
                  <a:srgbClr val="FF705B"/>
                </a:solidFill>
                <a:latin typeface="Helvetica Neue"/>
                <a:ea typeface="Helvetica Neue"/>
                <a:cs typeface="Helvetica Neue"/>
              </a:defRPr>
            </a:pPr>
            <a:r>
              <a:t>• </a:t>
            </a:r>
            <a:r>
              <a:rPr>
                <a:solidFill>
                  <a:srgbClr val="73777F"/>
                </a:solidFill>
              </a:rPr>
              <a:t>below threshold · 54%</a:t>
            </a:r>
          </a:p>
        </p:txBody>
      </p:sp>
      <p:sp>
        <p:nvSpPr>
          <p:cNvPr id="2512" name="Connector 25">
            <a:extLst xmlns:a="http://schemas.openxmlformats.org/drawingml/2006/main">
              <a:ext uri="{FF2B5EF4-FFF2-40B4-BE49-F238E27FC236}">
                <a16:creationId xmlns:a16="http://schemas.microsoft.com/office/drawing/2014/main" id="{C4B3818B-4240-49C2-A6B4-B921A4856AEC}"/>
              </a:ext>
            </a:extLst>
          </p:cNvPr>
          <p:cNvSpPr>
            <a:spLocks xmlns:a="http://schemas.openxmlformats.org/drawingml/2006/main" noGrp="1"/>
          </p:cNvSpPr>
          <p:nvPr/>
        </p:nvSpPr>
        <p:spPr>
          <a:xfrm xmlns:a="http://schemas.openxmlformats.org/drawingml/2006/main">
            <a:off x="749807" y="5257800"/>
            <a:ext cx="10680194" cy="0"/>
          </a:xfrm>
          <a:prstGeom xmlns:a="http://schemas.openxmlformats.org/drawingml/2006/main" prst="line">
            <a:avLst/>
          </a:prstGeom>
          <a:ln xmlns:a="http://schemas.openxmlformats.org/drawingml/2006/main" w="1270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513" name="TextBox 26">
            <a:extLst xmlns:a="http://schemas.openxmlformats.org/drawingml/2006/main">
              <a:ext uri="{FF2B5EF4-FFF2-40B4-BE49-F238E27FC236}">
                <a16:creationId xmlns:a16="http://schemas.microsoft.com/office/drawing/2014/main" id="{FEAD0A42-10D2-4C35-918E-7DDD29657876}"/>
              </a:ext>
            </a:extLst>
          </p:cNvPr>
          <p:cNvSpPr>
            <a:spLocks xmlns:a="http://schemas.openxmlformats.org/drawingml/2006/main" noGrp="1"/>
          </p:cNvSpPr>
          <p:nvPr/>
        </p:nvSpPr>
        <p:spPr>
          <a:xfrm xmlns:a="http://schemas.openxmlformats.org/drawingml/2006/main">
            <a:off x="1984248" y="5559552"/>
            <a:ext cx="8229601" cy="235406"/>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lgn="ctr">
              <a:buNone/>
              <a:defRPr sz="1600" b="1">
                <a:solidFill>
                  <a:srgbClr val="1FA873"/>
                </a:solidFill>
                <a:latin typeface="Helvetica Neue"/>
                <a:ea typeface="Helvetica Neue"/>
                <a:cs typeface="Helvetica Neue"/>
              </a:defRPr>
            </a:pPr>
            <a:r>
              <a:t>• </a:t>
            </a:r>
            <a:r>
              <a:rPr>
                <a:solidFill>
                  <a:srgbClr val="111318"/>
                </a:solidFill>
              </a:rPr>
              <a:t>CCA identifies one qualified pool—some already shown, others hidden</a:t>
            </a:r>
          </a:p>
        </p:txBody>
      </p:sp>
      <p:sp>
        <p:nvSpPr>
          <p:cNvPr id="2514" name="TextBox 27">
            <a:extLst xmlns:a="http://schemas.openxmlformats.org/drawingml/2006/main">
              <a:ext uri="{FF2B5EF4-FFF2-40B4-BE49-F238E27FC236}">
                <a16:creationId xmlns:a16="http://schemas.microsoft.com/office/drawing/2014/main" id="{D465FDFA-8435-4C16-8031-2E8AD931287C}"/>
              </a:ext>
            </a:extLst>
          </p:cNvPr>
          <p:cNvSpPr>
            <a:spLocks xmlns:a="http://schemas.openxmlformats.org/drawingml/2006/main" noGrp="1"/>
          </p:cNvSpPr>
          <p:nvPr/>
        </p:nvSpPr>
        <p:spPr>
          <a:xfrm xmlns:a="http://schemas.openxmlformats.org/drawingml/2006/main">
            <a:off x="621792" y="6437376"/>
            <a:ext cx="10881360"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800">
                <a:solidFill>
                  <a:srgbClr val="73777F"/>
                </a:solidFill>
                <a:latin typeface="Helvetica Neue"/>
                <a:ea typeface="Helvetica Neue"/>
                <a:cs typeface="Helvetica Neue"/>
              </a:defRPr>
            </a:lvl1pPr>
          </a:lstStyle>
          <a:p xmlns:a="http://schemas.openxmlformats.org/drawingml/2006/main">
            <a:pPr>
              <a:buNone/>
            </a:pPr>
            <a:r>
              <a:t>• Authors’ 200k Representative pipeline</a:t>
            </a:r>
          </a:p>
        </p:txBody>
      </p:sp>
    </p:spTree>
    <p:extLst>
      <p:ext uri="{BB962C8B-B14F-4D97-AF65-F5344CB8AC3E}">
        <p14:creationId xmlns:p14="http://schemas.microsoft.com/office/powerpoint/2010/main" val="1605013714"/>
      </p:ext>
    </p:extLst>
  </p:cSld>
</p:sld>
</file>

<file path=ppt/slides/slide34.xml><?xml version="1.0" encoding="utf-8"?>
<p:sld xmlns:p="http://schemas.openxmlformats.org/presentationml/2006/main" showMasterSp="1">
  <p:cSld>
    <p:spTree>
      <p:nvGrpSpPr>
        <p:cNvPr id="1" name=""/>
        <p:cNvGrpSpPr/>
        <p:nvPr/>
      </p:nvGrpSpPr>
      <p:grpSpPr>
        <a:xfrm xmlns:a="http://schemas.openxmlformats.org/drawingml/2006/main"/>
      </p:grpSpPr>
      <p:sp>
        <p:nvSpPr>
          <p:cNvPr id="2516" name="TextBox 1">
            <a:extLst xmlns:a="http://schemas.openxmlformats.org/drawingml/2006/main">
              <a:ext uri="{FF2B5EF4-FFF2-40B4-BE49-F238E27FC236}">
                <a16:creationId xmlns:a16="http://schemas.microsoft.com/office/drawing/2014/main" id="{4B96693A-1E6F-4FBE-8ECF-E45B96E81060}"/>
              </a:ext>
            </a:extLst>
          </p:cNvPr>
          <p:cNvSpPr>
            <a:spLocks xmlns:a="http://schemas.openxmlformats.org/drawingml/2006/main" noGrp="1"/>
          </p:cNvSpPr>
          <p:nvPr/>
        </p:nvSpPr>
        <p:spPr>
          <a:xfrm xmlns:a="http://schemas.openxmlformats.org/drawingml/2006/main">
            <a:off x="603503" y="420623"/>
            <a:ext cx="4389122" cy="14871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000" b="1">
                <a:solidFill>
                  <a:srgbClr val="73777F"/>
                </a:solidFill>
                <a:latin typeface="Helvetica Neue"/>
                <a:ea typeface="Helvetica Neue"/>
                <a:cs typeface="Helvetica Neue"/>
              </a:defRPr>
            </a:lvl1pPr>
          </a:lstStyle>
          <a:p xmlns:a="http://schemas.openxmlformats.org/drawingml/2006/main">
            <a:pPr>
              <a:buNone/>
            </a:pPr>
            <a:r>
              <a:t>VALIDATION</a:t>
            </a:r>
          </a:p>
        </p:txBody>
      </p:sp>
      <p:sp>
        <p:nvSpPr>
          <p:cNvPr id="2517" name="TextBox 2">
            <a:extLst xmlns:a="http://schemas.openxmlformats.org/drawingml/2006/main">
              <a:ext uri="{FF2B5EF4-FFF2-40B4-BE49-F238E27FC236}">
                <a16:creationId xmlns:a16="http://schemas.microsoft.com/office/drawing/2014/main" id="{9BCA42DB-8256-4814-BB12-7A0F48645DC7}"/>
              </a:ext>
            </a:extLst>
          </p:cNvPr>
          <p:cNvSpPr>
            <a:spLocks xmlns:a="http://schemas.openxmlformats.org/drawingml/2006/main" noGrp="1"/>
          </p:cNvSpPr>
          <p:nvPr/>
        </p:nvSpPr>
        <p:spPr>
          <a:xfrm xmlns:a="http://schemas.openxmlformats.org/drawingml/2006/main">
            <a:off x="603504" y="786383"/>
            <a:ext cx="10515601" cy="45885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3000" b="1">
                <a:solidFill>
                  <a:srgbClr val="111318"/>
                </a:solidFill>
                <a:latin typeface="Helvetica Neue"/>
                <a:ea typeface="Helvetica Neue"/>
                <a:cs typeface="Helvetica Neue"/>
              </a:defRPr>
            </a:lvl1pPr>
          </a:lstStyle>
          <a:p xmlns:a="http://schemas.openxmlformats.org/drawingml/2006/main">
            <a:pPr>
              <a:buNone/>
            </a:pPr>
            <a:r>
              <a:t>Gemma Validation</a:t>
            </a:r>
          </a:p>
        </p:txBody>
      </p:sp>
      <p:sp>
        <p:nvSpPr>
          <p:cNvPr id="2518" name="TextBox 3">
            <a:extLst xmlns:a="http://schemas.openxmlformats.org/drawingml/2006/main">
              <a:ext uri="{FF2B5EF4-FFF2-40B4-BE49-F238E27FC236}">
                <a16:creationId xmlns:a16="http://schemas.microsoft.com/office/drawing/2014/main" id="{D677C4DC-AAC1-49A5-A92E-E1A1873D655E}"/>
              </a:ext>
            </a:extLst>
          </p:cNvPr>
          <p:cNvSpPr>
            <a:spLocks xmlns:a="http://schemas.openxmlformats.org/drawingml/2006/main" noGrp="1"/>
          </p:cNvSpPr>
          <p:nvPr/>
        </p:nvSpPr>
        <p:spPr>
          <a:xfrm xmlns:a="http://schemas.openxmlformats.org/drawingml/2006/main">
            <a:off x="11082528" y="457200"/>
            <a:ext cx="438913" cy="136385"/>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r">
              <a:buNone/>
              <a:defRPr sz="900" b="1">
                <a:solidFill>
                  <a:srgbClr val="73777F"/>
                </a:solidFill>
                <a:latin typeface="Helvetica Neue"/>
                <a:ea typeface="Helvetica Neue"/>
                <a:cs typeface="Helvetica Neue"/>
              </a:defRPr>
            </a:lvl1pPr>
          </a:lstStyle>
          <a:p xmlns:a="http://schemas.openxmlformats.org/drawingml/2006/main">
            <a:pPr>
              <a:buNone/>
            </a:pPr>
            <a:r>
              <a:t>13</a:t>
            </a:r>
          </a:p>
        </p:txBody>
      </p:sp>
      <p:sp>
        <p:nvSpPr>
          <p:cNvPr id="2519" name="Connector 4">
            <a:extLst xmlns:a="http://schemas.openxmlformats.org/drawingml/2006/main">
              <a:ext uri="{FF2B5EF4-FFF2-40B4-BE49-F238E27FC236}">
                <a16:creationId xmlns:a16="http://schemas.microsoft.com/office/drawing/2014/main" id="{74FBF2C1-7B98-451E-B02A-44AE0FC8C3EA}"/>
              </a:ext>
            </a:extLst>
          </p:cNvPr>
          <p:cNvSpPr>
            <a:spLocks xmlns:a="http://schemas.openxmlformats.org/drawingml/2006/main" noGrp="1"/>
          </p:cNvSpPr>
          <p:nvPr/>
        </p:nvSpPr>
        <p:spPr>
          <a:xfrm xmlns:a="http://schemas.openxmlformats.org/drawingml/2006/main" flipH="1">
            <a:off x="6089904" y="1600199"/>
            <a:ext cx="1" cy="3575304"/>
          </a:xfrm>
          <a:prstGeom xmlns:a="http://schemas.openxmlformats.org/drawingml/2006/main" prst="line">
            <a:avLst/>
          </a:prstGeom>
          <a:ln xmlns:a="http://schemas.openxmlformats.org/drawingml/2006/main" w="1270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520" name="Oval 5">
            <a:extLst xmlns:a="http://schemas.openxmlformats.org/drawingml/2006/main">
              <a:ext uri="{FF2B5EF4-FFF2-40B4-BE49-F238E27FC236}">
                <a16:creationId xmlns:a16="http://schemas.microsoft.com/office/drawing/2014/main" id="{00C3A7CE-EDB8-471F-92AD-91D3E87B52C9}"/>
              </a:ext>
            </a:extLst>
          </p:cNvPr>
          <p:cNvSpPr>
            <a:spLocks xmlns:a="http://schemas.openxmlformats.org/drawingml/2006/main" noGrp="1"/>
          </p:cNvSpPr>
          <p:nvPr/>
        </p:nvSpPr>
        <p:spPr>
          <a:xfrm xmlns:a="http://schemas.openxmlformats.org/drawingml/2006/main">
            <a:off x="822960" y="1636776"/>
            <a:ext cx="201169" cy="201169"/>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2521" name="TextBox 6">
            <a:extLst xmlns:a="http://schemas.openxmlformats.org/drawingml/2006/main">
              <a:ext uri="{FF2B5EF4-FFF2-40B4-BE49-F238E27FC236}">
                <a16:creationId xmlns:a16="http://schemas.microsoft.com/office/drawing/2014/main" id="{4AE00ACC-A395-4889-9902-4E1AC01BEC17}"/>
              </a:ext>
            </a:extLst>
          </p:cNvPr>
          <p:cNvSpPr>
            <a:spLocks xmlns:a="http://schemas.openxmlformats.org/drawingml/2006/main" noGrp="1"/>
          </p:cNvSpPr>
          <p:nvPr/>
        </p:nvSpPr>
        <p:spPr>
          <a:xfrm xmlns:a="http://schemas.openxmlformats.org/drawingml/2006/main">
            <a:off x="1133855" y="1627632"/>
            <a:ext cx="1737362" cy="14871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000" b="1">
                <a:solidFill>
                  <a:srgbClr val="3977F6"/>
                </a:solidFill>
                <a:latin typeface="Helvetica Neue"/>
                <a:ea typeface="Helvetica Neue"/>
                <a:cs typeface="Helvetica Neue"/>
              </a:defRPr>
            </a:lvl1pPr>
          </a:lstStyle>
          <a:p xmlns:a="http://schemas.openxmlformats.org/drawingml/2006/main">
            <a:pPr>
              <a:buNone/>
            </a:pPr>
            <a:r>
              <a:t>STAGE 1</a:t>
            </a:r>
          </a:p>
        </p:txBody>
      </p:sp>
      <p:sp>
        <p:nvSpPr>
          <p:cNvPr id="2522" name="TextBox 7">
            <a:extLst xmlns:a="http://schemas.openxmlformats.org/drawingml/2006/main">
              <a:ext uri="{FF2B5EF4-FFF2-40B4-BE49-F238E27FC236}">
                <a16:creationId xmlns:a16="http://schemas.microsoft.com/office/drawing/2014/main" id="{35984737-D5DE-48DE-A2AB-89ACDC374CA9}"/>
              </a:ext>
            </a:extLst>
          </p:cNvPr>
          <p:cNvSpPr>
            <a:spLocks xmlns:a="http://schemas.openxmlformats.org/drawingml/2006/main" noGrp="1"/>
          </p:cNvSpPr>
          <p:nvPr/>
        </p:nvSpPr>
        <p:spPr>
          <a:xfrm xmlns:a="http://schemas.openxmlformats.org/drawingml/2006/main">
            <a:off x="822959" y="1993392"/>
            <a:ext cx="3291842" cy="2978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900" b="1">
                <a:solidFill>
                  <a:srgbClr val="111318"/>
                </a:solidFill>
                <a:latin typeface="Helvetica Neue"/>
                <a:ea typeface="Helvetica Neue"/>
                <a:cs typeface="Helvetica Neue"/>
              </a:defRPr>
            </a:lvl1pPr>
          </a:lstStyle>
          <a:p xmlns:a="http://schemas.openxmlformats.org/drawingml/2006/main">
            <a:pPr>
              <a:buNone/>
            </a:pPr>
            <a:r>
              <a:t>Nature + sourcing</a:t>
            </a:r>
          </a:p>
        </p:txBody>
      </p:sp>
      <p:sp>
        <p:nvSpPr>
          <p:cNvPr id="2523" name="TextBox 8">
            <a:extLst xmlns:a="http://schemas.openxmlformats.org/drawingml/2006/main">
              <a:ext uri="{FF2B5EF4-FFF2-40B4-BE49-F238E27FC236}">
                <a16:creationId xmlns:a16="http://schemas.microsoft.com/office/drawing/2014/main" id="{E6558C98-ED48-4F2E-A8DC-A7BA31F30BF0}"/>
              </a:ext>
            </a:extLst>
          </p:cNvPr>
          <p:cNvSpPr>
            <a:spLocks xmlns:a="http://schemas.openxmlformats.org/drawingml/2006/main" noGrp="1"/>
          </p:cNvSpPr>
          <p:nvPr/>
        </p:nvSpPr>
        <p:spPr>
          <a:xfrm xmlns:a="http://schemas.openxmlformats.org/drawingml/2006/main">
            <a:off x="841247" y="2578607"/>
            <a:ext cx="658369"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800" b="1">
                <a:solidFill>
                  <a:srgbClr val="1FA873"/>
                </a:solidFill>
                <a:latin typeface="Helvetica Neue"/>
                <a:ea typeface="Helvetica Neue"/>
                <a:cs typeface="Helvetica Neue"/>
              </a:defRPr>
            </a:lvl1pPr>
          </a:lstStyle>
          <a:p xmlns:a="http://schemas.openxmlformats.org/drawingml/2006/main">
            <a:pPr>
              <a:buNone/>
            </a:pPr>
            <a:r>
              <a:t>PASS</a:t>
            </a:r>
          </a:p>
        </p:txBody>
      </p:sp>
      <p:sp>
        <p:nvSpPr>
          <p:cNvPr id="2524" name="TextBox 9">
            <a:extLst xmlns:a="http://schemas.openxmlformats.org/drawingml/2006/main">
              <a:ext uri="{FF2B5EF4-FFF2-40B4-BE49-F238E27FC236}">
                <a16:creationId xmlns:a16="http://schemas.microsoft.com/office/drawing/2014/main" id="{2386F8AD-F313-4DE0-B4AF-C9D2386570B4}"/>
              </a:ext>
            </a:extLst>
          </p:cNvPr>
          <p:cNvSpPr>
            <a:spLocks xmlns:a="http://schemas.openxmlformats.org/drawingml/2006/main" noGrp="1"/>
          </p:cNvSpPr>
          <p:nvPr/>
        </p:nvSpPr>
        <p:spPr>
          <a:xfrm xmlns:a="http://schemas.openxmlformats.org/drawingml/2006/main">
            <a:off x="1517903" y="2532888"/>
            <a:ext cx="3383281" cy="19841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300" b="1">
                <a:solidFill>
                  <a:srgbClr val="1FA873"/>
                </a:solidFill>
                <a:latin typeface="Helvetica Neue"/>
                <a:ea typeface="Helvetica Neue"/>
                <a:cs typeface="Helvetica Neue"/>
              </a:defRPr>
            </a:pPr>
            <a:r>
              <a:t>• </a:t>
            </a:r>
            <a:r>
              <a:rPr>
                <a:solidFill>
                  <a:srgbClr val="111318"/>
                </a:solidFill>
              </a:rPr>
              <a:t>sourced factual information</a:t>
            </a:r>
          </a:p>
        </p:txBody>
      </p:sp>
      <p:sp>
        <p:nvSpPr>
          <p:cNvPr id="2525" name="TextBox 10">
            <a:extLst xmlns:a="http://schemas.openxmlformats.org/drawingml/2006/main">
              <a:ext uri="{FF2B5EF4-FFF2-40B4-BE49-F238E27FC236}">
                <a16:creationId xmlns:a16="http://schemas.microsoft.com/office/drawing/2014/main" id="{024930A9-AEB9-44D9-B174-0768909C0AC7}"/>
              </a:ext>
            </a:extLst>
          </p:cNvPr>
          <p:cNvSpPr>
            <a:spLocks xmlns:a="http://schemas.openxmlformats.org/drawingml/2006/main" noGrp="1"/>
          </p:cNvSpPr>
          <p:nvPr/>
        </p:nvSpPr>
        <p:spPr>
          <a:xfrm xmlns:a="http://schemas.openxmlformats.org/drawingml/2006/main">
            <a:off x="841247" y="3017520"/>
            <a:ext cx="777241"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800" b="1">
                <a:solidFill>
                  <a:srgbClr val="3977F6"/>
                </a:solidFill>
                <a:latin typeface="Helvetica Neue"/>
                <a:ea typeface="Helvetica Neue"/>
                <a:cs typeface="Helvetica Neue"/>
              </a:defRPr>
            </a:lvl1pPr>
          </a:lstStyle>
          <a:p xmlns:a="http://schemas.openxmlformats.org/drawingml/2006/main">
            <a:pPr>
              <a:buNone/>
            </a:pPr>
            <a:r>
              <a:t>RECHECK</a:t>
            </a:r>
          </a:p>
        </p:txBody>
      </p:sp>
      <p:sp>
        <p:nvSpPr>
          <p:cNvPr id="2526" name="TextBox 11">
            <a:extLst xmlns:a="http://schemas.openxmlformats.org/drawingml/2006/main">
              <a:ext uri="{FF2B5EF4-FFF2-40B4-BE49-F238E27FC236}">
                <a16:creationId xmlns:a16="http://schemas.microsoft.com/office/drawing/2014/main" id="{8B3C3127-B523-4080-815B-E530A2B725C8}"/>
              </a:ext>
            </a:extLst>
          </p:cNvPr>
          <p:cNvSpPr>
            <a:spLocks xmlns:a="http://schemas.openxmlformats.org/drawingml/2006/main" noGrp="1"/>
          </p:cNvSpPr>
          <p:nvPr/>
        </p:nvSpPr>
        <p:spPr>
          <a:xfrm xmlns:a="http://schemas.openxmlformats.org/drawingml/2006/main">
            <a:off x="1627632" y="2944367"/>
            <a:ext cx="3246121" cy="161049"/>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100" b="1">
                <a:solidFill>
                  <a:srgbClr val="3977F6"/>
                </a:solidFill>
                <a:latin typeface="Helvetica Neue"/>
                <a:ea typeface="Helvetica Neue"/>
                <a:cs typeface="Helvetica Neue"/>
              </a:defRPr>
            </a:pPr>
            <a:r>
              <a:t>• </a:t>
            </a:r>
            <a:r>
              <a:rPr b="0">
                <a:solidFill>
                  <a:srgbClr val="73777F"/>
                </a:solidFill>
              </a:rPr>
              <a:t>opinion / speculation</a:t>
            </a:r>
          </a:p>
        </p:txBody>
      </p:sp>
      <p:sp>
        <p:nvSpPr>
          <p:cNvPr id="2527" name="TextBox 12">
            <a:extLst xmlns:a="http://schemas.openxmlformats.org/drawingml/2006/main">
              <a:ext uri="{FF2B5EF4-FFF2-40B4-BE49-F238E27FC236}">
                <a16:creationId xmlns:a16="http://schemas.microsoft.com/office/drawing/2014/main" id="{C7865B07-9B4D-44FC-8086-26DAD43BB1F6}"/>
              </a:ext>
            </a:extLst>
          </p:cNvPr>
          <p:cNvSpPr>
            <a:spLocks xmlns:a="http://schemas.openxmlformats.org/drawingml/2006/main" noGrp="1"/>
          </p:cNvSpPr>
          <p:nvPr/>
        </p:nvSpPr>
        <p:spPr>
          <a:xfrm xmlns:a="http://schemas.openxmlformats.org/drawingml/2006/main">
            <a:off x="1627632" y="3300984"/>
            <a:ext cx="3154681"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800" b="1">
                <a:solidFill>
                  <a:srgbClr val="3977F6"/>
                </a:solidFill>
                <a:latin typeface="Helvetica Neue"/>
                <a:ea typeface="Helvetica Neue"/>
                <a:cs typeface="Helvetica Neue"/>
              </a:defRPr>
            </a:lvl1pPr>
          </a:lstStyle>
          <a:p xmlns:a="http://schemas.openxmlformats.org/drawingml/2006/main">
            <a:pPr>
              <a:buNone/>
            </a:pPr>
            <a:r>
              <a:t>STAGE 1.5 · SOURCED FACTUAL CORE</a:t>
            </a:r>
          </a:p>
        </p:txBody>
      </p:sp>
      <p:sp>
        <p:nvSpPr>
          <p:cNvPr id="2528" name="TextBox 13">
            <a:extLst xmlns:a="http://schemas.openxmlformats.org/drawingml/2006/main">
              <a:ext uri="{FF2B5EF4-FFF2-40B4-BE49-F238E27FC236}">
                <a16:creationId xmlns:a16="http://schemas.microsoft.com/office/drawing/2014/main" id="{80766DBF-4964-4E83-AF75-5FF8AD104BDC}"/>
              </a:ext>
            </a:extLst>
          </p:cNvPr>
          <p:cNvSpPr>
            <a:spLocks xmlns:a="http://schemas.openxmlformats.org/drawingml/2006/main" noGrp="1"/>
          </p:cNvSpPr>
          <p:nvPr/>
        </p:nvSpPr>
        <p:spPr>
          <a:xfrm xmlns:a="http://schemas.openxmlformats.org/drawingml/2006/main">
            <a:off x="841247" y="3703320"/>
            <a:ext cx="548641"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800" b="1">
                <a:solidFill>
                  <a:srgbClr val="FF705B"/>
                </a:solidFill>
                <a:latin typeface="Helvetica Neue"/>
                <a:ea typeface="Helvetica Neue"/>
                <a:cs typeface="Helvetica Neue"/>
              </a:defRPr>
            </a:lvl1pPr>
          </a:lstStyle>
          <a:p xmlns:a="http://schemas.openxmlformats.org/drawingml/2006/main">
            <a:pPr>
              <a:buNone/>
            </a:pPr>
            <a:r>
              <a:t>STOP</a:t>
            </a:r>
          </a:p>
        </p:txBody>
      </p:sp>
      <p:sp>
        <p:nvSpPr>
          <p:cNvPr id="2529" name="TextBox 14">
            <a:extLst xmlns:a="http://schemas.openxmlformats.org/drawingml/2006/main">
              <a:ext uri="{FF2B5EF4-FFF2-40B4-BE49-F238E27FC236}">
                <a16:creationId xmlns:a16="http://schemas.microsoft.com/office/drawing/2014/main" id="{3714FC69-D271-4280-8728-6CBA94989675}"/>
              </a:ext>
            </a:extLst>
          </p:cNvPr>
          <p:cNvSpPr>
            <a:spLocks xmlns:a="http://schemas.openxmlformats.org/drawingml/2006/main" noGrp="1"/>
          </p:cNvSpPr>
          <p:nvPr/>
        </p:nvSpPr>
        <p:spPr>
          <a:xfrm xmlns:a="http://schemas.openxmlformats.org/drawingml/2006/main">
            <a:off x="1417319" y="3639311"/>
            <a:ext cx="3401569" cy="161049"/>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100" b="1">
                <a:solidFill>
                  <a:srgbClr val="FF705B"/>
                </a:solidFill>
                <a:latin typeface="Helvetica Neue"/>
                <a:ea typeface="Helvetica Neue"/>
                <a:cs typeface="Helvetica Neue"/>
              </a:defRPr>
            </a:pPr>
            <a:r>
              <a:t>• </a:t>
            </a:r>
            <a:r>
              <a:rPr b="0">
                <a:solidFill>
                  <a:srgbClr val="73777F"/>
                </a:solidFill>
              </a:rPr>
              <a:t>unsourced context / claim</a:t>
            </a:r>
          </a:p>
        </p:txBody>
      </p:sp>
      <p:sp>
        <p:nvSpPr>
          <p:cNvPr id="2530" name="TextBox 15">
            <a:extLst xmlns:a="http://schemas.openxmlformats.org/drawingml/2006/main">
              <a:ext uri="{FF2B5EF4-FFF2-40B4-BE49-F238E27FC236}">
                <a16:creationId xmlns:a16="http://schemas.microsoft.com/office/drawing/2014/main" id="{82940D20-BAEB-4A74-85F3-558C42D4D116}"/>
              </a:ext>
            </a:extLst>
          </p:cNvPr>
          <p:cNvSpPr>
            <a:spLocks xmlns:a="http://schemas.openxmlformats.org/drawingml/2006/main" noGrp="1"/>
          </p:cNvSpPr>
          <p:nvPr/>
        </p:nvSpPr>
        <p:spPr>
          <a:xfrm xmlns:a="http://schemas.openxmlformats.org/drawingml/2006/main">
            <a:off x="1417319" y="4005071"/>
            <a:ext cx="3401569" cy="161049"/>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100" b="1">
                <a:solidFill>
                  <a:srgbClr val="FF705B"/>
                </a:solidFill>
                <a:latin typeface="Helvetica Neue"/>
                <a:ea typeface="Helvetica Neue"/>
                <a:cs typeface="Helvetica Neue"/>
              </a:defRPr>
            </a:pPr>
            <a:r>
              <a:t>• </a:t>
            </a:r>
            <a:r>
              <a:rPr b="0">
                <a:solidFill>
                  <a:srgbClr val="73777F"/>
                </a:solidFill>
              </a:rPr>
              <a:t>hostile / derogatory</a:t>
            </a:r>
          </a:p>
        </p:txBody>
      </p:sp>
      <p:sp>
        <p:nvSpPr>
          <p:cNvPr id="2531" name="TextBox 16">
            <a:extLst xmlns:a="http://schemas.openxmlformats.org/drawingml/2006/main">
              <a:ext uri="{FF2B5EF4-FFF2-40B4-BE49-F238E27FC236}">
                <a16:creationId xmlns:a16="http://schemas.microsoft.com/office/drawing/2014/main" id="{10D693F4-F831-4BDF-8FBB-3FEC956EC2B1}"/>
              </a:ext>
            </a:extLst>
          </p:cNvPr>
          <p:cNvSpPr>
            <a:spLocks xmlns:a="http://schemas.openxmlformats.org/drawingml/2006/main" noGrp="1"/>
          </p:cNvSpPr>
          <p:nvPr/>
        </p:nvSpPr>
        <p:spPr>
          <a:xfrm xmlns:a="http://schemas.openxmlformats.org/drawingml/2006/main">
            <a:off x="1417319" y="4370832"/>
            <a:ext cx="3401569" cy="16104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100" b="1">
                <a:solidFill>
                  <a:srgbClr val="FF705B"/>
                </a:solidFill>
                <a:latin typeface="Helvetica Neue"/>
                <a:ea typeface="Helvetica Neue"/>
                <a:cs typeface="Helvetica Neue"/>
              </a:defRPr>
            </a:pPr>
            <a:r>
              <a:t>• </a:t>
            </a:r>
            <a:r>
              <a:rPr b="0">
                <a:solidFill>
                  <a:srgbClr val="73777F"/>
                </a:solidFill>
              </a:rPr>
              <a:t>irrelevant / spam</a:t>
            </a:r>
          </a:p>
        </p:txBody>
      </p:sp>
      <p:sp>
        <p:nvSpPr>
          <p:cNvPr id="2532" name="TextBox 17">
            <a:extLst xmlns:a="http://schemas.openxmlformats.org/drawingml/2006/main">
              <a:ext uri="{FF2B5EF4-FFF2-40B4-BE49-F238E27FC236}">
                <a16:creationId xmlns:a16="http://schemas.microsoft.com/office/drawing/2014/main" id="{B9530AA2-54CD-4AA8-98E5-E2FD28FB8C88}"/>
              </a:ext>
            </a:extLst>
          </p:cNvPr>
          <p:cNvSpPr>
            <a:spLocks xmlns:a="http://schemas.openxmlformats.org/drawingml/2006/main" noGrp="1"/>
          </p:cNvSpPr>
          <p:nvPr/>
        </p:nvSpPr>
        <p:spPr>
          <a:xfrm xmlns:a="http://schemas.openxmlformats.org/drawingml/2006/main">
            <a:off x="841247" y="4809744"/>
            <a:ext cx="4526281" cy="14871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000" b="1">
                <a:solidFill>
                  <a:srgbClr val="3977F6"/>
                </a:solidFill>
                <a:latin typeface="Helvetica Neue"/>
                <a:ea typeface="Helvetica Neue"/>
                <a:cs typeface="Helvetica Neue"/>
              </a:defRPr>
            </a:lvl1pPr>
          </a:lstStyle>
          <a:p xmlns:a="http://schemas.openxmlformats.org/drawingml/2006/main">
            <a:pPr>
              <a:buNone/>
            </a:pPr>
            <a:r>
              <a:t>VISIBLE EXTERNAL SOURCE POINTER REQUIRED</a:t>
            </a:r>
          </a:p>
        </p:txBody>
      </p:sp>
      <p:sp>
        <p:nvSpPr>
          <p:cNvPr id="2533" name="Oval 18">
            <a:extLst xmlns:a="http://schemas.openxmlformats.org/drawingml/2006/main">
              <a:ext uri="{FF2B5EF4-FFF2-40B4-BE49-F238E27FC236}">
                <a16:creationId xmlns:a16="http://schemas.microsoft.com/office/drawing/2014/main" id="{B926C61E-30A0-43E0-AEE5-8AAF8DAA0F4C}"/>
              </a:ext>
            </a:extLst>
          </p:cNvPr>
          <p:cNvSpPr>
            <a:spLocks xmlns:a="http://schemas.openxmlformats.org/drawingml/2006/main" noGrp="1"/>
          </p:cNvSpPr>
          <p:nvPr/>
        </p:nvSpPr>
        <p:spPr>
          <a:xfrm xmlns:a="http://schemas.openxmlformats.org/drawingml/2006/main">
            <a:off x="6446520" y="1636776"/>
            <a:ext cx="201169" cy="201169"/>
          </a:xfrm>
          <a:prstGeom xmlns:a="http://schemas.openxmlformats.org/drawingml/2006/main" prst="ellipse">
            <a:avLst/>
          </a:prstGeom>
          <a:solidFill xmlns:a="http://schemas.openxmlformats.org/drawingml/2006/main">
            <a:srgbClr val="1FA873"/>
          </a:solidFill>
          <a:ln xmlns:a="http://schemas.openxmlformats.org/drawingml/2006/main" w="10160">
            <a:solidFill>
              <a:srgbClr val="1FA873"/>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2534" name="TextBox 19">
            <a:extLst xmlns:a="http://schemas.openxmlformats.org/drawingml/2006/main">
              <a:ext uri="{FF2B5EF4-FFF2-40B4-BE49-F238E27FC236}">
                <a16:creationId xmlns:a16="http://schemas.microsoft.com/office/drawing/2014/main" id="{37664DC5-70E6-4824-8DFD-7CC7548EA008}"/>
              </a:ext>
            </a:extLst>
          </p:cNvPr>
          <p:cNvSpPr>
            <a:spLocks xmlns:a="http://schemas.openxmlformats.org/drawingml/2006/main" noGrp="1"/>
          </p:cNvSpPr>
          <p:nvPr/>
        </p:nvSpPr>
        <p:spPr>
          <a:xfrm xmlns:a="http://schemas.openxmlformats.org/drawingml/2006/main">
            <a:off x="6757416" y="1627632"/>
            <a:ext cx="1737361" cy="14871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000" b="1">
                <a:solidFill>
                  <a:srgbClr val="1FA873"/>
                </a:solidFill>
                <a:latin typeface="Helvetica Neue"/>
                <a:ea typeface="Helvetica Neue"/>
                <a:cs typeface="Helvetica Neue"/>
              </a:defRPr>
            </a:lvl1pPr>
          </a:lstStyle>
          <a:p xmlns:a="http://schemas.openxmlformats.org/drawingml/2006/main">
            <a:pPr>
              <a:buNone/>
            </a:pPr>
            <a:r>
              <a:t>STAGE 2</a:t>
            </a:r>
          </a:p>
        </p:txBody>
      </p:sp>
      <p:sp>
        <p:nvSpPr>
          <p:cNvPr id="2535" name="TextBox 20">
            <a:extLst xmlns:a="http://schemas.openxmlformats.org/drawingml/2006/main">
              <a:ext uri="{FF2B5EF4-FFF2-40B4-BE49-F238E27FC236}">
                <a16:creationId xmlns:a16="http://schemas.microsoft.com/office/drawing/2014/main" id="{88921BC9-32B3-4B23-A931-A07B2F93EA84}"/>
              </a:ext>
            </a:extLst>
          </p:cNvPr>
          <p:cNvSpPr>
            <a:spLocks xmlns:a="http://schemas.openxmlformats.org/drawingml/2006/main" noGrp="1"/>
          </p:cNvSpPr>
          <p:nvPr/>
        </p:nvSpPr>
        <p:spPr>
          <a:xfrm xmlns:a="http://schemas.openxmlformats.org/drawingml/2006/main">
            <a:off x="6446520" y="1993392"/>
            <a:ext cx="2926081" cy="2978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900" b="1">
                <a:solidFill>
                  <a:srgbClr val="111318"/>
                </a:solidFill>
                <a:latin typeface="Helvetica Neue"/>
                <a:ea typeface="Helvetica Neue"/>
                <a:cs typeface="Helvetica Neue"/>
              </a:defRPr>
            </a:lvl1pPr>
          </a:lstStyle>
          <a:p xmlns:a="http://schemas.openxmlformats.org/drawingml/2006/main">
            <a:pPr>
              <a:buNone/>
            </a:pPr>
            <a:r>
              <a:t>Rescue worthiness</a:t>
            </a:r>
          </a:p>
        </p:txBody>
      </p:sp>
      <p:sp>
        <p:nvSpPr>
          <p:cNvPr id="2536" name="TextBox 21">
            <a:extLst xmlns:a="http://schemas.openxmlformats.org/drawingml/2006/main">
              <a:ext uri="{FF2B5EF4-FFF2-40B4-BE49-F238E27FC236}">
                <a16:creationId xmlns:a16="http://schemas.microsoft.com/office/drawing/2014/main" id="{7091E8A4-3C7E-4A81-927E-A52FB52621E4}"/>
              </a:ext>
            </a:extLst>
          </p:cNvPr>
          <p:cNvSpPr>
            <a:spLocks xmlns:a="http://schemas.openxmlformats.org/drawingml/2006/main" noGrp="1"/>
          </p:cNvSpPr>
          <p:nvPr/>
        </p:nvSpPr>
        <p:spPr>
          <a:xfrm xmlns:a="http://schemas.openxmlformats.org/drawingml/2006/main">
            <a:off x="9893807" y="1892806"/>
            <a:ext cx="1234441" cy="409155"/>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r">
              <a:buNone/>
              <a:defRPr sz="2700" b="1">
                <a:solidFill>
                  <a:srgbClr val="1FA873"/>
                </a:solidFill>
                <a:latin typeface="Helvetica Neue"/>
                <a:ea typeface="Helvetica Neue"/>
                <a:cs typeface="Helvetica Neue"/>
              </a:defRPr>
            </a:lvl1pPr>
          </a:lstStyle>
          <a:p xmlns:a="http://schemas.openxmlformats.org/drawingml/2006/main">
            <a:pPr>
              <a:buNone/>
            </a:pPr>
            <a:r>
              <a:t>0–100</a:t>
            </a:r>
          </a:p>
        </p:txBody>
      </p:sp>
      <p:sp>
        <p:nvSpPr>
          <p:cNvPr id="2537" name="TextBox 22">
            <a:extLst xmlns:a="http://schemas.openxmlformats.org/drawingml/2006/main">
              <a:ext uri="{FF2B5EF4-FFF2-40B4-BE49-F238E27FC236}">
                <a16:creationId xmlns:a16="http://schemas.microsoft.com/office/drawing/2014/main" id="{13ABA319-D750-4B81-91D5-84793EA53A7E}"/>
              </a:ext>
            </a:extLst>
          </p:cNvPr>
          <p:cNvSpPr>
            <a:spLocks xmlns:a="http://schemas.openxmlformats.org/drawingml/2006/main" noGrp="1"/>
          </p:cNvSpPr>
          <p:nvPr/>
        </p:nvSpPr>
        <p:spPr>
          <a:xfrm xmlns:a="http://schemas.openxmlformats.org/drawingml/2006/main">
            <a:off x="6473952" y="2633472"/>
            <a:ext cx="3246121" cy="18608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200" b="1">
                <a:solidFill>
                  <a:srgbClr val="1FA873"/>
                </a:solidFill>
                <a:latin typeface="Helvetica Neue"/>
                <a:ea typeface="Helvetica Neue"/>
                <a:cs typeface="Helvetica Neue"/>
              </a:defRPr>
            </a:pPr>
            <a:r>
              <a:t>• </a:t>
            </a:r>
            <a:r>
              <a:rPr b="0">
                <a:solidFill>
                  <a:srgbClr val="73777F"/>
                </a:solidFill>
              </a:rPr>
              <a:t>source traceability</a:t>
            </a:r>
          </a:p>
        </p:txBody>
      </p:sp>
      <p:sp>
        <p:nvSpPr>
          <p:cNvPr id="2538" name="TextBox 23">
            <a:extLst xmlns:a="http://schemas.openxmlformats.org/drawingml/2006/main">
              <a:ext uri="{FF2B5EF4-FFF2-40B4-BE49-F238E27FC236}">
                <a16:creationId xmlns:a16="http://schemas.microsoft.com/office/drawing/2014/main" id="{5847D5B0-C538-48F9-93C9-C22671497E32}"/>
              </a:ext>
            </a:extLst>
          </p:cNvPr>
          <p:cNvSpPr>
            <a:spLocks xmlns:a="http://schemas.openxmlformats.org/drawingml/2006/main" noGrp="1"/>
          </p:cNvSpPr>
          <p:nvPr/>
        </p:nvSpPr>
        <p:spPr>
          <a:xfrm xmlns:a="http://schemas.openxmlformats.org/drawingml/2006/main">
            <a:off x="6473952" y="3072383"/>
            <a:ext cx="3246121" cy="18608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200" b="1">
                <a:solidFill>
                  <a:srgbClr val="1FA873"/>
                </a:solidFill>
                <a:latin typeface="Helvetica Neue"/>
                <a:ea typeface="Helvetica Neue"/>
                <a:cs typeface="Helvetica Neue"/>
              </a:defRPr>
            </a:pPr>
            <a:r>
              <a:t>• </a:t>
            </a:r>
            <a:r>
              <a:rPr b="0">
                <a:solidFill>
                  <a:srgbClr val="73777F"/>
                </a:solidFill>
              </a:rPr>
              <a:t>claim–source connection</a:t>
            </a:r>
          </a:p>
        </p:txBody>
      </p:sp>
      <p:sp>
        <p:nvSpPr>
          <p:cNvPr id="2539" name="TextBox 24">
            <a:extLst xmlns:a="http://schemas.openxmlformats.org/drawingml/2006/main">
              <a:ext uri="{FF2B5EF4-FFF2-40B4-BE49-F238E27FC236}">
                <a16:creationId xmlns:a16="http://schemas.microsoft.com/office/drawing/2014/main" id="{B0642FBD-58E3-4B50-9A21-0E4D2908E7EC}"/>
              </a:ext>
            </a:extLst>
          </p:cNvPr>
          <p:cNvSpPr>
            <a:spLocks xmlns:a="http://schemas.openxmlformats.org/drawingml/2006/main" noGrp="1"/>
          </p:cNvSpPr>
          <p:nvPr/>
        </p:nvSpPr>
        <p:spPr>
          <a:xfrm xmlns:a="http://schemas.openxmlformats.org/drawingml/2006/main">
            <a:off x="6473952" y="3511296"/>
            <a:ext cx="3246121" cy="18608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200" b="1">
                <a:solidFill>
                  <a:srgbClr val="1FA873"/>
                </a:solidFill>
                <a:latin typeface="Helvetica Neue"/>
                <a:ea typeface="Helvetica Neue"/>
                <a:cs typeface="Helvetica Neue"/>
              </a:defRPr>
            </a:pPr>
            <a:r>
              <a:t>• </a:t>
            </a:r>
            <a:r>
              <a:rPr b="0">
                <a:solidFill>
                  <a:srgbClr val="73777F"/>
                </a:solidFill>
              </a:rPr>
              <a:t>clarity and neutrality</a:t>
            </a:r>
          </a:p>
        </p:txBody>
      </p:sp>
      <p:sp>
        <p:nvSpPr>
          <p:cNvPr id="2540" name="TextBox 25">
            <a:extLst xmlns:a="http://schemas.openxmlformats.org/drawingml/2006/main">
              <a:ext uri="{FF2B5EF4-FFF2-40B4-BE49-F238E27FC236}">
                <a16:creationId xmlns:a16="http://schemas.microsoft.com/office/drawing/2014/main" id="{3388D3F8-9B28-4488-8395-819AD3844304}"/>
              </a:ext>
            </a:extLst>
          </p:cNvPr>
          <p:cNvSpPr>
            <a:spLocks xmlns:a="http://schemas.openxmlformats.org/drawingml/2006/main" noGrp="1"/>
          </p:cNvSpPr>
          <p:nvPr/>
        </p:nvSpPr>
        <p:spPr>
          <a:xfrm xmlns:a="http://schemas.openxmlformats.org/drawingml/2006/main">
            <a:off x="6473952" y="3950208"/>
            <a:ext cx="3246121" cy="18608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200" b="1">
                <a:solidFill>
                  <a:srgbClr val="1FA873"/>
                </a:solidFill>
                <a:latin typeface="Helvetica Neue"/>
                <a:ea typeface="Helvetica Neue"/>
                <a:cs typeface="Helvetica Neue"/>
              </a:defRPr>
            </a:pPr>
            <a:r>
              <a:t>• </a:t>
            </a:r>
            <a:r>
              <a:rPr b="0">
                <a:solidFill>
                  <a:srgbClr val="73777F"/>
                </a:solidFill>
              </a:rPr>
              <a:t>constructive presentation</a:t>
            </a:r>
          </a:p>
        </p:txBody>
      </p:sp>
      <p:sp>
        <p:nvSpPr>
          <p:cNvPr id="2541" name="Connector 26">
            <a:extLst xmlns:a="http://schemas.openxmlformats.org/drawingml/2006/main">
              <a:ext uri="{FF2B5EF4-FFF2-40B4-BE49-F238E27FC236}">
                <a16:creationId xmlns:a16="http://schemas.microsoft.com/office/drawing/2014/main" id="{A2CDDF6C-349D-4762-893E-68E78117971F}"/>
              </a:ext>
            </a:extLst>
          </p:cNvPr>
          <p:cNvSpPr>
            <a:spLocks xmlns:a="http://schemas.openxmlformats.org/drawingml/2006/main" noGrp="1"/>
          </p:cNvSpPr>
          <p:nvPr/>
        </p:nvSpPr>
        <p:spPr>
          <a:xfrm xmlns:a="http://schemas.openxmlformats.org/drawingml/2006/main">
            <a:off x="6455664" y="4526279"/>
            <a:ext cx="4654297" cy="1"/>
          </a:xfrm>
          <a:prstGeom xmlns:a="http://schemas.openxmlformats.org/drawingml/2006/main" prst="line">
            <a:avLst/>
          </a:prstGeom>
          <a:ln xmlns:a="http://schemas.openxmlformats.org/drawingml/2006/main" w="1143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542" name="TextBox 27">
            <a:extLst xmlns:a="http://schemas.openxmlformats.org/drawingml/2006/main">
              <a:ext uri="{FF2B5EF4-FFF2-40B4-BE49-F238E27FC236}">
                <a16:creationId xmlns:a16="http://schemas.microsoft.com/office/drawing/2014/main" id="{CB5802DB-C926-43C3-B5E0-003AF7B1FCEB}"/>
              </a:ext>
            </a:extLst>
          </p:cNvPr>
          <p:cNvSpPr>
            <a:spLocks xmlns:a="http://schemas.openxmlformats.org/drawingml/2006/main" noGrp="1"/>
          </p:cNvSpPr>
          <p:nvPr/>
        </p:nvSpPr>
        <p:spPr>
          <a:xfrm xmlns:a="http://schemas.openxmlformats.org/drawingml/2006/main">
            <a:off x="6473952" y="4727447"/>
            <a:ext cx="1024129" cy="35946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2400" b="1">
                <a:solidFill>
                  <a:srgbClr val="1FA873"/>
                </a:solidFill>
                <a:latin typeface="Helvetica Neue"/>
                <a:ea typeface="Helvetica Neue"/>
                <a:cs typeface="Helvetica Neue"/>
              </a:defRPr>
            </a:lvl1pPr>
          </a:lstStyle>
          <a:p xmlns:a="http://schemas.openxmlformats.org/drawingml/2006/main">
            <a:pPr>
              <a:buNone/>
            </a:pPr>
            <a:r>
              <a:t>≥50</a:t>
            </a:r>
          </a:p>
        </p:txBody>
      </p:sp>
      <p:sp>
        <p:nvSpPr>
          <p:cNvPr id="2543" name="TextBox 28">
            <a:extLst xmlns:a="http://schemas.openxmlformats.org/drawingml/2006/main">
              <a:ext uri="{FF2B5EF4-FFF2-40B4-BE49-F238E27FC236}">
                <a16:creationId xmlns:a16="http://schemas.microsoft.com/office/drawing/2014/main" id="{B66B5BA4-F125-431A-800D-3A136FCAAF28}"/>
              </a:ext>
            </a:extLst>
          </p:cNvPr>
          <p:cNvSpPr>
            <a:spLocks xmlns:a="http://schemas.openxmlformats.org/drawingml/2006/main" noGrp="1"/>
          </p:cNvSpPr>
          <p:nvPr/>
        </p:nvSpPr>
        <p:spPr>
          <a:xfrm xmlns:a="http://schemas.openxmlformats.org/drawingml/2006/main">
            <a:off x="7516368" y="4791455"/>
            <a:ext cx="2331721" cy="23540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600" b="1">
                <a:solidFill>
                  <a:srgbClr val="111318"/>
                </a:solidFill>
                <a:latin typeface="Helvetica Neue"/>
                <a:ea typeface="Helvetica Neue"/>
                <a:cs typeface="Helvetica Neue"/>
              </a:defRPr>
            </a:lvl1pPr>
          </a:lstStyle>
          <a:p xmlns:a="http://schemas.openxmlformats.org/drawingml/2006/main">
            <a:pPr>
              <a:buNone/>
            </a:pPr>
            <a:r>
              <a:t>→  VALIDATED</a:t>
            </a:r>
          </a:p>
        </p:txBody>
      </p:sp>
      <p:sp>
        <p:nvSpPr>
          <p:cNvPr id="2544" name="Connector 29">
            <a:extLst xmlns:a="http://schemas.openxmlformats.org/drawingml/2006/main">
              <a:ext uri="{FF2B5EF4-FFF2-40B4-BE49-F238E27FC236}">
                <a16:creationId xmlns:a16="http://schemas.microsoft.com/office/drawing/2014/main" id="{6019CC9C-7BC9-4D71-92C2-C0A3CA3DCE2C}"/>
              </a:ext>
            </a:extLst>
          </p:cNvPr>
          <p:cNvSpPr>
            <a:spLocks xmlns:a="http://schemas.openxmlformats.org/drawingml/2006/main" noGrp="1"/>
          </p:cNvSpPr>
          <p:nvPr/>
        </p:nvSpPr>
        <p:spPr>
          <a:xfrm xmlns:a="http://schemas.openxmlformats.org/drawingml/2006/main">
            <a:off x="749807" y="5376671"/>
            <a:ext cx="10680194" cy="1"/>
          </a:xfrm>
          <a:prstGeom xmlns:a="http://schemas.openxmlformats.org/drawingml/2006/main" prst="line">
            <a:avLst/>
          </a:prstGeom>
          <a:ln xmlns:a="http://schemas.openxmlformats.org/drawingml/2006/main" w="1270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545" name="TextBox 30">
            <a:extLst xmlns:a="http://schemas.openxmlformats.org/drawingml/2006/main">
              <a:ext uri="{FF2B5EF4-FFF2-40B4-BE49-F238E27FC236}">
                <a16:creationId xmlns:a16="http://schemas.microsoft.com/office/drawing/2014/main" id="{B870CD46-5960-4148-B313-2E45CFC64FFC}"/>
              </a:ext>
            </a:extLst>
          </p:cNvPr>
          <p:cNvSpPr>
            <a:spLocks xmlns:a="http://schemas.openxmlformats.org/drawingml/2006/main" noGrp="1"/>
          </p:cNvSpPr>
          <p:nvPr/>
        </p:nvSpPr>
        <p:spPr>
          <a:xfrm xmlns:a="http://schemas.openxmlformats.org/drawingml/2006/main">
            <a:off x="1371599" y="5669279"/>
            <a:ext cx="9464042" cy="210744"/>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lgn="ctr">
              <a:buNone/>
              <a:defRPr sz="1400" b="1">
                <a:solidFill>
                  <a:srgbClr val="FF705B"/>
                </a:solidFill>
                <a:latin typeface="Helvetica Neue"/>
                <a:ea typeface="Helvetica Neue"/>
                <a:cs typeface="Helvetica Neue"/>
              </a:defRPr>
            </a:pPr>
            <a:r>
              <a:t>• </a:t>
            </a:r>
            <a:r>
              <a:rPr>
                <a:solidFill>
                  <a:srgbClr val="111318"/>
                </a:solidFill>
              </a:rPr>
              <a:t>Missing sourcing is a validation failure—not proof that the claim is false</a:t>
            </a:r>
          </a:p>
        </p:txBody>
      </p:sp>
      <p:sp>
        <p:nvSpPr>
          <p:cNvPr id="2546" name="TextBox 31">
            <a:extLst xmlns:a="http://schemas.openxmlformats.org/drawingml/2006/main">
              <a:ext uri="{FF2B5EF4-FFF2-40B4-BE49-F238E27FC236}">
                <a16:creationId xmlns:a16="http://schemas.microsoft.com/office/drawing/2014/main" id="{120BA290-92B7-4B1D-8384-145E7B52983F}"/>
              </a:ext>
            </a:extLst>
          </p:cNvPr>
          <p:cNvSpPr>
            <a:spLocks xmlns:a="http://schemas.openxmlformats.org/drawingml/2006/main" noGrp="1"/>
          </p:cNvSpPr>
          <p:nvPr/>
        </p:nvSpPr>
        <p:spPr>
          <a:xfrm xmlns:a="http://schemas.openxmlformats.org/drawingml/2006/main">
            <a:off x="621792" y="6437376"/>
            <a:ext cx="10881360"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800">
                <a:solidFill>
                  <a:srgbClr val="73777F"/>
                </a:solidFill>
                <a:latin typeface="Helvetica Neue"/>
                <a:ea typeface="Helvetica Neue"/>
                <a:cs typeface="Helvetica Neue"/>
              </a:defRPr>
            </a:lvl1pPr>
          </a:lstStyle>
          <a:p xmlns:a="http://schemas.openxmlformats.org/drawingml/2006/main">
            <a:pPr>
              <a:buNone/>
            </a:pPr>
            <a:r>
              <a:t>• Canonical Gemma prompts · model-based validation</a:t>
            </a:r>
          </a:p>
        </p:txBody>
      </p:sp>
    </p:spTree>
    <p:extLst>
      <p:ext uri="{BB962C8B-B14F-4D97-AF65-F5344CB8AC3E}">
        <p14:creationId xmlns:p14="http://schemas.microsoft.com/office/powerpoint/2010/main" val="1194614470"/>
      </p:ext>
    </p:extLst>
  </p:cSld>
</p:sld>
</file>

<file path=ppt/slides/slide35.xml><?xml version="1.0" encoding="utf-8"?>
<p:sld xmlns:p="http://schemas.openxmlformats.org/presentationml/2006/main" showMasterSp="1">
  <p:cSld>
    <p:spTree>
      <p:nvGrpSpPr>
        <p:cNvPr id="1" name=""/>
        <p:cNvGrpSpPr/>
        <p:nvPr/>
      </p:nvGrpSpPr>
      <p:grpSpPr>
        <a:xfrm xmlns:a="http://schemas.openxmlformats.org/drawingml/2006/main"/>
      </p:grpSpPr>
      <p:sp>
        <p:nvSpPr>
          <p:cNvPr id="2548" name="TextBox 1">
            <a:extLst xmlns:a="http://schemas.openxmlformats.org/drawingml/2006/main">
              <a:ext uri="{FF2B5EF4-FFF2-40B4-BE49-F238E27FC236}">
                <a16:creationId xmlns:a16="http://schemas.microsoft.com/office/drawing/2014/main" id="{51D6B7FA-67DD-4662-9664-0EF6CDDA0159}"/>
              </a:ext>
            </a:extLst>
          </p:cNvPr>
          <p:cNvSpPr>
            <a:spLocks xmlns:a="http://schemas.openxmlformats.org/drawingml/2006/main" noGrp="1"/>
          </p:cNvSpPr>
          <p:nvPr/>
        </p:nvSpPr>
        <p:spPr>
          <a:xfrm xmlns:a="http://schemas.openxmlformats.org/drawingml/2006/main">
            <a:off x="603503" y="420623"/>
            <a:ext cx="4389122" cy="14871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000" b="1">
                <a:solidFill>
                  <a:srgbClr val="73777F"/>
                </a:solidFill>
                <a:latin typeface="Helvetica Neue"/>
                <a:ea typeface="Helvetica Neue"/>
                <a:cs typeface="Helvetica Neue"/>
              </a:defRPr>
            </a:lvl1pPr>
          </a:lstStyle>
          <a:p xmlns:a="http://schemas.openxmlformats.org/drawingml/2006/main">
            <a:pPr>
              <a:buNone/>
            </a:pPr>
            <a:r>
              <a:t>VALIDATION · INFERENCE</a:t>
            </a:r>
          </a:p>
        </p:txBody>
      </p:sp>
      <p:sp>
        <p:nvSpPr>
          <p:cNvPr id="2549" name="TextBox 2">
            <a:extLst xmlns:a="http://schemas.openxmlformats.org/drawingml/2006/main">
              <a:ext uri="{FF2B5EF4-FFF2-40B4-BE49-F238E27FC236}">
                <a16:creationId xmlns:a16="http://schemas.microsoft.com/office/drawing/2014/main" id="{969CDC8F-FB57-4537-8CCE-CB2B4D750C5F}"/>
              </a:ext>
            </a:extLst>
          </p:cNvPr>
          <p:cNvSpPr>
            <a:spLocks xmlns:a="http://schemas.openxmlformats.org/drawingml/2006/main" noGrp="1"/>
          </p:cNvSpPr>
          <p:nvPr/>
        </p:nvSpPr>
        <p:spPr>
          <a:xfrm xmlns:a="http://schemas.openxmlformats.org/drawingml/2006/main">
            <a:off x="603504" y="786383"/>
            <a:ext cx="10515601" cy="45885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3000" b="1">
                <a:solidFill>
                  <a:srgbClr val="111318"/>
                </a:solidFill>
                <a:latin typeface="Helvetica Neue"/>
                <a:ea typeface="Helvetica Neue"/>
                <a:cs typeface="Helvetica Neue"/>
              </a:defRPr>
            </a:lvl1pPr>
          </a:lstStyle>
          <a:p xmlns:a="http://schemas.openxmlformats.org/drawingml/2006/main">
            <a:pPr>
              <a:buNone/>
            </a:pPr>
            <a:r>
              <a:t>A 30.7B model, pinned end to end</a:t>
            </a:r>
          </a:p>
        </p:txBody>
      </p:sp>
      <p:sp>
        <p:nvSpPr>
          <p:cNvPr id="2550" name="TextBox 3">
            <a:extLst xmlns:a="http://schemas.openxmlformats.org/drawingml/2006/main">
              <a:ext uri="{FF2B5EF4-FFF2-40B4-BE49-F238E27FC236}">
                <a16:creationId xmlns:a16="http://schemas.microsoft.com/office/drawing/2014/main" id="{C40417A8-DCC7-4D3E-95D5-CFEF3C571DD7}"/>
              </a:ext>
            </a:extLst>
          </p:cNvPr>
          <p:cNvSpPr>
            <a:spLocks xmlns:a="http://schemas.openxmlformats.org/drawingml/2006/main" noGrp="1"/>
          </p:cNvSpPr>
          <p:nvPr/>
        </p:nvSpPr>
        <p:spPr>
          <a:xfrm xmlns:a="http://schemas.openxmlformats.org/drawingml/2006/main">
            <a:off x="11082528" y="457200"/>
            <a:ext cx="438913" cy="136385"/>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r">
              <a:buNone/>
              <a:defRPr sz="900" b="1">
                <a:solidFill>
                  <a:srgbClr val="73777F"/>
                </a:solidFill>
                <a:latin typeface="Helvetica Neue"/>
                <a:ea typeface="Helvetica Neue"/>
                <a:cs typeface="Helvetica Neue"/>
              </a:defRPr>
            </a:lvl1pPr>
          </a:lstStyle>
          <a:p xmlns:a="http://schemas.openxmlformats.org/drawingml/2006/main">
            <a:pPr>
              <a:buNone/>
            </a:pPr>
            <a:r>
              <a:t>13</a:t>
            </a:r>
          </a:p>
        </p:txBody>
      </p:sp>
      <p:sp>
        <p:nvSpPr>
          <p:cNvPr id="2551" name="TextBox 4">
            <a:extLst xmlns:a="http://schemas.openxmlformats.org/drawingml/2006/main">
              <a:ext uri="{FF2B5EF4-FFF2-40B4-BE49-F238E27FC236}">
                <a16:creationId xmlns:a16="http://schemas.microsoft.com/office/drawing/2014/main" id="{673FC52C-C713-4B07-A277-94D073E459B1}"/>
              </a:ext>
            </a:extLst>
          </p:cNvPr>
          <p:cNvSpPr>
            <a:spLocks xmlns:a="http://schemas.openxmlformats.org/drawingml/2006/main" noGrp="1"/>
          </p:cNvSpPr>
          <p:nvPr/>
        </p:nvSpPr>
        <p:spPr>
          <a:xfrm xmlns:a="http://schemas.openxmlformats.org/drawingml/2006/main">
            <a:off x="676655" y="1481327"/>
            <a:ext cx="2331722" cy="409155"/>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2700" b="1">
                <a:solidFill>
                  <a:srgbClr val="1FA873"/>
                </a:solidFill>
                <a:latin typeface="Helvetica Neue"/>
                <a:ea typeface="Helvetica Neue"/>
                <a:cs typeface="Helvetica Neue"/>
              </a:defRPr>
            </a:lvl1pPr>
          </a:lstStyle>
          <a:p xmlns:a="http://schemas.openxmlformats.org/drawingml/2006/main">
            <a:pPr>
              <a:buNone/>
            </a:pPr>
            <a:r>
              <a:t>30.7B</a:t>
            </a:r>
          </a:p>
        </p:txBody>
      </p:sp>
      <p:sp>
        <p:nvSpPr>
          <p:cNvPr id="2552" name="TextBox 5">
            <a:extLst xmlns:a="http://schemas.openxmlformats.org/drawingml/2006/main">
              <a:ext uri="{FF2B5EF4-FFF2-40B4-BE49-F238E27FC236}">
                <a16:creationId xmlns:a16="http://schemas.microsoft.com/office/drawing/2014/main" id="{63BF206F-D014-4C3A-A724-D6B55CC93236}"/>
              </a:ext>
            </a:extLst>
          </p:cNvPr>
          <p:cNvSpPr>
            <a:spLocks xmlns:a="http://schemas.openxmlformats.org/drawingml/2006/main" noGrp="1"/>
          </p:cNvSpPr>
          <p:nvPr/>
        </p:nvSpPr>
        <p:spPr>
          <a:xfrm xmlns:a="http://schemas.openxmlformats.org/drawingml/2006/main">
            <a:off x="676655" y="1938527"/>
            <a:ext cx="2331722" cy="136386"/>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900" b="1">
                <a:solidFill>
                  <a:srgbClr val="73777F"/>
                </a:solidFill>
                <a:latin typeface="Helvetica Neue"/>
                <a:ea typeface="Helvetica Neue"/>
                <a:cs typeface="Helvetica Neue"/>
              </a:defRPr>
            </a:lvl1pPr>
          </a:lstStyle>
          <a:p xmlns:a="http://schemas.openxmlformats.org/drawingml/2006/main">
            <a:pPr>
              <a:buNone/>
            </a:pPr>
            <a:r>
              <a:t>DENSE PARAMETERS · GEMMA 4 31B IT</a:t>
            </a:r>
          </a:p>
        </p:txBody>
      </p:sp>
      <p:sp>
        <p:nvSpPr>
          <p:cNvPr id="2553" name="TextBox 6">
            <a:extLst xmlns:a="http://schemas.openxmlformats.org/drawingml/2006/main">
              <a:ext uri="{FF2B5EF4-FFF2-40B4-BE49-F238E27FC236}">
                <a16:creationId xmlns:a16="http://schemas.microsoft.com/office/drawing/2014/main" id="{7548C5E5-BDBA-475D-8C40-6346A4B86741}"/>
              </a:ext>
            </a:extLst>
          </p:cNvPr>
          <p:cNvSpPr>
            <a:spLocks xmlns:a="http://schemas.openxmlformats.org/drawingml/2006/main" noGrp="1"/>
          </p:cNvSpPr>
          <p:nvPr/>
        </p:nvSpPr>
        <p:spPr>
          <a:xfrm xmlns:a="http://schemas.openxmlformats.org/drawingml/2006/main">
            <a:off x="3401567" y="1481327"/>
            <a:ext cx="2468882" cy="409155"/>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2700" b="1">
                <a:solidFill>
                  <a:srgbClr val="3977F6"/>
                </a:solidFill>
                <a:latin typeface="Helvetica Neue"/>
                <a:ea typeface="Helvetica Neue"/>
                <a:cs typeface="Helvetica Neue"/>
              </a:defRPr>
            </a:lvl1pPr>
          </a:lstStyle>
          <a:p xmlns:a="http://schemas.openxmlformats.org/drawingml/2006/main">
            <a:pPr>
              <a:buNone/>
            </a:pPr>
            <a:r>
              <a:t>2× L40S</a:t>
            </a:r>
          </a:p>
        </p:txBody>
      </p:sp>
      <p:sp>
        <p:nvSpPr>
          <p:cNvPr id="2554" name="TextBox 7">
            <a:extLst xmlns:a="http://schemas.openxmlformats.org/drawingml/2006/main">
              <a:ext uri="{FF2B5EF4-FFF2-40B4-BE49-F238E27FC236}">
                <a16:creationId xmlns:a16="http://schemas.microsoft.com/office/drawing/2014/main" id="{BCA34401-064D-4809-8413-0FA99EAC695C}"/>
              </a:ext>
            </a:extLst>
          </p:cNvPr>
          <p:cNvSpPr>
            <a:spLocks xmlns:a="http://schemas.openxmlformats.org/drawingml/2006/main" noGrp="1"/>
          </p:cNvSpPr>
          <p:nvPr/>
        </p:nvSpPr>
        <p:spPr>
          <a:xfrm xmlns:a="http://schemas.openxmlformats.org/drawingml/2006/main">
            <a:off x="3401567" y="1938527"/>
            <a:ext cx="2468882" cy="136386"/>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900" b="1">
                <a:solidFill>
                  <a:srgbClr val="73777F"/>
                </a:solidFill>
                <a:latin typeface="Helvetica Neue"/>
                <a:ea typeface="Helvetica Neue"/>
                <a:cs typeface="Helvetica Neue"/>
              </a:defRPr>
            </a:lvl1pPr>
          </a:lstStyle>
          <a:p xmlns:a="http://schemas.openxmlformats.org/drawingml/2006/main">
            <a:pPr>
              <a:buNone/>
            </a:pPr>
            <a:r>
              <a:t>46,068 MiB EACH · TENSOR PARALLEL 2</a:t>
            </a:r>
          </a:p>
        </p:txBody>
      </p:sp>
      <p:sp>
        <p:nvSpPr>
          <p:cNvPr id="2555" name="TextBox 8">
            <a:extLst xmlns:a="http://schemas.openxmlformats.org/drawingml/2006/main">
              <a:ext uri="{FF2B5EF4-FFF2-40B4-BE49-F238E27FC236}">
                <a16:creationId xmlns:a16="http://schemas.microsoft.com/office/drawing/2014/main" id="{94D61390-C467-4A4A-A37C-891B6BDD0833}"/>
              </a:ext>
            </a:extLst>
          </p:cNvPr>
          <p:cNvSpPr>
            <a:spLocks xmlns:a="http://schemas.openxmlformats.org/drawingml/2006/main" noGrp="1"/>
          </p:cNvSpPr>
          <p:nvPr/>
        </p:nvSpPr>
        <p:spPr>
          <a:xfrm xmlns:a="http://schemas.openxmlformats.org/drawingml/2006/main">
            <a:off x="6364223" y="1481327"/>
            <a:ext cx="2240281" cy="409155"/>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2700" b="1">
                <a:solidFill>
                  <a:srgbClr val="FF705B"/>
                </a:solidFill>
                <a:latin typeface="Helvetica Neue"/>
                <a:ea typeface="Helvetica Neue"/>
                <a:cs typeface="Helvetica Neue"/>
              </a:defRPr>
            </a:lvl1pPr>
          </a:lstStyle>
          <a:p xmlns:a="http://schemas.openxmlformats.org/drawingml/2006/main">
            <a:pPr>
              <a:buNone/>
            </a:pPr>
            <a:r>
              <a:t>64</a:t>
            </a:r>
          </a:p>
        </p:txBody>
      </p:sp>
      <p:sp>
        <p:nvSpPr>
          <p:cNvPr id="2556" name="TextBox 9">
            <a:extLst xmlns:a="http://schemas.openxmlformats.org/drawingml/2006/main">
              <a:ext uri="{FF2B5EF4-FFF2-40B4-BE49-F238E27FC236}">
                <a16:creationId xmlns:a16="http://schemas.microsoft.com/office/drawing/2014/main" id="{B3CC32F3-828A-4941-9FBD-8CDBC31E646A}"/>
              </a:ext>
            </a:extLst>
          </p:cNvPr>
          <p:cNvSpPr>
            <a:spLocks xmlns:a="http://schemas.openxmlformats.org/drawingml/2006/main" noGrp="1"/>
          </p:cNvSpPr>
          <p:nvPr/>
        </p:nvSpPr>
        <p:spPr>
          <a:xfrm xmlns:a="http://schemas.openxmlformats.org/drawingml/2006/main">
            <a:off x="6364223" y="1938527"/>
            <a:ext cx="2240281" cy="276086"/>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900" b="1">
                <a:solidFill>
                  <a:srgbClr val="73777F"/>
                </a:solidFill>
                <a:latin typeface="Helvetica Neue"/>
                <a:ea typeface="Helvetica Neue"/>
                <a:cs typeface="Helvetica Neue"/>
              </a:defRPr>
            </a:lvl1pPr>
          </a:lstStyle>
          <a:p xmlns:a="http://schemas.openxmlformats.org/drawingml/2006/main">
            <a:pPr>
              <a:buNone/>
            </a:pPr>
            <a:r>
              <a:t>CONCURRENT REQUESTS · MAX SEQUENCES</a:t>
            </a:r>
          </a:p>
        </p:txBody>
      </p:sp>
      <p:sp>
        <p:nvSpPr>
          <p:cNvPr id="2557" name="TextBox 10">
            <a:extLst xmlns:a="http://schemas.openxmlformats.org/drawingml/2006/main">
              <a:ext uri="{FF2B5EF4-FFF2-40B4-BE49-F238E27FC236}">
                <a16:creationId xmlns:a16="http://schemas.microsoft.com/office/drawing/2014/main" id="{813949AB-9A94-47A3-BCD8-DE2766EFA007}"/>
              </a:ext>
            </a:extLst>
          </p:cNvPr>
          <p:cNvSpPr>
            <a:spLocks xmlns:a="http://schemas.openxmlformats.org/drawingml/2006/main" noGrp="1"/>
          </p:cNvSpPr>
          <p:nvPr/>
        </p:nvSpPr>
        <p:spPr>
          <a:xfrm xmlns:a="http://schemas.openxmlformats.org/drawingml/2006/main">
            <a:off x="9061704" y="1481327"/>
            <a:ext cx="2450593" cy="409155"/>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2700" b="1">
                <a:solidFill>
                  <a:srgbClr val="1FA873"/>
                </a:solidFill>
                <a:latin typeface="Helvetica Neue"/>
                <a:ea typeface="Helvetica Neue"/>
                <a:cs typeface="Helvetica Neue"/>
              </a:defRPr>
            </a:lvl1pPr>
          </a:lstStyle>
          <a:p xmlns:a="http://schemas.openxmlformats.org/drawingml/2006/main">
            <a:pPr>
              <a:buNone/>
            </a:pPr>
            <a:r>
              <a:t>15h 51m</a:t>
            </a:r>
          </a:p>
        </p:txBody>
      </p:sp>
      <p:sp>
        <p:nvSpPr>
          <p:cNvPr id="2558" name="TextBox 11">
            <a:extLst xmlns:a="http://schemas.openxmlformats.org/drawingml/2006/main">
              <a:ext uri="{FF2B5EF4-FFF2-40B4-BE49-F238E27FC236}">
                <a16:creationId xmlns:a16="http://schemas.microsoft.com/office/drawing/2014/main" id="{AB4F739D-D0CE-47E2-BCD1-4230C07E240C}"/>
              </a:ext>
            </a:extLst>
          </p:cNvPr>
          <p:cNvSpPr>
            <a:spLocks xmlns:a="http://schemas.openxmlformats.org/drawingml/2006/main" noGrp="1"/>
          </p:cNvSpPr>
          <p:nvPr/>
        </p:nvSpPr>
        <p:spPr>
          <a:xfrm xmlns:a="http://schemas.openxmlformats.org/drawingml/2006/main">
            <a:off x="9061704" y="1938527"/>
            <a:ext cx="2450593" cy="140394"/>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900" b="1">
                <a:solidFill>
                  <a:srgbClr val="73777F"/>
                </a:solidFill>
                <a:latin typeface="Helvetica Neue"/>
                <a:ea typeface="Helvetica Neue"/>
                <a:cs typeface="Helvetica Neue"/>
              </a:defRPr>
            </a:lvl1pPr>
          </a:lstStyle>
          <a:p xmlns:a="http://schemas.openxmlformats.org/drawingml/2006/main">
            <a:pPr>
              <a:buNone/>
            </a:pPr>
            <a:r>
              <a:t>FIRST OUTPUT → FINAL OUTPUT</a:t>
            </a:r>
          </a:p>
        </p:txBody>
      </p:sp>
      <p:sp>
        <p:nvSpPr>
          <p:cNvPr id="2559" name="Connector 12">
            <a:extLst xmlns:a="http://schemas.openxmlformats.org/drawingml/2006/main">
              <a:ext uri="{FF2B5EF4-FFF2-40B4-BE49-F238E27FC236}">
                <a16:creationId xmlns:a16="http://schemas.microsoft.com/office/drawing/2014/main" id="{DF5EC692-DAB0-4AB4-B555-8DD5179275DD}"/>
              </a:ext>
            </a:extLst>
          </p:cNvPr>
          <p:cNvSpPr>
            <a:spLocks xmlns:a="http://schemas.openxmlformats.org/drawingml/2006/main" noGrp="1"/>
          </p:cNvSpPr>
          <p:nvPr/>
        </p:nvSpPr>
        <p:spPr>
          <a:xfrm xmlns:a="http://schemas.openxmlformats.org/drawingml/2006/main">
            <a:off x="3099815" y="1481328"/>
            <a:ext cx="1" cy="713233"/>
          </a:xfrm>
          <a:prstGeom xmlns:a="http://schemas.openxmlformats.org/drawingml/2006/main" prst="line">
            <a:avLst/>
          </a:prstGeom>
          <a:ln xmlns:a="http://schemas.openxmlformats.org/drawingml/2006/main" w="1143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560" name="Connector 13">
            <a:extLst xmlns:a="http://schemas.openxmlformats.org/drawingml/2006/main">
              <a:ext uri="{FF2B5EF4-FFF2-40B4-BE49-F238E27FC236}">
                <a16:creationId xmlns:a16="http://schemas.microsoft.com/office/drawing/2014/main" id="{72489719-0634-41E6-BAC3-799177563971}"/>
              </a:ext>
            </a:extLst>
          </p:cNvPr>
          <p:cNvSpPr>
            <a:spLocks xmlns:a="http://schemas.openxmlformats.org/drawingml/2006/main" noGrp="1"/>
          </p:cNvSpPr>
          <p:nvPr/>
        </p:nvSpPr>
        <p:spPr>
          <a:xfrm xmlns:a="http://schemas.openxmlformats.org/drawingml/2006/main">
            <a:off x="6062471" y="1481328"/>
            <a:ext cx="1" cy="713233"/>
          </a:xfrm>
          <a:prstGeom xmlns:a="http://schemas.openxmlformats.org/drawingml/2006/main" prst="line">
            <a:avLst/>
          </a:prstGeom>
          <a:ln xmlns:a="http://schemas.openxmlformats.org/drawingml/2006/main" w="1143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561" name="Connector 14">
            <a:extLst xmlns:a="http://schemas.openxmlformats.org/drawingml/2006/main">
              <a:ext uri="{FF2B5EF4-FFF2-40B4-BE49-F238E27FC236}">
                <a16:creationId xmlns:a16="http://schemas.microsoft.com/office/drawing/2014/main" id="{DFE3A829-CFD2-4C99-90A5-0D8D7B5E754E}"/>
              </a:ext>
            </a:extLst>
          </p:cNvPr>
          <p:cNvSpPr>
            <a:spLocks xmlns:a="http://schemas.openxmlformats.org/drawingml/2006/main" noGrp="1"/>
          </p:cNvSpPr>
          <p:nvPr/>
        </p:nvSpPr>
        <p:spPr>
          <a:xfrm xmlns:a="http://schemas.openxmlformats.org/drawingml/2006/main">
            <a:off x="8787383" y="1481328"/>
            <a:ext cx="1" cy="713233"/>
          </a:xfrm>
          <a:prstGeom xmlns:a="http://schemas.openxmlformats.org/drawingml/2006/main" prst="line">
            <a:avLst/>
          </a:prstGeom>
          <a:ln xmlns:a="http://schemas.openxmlformats.org/drawingml/2006/main" w="1143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562" name="Connector 15">
            <a:extLst xmlns:a="http://schemas.openxmlformats.org/drawingml/2006/main">
              <a:ext uri="{FF2B5EF4-FFF2-40B4-BE49-F238E27FC236}">
                <a16:creationId xmlns:a16="http://schemas.microsoft.com/office/drawing/2014/main" id="{3D307F4A-57AC-41FA-9675-2474B4FCEDCA}"/>
              </a:ext>
            </a:extLst>
          </p:cNvPr>
          <p:cNvSpPr>
            <a:spLocks xmlns:a="http://schemas.openxmlformats.org/drawingml/2006/main" noGrp="1"/>
          </p:cNvSpPr>
          <p:nvPr/>
        </p:nvSpPr>
        <p:spPr>
          <a:xfrm xmlns:a="http://schemas.openxmlformats.org/drawingml/2006/main">
            <a:off x="658368" y="2468879"/>
            <a:ext cx="10881360" cy="1"/>
          </a:xfrm>
          <a:prstGeom xmlns:a="http://schemas.openxmlformats.org/drawingml/2006/main" prst="line">
            <a:avLst/>
          </a:prstGeom>
          <a:ln xmlns:a="http://schemas.openxmlformats.org/drawingml/2006/main" w="1143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563" name="TextBox 16">
            <a:extLst xmlns:a="http://schemas.openxmlformats.org/drawingml/2006/main">
              <a:ext uri="{FF2B5EF4-FFF2-40B4-BE49-F238E27FC236}">
                <a16:creationId xmlns:a16="http://schemas.microsoft.com/office/drawing/2014/main" id="{C1E27EF7-F6D6-4408-9DA7-32E327C7D3FE}"/>
              </a:ext>
            </a:extLst>
          </p:cNvPr>
          <p:cNvSpPr>
            <a:spLocks xmlns:a="http://schemas.openxmlformats.org/drawingml/2006/main" noGrp="1"/>
          </p:cNvSpPr>
          <p:nvPr/>
        </p:nvSpPr>
        <p:spPr>
          <a:xfrm xmlns:a="http://schemas.openxmlformats.org/drawingml/2006/main">
            <a:off x="676655" y="2862072"/>
            <a:ext cx="3246122" cy="14871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000" b="1">
                <a:solidFill>
                  <a:srgbClr val="1FA873"/>
                </a:solidFill>
                <a:latin typeface="Helvetica Neue"/>
                <a:ea typeface="Helvetica Neue"/>
                <a:cs typeface="Helvetica Neue"/>
              </a:defRPr>
            </a:lvl1pPr>
          </a:lstStyle>
          <a:p xmlns:a="http://schemas.openxmlformats.org/drawingml/2006/main">
            <a:pPr>
              <a:buNone/>
            </a:pPr>
            <a:r>
              <a:t>MODEL + DECODING</a:t>
            </a:r>
          </a:p>
        </p:txBody>
      </p:sp>
      <p:sp>
        <p:nvSpPr>
          <p:cNvPr id="2564" name="TextBox 17">
            <a:extLst xmlns:a="http://schemas.openxmlformats.org/drawingml/2006/main">
              <a:ext uri="{FF2B5EF4-FFF2-40B4-BE49-F238E27FC236}">
                <a16:creationId xmlns:a16="http://schemas.microsoft.com/office/drawing/2014/main" id="{EBED974F-3037-4F0C-A86C-340041E1DE05}"/>
              </a:ext>
            </a:extLst>
          </p:cNvPr>
          <p:cNvSpPr>
            <a:spLocks xmlns:a="http://schemas.openxmlformats.org/drawingml/2006/main" noGrp="1"/>
          </p:cNvSpPr>
          <p:nvPr/>
        </p:nvSpPr>
        <p:spPr>
          <a:xfrm xmlns:a="http://schemas.openxmlformats.org/drawingml/2006/main">
            <a:off x="676655" y="3200400"/>
            <a:ext cx="3246122" cy="13695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900" b="1">
                <a:solidFill>
                  <a:srgbClr val="1FA873"/>
                </a:solidFill>
                <a:latin typeface="Helvetica Neue"/>
                <a:ea typeface="Helvetica Neue"/>
                <a:cs typeface="Helvetica Neue"/>
              </a:defRPr>
            </a:pPr>
            <a:r>
              <a:t>• </a:t>
            </a:r>
            <a:r>
              <a:rPr b="0">
                <a:solidFill>
                  <a:srgbClr val="73777F"/>
                </a:solidFill>
              </a:rPr>
              <a:t>google/gemma-4-31B-it</a:t>
            </a:r>
          </a:p>
        </p:txBody>
      </p:sp>
      <p:sp>
        <p:nvSpPr>
          <p:cNvPr id="2565" name="TextBox 18">
            <a:extLst xmlns:a="http://schemas.openxmlformats.org/drawingml/2006/main">
              <a:ext uri="{FF2B5EF4-FFF2-40B4-BE49-F238E27FC236}">
                <a16:creationId xmlns:a16="http://schemas.microsoft.com/office/drawing/2014/main" id="{ACFCD16E-0F17-4235-B5A1-E6333F7D08A3}"/>
              </a:ext>
            </a:extLst>
          </p:cNvPr>
          <p:cNvSpPr>
            <a:spLocks xmlns:a="http://schemas.openxmlformats.org/drawingml/2006/main" noGrp="1"/>
          </p:cNvSpPr>
          <p:nvPr/>
        </p:nvSpPr>
        <p:spPr>
          <a:xfrm xmlns:a="http://schemas.openxmlformats.org/drawingml/2006/main">
            <a:off x="676655" y="3470147"/>
            <a:ext cx="3246122" cy="13695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900" b="1">
                <a:solidFill>
                  <a:srgbClr val="1FA873"/>
                </a:solidFill>
                <a:latin typeface="Helvetica Neue"/>
                <a:ea typeface="Helvetica Neue"/>
                <a:cs typeface="Helvetica Neue"/>
              </a:defRPr>
            </a:pPr>
            <a:r>
              <a:t>• </a:t>
            </a:r>
            <a:r>
              <a:rPr b="0">
                <a:solidFill>
                  <a:srgbClr val="73777F"/>
                </a:solidFill>
              </a:rPr>
              <a:t>revision 518276fb130dc81caf9a4f772e65e63ef2526493</a:t>
            </a:r>
          </a:p>
        </p:txBody>
      </p:sp>
      <p:sp>
        <p:nvSpPr>
          <p:cNvPr id="2566" name="TextBox 19">
            <a:extLst xmlns:a="http://schemas.openxmlformats.org/drawingml/2006/main">
              <a:ext uri="{FF2B5EF4-FFF2-40B4-BE49-F238E27FC236}">
                <a16:creationId xmlns:a16="http://schemas.microsoft.com/office/drawing/2014/main" id="{6DC13169-467C-4B6D-AEE4-FBDA61E76424}"/>
              </a:ext>
            </a:extLst>
          </p:cNvPr>
          <p:cNvSpPr>
            <a:spLocks xmlns:a="http://schemas.openxmlformats.org/drawingml/2006/main" noGrp="1"/>
          </p:cNvSpPr>
          <p:nvPr/>
        </p:nvSpPr>
        <p:spPr>
          <a:xfrm xmlns:a="http://schemas.openxmlformats.org/drawingml/2006/main">
            <a:off x="676655" y="3739896"/>
            <a:ext cx="3246122" cy="13695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900" b="1">
                <a:solidFill>
                  <a:srgbClr val="1FA873"/>
                </a:solidFill>
                <a:latin typeface="Helvetica Neue"/>
                <a:ea typeface="Helvetica Neue"/>
                <a:cs typeface="Helvetica Neue"/>
              </a:defRPr>
            </a:pPr>
            <a:r>
              <a:t>• </a:t>
            </a:r>
            <a:r>
              <a:rPr b="0">
                <a:solidFill>
                  <a:srgbClr val="73777F"/>
                </a:solidFill>
              </a:rPr>
              <a:t>BF16 · no quantization</a:t>
            </a:r>
          </a:p>
        </p:txBody>
      </p:sp>
      <p:sp>
        <p:nvSpPr>
          <p:cNvPr id="2567" name="TextBox 20">
            <a:extLst xmlns:a="http://schemas.openxmlformats.org/drawingml/2006/main">
              <a:ext uri="{FF2B5EF4-FFF2-40B4-BE49-F238E27FC236}">
                <a16:creationId xmlns:a16="http://schemas.microsoft.com/office/drawing/2014/main" id="{AAB5FD02-089A-494C-94D5-467D354CE64C}"/>
              </a:ext>
            </a:extLst>
          </p:cNvPr>
          <p:cNvSpPr>
            <a:spLocks xmlns:a="http://schemas.openxmlformats.org/drawingml/2006/main" noGrp="1"/>
          </p:cNvSpPr>
          <p:nvPr/>
        </p:nvSpPr>
        <p:spPr>
          <a:xfrm xmlns:a="http://schemas.openxmlformats.org/drawingml/2006/main">
            <a:off x="676655" y="4009644"/>
            <a:ext cx="3246122" cy="13695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900" b="1">
                <a:solidFill>
                  <a:srgbClr val="1FA873"/>
                </a:solidFill>
                <a:latin typeface="Helvetica Neue"/>
                <a:ea typeface="Helvetica Neue"/>
                <a:cs typeface="Helvetica Neue"/>
              </a:defRPr>
            </a:pPr>
            <a:r>
              <a:t>• </a:t>
            </a:r>
            <a:r>
              <a:rPr b="0">
                <a:solidFill>
                  <a:srgbClr val="73777F"/>
                </a:solidFill>
              </a:rPr>
              <a:t>thinking on · gemma4 reasoning parser</a:t>
            </a:r>
          </a:p>
        </p:txBody>
      </p:sp>
      <p:sp>
        <p:nvSpPr>
          <p:cNvPr id="2568" name="TextBox 21">
            <a:extLst xmlns:a="http://schemas.openxmlformats.org/drawingml/2006/main">
              <a:ext uri="{FF2B5EF4-FFF2-40B4-BE49-F238E27FC236}">
                <a16:creationId xmlns:a16="http://schemas.microsoft.com/office/drawing/2014/main" id="{9D451BA2-89D2-4FA3-9D5C-E76704B1D474}"/>
              </a:ext>
            </a:extLst>
          </p:cNvPr>
          <p:cNvSpPr>
            <a:spLocks xmlns:a="http://schemas.openxmlformats.org/drawingml/2006/main" noGrp="1"/>
          </p:cNvSpPr>
          <p:nvPr/>
        </p:nvSpPr>
        <p:spPr>
          <a:xfrm xmlns:a="http://schemas.openxmlformats.org/drawingml/2006/main">
            <a:off x="676655" y="4279391"/>
            <a:ext cx="3246122" cy="13695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900" b="1">
                <a:solidFill>
                  <a:srgbClr val="1FA873"/>
                </a:solidFill>
                <a:latin typeface="Helvetica Neue"/>
                <a:ea typeface="Helvetica Neue"/>
                <a:cs typeface="Helvetica Neue"/>
              </a:defRPr>
            </a:pPr>
            <a:r>
              <a:t>• </a:t>
            </a:r>
            <a:r>
              <a:rPr b="0">
                <a:solidFill>
                  <a:srgbClr val="73777F"/>
                </a:solidFill>
              </a:rPr>
              <a:t>temperature 0.2</a:t>
            </a:r>
          </a:p>
        </p:txBody>
      </p:sp>
      <p:sp>
        <p:nvSpPr>
          <p:cNvPr id="2569" name="TextBox 22">
            <a:extLst xmlns:a="http://schemas.openxmlformats.org/drawingml/2006/main">
              <a:ext uri="{FF2B5EF4-FFF2-40B4-BE49-F238E27FC236}">
                <a16:creationId xmlns:a16="http://schemas.microsoft.com/office/drawing/2014/main" id="{89628F4E-BEE1-4FB1-BE08-014D017F7FB9}"/>
              </a:ext>
            </a:extLst>
          </p:cNvPr>
          <p:cNvSpPr>
            <a:spLocks xmlns:a="http://schemas.openxmlformats.org/drawingml/2006/main" noGrp="1"/>
          </p:cNvSpPr>
          <p:nvPr/>
        </p:nvSpPr>
        <p:spPr>
          <a:xfrm xmlns:a="http://schemas.openxmlformats.org/drawingml/2006/main">
            <a:off x="676655" y="4549140"/>
            <a:ext cx="3246122" cy="13695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900" b="1">
                <a:solidFill>
                  <a:srgbClr val="1FA873"/>
                </a:solidFill>
                <a:latin typeface="Helvetica Neue"/>
                <a:ea typeface="Helvetica Neue"/>
                <a:cs typeface="Helvetica Neue"/>
              </a:defRPr>
            </a:pPr>
            <a:r>
              <a:t>• </a:t>
            </a:r>
            <a:r>
              <a:rPr b="0">
                <a:solidFill>
                  <a:srgbClr val="73777F"/>
                </a:solidFill>
              </a:rPr>
              <a:t>seed = SHA-256(stage, note, attempt)</a:t>
            </a:r>
          </a:p>
        </p:txBody>
      </p:sp>
      <p:sp>
        <p:nvSpPr>
          <p:cNvPr id="2570" name="TextBox 23">
            <a:extLst xmlns:a="http://schemas.openxmlformats.org/drawingml/2006/main">
              <a:ext uri="{FF2B5EF4-FFF2-40B4-BE49-F238E27FC236}">
                <a16:creationId xmlns:a16="http://schemas.microsoft.com/office/drawing/2014/main" id="{ABC6FC9B-EC66-4768-A08D-6E0E88141199}"/>
              </a:ext>
            </a:extLst>
          </p:cNvPr>
          <p:cNvSpPr>
            <a:spLocks xmlns:a="http://schemas.openxmlformats.org/drawingml/2006/main" noGrp="1"/>
          </p:cNvSpPr>
          <p:nvPr/>
        </p:nvSpPr>
        <p:spPr>
          <a:xfrm xmlns:a="http://schemas.openxmlformats.org/drawingml/2006/main">
            <a:off x="676655" y="4818888"/>
            <a:ext cx="3246122" cy="13695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900" b="1">
                <a:solidFill>
                  <a:srgbClr val="1FA873"/>
                </a:solidFill>
                <a:latin typeface="Helvetica Neue"/>
                <a:ea typeface="Helvetica Neue"/>
                <a:cs typeface="Helvetica Neue"/>
              </a:defRPr>
            </a:pPr>
            <a:r>
              <a:t>• </a:t>
            </a:r>
            <a:r>
              <a:rPr b="0">
                <a:solidFill>
                  <a:srgbClr val="73777F"/>
                </a:solidFill>
              </a:rPr>
              <a:t>8,192 context · 4,096 completion</a:t>
            </a:r>
          </a:p>
        </p:txBody>
      </p:sp>
      <p:sp>
        <p:nvSpPr>
          <p:cNvPr id="2571" name="TextBox 24">
            <a:extLst xmlns:a="http://schemas.openxmlformats.org/drawingml/2006/main">
              <a:ext uri="{FF2B5EF4-FFF2-40B4-BE49-F238E27FC236}">
                <a16:creationId xmlns:a16="http://schemas.microsoft.com/office/drawing/2014/main" id="{C9FA2E75-8AA7-4A18-A06B-C9E694F9E8D0}"/>
              </a:ext>
            </a:extLst>
          </p:cNvPr>
          <p:cNvSpPr>
            <a:spLocks xmlns:a="http://schemas.openxmlformats.org/drawingml/2006/main" noGrp="1"/>
          </p:cNvSpPr>
          <p:nvPr/>
        </p:nvSpPr>
        <p:spPr>
          <a:xfrm xmlns:a="http://schemas.openxmlformats.org/drawingml/2006/main">
            <a:off x="4160520" y="2862072"/>
            <a:ext cx="3246121" cy="14871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000" b="1">
                <a:solidFill>
                  <a:srgbClr val="3977F6"/>
                </a:solidFill>
                <a:latin typeface="Helvetica Neue"/>
                <a:ea typeface="Helvetica Neue"/>
                <a:cs typeface="Helvetica Neue"/>
              </a:defRPr>
            </a:lvl1pPr>
          </a:lstStyle>
          <a:p xmlns:a="http://schemas.openxmlformats.org/drawingml/2006/main">
            <a:pPr>
              <a:buNone/>
            </a:pPr>
            <a:r>
              <a:t>SCCKN + SERVING</a:t>
            </a:r>
          </a:p>
        </p:txBody>
      </p:sp>
      <p:sp>
        <p:nvSpPr>
          <p:cNvPr id="2572" name="TextBox 25">
            <a:extLst xmlns:a="http://schemas.openxmlformats.org/drawingml/2006/main">
              <a:ext uri="{FF2B5EF4-FFF2-40B4-BE49-F238E27FC236}">
                <a16:creationId xmlns:a16="http://schemas.microsoft.com/office/drawing/2014/main" id="{AD98B504-F5CC-47F3-AD04-5AE05E553419}"/>
              </a:ext>
            </a:extLst>
          </p:cNvPr>
          <p:cNvSpPr>
            <a:spLocks xmlns:a="http://schemas.openxmlformats.org/drawingml/2006/main" noGrp="1"/>
          </p:cNvSpPr>
          <p:nvPr/>
        </p:nvSpPr>
        <p:spPr>
          <a:xfrm xmlns:a="http://schemas.openxmlformats.org/drawingml/2006/main">
            <a:off x="4160520" y="3200400"/>
            <a:ext cx="3246121" cy="13695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900" b="1">
                <a:solidFill>
                  <a:srgbClr val="3977F6"/>
                </a:solidFill>
                <a:latin typeface="Helvetica Neue"/>
                <a:ea typeface="Helvetica Neue"/>
                <a:cs typeface="Helvetica Neue"/>
              </a:defRPr>
            </a:pPr>
            <a:r>
              <a:t>• </a:t>
            </a:r>
            <a:r>
              <a:rPr b="0">
                <a:solidFill>
                  <a:srgbClr val="73777F"/>
                </a:solidFill>
              </a:rPr>
              <a:t>AMD EPYC host · 8 CPU slots</a:t>
            </a:r>
          </a:p>
        </p:txBody>
      </p:sp>
      <p:sp>
        <p:nvSpPr>
          <p:cNvPr id="2573" name="TextBox 26">
            <a:extLst xmlns:a="http://schemas.openxmlformats.org/drawingml/2006/main">
              <a:ext uri="{FF2B5EF4-FFF2-40B4-BE49-F238E27FC236}">
                <a16:creationId xmlns:a16="http://schemas.microsoft.com/office/drawing/2014/main" id="{E241D125-F085-4080-839A-FAF9F50CFCB7}"/>
              </a:ext>
            </a:extLst>
          </p:cNvPr>
          <p:cNvSpPr>
            <a:spLocks xmlns:a="http://schemas.openxmlformats.org/drawingml/2006/main" noGrp="1"/>
          </p:cNvSpPr>
          <p:nvPr/>
        </p:nvSpPr>
        <p:spPr>
          <a:xfrm xmlns:a="http://schemas.openxmlformats.org/drawingml/2006/main">
            <a:off x="4160520" y="3470147"/>
            <a:ext cx="3246121" cy="13695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900" b="1">
                <a:solidFill>
                  <a:srgbClr val="3977F6"/>
                </a:solidFill>
                <a:latin typeface="Helvetica Neue"/>
                <a:ea typeface="Helvetica Neue"/>
                <a:cs typeface="Helvetica Neue"/>
              </a:defRPr>
            </a:pPr>
            <a:r>
              <a:t>• </a:t>
            </a:r>
            <a:r>
              <a:rPr b="0">
                <a:solidFill>
                  <a:srgbClr val="73777F"/>
                </a:solidFill>
              </a:rPr>
              <a:t>64 GB h_vmem / slot · ~52 GB observed peak</a:t>
            </a:r>
          </a:p>
        </p:txBody>
      </p:sp>
      <p:sp>
        <p:nvSpPr>
          <p:cNvPr id="2574" name="TextBox 27">
            <a:extLst xmlns:a="http://schemas.openxmlformats.org/drawingml/2006/main">
              <a:ext uri="{FF2B5EF4-FFF2-40B4-BE49-F238E27FC236}">
                <a16:creationId xmlns:a16="http://schemas.microsoft.com/office/drawing/2014/main" id="{D285C087-6F58-4302-898D-2C3AAB464DAE}"/>
              </a:ext>
            </a:extLst>
          </p:cNvPr>
          <p:cNvSpPr>
            <a:spLocks xmlns:a="http://schemas.openxmlformats.org/drawingml/2006/main" noGrp="1"/>
          </p:cNvSpPr>
          <p:nvPr/>
        </p:nvSpPr>
        <p:spPr>
          <a:xfrm xmlns:a="http://schemas.openxmlformats.org/drawingml/2006/main">
            <a:off x="4160520" y="3739896"/>
            <a:ext cx="3246121" cy="13695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900" b="1">
                <a:solidFill>
                  <a:srgbClr val="3977F6"/>
                </a:solidFill>
                <a:latin typeface="Helvetica Neue"/>
                <a:ea typeface="Helvetica Neue"/>
                <a:cs typeface="Helvetica Neue"/>
              </a:defRPr>
            </a:pPr>
            <a:r>
              <a:t>• </a:t>
            </a:r>
            <a:r>
              <a:rPr b="0">
                <a:solidFill>
                  <a:srgbClr val="73777F"/>
                </a:solidFill>
              </a:rPr>
              <a:t>CUDA 13.2 · GPU utilization target 90%</a:t>
            </a:r>
          </a:p>
        </p:txBody>
      </p:sp>
      <p:sp>
        <p:nvSpPr>
          <p:cNvPr id="2575" name="TextBox 28">
            <a:extLst xmlns:a="http://schemas.openxmlformats.org/drawingml/2006/main">
              <a:ext uri="{FF2B5EF4-FFF2-40B4-BE49-F238E27FC236}">
                <a16:creationId xmlns:a16="http://schemas.microsoft.com/office/drawing/2014/main" id="{89264B09-5F12-428E-8CAF-8875DF7CF138}"/>
              </a:ext>
            </a:extLst>
          </p:cNvPr>
          <p:cNvSpPr>
            <a:spLocks xmlns:a="http://schemas.openxmlformats.org/drawingml/2006/main" noGrp="1"/>
          </p:cNvSpPr>
          <p:nvPr/>
        </p:nvSpPr>
        <p:spPr>
          <a:xfrm xmlns:a="http://schemas.openxmlformats.org/drawingml/2006/main">
            <a:off x="4160520" y="4009644"/>
            <a:ext cx="3246121" cy="13695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900" b="1">
                <a:solidFill>
                  <a:srgbClr val="3977F6"/>
                </a:solidFill>
                <a:latin typeface="Helvetica Neue"/>
                <a:ea typeface="Helvetica Neue"/>
                <a:cs typeface="Helvetica Neue"/>
              </a:defRPr>
            </a:pPr>
            <a:r>
              <a:t>• </a:t>
            </a:r>
            <a:r>
              <a:rPr b="0">
                <a:solidFill>
                  <a:srgbClr val="73777F"/>
                </a:solidFill>
              </a:rPr>
              <a:t>vLLM 0.25.0 · async scheduling</a:t>
            </a:r>
          </a:p>
        </p:txBody>
      </p:sp>
      <p:sp>
        <p:nvSpPr>
          <p:cNvPr id="2576" name="TextBox 29">
            <a:extLst xmlns:a="http://schemas.openxmlformats.org/drawingml/2006/main">
              <a:ext uri="{FF2B5EF4-FFF2-40B4-BE49-F238E27FC236}">
                <a16:creationId xmlns:a16="http://schemas.microsoft.com/office/drawing/2014/main" id="{36680DF6-C3FE-40FB-97AC-1D81194212BB}"/>
              </a:ext>
            </a:extLst>
          </p:cNvPr>
          <p:cNvSpPr>
            <a:spLocks xmlns:a="http://schemas.openxmlformats.org/drawingml/2006/main" noGrp="1"/>
          </p:cNvSpPr>
          <p:nvPr/>
        </p:nvSpPr>
        <p:spPr>
          <a:xfrm xmlns:a="http://schemas.openxmlformats.org/drawingml/2006/main">
            <a:off x="4160520" y="4279391"/>
            <a:ext cx="3246121" cy="13695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900" b="1">
                <a:solidFill>
                  <a:srgbClr val="3977F6"/>
                </a:solidFill>
                <a:latin typeface="Helvetica Neue"/>
                <a:ea typeface="Helvetica Neue"/>
                <a:cs typeface="Helvetica Neue"/>
              </a:defRPr>
            </a:pPr>
            <a:r>
              <a:t>• </a:t>
            </a:r>
            <a:r>
              <a:rPr b="0">
                <a:solidFill>
                  <a:srgbClr val="73777F"/>
                </a:solidFill>
              </a:rPr>
              <a:t>PyTorch 2.11.0+cu130</a:t>
            </a:r>
          </a:p>
        </p:txBody>
      </p:sp>
      <p:sp>
        <p:nvSpPr>
          <p:cNvPr id="2577" name="TextBox 30">
            <a:extLst xmlns:a="http://schemas.openxmlformats.org/drawingml/2006/main">
              <a:ext uri="{FF2B5EF4-FFF2-40B4-BE49-F238E27FC236}">
                <a16:creationId xmlns:a16="http://schemas.microsoft.com/office/drawing/2014/main" id="{63E05739-AB32-406F-9169-1DA1CF7A54A4}"/>
              </a:ext>
            </a:extLst>
          </p:cNvPr>
          <p:cNvSpPr>
            <a:spLocks xmlns:a="http://schemas.openxmlformats.org/drawingml/2006/main" noGrp="1"/>
          </p:cNvSpPr>
          <p:nvPr/>
        </p:nvSpPr>
        <p:spPr>
          <a:xfrm xmlns:a="http://schemas.openxmlformats.org/drawingml/2006/main">
            <a:off x="4160520" y="4549140"/>
            <a:ext cx="3246121" cy="13695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900" b="1">
                <a:solidFill>
                  <a:srgbClr val="3977F6"/>
                </a:solidFill>
                <a:latin typeface="Helvetica Neue"/>
                <a:ea typeface="Helvetica Neue"/>
                <a:cs typeface="Helvetica Neue"/>
              </a:defRPr>
            </a:pPr>
            <a:r>
              <a:t>• </a:t>
            </a:r>
            <a:r>
              <a:rPr b="0">
                <a:solidFill>
                  <a:srgbClr val="73777F"/>
                </a:solidFill>
              </a:rPr>
              <a:t>Transformers 5.13.1</a:t>
            </a:r>
          </a:p>
        </p:txBody>
      </p:sp>
      <p:sp>
        <p:nvSpPr>
          <p:cNvPr id="2578" name="TextBox 31">
            <a:extLst xmlns:a="http://schemas.openxmlformats.org/drawingml/2006/main">
              <a:ext uri="{FF2B5EF4-FFF2-40B4-BE49-F238E27FC236}">
                <a16:creationId xmlns:a16="http://schemas.microsoft.com/office/drawing/2014/main" id="{F8FBF547-AE71-47EA-9A69-CC34E1E16C23}"/>
              </a:ext>
            </a:extLst>
          </p:cNvPr>
          <p:cNvSpPr>
            <a:spLocks xmlns:a="http://schemas.openxmlformats.org/drawingml/2006/main" noGrp="1"/>
          </p:cNvSpPr>
          <p:nvPr/>
        </p:nvSpPr>
        <p:spPr>
          <a:xfrm xmlns:a="http://schemas.openxmlformats.org/drawingml/2006/main">
            <a:off x="4160520" y="4818888"/>
            <a:ext cx="3246121" cy="13695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900" b="1">
                <a:solidFill>
                  <a:srgbClr val="3977F6"/>
                </a:solidFill>
                <a:latin typeface="Helvetica Neue"/>
                <a:ea typeface="Helvetica Neue"/>
                <a:cs typeface="Helvetica Neue"/>
              </a:defRPr>
            </a:pPr>
            <a:r>
              <a:t>• </a:t>
            </a:r>
            <a:r>
              <a:rPr b="0">
                <a:solidFill>
                  <a:srgbClr val="73777F"/>
                </a:solidFill>
              </a:rPr>
              <a:t>32,768 batched tokens · prefix cache on</a:t>
            </a:r>
          </a:p>
        </p:txBody>
      </p:sp>
      <p:sp>
        <p:nvSpPr>
          <p:cNvPr id="2579" name="TextBox 32">
            <a:extLst xmlns:a="http://schemas.openxmlformats.org/drawingml/2006/main">
              <a:ext uri="{FF2B5EF4-FFF2-40B4-BE49-F238E27FC236}">
                <a16:creationId xmlns:a16="http://schemas.microsoft.com/office/drawing/2014/main" id="{4EE784E9-BA1E-404B-870F-B85C630E185F}"/>
              </a:ext>
            </a:extLst>
          </p:cNvPr>
          <p:cNvSpPr>
            <a:spLocks xmlns:a="http://schemas.openxmlformats.org/drawingml/2006/main" noGrp="1"/>
          </p:cNvSpPr>
          <p:nvPr/>
        </p:nvSpPr>
        <p:spPr>
          <a:xfrm xmlns:a="http://schemas.openxmlformats.org/drawingml/2006/main">
            <a:off x="4160520" y="5088635"/>
            <a:ext cx="3246121" cy="13695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900" b="1">
                <a:solidFill>
                  <a:srgbClr val="3977F6"/>
                </a:solidFill>
                <a:latin typeface="Helvetica Neue"/>
                <a:ea typeface="Helvetica Neue"/>
                <a:cs typeface="Helvetica Neue"/>
              </a:defRPr>
            </a:pPr>
            <a:r>
              <a:t>• </a:t>
            </a:r>
            <a:r>
              <a:rPr b="0">
                <a:solidFill>
                  <a:srgbClr val="73777F"/>
                </a:solidFill>
              </a:rPr>
              <a:t>language-model-only · local OpenAI-compatible endpoint</a:t>
            </a:r>
          </a:p>
        </p:txBody>
      </p:sp>
      <p:sp>
        <p:nvSpPr>
          <p:cNvPr id="2580" name="TextBox 33">
            <a:extLst xmlns:a="http://schemas.openxmlformats.org/drawingml/2006/main">
              <a:ext uri="{FF2B5EF4-FFF2-40B4-BE49-F238E27FC236}">
                <a16:creationId xmlns:a16="http://schemas.microsoft.com/office/drawing/2014/main" id="{618F921B-9433-497E-AC38-B61295C77995}"/>
              </a:ext>
            </a:extLst>
          </p:cNvPr>
          <p:cNvSpPr>
            <a:spLocks xmlns:a="http://schemas.openxmlformats.org/drawingml/2006/main" noGrp="1"/>
          </p:cNvSpPr>
          <p:nvPr/>
        </p:nvSpPr>
        <p:spPr>
          <a:xfrm xmlns:a="http://schemas.openxmlformats.org/drawingml/2006/main">
            <a:off x="7653526" y="2862072"/>
            <a:ext cx="3703321" cy="14871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000" b="1">
                <a:solidFill>
                  <a:srgbClr val="FF705B"/>
                </a:solidFill>
                <a:latin typeface="Helvetica Neue"/>
                <a:ea typeface="Helvetica Neue"/>
                <a:cs typeface="Helvetica Neue"/>
              </a:defRPr>
            </a:lvl1pPr>
          </a:lstStyle>
          <a:p xmlns:a="http://schemas.openxmlformats.org/drawingml/2006/main">
            <a:pPr>
              <a:buNone/>
            </a:pPr>
            <a:r>
              <a:t>INFERENCE CONTRACT + AUDIT</a:t>
            </a:r>
          </a:p>
        </p:txBody>
      </p:sp>
      <p:sp>
        <p:nvSpPr>
          <p:cNvPr id="2581" name="TextBox 34">
            <a:extLst xmlns:a="http://schemas.openxmlformats.org/drawingml/2006/main">
              <a:ext uri="{FF2B5EF4-FFF2-40B4-BE49-F238E27FC236}">
                <a16:creationId xmlns:a16="http://schemas.microsoft.com/office/drawing/2014/main" id="{17205C26-E5C1-4702-98E8-D5C232EBE9D0}"/>
              </a:ext>
            </a:extLst>
          </p:cNvPr>
          <p:cNvSpPr>
            <a:spLocks xmlns:a="http://schemas.openxmlformats.org/drawingml/2006/main" noGrp="1"/>
          </p:cNvSpPr>
          <p:nvPr/>
        </p:nvSpPr>
        <p:spPr>
          <a:xfrm xmlns:a="http://schemas.openxmlformats.org/drawingml/2006/main">
            <a:off x="7653526" y="3200400"/>
            <a:ext cx="3703321" cy="140393"/>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900" b="1">
                <a:solidFill>
                  <a:srgbClr val="FF705B"/>
                </a:solidFill>
                <a:latin typeface="Helvetica Neue"/>
                <a:ea typeface="Helvetica Neue"/>
                <a:cs typeface="Helvetica Neue"/>
              </a:defRPr>
            </a:pPr>
            <a:r>
              <a:t>• </a:t>
            </a:r>
            <a:r>
              <a:rPr b="0">
                <a:solidFill>
                  <a:srgbClr val="73777F"/>
                </a:solidFill>
              </a:rPr>
              <a:t>one note → one independent user prompt</a:t>
            </a:r>
          </a:p>
        </p:txBody>
      </p:sp>
      <p:sp>
        <p:nvSpPr>
          <p:cNvPr id="2582" name="TextBox 35">
            <a:extLst xmlns:a="http://schemas.openxmlformats.org/drawingml/2006/main">
              <a:ext uri="{FF2B5EF4-FFF2-40B4-BE49-F238E27FC236}">
                <a16:creationId xmlns:a16="http://schemas.microsoft.com/office/drawing/2014/main" id="{AD92C6CB-3F8A-4E53-A4AC-2FBC4FA58CD9}"/>
              </a:ext>
            </a:extLst>
          </p:cNvPr>
          <p:cNvSpPr>
            <a:spLocks xmlns:a="http://schemas.openxmlformats.org/drawingml/2006/main" noGrp="1"/>
          </p:cNvSpPr>
          <p:nvPr/>
        </p:nvSpPr>
        <p:spPr>
          <a:xfrm xmlns:a="http://schemas.openxmlformats.org/drawingml/2006/main">
            <a:off x="7653526" y="3470147"/>
            <a:ext cx="3703321" cy="13695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900" b="1">
                <a:solidFill>
                  <a:srgbClr val="FF705B"/>
                </a:solidFill>
                <a:latin typeface="Helvetica Neue"/>
                <a:ea typeface="Helvetica Neue"/>
                <a:cs typeface="Helvetica Neue"/>
              </a:defRPr>
            </a:pPr>
            <a:r>
              <a:t>• </a:t>
            </a:r>
            <a:r>
              <a:rPr b="0">
                <a:solidFill>
                  <a:srgbClr val="73777F"/>
                </a:solidFill>
              </a:rPr>
              <a:t>no system prompt · no guided generation</a:t>
            </a:r>
          </a:p>
        </p:txBody>
      </p:sp>
      <p:sp>
        <p:nvSpPr>
          <p:cNvPr id="2583" name="TextBox 36">
            <a:extLst xmlns:a="http://schemas.openxmlformats.org/drawingml/2006/main">
              <a:ext uri="{FF2B5EF4-FFF2-40B4-BE49-F238E27FC236}">
                <a16:creationId xmlns:a16="http://schemas.microsoft.com/office/drawing/2014/main" id="{5391CCB5-7518-4206-B91A-BBD86DD2509A}"/>
              </a:ext>
            </a:extLst>
          </p:cNvPr>
          <p:cNvSpPr>
            <a:spLocks xmlns:a="http://schemas.openxmlformats.org/drawingml/2006/main" noGrp="1"/>
          </p:cNvSpPr>
          <p:nvPr/>
        </p:nvSpPr>
        <p:spPr>
          <a:xfrm xmlns:a="http://schemas.openxmlformats.org/drawingml/2006/main">
            <a:off x="7653526" y="3739896"/>
            <a:ext cx="3703321" cy="13695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900" b="1">
                <a:solidFill>
                  <a:srgbClr val="FF705B"/>
                </a:solidFill>
                <a:latin typeface="Helvetica Neue"/>
                <a:ea typeface="Helvetica Neue"/>
                <a:cs typeface="Helvetica Neue"/>
              </a:defRPr>
            </a:pPr>
            <a:r>
              <a:t>• </a:t>
            </a:r>
            <a:r>
              <a:rPr b="0">
                <a:solidFill>
                  <a:srgbClr val="73777F"/>
                </a:solidFill>
              </a:rPr>
              <a:t>strict JSON validation after generation</a:t>
            </a:r>
          </a:p>
        </p:txBody>
      </p:sp>
      <p:sp>
        <p:nvSpPr>
          <p:cNvPr id="2584" name="TextBox 37">
            <a:extLst xmlns:a="http://schemas.openxmlformats.org/drawingml/2006/main">
              <a:ext uri="{FF2B5EF4-FFF2-40B4-BE49-F238E27FC236}">
                <a16:creationId xmlns:a16="http://schemas.microsoft.com/office/drawing/2014/main" id="{CF34A04D-473B-43F5-B9C1-AD47EEC19A74}"/>
              </a:ext>
            </a:extLst>
          </p:cNvPr>
          <p:cNvSpPr>
            <a:spLocks xmlns:a="http://schemas.openxmlformats.org/drawingml/2006/main" noGrp="1"/>
          </p:cNvSpPr>
          <p:nvPr/>
        </p:nvSpPr>
        <p:spPr>
          <a:xfrm xmlns:a="http://schemas.openxmlformats.org/drawingml/2006/main">
            <a:off x="7653526" y="4009644"/>
            <a:ext cx="3703321" cy="13695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900" b="1">
                <a:solidFill>
                  <a:srgbClr val="FF705B"/>
                </a:solidFill>
                <a:latin typeface="Helvetica Neue"/>
                <a:ea typeface="Helvetica Neue"/>
                <a:cs typeface="Helvetica Neue"/>
              </a:defRPr>
            </a:pPr>
            <a:r>
              <a:t>• </a:t>
            </a:r>
            <a:r>
              <a:rPr b="0">
                <a:solidFill>
                  <a:srgbClr val="73777F"/>
                </a:solidFill>
              </a:rPr>
              <a:t>no tweet context · no URL fetching</a:t>
            </a:r>
          </a:p>
        </p:txBody>
      </p:sp>
      <p:sp>
        <p:nvSpPr>
          <p:cNvPr id="2585" name="TextBox 38">
            <a:extLst xmlns:a="http://schemas.openxmlformats.org/drawingml/2006/main">
              <a:ext uri="{FF2B5EF4-FFF2-40B4-BE49-F238E27FC236}">
                <a16:creationId xmlns:a16="http://schemas.microsoft.com/office/drawing/2014/main" id="{52DFDFEF-9777-423C-80F4-6A56E4AB1EA1}"/>
              </a:ext>
            </a:extLst>
          </p:cNvPr>
          <p:cNvSpPr>
            <a:spLocks xmlns:a="http://schemas.openxmlformats.org/drawingml/2006/main" noGrp="1"/>
          </p:cNvSpPr>
          <p:nvPr/>
        </p:nvSpPr>
        <p:spPr>
          <a:xfrm xmlns:a="http://schemas.openxmlformats.org/drawingml/2006/main">
            <a:off x="7653526" y="4279391"/>
            <a:ext cx="3703321" cy="13695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900" b="1">
                <a:solidFill>
                  <a:srgbClr val="FF705B"/>
                </a:solidFill>
                <a:latin typeface="Helvetica Neue"/>
                <a:ea typeface="Helvetica Neue"/>
                <a:cs typeface="Helvetica Neue"/>
              </a:defRPr>
            </a:pPr>
            <a:r>
              <a:t>• </a:t>
            </a:r>
            <a:r>
              <a:rPr b="0">
                <a:solidFill>
                  <a:srgbClr val="73777F"/>
                </a:solidFill>
              </a:rPr>
              <a:t>no retrieval · embeddings · vector store</a:t>
            </a:r>
          </a:p>
        </p:txBody>
      </p:sp>
      <p:sp>
        <p:nvSpPr>
          <p:cNvPr id="2586" name="TextBox 39">
            <a:extLst xmlns:a="http://schemas.openxmlformats.org/drawingml/2006/main">
              <a:ext uri="{FF2B5EF4-FFF2-40B4-BE49-F238E27FC236}">
                <a16:creationId xmlns:a16="http://schemas.microsoft.com/office/drawing/2014/main" id="{5EAA3BCE-60D3-484E-BF52-1833901F7B2D}"/>
              </a:ext>
            </a:extLst>
          </p:cNvPr>
          <p:cNvSpPr>
            <a:spLocks xmlns:a="http://schemas.openxmlformats.org/drawingml/2006/main" noGrp="1"/>
          </p:cNvSpPr>
          <p:nvPr/>
        </p:nvSpPr>
        <p:spPr>
          <a:xfrm xmlns:a="http://schemas.openxmlformats.org/drawingml/2006/main">
            <a:off x="7653526" y="4549140"/>
            <a:ext cx="3703321" cy="13695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900" b="1">
                <a:solidFill>
                  <a:srgbClr val="FF705B"/>
                </a:solidFill>
                <a:latin typeface="Helvetica Neue"/>
                <a:ea typeface="Helvetica Neue"/>
                <a:cs typeface="Helvetica Neue"/>
              </a:defRPr>
            </a:pPr>
            <a:r>
              <a:t>• </a:t>
            </a:r>
            <a:r>
              <a:rPr b="0">
                <a:solidFill>
                  <a:srgbClr val="73777F"/>
                </a:solidFill>
              </a:rPr>
              <a:t>no Gabriel scaffold or label in context</a:t>
            </a:r>
          </a:p>
        </p:txBody>
      </p:sp>
      <p:sp>
        <p:nvSpPr>
          <p:cNvPr id="2587" name="TextBox 40">
            <a:extLst xmlns:a="http://schemas.openxmlformats.org/drawingml/2006/main">
              <a:ext uri="{FF2B5EF4-FFF2-40B4-BE49-F238E27FC236}">
                <a16:creationId xmlns:a16="http://schemas.microsoft.com/office/drawing/2014/main" id="{2D7D6EFB-CC71-42E1-9341-E010BF09A4F4}"/>
              </a:ext>
            </a:extLst>
          </p:cNvPr>
          <p:cNvSpPr>
            <a:spLocks xmlns:a="http://schemas.openxmlformats.org/drawingml/2006/main" noGrp="1"/>
          </p:cNvSpPr>
          <p:nvPr/>
        </p:nvSpPr>
        <p:spPr>
          <a:xfrm xmlns:a="http://schemas.openxmlformats.org/drawingml/2006/main">
            <a:off x="7653526" y="4818888"/>
            <a:ext cx="3703321" cy="13695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900" b="1">
                <a:solidFill>
                  <a:srgbClr val="FF705B"/>
                </a:solidFill>
                <a:latin typeface="Helvetica Neue"/>
                <a:ea typeface="Helvetica Neue"/>
                <a:cs typeface="Helvetica Neue"/>
              </a:defRPr>
            </a:pPr>
            <a:r>
              <a:t>• </a:t>
            </a:r>
            <a:r>
              <a:rPr b="0">
                <a:solidFill>
                  <a:srgbClr val="73777F"/>
                </a:solidFill>
              </a:rPr>
              <a:t>≤3 attempts · durable per-attempt records</a:t>
            </a:r>
          </a:p>
        </p:txBody>
      </p:sp>
      <p:sp>
        <p:nvSpPr>
          <p:cNvPr id="2588" name="TextBox 41">
            <a:extLst xmlns:a="http://schemas.openxmlformats.org/drawingml/2006/main">
              <a:ext uri="{FF2B5EF4-FFF2-40B4-BE49-F238E27FC236}">
                <a16:creationId xmlns:a16="http://schemas.microsoft.com/office/drawing/2014/main" id="{0E21ACC9-2CFE-4EF2-8630-1CDD14FFB983}"/>
              </a:ext>
            </a:extLst>
          </p:cNvPr>
          <p:cNvSpPr>
            <a:spLocks xmlns:a="http://schemas.openxmlformats.org/drawingml/2006/main" noGrp="1"/>
          </p:cNvSpPr>
          <p:nvPr/>
        </p:nvSpPr>
        <p:spPr>
          <a:xfrm xmlns:a="http://schemas.openxmlformats.org/drawingml/2006/main">
            <a:off x="7653526" y="5088635"/>
            <a:ext cx="3703321" cy="13695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900" b="1">
                <a:solidFill>
                  <a:srgbClr val="FF705B"/>
                </a:solidFill>
                <a:latin typeface="Helvetica Neue"/>
                <a:ea typeface="Helvetica Neue"/>
                <a:cs typeface="Helvetica Neue"/>
              </a:defRPr>
            </a:pPr>
            <a:r>
              <a:t>• </a:t>
            </a:r>
            <a:r>
              <a:rPr b="0">
                <a:solidFill>
                  <a:srgbClr val="73777F"/>
                </a:solidFill>
              </a:rPr>
              <a:t>25,734 judgments · 25,804 total attempts</a:t>
            </a:r>
          </a:p>
        </p:txBody>
      </p:sp>
      <p:sp>
        <p:nvSpPr>
          <p:cNvPr id="2589" name="TextBox 42">
            <a:extLst xmlns:a="http://schemas.openxmlformats.org/drawingml/2006/main">
              <a:ext uri="{FF2B5EF4-FFF2-40B4-BE49-F238E27FC236}">
                <a16:creationId xmlns:a16="http://schemas.microsoft.com/office/drawing/2014/main" id="{4E1D3854-5D88-4BAD-85EF-9092CD8FFED3}"/>
              </a:ext>
            </a:extLst>
          </p:cNvPr>
          <p:cNvSpPr>
            <a:spLocks xmlns:a="http://schemas.openxmlformats.org/drawingml/2006/main" noGrp="1"/>
          </p:cNvSpPr>
          <p:nvPr/>
        </p:nvSpPr>
        <p:spPr>
          <a:xfrm xmlns:a="http://schemas.openxmlformats.org/drawingml/2006/main">
            <a:off x="7653526" y="5358383"/>
            <a:ext cx="3703321" cy="13695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900" b="1">
                <a:solidFill>
                  <a:srgbClr val="FF705B"/>
                </a:solidFill>
                <a:latin typeface="Helvetica Neue"/>
                <a:ea typeface="Helvetica Neue"/>
                <a:cs typeface="Helvetica Neue"/>
              </a:defRPr>
            </a:pPr>
            <a:r>
              <a:t>• </a:t>
            </a:r>
            <a:r>
              <a:rPr b="0">
                <a:solidFill>
                  <a:srgbClr val="73777F"/>
                </a:solidFill>
              </a:rPr>
              <a:t>32.1M tokens · 99.75% first-attempt valid</a:t>
            </a:r>
          </a:p>
        </p:txBody>
      </p:sp>
      <p:sp>
        <p:nvSpPr>
          <p:cNvPr id="2590" name="Connector 43">
            <a:extLst xmlns:a="http://schemas.openxmlformats.org/drawingml/2006/main">
              <a:ext uri="{FF2B5EF4-FFF2-40B4-BE49-F238E27FC236}">
                <a16:creationId xmlns:a16="http://schemas.microsoft.com/office/drawing/2014/main" id="{59DAD5EE-6904-46B8-AC99-A89FA99DBA3D}"/>
              </a:ext>
            </a:extLst>
          </p:cNvPr>
          <p:cNvSpPr>
            <a:spLocks xmlns:a="http://schemas.openxmlformats.org/drawingml/2006/main" noGrp="1"/>
          </p:cNvSpPr>
          <p:nvPr/>
        </p:nvSpPr>
        <p:spPr>
          <a:xfrm xmlns:a="http://schemas.openxmlformats.org/drawingml/2006/main">
            <a:off x="658368" y="5815584"/>
            <a:ext cx="10881360" cy="1"/>
          </a:xfrm>
          <a:prstGeom xmlns:a="http://schemas.openxmlformats.org/drawingml/2006/main" prst="line">
            <a:avLst/>
          </a:prstGeom>
          <a:ln xmlns:a="http://schemas.openxmlformats.org/drawingml/2006/main" w="1143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591" name="TextBox 44">
            <a:extLst xmlns:a="http://schemas.openxmlformats.org/drawingml/2006/main">
              <a:ext uri="{FF2B5EF4-FFF2-40B4-BE49-F238E27FC236}">
                <a16:creationId xmlns:a16="http://schemas.microsoft.com/office/drawing/2014/main" id="{B4819B6F-75D0-44AA-9D80-F090B7ACDC92}"/>
              </a:ext>
            </a:extLst>
          </p:cNvPr>
          <p:cNvSpPr>
            <a:spLocks xmlns:a="http://schemas.openxmlformats.org/drawingml/2006/main" noGrp="1"/>
          </p:cNvSpPr>
          <p:nvPr/>
        </p:nvSpPr>
        <p:spPr>
          <a:xfrm xmlns:a="http://schemas.openxmlformats.org/drawingml/2006/main">
            <a:off x="676655" y="5971032"/>
            <a:ext cx="1124713"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800" b="1">
                <a:solidFill>
                  <a:srgbClr val="73777F"/>
                </a:solidFill>
                <a:latin typeface="Helvetica Neue"/>
                <a:ea typeface="Helvetica Neue"/>
                <a:cs typeface="Helvetica Neue"/>
              </a:defRPr>
            </a:lvl1pPr>
          </a:lstStyle>
          <a:p xmlns:a="http://schemas.openxmlformats.org/drawingml/2006/main">
            <a:pPr>
              <a:buNone/>
            </a:pPr>
            <a:r>
              <a:t>ACTIVE PHASES</a:t>
            </a:r>
          </a:p>
        </p:txBody>
      </p:sp>
      <p:sp>
        <p:nvSpPr>
          <p:cNvPr id="2592" name="TextBox 45">
            <a:extLst xmlns:a="http://schemas.openxmlformats.org/drawingml/2006/main">
              <a:ext uri="{FF2B5EF4-FFF2-40B4-BE49-F238E27FC236}">
                <a16:creationId xmlns:a16="http://schemas.microsoft.com/office/drawing/2014/main" id="{C97048DA-44E8-4EDB-97D6-27C7016F2156}"/>
              </a:ext>
            </a:extLst>
          </p:cNvPr>
          <p:cNvSpPr>
            <a:spLocks xmlns:a="http://schemas.openxmlformats.org/drawingml/2006/main" noGrp="1"/>
          </p:cNvSpPr>
          <p:nvPr/>
        </p:nvSpPr>
        <p:spPr>
          <a:xfrm xmlns:a="http://schemas.openxmlformats.org/drawingml/2006/main">
            <a:off x="1682495" y="5934455"/>
            <a:ext cx="667513" cy="161049"/>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100" b="1">
                <a:solidFill>
                  <a:srgbClr val="3977F6"/>
                </a:solidFill>
                <a:latin typeface="Helvetica Neue"/>
                <a:ea typeface="Helvetica Neue"/>
                <a:cs typeface="Helvetica Neue"/>
              </a:defRPr>
            </a:lvl1pPr>
          </a:lstStyle>
          <a:p xmlns:a="http://schemas.openxmlformats.org/drawingml/2006/main">
            <a:pPr>
              <a:buNone/>
            </a:pPr>
            <a:r>
              <a:t>7h 18m</a:t>
            </a:r>
          </a:p>
        </p:txBody>
      </p:sp>
      <p:sp>
        <p:nvSpPr>
          <p:cNvPr id="2593" name="TextBox 46">
            <a:extLst xmlns:a="http://schemas.openxmlformats.org/drawingml/2006/main">
              <a:ext uri="{FF2B5EF4-FFF2-40B4-BE49-F238E27FC236}">
                <a16:creationId xmlns:a16="http://schemas.microsoft.com/office/drawing/2014/main" id="{7223CFFB-7639-40D6-960F-62BF59BE46D8}"/>
              </a:ext>
            </a:extLst>
          </p:cNvPr>
          <p:cNvSpPr>
            <a:spLocks xmlns:a="http://schemas.openxmlformats.org/drawingml/2006/main" noGrp="1"/>
          </p:cNvSpPr>
          <p:nvPr/>
        </p:nvSpPr>
        <p:spPr>
          <a:xfrm xmlns:a="http://schemas.openxmlformats.org/drawingml/2006/main">
            <a:off x="2331720" y="5971032"/>
            <a:ext cx="630937"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800" b="1">
                <a:solidFill>
                  <a:srgbClr val="73777F"/>
                </a:solidFill>
                <a:latin typeface="Helvetica Neue"/>
                <a:ea typeface="Helvetica Neue"/>
                <a:cs typeface="Helvetica Neue"/>
              </a:defRPr>
            </a:lvl1pPr>
          </a:lstStyle>
          <a:p xmlns:a="http://schemas.openxmlformats.org/drawingml/2006/main">
            <a:pPr>
              <a:buNone/>
            </a:pPr>
            <a:r>
              <a:t>STAGE 1</a:t>
            </a:r>
          </a:p>
        </p:txBody>
      </p:sp>
      <p:sp>
        <p:nvSpPr>
          <p:cNvPr id="2594" name="TextBox 47">
            <a:extLst xmlns:a="http://schemas.openxmlformats.org/drawingml/2006/main">
              <a:ext uri="{FF2B5EF4-FFF2-40B4-BE49-F238E27FC236}">
                <a16:creationId xmlns:a16="http://schemas.microsoft.com/office/drawing/2014/main" id="{49D81307-3BF8-4C5E-83B8-0777E8E17DAF}"/>
              </a:ext>
            </a:extLst>
          </p:cNvPr>
          <p:cNvSpPr>
            <a:spLocks xmlns:a="http://schemas.openxmlformats.org/drawingml/2006/main" noGrp="1"/>
          </p:cNvSpPr>
          <p:nvPr/>
        </p:nvSpPr>
        <p:spPr>
          <a:xfrm xmlns:a="http://schemas.openxmlformats.org/drawingml/2006/main">
            <a:off x="3063239" y="5934455"/>
            <a:ext cx="228601" cy="161049"/>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100" b="1">
                <a:solidFill>
                  <a:srgbClr val="73777F"/>
                </a:solidFill>
                <a:latin typeface="Helvetica Neue"/>
                <a:ea typeface="Helvetica Neue"/>
                <a:cs typeface="Helvetica Neue"/>
              </a:defRPr>
            </a:lvl1pPr>
          </a:lstStyle>
          <a:p xmlns:a="http://schemas.openxmlformats.org/drawingml/2006/main">
            <a:pPr>
              <a:buNone/>
            </a:pPr>
            <a:r>
              <a:t>+</a:t>
            </a:r>
          </a:p>
        </p:txBody>
      </p:sp>
      <p:sp>
        <p:nvSpPr>
          <p:cNvPr id="2595" name="TextBox 48">
            <a:extLst xmlns:a="http://schemas.openxmlformats.org/drawingml/2006/main">
              <a:ext uri="{FF2B5EF4-FFF2-40B4-BE49-F238E27FC236}">
                <a16:creationId xmlns:a16="http://schemas.microsoft.com/office/drawing/2014/main" id="{6B8F373C-A764-42C3-9034-D2284D91B3D5}"/>
              </a:ext>
            </a:extLst>
          </p:cNvPr>
          <p:cNvSpPr>
            <a:spLocks xmlns:a="http://schemas.openxmlformats.org/drawingml/2006/main" noGrp="1"/>
          </p:cNvSpPr>
          <p:nvPr/>
        </p:nvSpPr>
        <p:spPr>
          <a:xfrm xmlns:a="http://schemas.openxmlformats.org/drawingml/2006/main">
            <a:off x="3401567" y="5934455"/>
            <a:ext cx="530353" cy="161049"/>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100" b="1">
                <a:solidFill>
                  <a:srgbClr val="FF705B"/>
                </a:solidFill>
                <a:latin typeface="Helvetica Neue"/>
                <a:ea typeface="Helvetica Neue"/>
                <a:cs typeface="Helvetica Neue"/>
              </a:defRPr>
            </a:lvl1pPr>
          </a:lstStyle>
          <a:p xmlns:a="http://schemas.openxmlformats.org/drawingml/2006/main">
            <a:pPr>
              <a:buNone/>
            </a:pPr>
            <a:r>
              <a:t>36m</a:t>
            </a:r>
          </a:p>
        </p:txBody>
      </p:sp>
      <p:sp>
        <p:nvSpPr>
          <p:cNvPr id="2596" name="TextBox 49">
            <a:extLst xmlns:a="http://schemas.openxmlformats.org/drawingml/2006/main">
              <a:ext uri="{FF2B5EF4-FFF2-40B4-BE49-F238E27FC236}">
                <a16:creationId xmlns:a16="http://schemas.microsoft.com/office/drawing/2014/main" id="{5417E870-46C9-4FB5-AB16-71906AE2BEF2}"/>
              </a:ext>
            </a:extLst>
          </p:cNvPr>
          <p:cNvSpPr>
            <a:spLocks xmlns:a="http://schemas.openxmlformats.org/drawingml/2006/main" noGrp="1"/>
          </p:cNvSpPr>
          <p:nvPr/>
        </p:nvSpPr>
        <p:spPr>
          <a:xfrm xmlns:a="http://schemas.openxmlformats.org/drawingml/2006/main">
            <a:off x="3913632" y="5971032"/>
            <a:ext cx="713233"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800" b="1">
                <a:solidFill>
                  <a:srgbClr val="73777F"/>
                </a:solidFill>
                <a:latin typeface="Helvetica Neue"/>
                <a:ea typeface="Helvetica Neue"/>
                <a:cs typeface="Helvetica Neue"/>
              </a:defRPr>
            </a:lvl1pPr>
          </a:lstStyle>
          <a:p xmlns:a="http://schemas.openxmlformats.org/drawingml/2006/main">
            <a:pPr>
              <a:buNone/>
            </a:pPr>
            <a:r>
              <a:t>STAGE 1.5</a:t>
            </a:r>
          </a:p>
        </p:txBody>
      </p:sp>
      <p:sp>
        <p:nvSpPr>
          <p:cNvPr id="2597" name="TextBox 50">
            <a:extLst xmlns:a="http://schemas.openxmlformats.org/drawingml/2006/main">
              <a:ext uri="{FF2B5EF4-FFF2-40B4-BE49-F238E27FC236}">
                <a16:creationId xmlns:a16="http://schemas.microsoft.com/office/drawing/2014/main" id="{4AF98E7C-0431-4E0C-841E-B1D4A6AEC7DE}"/>
              </a:ext>
            </a:extLst>
          </p:cNvPr>
          <p:cNvSpPr>
            <a:spLocks xmlns:a="http://schemas.openxmlformats.org/drawingml/2006/main" noGrp="1"/>
          </p:cNvSpPr>
          <p:nvPr/>
        </p:nvSpPr>
        <p:spPr>
          <a:xfrm xmlns:a="http://schemas.openxmlformats.org/drawingml/2006/main">
            <a:off x="4736591" y="5934455"/>
            <a:ext cx="228601" cy="161049"/>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100" b="1">
                <a:solidFill>
                  <a:srgbClr val="73777F"/>
                </a:solidFill>
                <a:latin typeface="Helvetica Neue"/>
                <a:ea typeface="Helvetica Neue"/>
                <a:cs typeface="Helvetica Neue"/>
              </a:defRPr>
            </a:lvl1pPr>
          </a:lstStyle>
          <a:p xmlns:a="http://schemas.openxmlformats.org/drawingml/2006/main">
            <a:pPr>
              <a:buNone/>
            </a:pPr>
            <a:r>
              <a:t>+</a:t>
            </a:r>
          </a:p>
        </p:txBody>
      </p:sp>
      <p:sp>
        <p:nvSpPr>
          <p:cNvPr id="2598" name="TextBox 51">
            <a:extLst xmlns:a="http://schemas.openxmlformats.org/drawingml/2006/main">
              <a:ext uri="{FF2B5EF4-FFF2-40B4-BE49-F238E27FC236}">
                <a16:creationId xmlns:a16="http://schemas.microsoft.com/office/drawing/2014/main" id="{A5F6FA8B-12E7-4201-B381-881558A10EFC}"/>
              </a:ext>
            </a:extLst>
          </p:cNvPr>
          <p:cNvSpPr>
            <a:spLocks xmlns:a="http://schemas.openxmlformats.org/drawingml/2006/main" noGrp="1"/>
          </p:cNvSpPr>
          <p:nvPr/>
        </p:nvSpPr>
        <p:spPr>
          <a:xfrm xmlns:a="http://schemas.openxmlformats.org/drawingml/2006/main">
            <a:off x="5093208" y="5934455"/>
            <a:ext cx="667513" cy="161049"/>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100" b="1">
                <a:solidFill>
                  <a:srgbClr val="1FA873"/>
                </a:solidFill>
                <a:latin typeface="Helvetica Neue"/>
                <a:ea typeface="Helvetica Neue"/>
                <a:cs typeface="Helvetica Neue"/>
              </a:defRPr>
            </a:lvl1pPr>
          </a:lstStyle>
          <a:p xmlns:a="http://schemas.openxmlformats.org/drawingml/2006/main">
            <a:pPr>
              <a:buNone/>
            </a:pPr>
            <a:r>
              <a:t>4h 35m</a:t>
            </a:r>
          </a:p>
        </p:txBody>
      </p:sp>
      <p:sp>
        <p:nvSpPr>
          <p:cNvPr id="2599" name="TextBox 52">
            <a:extLst xmlns:a="http://schemas.openxmlformats.org/drawingml/2006/main">
              <a:ext uri="{FF2B5EF4-FFF2-40B4-BE49-F238E27FC236}">
                <a16:creationId xmlns:a16="http://schemas.microsoft.com/office/drawing/2014/main" id="{E39CCAC0-7EF0-42EE-AF57-99A26023DDE8}"/>
              </a:ext>
            </a:extLst>
          </p:cNvPr>
          <p:cNvSpPr>
            <a:spLocks xmlns:a="http://schemas.openxmlformats.org/drawingml/2006/main" noGrp="1"/>
          </p:cNvSpPr>
          <p:nvPr/>
        </p:nvSpPr>
        <p:spPr>
          <a:xfrm xmlns:a="http://schemas.openxmlformats.org/drawingml/2006/main">
            <a:off x="5742432" y="5971032"/>
            <a:ext cx="621793"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800" b="1">
                <a:solidFill>
                  <a:srgbClr val="73777F"/>
                </a:solidFill>
                <a:latin typeface="Helvetica Neue"/>
                <a:ea typeface="Helvetica Neue"/>
                <a:cs typeface="Helvetica Neue"/>
              </a:defRPr>
            </a:lvl1pPr>
          </a:lstStyle>
          <a:p xmlns:a="http://schemas.openxmlformats.org/drawingml/2006/main">
            <a:pPr>
              <a:buNone/>
            </a:pPr>
            <a:r>
              <a:t>STAGE 2</a:t>
            </a:r>
          </a:p>
        </p:txBody>
      </p:sp>
      <p:sp>
        <p:nvSpPr>
          <p:cNvPr id="2600" name="TextBox 53">
            <a:extLst xmlns:a="http://schemas.openxmlformats.org/drawingml/2006/main">
              <a:ext uri="{FF2B5EF4-FFF2-40B4-BE49-F238E27FC236}">
                <a16:creationId xmlns:a16="http://schemas.microsoft.com/office/drawing/2014/main" id="{6B69EC5B-4145-4133-9307-DA63467A99A4}"/>
              </a:ext>
            </a:extLst>
          </p:cNvPr>
          <p:cNvSpPr>
            <a:spLocks xmlns:a="http://schemas.openxmlformats.org/drawingml/2006/main" noGrp="1"/>
          </p:cNvSpPr>
          <p:nvPr/>
        </p:nvSpPr>
        <p:spPr>
          <a:xfrm xmlns:a="http://schemas.openxmlformats.org/drawingml/2006/main">
            <a:off x="6510528" y="5934455"/>
            <a:ext cx="228601" cy="161049"/>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100" b="1">
                <a:solidFill>
                  <a:srgbClr val="73777F"/>
                </a:solidFill>
                <a:latin typeface="Helvetica Neue"/>
                <a:ea typeface="Helvetica Neue"/>
                <a:cs typeface="Helvetica Neue"/>
              </a:defRPr>
            </a:lvl1pPr>
          </a:lstStyle>
          <a:p xmlns:a="http://schemas.openxmlformats.org/drawingml/2006/main">
            <a:pPr>
              <a:buNone/>
            </a:pPr>
            <a:r>
              <a:t>=</a:t>
            </a:r>
          </a:p>
        </p:txBody>
      </p:sp>
      <p:sp>
        <p:nvSpPr>
          <p:cNvPr id="2601" name="TextBox 54">
            <a:extLst xmlns:a="http://schemas.openxmlformats.org/drawingml/2006/main">
              <a:ext uri="{FF2B5EF4-FFF2-40B4-BE49-F238E27FC236}">
                <a16:creationId xmlns:a16="http://schemas.microsoft.com/office/drawing/2014/main" id="{6A84799C-35A8-414C-BCBB-B92A146546BE}"/>
              </a:ext>
            </a:extLst>
          </p:cNvPr>
          <p:cNvSpPr>
            <a:spLocks xmlns:a="http://schemas.openxmlformats.org/drawingml/2006/main" noGrp="1"/>
          </p:cNvSpPr>
          <p:nvPr/>
        </p:nvSpPr>
        <p:spPr>
          <a:xfrm xmlns:a="http://schemas.openxmlformats.org/drawingml/2006/main">
            <a:off x="6839711" y="5916167"/>
            <a:ext cx="850393" cy="198412"/>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300" b="1">
                <a:solidFill>
                  <a:srgbClr val="1FA873"/>
                </a:solidFill>
                <a:latin typeface="Helvetica Neue"/>
                <a:ea typeface="Helvetica Neue"/>
                <a:cs typeface="Helvetica Neue"/>
              </a:defRPr>
            </a:lvl1pPr>
          </a:lstStyle>
          <a:p xmlns:a="http://schemas.openxmlformats.org/drawingml/2006/main">
            <a:pPr>
              <a:buNone/>
            </a:pPr>
            <a:r>
              <a:t>12h 28m</a:t>
            </a:r>
          </a:p>
        </p:txBody>
      </p:sp>
      <p:sp>
        <p:nvSpPr>
          <p:cNvPr id="2602" name="TextBox 55">
            <a:extLst xmlns:a="http://schemas.openxmlformats.org/drawingml/2006/main">
              <a:ext uri="{FF2B5EF4-FFF2-40B4-BE49-F238E27FC236}">
                <a16:creationId xmlns:a16="http://schemas.microsoft.com/office/drawing/2014/main" id="{9D8B0193-6558-4C6D-850D-095A3C2F5673}"/>
              </a:ext>
            </a:extLst>
          </p:cNvPr>
          <p:cNvSpPr>
            <a:spLocks xmlns:a="http://schemas.openxmlformats.org/drawingml/2006/main" noGrp="1"/>
          </p:cNvSpPr>
          <p:nvPr/>
        </p:nvSpPr>
        <p:spPr>
          <a:xfrm xmlns:a="http://schemas.openxmlformats.org/drawingml/2006/main">
            <a:off x="7735823" y="5971032"/>
            <a:ext cx="1417321"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800" b="1">
                <a:solidFill>
                  <a:srgbClr val="73777F"/>
                </a:solidFill>
                <a:latin typeface="Helvetica Neue"/>
                <a:ea typeface="Helvetica Neue"/>
                <a:cs typeface="Helvetica Neue"/>
              </a:defRPr>
            </a:lvl1pPr>
          </a:lstStyle>
          <a:p xmlns:a="http://schemas.openxmlformats.org/drawingml/2006/main">
            <a:pPr>
              <a:buNone/>
            </a:pPr>
            <a:r>
              <a:t>OBSERVED ACTIVE TIME</a:t>
            </a:r>
          </a:p>
        </p:txBody>
      </p:sp>
      <p:sp>
        <p:nvSpPr>
          <p:cNvPr id="2603" name="TextBox 56">
            <a:extLst xmlns:a="http://schemas.openxmlformats.org/drawingml/2006/main">
              <a:ext uri="{FF2B5EF4-FFF2-40B4-BE49-F238E27FC236}">
                <a16:creationId xmlns:a16="http://schemas.microsoft.com/office/drawing/2014/main" id="{EF5C256F-5228-49AE-8D05-811F66880FA4}"/>
              </a:ext>
            </a:extLst>
          </p:cNvPr>
          <p:cNvSpPr>
            <a:spLocks xmlns:a="http://schemas.openxmlformats.org/drawingml/2006/main" noGrp="1"/>
          </p:cNvSpPr>
          <p:nvPr/>
        </p:nvSpPr>
        <p:spPr>
          <a:xfrm xmlns:a="http://schemas.openxmlformats.org/drawingml/2006/main">
            <a:off x="9253728" y="5971032"/>
            <a:ext cx="2057401"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r">
              <a:buNone/>
              <a:defRPr sz="800" b="1">
                <a:solidFill>
                  <a:srgbClr val="111318"/>
                </a:solidFill>
                <a:latin typeface="Helvetica Neue"/>
                <a:ea typeface="Helvetica Neue"/>
                <a:cs typeface="Helvetica Neue"/>
              </a:defRPr>
            </a:lvl1pPr>
          </a:lstStyle>
          <a:p xmlns:a="http://schemas.openxmlformats.org/drawingml/2006/main">
            <a:pPr>
              <a:buNone/>
            </a:pPr>
            <a:r>
              <a:t>LOCAL vLLM · NO HOSTED API</a:t>
            </a:r>
          </a:p>
        </p:txBody>
      </p:sp>
      <p:sp>
        <p:nvSpPr>
          <p:cNvPr id="2604" name="TextBox 57">
            <a:extLst xmlns:a="http://schemas.openxmlformats.org/drawingml/2006/main">
              <a:ext uri="{FF2B5EF4-FFF2-40B4-BE49-F238E27FC236}">
                <a16:creationId xmlns:a16="http://schemas.microsoft.com/office/drawing/2014/main" id="{B6CB10B7-6FFF-4F32-AB58-10BEAF01E94D}"/>
              </a:ext>
            </a:extLst>
          </p:cNvPr>
          <p:cNvSpPr>
            <a:spLocks xmlns:a="http://schemas.openxmlformats.org/drawingml/2006/main" noGrp="1"/>
          </p:cNvSpPr>
          <p:nvPr/>
        </p:nvSpPr>
        <p:spPr>
          <a:xfrm xmlns:a="http://schemas.openxmlformats.org/drawingml/2006/main">
            <a:off x="621792" y="6437376"/>
            <a:ext cx="10881360"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800">
                <a:solidFill>
                  <a:srgbClr val="73777F"/>
                </a:solidFill>
                <a:latin typeface="Helvetica Neue"/>
                <a:ea typeface="Helvetica Neue"/>
                <a:cs typeface="Helvetica Neue"/>
              </a:defRPr>
            </a:lvl1pPr>
          </a:lstStyle>
          <a:p xmlns:a="http://schemas.openxmlformats.org/drawingml/2006/main">
            <a:pPr>
              <a:buNone/>
            </a:pPr>
            <a:r>
              <a:t>• Canonical run manifests · SCCKN scheduler records · call timestamps · Google Gemma 4 model card</a:t>
            </a:r>
          </a:p>
        </p:txBody>
      </p:sp>
    </p:spTree>
    <p:extLst>
      <p:ext uri="{BB962C8B-B14F-4D97-AF65-F5344CB8AC3E}">
        <p14:creationId xmlns:p14="http://schemas.microsoft.com/office/powerpoint/2010/main" val="868677963"/>
      </p:ext>
    </p:extLst>
  </p:cSld>
</p:sld>
</file>

<file path=ppt/slides/slide36.xml><?xml version="1.0" encoding="utf-8"?>
<p:sld xmlns:p="http://schemas.openxmlformats.org/presentationml/2006/main" showMasterSp="1">
  <p:cSld>
    <p:spTree>
      <p:nvGrpSpPr>
        <p:cNvPr id="1" name=""/>
        <p:cNvGrpSpPr/>
        <p:nvPr/>
      </p:nvGrpSpPr>
      <p:grpSpPr>
        <a:xfrm xmlns:a="http://schemas.openxmlformats.org/drawingml/2006/main"/>
      </p:grpSpPr>
      <p:sp>
        <p:nvSpPr>
          <p:cNvPr id="2606" name="TextBox 1">
            <a:extLst xmlns:a="http://schemas.openxmlformats.org/drawingml/2006/main">
              <a:ext uri="{FF2B5EF4-FFF2-40B4-BE49-F238E27FC236}">
                <a16:creationId xmlns:a16="http://schemas.microsoft.com/office/drawing/2014/main" id="{0AD8E3B6-BC84-4748-BC97-11410FFD5A6E}"/>
              </a:ext>
            </a:extLst>
          </p:cNvPr>
          <p:cNvSpPr>
            <a:spLocks xmlns:a="http://schemas.openxmlformats.org/drawingml/2006/main" noGrp="1"/>
          </p:cNvSpPr>
          <p:nvPr/>
        </p:nvSpPr>
        <p:spPr>
          <a:xfrm xmlns:a="http://schemas.openxmlformats.org/drawingml/2006/main">
            <a:off x="603503" y="420623"/>
            <a:ext cx="4389122" cy="14871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000" b="1">
                <a:solidFill>
                  <a:srgbClr val="73777F"/>
                </a:solidFill>
                <a:latin typeface="Helvetica Neue"/>
                <a:ea typeface="Helvetica Neue"/>
                <a:cs typeface="Helvetica Neue"/>
              </a:defRPr>
            </a:lvl1pPr>
          </a:lstStyle>
          <a:p xmlns:a="http://schemas.openxmlformats.org/drawingml/2006/main">
            <a:pPr>
              <a:buNone/>
            </a:pPr>
            <a:r>
              <a:t>RESULTS · VALIDATION</a:t>
            </a:r>
          </a:p>
        </p:txBody>
      </p:sp>
      <p:sp>
        <p:nvSpPr>
          <p:cNvPr id="2607" name="TextBox 2">
            <a:extLst xmlns:a="http://schemas.openxmlformats.org/drawingml/2006/main">
              <a:ext uri="{FF2B5EF4-FFF2-40B4-BE49-F238E27FC236}">
                <a16:creationId xmlns:a16="http://schemas.microsoft.com/office/drawing/2014/main" id="{461134B6-7EEB-4138-A77C-8C02972263BB}"/>
              </a:ext>
            </a:extLst>
          </p:cNvPr>
          <p:cNvSpPr>
            <a:spLocks xmlns:a="http://schemas.openxmlformats.org/drawingml/2006/main" noGrp="1"/>
          </p:cNvSpPr>
          <p:nvPr/>
        </p:nvSpPr>
        <p:spPr>
          <a:xfrm xmlns:a="http://schemas.openxmlformats.org/drawingml/2006/main">
            <a:off x="603504" y="786383"/>
            <a:ext cx="10515601" cy="45885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3000" b="1">
                <a:solidFill>
                  <a:srgbClr val="111318"/>
                </a:solidFill>
                <a:latin typeface="Helvetica Neue"/>
                <a:ea typeface="Helvetica Neue"/>
                <a:cs typeface="Helvetica Neue"/>
              </a:defRPr>
            </a:lvl1pPr>
          </a:lstStyle>
          <a:p xmlns:a="http://schemas.openxmlformats.org/drawingml/2006/main">
            <a:pPr>
              <a:buNone/>
            </a:pPr>
            <a:r>
              <a:t>From candidates to validated rescues</a:t>
            </a:r>
          </a:p>
        </p:txBody>
      </p:sp>
      <p:sp>
        <p:nvSpPr>
          <p:cNvPr id="2608" name="TextBox 3">
            <a:extLst xmlns:a="http://schemas.openxmlformats.org/drawingml/2006/main">
              <a:ext uri="{FF2B5EF4-FFF2-40B4-BE49-F238E27FC236}">
                <a16:creationId xmlns:a16="http://schemas.microsoft.com/office/drawing/2014/main" id="{35F0E092-43C1-4548-93D1-3A58473AD108}"/>
              </a:ext>
            </a:extLst>
          </p:cNvPr>
          <p:cNvSpPr>
            <a:spLocks xmlns:a="http://schemas.openxmlformats.org/drawingml/2006/main" noGrp="1"/>
          </p:cNvSpPr>
          <p:nvPr/>
        </p:nvSpPr>
        <p:spPr>
          <a:xfrm xmlns:a="http://schemas.openxmlformats.org/drawingml/2006/main">
            <a:off x="11082528" y="457199"/>
            <a:ext cx="438913" cy="136386"/>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r">
              <a:buNone/>
              <a:defRPr sz="900" b="1">
                <a:solidFill>
                  <a:srgbClr val="73777F"/>
                </a:solidFill>
                <a:latin typeface="Helvetica Neue"/>
                <a:ea typeface="Helvetica Neue"/>
                <a:cs typeface="Helvetica Neue"/>
              </a:defRPr>
            </a:lvl1pPr>
          </a:lstStyle>
          <a:p xmlns:a="http://schemas.openxmlformats.org/drawingml/2006/main">
            <a:pPr>
              <a:buNone/>
            </a:pPr>
            <a:r>
              <a:t>13</a:t>
            </a:r>
          </a:p>
        </p:txBody>
      </p:sp>
      <p:sp>
        <p:nvSpPr>
          <p:cNvPr id="2609" name="Connector 4">
            <a:extLst xmlns:a="http://schemas.openxmlformats.org/drawingml/2006/main">
              <a:ext uri="{FF2B5EF4-FFF2-40B4-BE49-F238E27FC236}">
                <a16:creationId xmlns:a16="http://schemas.microsoft.com/office/drawing/2014/main" id="{09137ECB-D4D6-47A1-BD57-7A32B575F2C8}"/>
              </a:ext>
            </a:extLst>
          </p:cNvPr>
          <p:cNvSpPr>
            <a:spLocks xmlns:a="http://schemas.openxmlformats.org/drawingml/2006/main" noGrp="1"/>
          </p:cNvSpPr>
          <p:nvPr/>
        </p:nvSpPr>
        <p:spPr>
          <a:xfrm xmlns:a="http://schemas.openxmlformats.org/drawingml/2006/main">
            <a:off x="1426464" y="2340864"/>
            <a:ext cx="6821425" cy="1"/>
          </a:xfrm>
          <a:prstGeom xmlns:a="http://schemas.openxmlformats.org/drawingml/2006/main" prst="line">
            <a:avLst/>
          </a:prstGeom>
          <a:ln xmlns:a="http://schemas.openxmlformats.org/drawingml/2006/main" w="2286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610" name="TextBox 5">
            <a:extLst xmlns:a="http://schemas.openxmlformats.org/drawingml/2006/main">
              <a:ext uri="{FF2B5EF4-FFF2-40B4-BE49-F238E27FC236}">
                <a16:creationId xmlns:a16="http://schemas.microsoft.com/office/drawing/2014/main" id="{24EDC7C8-EDF9-48FE-9BD4-0EADEFF974C0}"/>
              </a:ext>
            </a:extLst>
          </p:cNvPr>
          <p:cNvSpPr>
            <a:spLocks xmlns:a="http://schemas.openxmlformats.org/drawingml/2006/main" noGrp="1"/>
          </p:cNvSpPr>
          <p:nvPr/>
        </p:nvSpPr>
        <p:spPr>
          <a:xfrm xmlns:a="http://schemas.openxmlformats.org/drawingml/2006/main">
            <a:off x="749807" y="1581911"/>
            <a:ext cx="1508762" cy="42148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2800" b="1">
                <a:solidFill>
                  <a:srgbClr val="111318"/>
                </a:solidFill>
                <a:latin typeface="Helvetica Neue"/>
                <a:ea typeface="Helvetica Neue"/>
                <a:cs typeface="Helvetica Neue"/>
              </a:defRPr>
            </a:lvl1pPr>
          </a:lstStyle>
          <a:p xmlns:a="http://schemas.openxmlformats.org/drawingml/2006/main">
            <a:pPr>
              <a:buNone/>
            </a:pPr>
            <a:r>
              <a:t>13,655</a:t>
            </a:r>
          </a:p>
        </p:txBody>
      </p:sp>
      <p:sp>
        <p:nvSpPr>
          <p:cNvPr id="2611" name="Oval 6">
            <a:extLst xmlns:a="http://schemas.openxmlformats.org/drawingml/2006/main">
              <a:ext uri="{FF2B5EF4-FFF2-40B4-BE49-F238E27FC236}">
                <a16:creationId xmlns:a16="http://schemas.microsoft.com/office/drawing/2014/main" id="{0AFF7A7E-7C72-4E78-82C5-6788E5552E54}"/>
              </a:ext>
            </a:extLst>
          </p:cNvPr>
          <p:cNvSpPr>
            <a:spLocks xmlns:a="http://schemas.openxmlformats.org/drawingml/2006/main" noGrp="1"/>
          </p:cNvSpPr>
          <p:nvPr/>
        </p:nvSpPr>
        <p:spPr>
          <a:xfrm xmlns:a="http://schemas.openxmlformats.org/drawingml/2006/main">
            <a:off x="1408175" y="2249423"/>
            <a:ext cx="182881" cy="182881"/>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2612" name="TextBox 7">
            <a:extLst xmlns:a="http://schemas.openxmlformats.org/drawingml/2006/main">
              <a:ext uri="{FF2B5EF4-FFF2-40B4-BE49-F238E27FC236}">
                <a16:creationId xmlns:a16="http://schemas.microsoft.com/office/drawing/2014/main" id="{DABDF488-60EC-4680-8DF0-F35ACFE7457D}"/>
              </a:ext>
            </a:extLst>
          </p:cNvPr>
          <p:cNvSpPr>
            <a:spLocks xmlns:a="http://schemas.openxmlformats.org/drawingml/2006/main" noGrp="1"/>
          </p:cNvSpPr>
          <p:nvPr/>
        </p:nvSpPr>
        <p:spPr>
          <a:xfrm xmlns:a="http://schemas.openxmlformats.org/drawingml/2006/main">
            <a:off x="585215" y="2596895"/>
            <a:ext cx="1874518" cy="161049"/>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lgn="ctr">
              <a:buNone/>
              <a:defRPr sz="1100" b="1">
                <a:solidFill>
                  <a:srgbClr val="111318"/>
                </a:solidFill>
                <a:latin typeface="Helvetica Neue"/>
                <a:ea typeface="Helvetica Neue"/>
                <a:cs typeface="Helvetica Neue"/>
              </a:defRPr>
            </a:pPr>
            <a:r>
              <a:t>• </a:t>
            </a:r>
            <a:r>
              <a:rPr>
                <a:solidFill>
                  <a:srgbClr val="73777F"/>
                </a:solidFill>
              </a:rPr>
              <a:t>CCA candidates</a:t>
            </a:r>
          </a:p>
        </p:txBody>
      </p:sp>
      <p:sp>
        <p:nvSpPr>
          <p:cNvPr id="2613" name="TextBox 8">
            <a:extLst xmlns:a="http://schemas.openxmlformats.org/drawingml/2006/main">
              <a:ext uri="{FF2B5EF4-FFF2-40B4-BE49-F238E27FC236}">
                <a16:creationId xmlns:a16="http://schemas.microsoft.com/office/drawing/2014/main" id="{F3418907-8C65-46BA-87C3-813E2BCE0416}"/>
              </a:ext>
            </a:extLst>
          </p:cNvPr>
          <p:cNvSpPr>
            <a:spLocks xmlns:a="http://schemas.openxmlformats.org/drawingml/2006/main" noGrp="1"/>
          </p:cNvSpPr>
          <p:nvPr/>
        </p:nvSpPr>
        <p:spPr>
          <a:xfrm xmlns:a="http://schemas.openxmlformats.org/drawingml/2006/main">
            <a:off x="493775" y="2907792"/>
            <a:ext cx="2029968"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800" b="1">
                <a:solidFill>
                  <a:srgbClr val="111318"/>
                </a:solidFill>
                <a:latin typeface="Helvetica Neue"/>
                <a:ea typeface="Helvetica Neue"/>
                <a:cs typeface="Helvetica Neue"/>
              </a:defRPr>
            </a:lvl1pPr>
          </a:lstStyle>
          <a:p xmlns:a="http://schemas.openxmlformats.org/drawingml/2006/main">
            <a:pPr>
              <a:buNone/>
            </a:pPr>
            <a:r>
              <a:t>frozen universe</a:t>
            </a:r>
          </a:p>
        </p:txBody>
      </p:sp>
      <p:sp>
        <p:nvSpPr>
          <p:cNvPr id="2614" name="TextBox 9">
            <a:extLst xmlns:a="http://schemas.openxmlformats.org/drawingml/2006/main">
              <a:ext uri="{FF2B5EF4-FFF2-40B4-BE49-F238E27FC236}">
                <a16:creationId xmlns:a16="http://schemas.microsoft.com/office/drawing/2014/main" id="{4EF436B8-E62A-43F9-9A0A-E9C4E3F333A8}"/>
              </a:ext>
            </a:extLst>
          </p:cNvPr>
          <p:cNvSpPr>
            <a:spLocks xmlns:a="http://schemas.openxmlformats.org/drawingml/2006/main" noGrp="1"/>
          </p:cNvSpPr>
          <p:nvPr/>
        </p:nvSpPr>
        <p:spPr>
          <a:xfrm xmlns:a="http://schemas.openxmlformats.org/drawingml/2006/main">
            <a:off x="3273552" y="2139695"/>
            <a:ext cx="329185" cy="2667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b="1">
                <a:solidFill>
                  <a:srgbClr val="73777F"/>
                </a:solidFill>
                <a:latin typeface="Helvetica Neue"/>
                <a:ea typeface="Helvetica Neue"/>
                <a:cs typeface="Helvetica Neue"/>
              </a:defRPr>
            </a:lvl1pPr>
          </a:lstStyle>
          <a:p xmlns:a="http://schemas.openxmlformats.org/drawingml/2006/main">
            <a:pPr>
              <a:buNone/>
            </a:pPr>
            <a:r>
              <a:t>→</a:t>
            </a:r>
          </a:p>
        </p:txBody>
      </p:sp>
      <p:sp>
        <p:nvSpPr>
          <p:cNvPr id="2615" name="TextBox 10">
            <a:extLst xmlns:a="http://schemas.openxmlformats.org/drawingml/2006/main">
              <a:ext uri="{FF2B5EF4-FFF2-40B4-BE49-F238E27FC236}">
                <a16:creationId xmlns:a16="http://schemas.microsoft.com/office/drawing/2014/main" id="{E430BBD4-D961-4FCA-9251-AFE7CC5AC8C2}"/>
              </a:ext>
            </a:extLst>
          </p:cNvPr>
          <p:cNvSpPr>
            <a:spLocks xmlns:a="http://schemas.openxmlformats.org/drawingml/2006/main" noGrp="1"/>
          </p:cNvSpPr>
          <p:nvPr/>
        </p:nvSpPr>
        <p:spPr>
          <a:xfrm xmlns:a="http://schemas.openxmlformats.org/drawingml/2006/main">
            <a:off x="3730752" y="1581911"/>
            <a:ext cx="1508761" cy="42148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2800" b="1">
                <a:solidFill>
                  <a:srgbClr val="3977F6"/>
                </a:solidFill>
                <a:latin typeface="Helvetica Neue"/>
                <a:ea typeface="Helvetica Neue"/>
                <a:cs typeface="Helvetica Neue"/>
              </a:defRPr>
            </a:lvl1pPr>
          </a:lstStyle>
          <a:p xmlns:a="http://schemas.openxmlformats.org/drawingml/2006/main">
            <a:pPr>
              <a:buNone/>
            </a:pPr>
            <a:r>
              <a:t>10,376</a:t>
            </a:r>
          </a:p>
        </p:txBody>
      </p:sp>
      <p:sp>
        <p:nvSpPr>
          <p:cNvPr id="2616" name="Oval 11">
            <a:extLst xmlns:a="http://schemas.openxmlformats.org/drawingml/2006/main">
              <a:ext uri="{FF2B5EF4-FFF2-40B4-BE49-F238E27FC236}">
                <a16:creationId xmlns:a16="http://schemas.microsoft.com/office/drawing/2014/main" id="{792459BE-1CE3-4088-BFAF-B6BCD111AC1A}"/>
              </a:ext>
            </a:extLst>
          </p:cNvPr>
          <p:cNvSpPr>
            <a:spLocks xmlns:a="http://schemas.openxmlformats.org/drawingml/2006/main" noGrp="1"/>
          </p:cNvSpPr>
          <p:nvPr/>
        </p:nvSpPr>
        <p:spPr>
          <a:xfrm xmlns:a="http://schemas.openxmlformats.org/drawingml/2006/main">
            <a:off x="4389120" y="2249423"/>
            <a:ext cx="182881" cy="182881"/>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2617" name="TextBox 12">
            <a:extLst xmlns:a="http://schemas.openxmlformats.org/drawingml/2006/main">
              <a:ext uri="{FF2B5EF4-FFF2-40B4-BE49-F238E27FC236}">
                <a16:creationId xmlns:a16="http://schemas.microsoft.com/office/drawing/2014/main" id="{19EB9FA6-CA12-43F8-9E1E-E727768D98A7}"/>
              </a:ext>
            </a:extLst>
          </p:cNvPr>
          <p:cNvSpPr>
            <a:spLocks xmlns:a="http://schemas.openxmlformats.org/drawingml/2006/main" noGrp="1"/>
          </p:cNvSpPr>
          <p:nvPr/>
        </p:nvSpPr>
        <p:spPr>
          <a:xfrm xmlns:a="http://schemas.openxmlformats.org/drawingml/2006/main">
            <a:off x="3566159" y="2596895"/>
            <a:ext cx="1874519" cy="161049"/>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lgn="ctr">
              <a:buNone/>
              <a:defRPr sz="1100" b="1">
                <a:solidFill>
                  <a:srgbClr val="3977F6"/>
                </a:solidFill>
                <a:latin typeface="Helvetica Neue"/>
                <a:ea typeface="Helvetica Neue"/>
                <a:cs typeface="Helvetica Neue"/>
              </a:defRPr>
            </a:pPr>
            <a:r>
              <a:t>• </a:t>
            </a:r>
            <a:r>
              <a:rPr>
                <a:solidFill>
                  <a:srgbClr val="73777F"/>
                </a:solidFill>
              </a:rPr>
              <a:t>Stage 2 judgments</a:t>
            </a:r>
          </a:p>
        </p:txBody>
      </p:sp>
      <p:sp>
        <p:nvSpPr>
          <p:cNvPr id="2618" name="TextBox 13">
            <a:extLst xmlns:a="http://schemas.openxmlformats.org/drawingml/2006/main">
              <a:ext uri="{FF2B5EF4-FFF2-40B4-BE49-F238E27FC236}">
                <a16:creationId xmlns:a16="http://schemas.microsoft.com/office/drawing/2014/main" id="{A6C72FEF-8418-4BC7-BED1-33B49452F9D9}"/>
              </a:ext>
            </a:extLst>
          </p:cNvPr>
          <p:cNvSpPr>
            <a:spLocks xmlns:a="http://schemas.openxmlformats.org/drawingml/2006/main" noGrp="1"/>
          </p:cNvSpPr>
          <p:nvPr/>
        </p:nvSpPr>
        <p:spPr>
          <a:xfrm xmlns:a="http://schemas.openxmlformats.org/drawingml/2006/main">
            <a:off x="3474720" y="2907792"/>
            <a:ext cx="2029969"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800" b="1">
                <a:solidFill>
                  <a:srgbClr val="3977F6"/>
                </a:solidFill>
                <a:latin typeface="Helvetica Neue"/>
                <a:ea typeface="Helvetica Neue"/>
                <a:cs typeface="Helvetica Neue"/>
              </a:defRPr>
            </a:lvl1pPr>
          </a:lstStyle>
          <a:p xmlns:a="http://schemas.openxmlformats.org/drawingml/2006/main">
            <a:pPr>
              <a:buNone/>
            </a:pPr>
            <a:r>
              <a:t>10,096 strict + 280 recall</a:t>
            </a:r>
          </a:p>
        </p:txBody>
      </p:sp>
      <p:sp>
        <p:nvSpPr>
          <p:cNvPr id="2619" name="TextBox 14">
            <a:extLst xmlns:a="http://schemas.openxmlformats.org/drawingml/2006/main">
              <a:ext uri="{FF2B5EF4-FFF2-40B4-BE49-F238E27FC236}">
                <a16:creationId xmlns:a16="http://schemas.microsoft.com/office/drawing/2014/main" id="{22445780-7678-4785-99C1-39B333144AF4}"/>
              </a:ext>
            </a:extLst>
          </p:cNvPr>
          <p:cNvSpPr>
            <a:spLocks xmlns:a="http://schemas.openxmlformats.org/drawingml/2006/main" noGrp="1"/>
          </p:cNvSpPr>
          <p:nvPr/>
        </p:nvSpPr>
        <p:spPr>
          <a:xfrm xmlns:a="http://schemas.openxmlformats.org/drawingml/2006/main">
            <a:off x="6236208" y="2139695"/>
            <a:ext cx="329185" cy="2667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b="1">
                <a:solidFill>
                  <a:srgbClr val="73777F"/>
                </a:solidFill>
                <a:latin typeface="Helvetica Neue"/>
                <a:ea typeface="Helvetica Neue"/>
                <a:cs typeface="Helvetica Neue"/>
              </a:defRPr>
            </a:lvl1pPr>
          </a:lstStyle>
          <a:p xmlns:a="http://schemas.openxmlformats.org/drawingml/2006/main">
            <a:pPr>
              <a:buNone/>
            </a:pPr>
            <a:r>
              <a:t>→</a:t>
            </a:r>
          </a:p>
        </p:txBody>
      </p:sp>
      <p:sp>
        <p:nvSpPr>
          <p:cNvPr id="2620" name="TextBox 15">
            <a:extLst xmlns:a="http://schemas.openxmlformats.org/drawingml/2006/main">
              <a:ext uri="{FF2B5EF4-FFF2-40B4-BE49-F238E27FC236}">
                <a16:creationId xmlns:a16="http://schemas.microsoft.com/office/drawing/2014/main" id="{04ED879E-694A-4A19-AB39-7ECB9D66B03C}"/>
              </a:ext>
            </a:extLst>
          </p:cNvPr>
          <p:cNvSpPr>
            <a:spLocks xmlns:a="http://schemas.openxmlformats.org/drawingml/2006/main" noGrp="1"/>
          </p:cNvSpPr>
          <p:nvPr/>
        </p:nvSpPr>
        <p:spPr>
          <a:xfrm xmlns:a="http://schemas.openxmlformats.org/drawingml/2006/main">
            <a:off x="6711695" y="1581911"/>
            <a:ext cx="1508761" cy="42148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2800" b="1">
                <a:solidFill>
                  <a:srgbClr val="1FA873"/>
                </a:solidFill>
                <a:latin typeface="Helvetica Neue"/>
                <a:ea typeface="Helvetica Neue"/>
                <a:cs typeface="Helvetica Neue"/>
              </a:defRPr>
            </a:lvl1pPr>
          </a:lstStyle>
          <a:p xmlns:a="http://schemas.openxmlformats.org/drawingml/2006/main">
            <a:pPr>
              <a:buNone/>
            </a:pPr>
            <a:r>
              <a:t>8,558</a:t>
            </a:r>
          </a:p>
        </p:txBody>
      </p:sp>
      <p:sp>
        <p:nvSpPr>
          <p:cNvPr id="2621" name="Oval 16">
            <a:extLst xmlns:a="http://schemas.openxmlformats.org/drawingml/2006/main">
              <a:ext uri="{FF2B5EF4-FFF2-40B4-BE49-F238E27FC236}">
                <a16:creationId xmlns:a16="http://schemas.microsoft.com/office/drawing/2014/main" id="{4DC1156C-444C-4069-91C0-A53880B79A9F}"/>
              </a:ext>
            </a:extLst>
          </p:cNvPr>
          <p:cNvSpPr>
            <a:spLocks xmlns:a="http://schemas.openxmlformats.org/drawingml/2006/main" noGrp="1"/>
          </p:cNvSpPr>
          <p:nvPr/>
        </p:nvSpPr>
        <p:spPr>
          <a:xfrm xmlns:a="http://schemas.openxmlformats.org/drawingml/2006/main">
            <a:off x="7370064" y="2249423"/>
            <a:ext cx="182881" cy="182881"/>
          </a:xfrm>
          <a:prstGeom xmlns:a="http://schemas.openxmlformats.org/drawingml/2006/main" prst="ellipse">
            <a:avLst/>
          </a:prstGeom>
          <a:solidFill xmlns:a="http://schemas.openxmlformats.org/drawingml/2006/main">
            <a:srgbClr val="1FA873"/>
          </a:solidFill>
          <a:ln xmlns:a="http://schemas.openxmlformats.org/drawingml/2006/main" w="10160">
            <a:solidFill>
              <a:srgbClr val="1FA873"/>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2622" name="TextBox 17">
            <a:extLst xmlns:a="http://schemas.openxmlformats.org/drawingml/2006/main">
              <a:ext uri="{FF2B5EF4-FFF2-40B4-BE49-F238E27FC236}">
                <a16:creationId xmlns:a16="http://schemas.microsoft.com/office/drawing/2014/main" id="{BA67A1F6-B9E6-4D52-AEC8-499BCB9847B2}"/>
              </a:ext>
            </a:extLst>
          </p:cNvPr>
          <p:cNvSpPr>
            <a:spLocks xmlns:a="http://schemas.openxmlformats.org/drawingml/2006/main" noGrp="1"/>
          </p:cNvSpPr>
          <p:nvPr/>
        </p:nvSpPr>
        <p:spPr>
          <a:xfrm xmlns:a="http://schemas.openxmlformats.org/drawingml/2006/main">
            <a:off x="6547104" y="2596895"/>
            <a:ext cx="1874519" cy="161049"/>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lgn="ctr">
              <a:buNone/>
              <a:defRPr sz="1100" b="1">
                <a:solidFill>
                  <a:srgbClr val="1FA873"/>
                </a:solidFill>
                <a:latin typeface="Helvetica Neue"/>
                <a:ea typeface="Helvetica Neue"/>
                <a:cs typeface="Helvetica Neue"/>
              </a:defRPr>
            </a:pPr>
            <a:r>
              <a:t>• </a:t>
            </a:r>
            <a:r>
              <a:rPr>
                <a:solidFill>
                  <a:srgbClr val="73777F"/>
                </a:solidFill>
              </a:rPr>
              <a:t>Final rescues · ≥50</a:t>
            </a:r>
          </a:p>
        </p:txBody>
      </p:sp>
      <p:sp>
        <p:nvSpPr>
          <p:cNvPr id="2623" name="TextBox 18">
            <a:extLst xmlns:a="http://schemas.openxmlformats.org/drawingml/2006/main">
              <a:ext uri="{FF2B5EF4-FFF2-40B4-BE49-F238E27FC236}">
                <a16:creationId xmlns:a16="http://schemas.microsoft.com/office/drawing/2014/main" id="{6A39C50C-71B8-4B9E-9A1B-779BDCD3EEBC}"/>
              </a:ext>
            </a:extLst>
          </p:cNvPr>
          <p:cNvSpPr>
            <a:spLocks xmlns:a="http://schemas.openxmlformats.org/drawingml/2006/main" noGrp="1"/>
          </p:cNvSpPr>
          <p:nvPr/>
        </p:nvSpPr>
        <p:spPr>
          <a:xfrm xmlns:a="http://schemas.openxmlformats.org/drawingml/2006/main">
            <a:off x="6455664" y="2907792"/>
            <a:ext cx="2029969"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800" b="1">
                <a:solidFill>
                  <a:srgbClr val="1FA873"/>
                </a:solidFill>
                <a:latin typeface="Helvetica Neue"/>
                <a:ea typeface="Helvetica Neue"/>
                <a:cs typeface="Helvetica Neue"/>
              </a:defRPr>
            </a:lvl1pPr>
          </a:lstStyle>
          <a:p xmlns:a="http://schemas.openxmlformats.org/drawingml/2006/main">
            <a:pPr>
              <a:buNone/>
            </a:pPr>
            <a:r>
              <a:t>8,527 strict + 31 recall</a:t>
            </a:r>
          </a:p>
        </p:txBody>
      </p:sp>
      <p:sp>
        <p:nvSpPr>
          <p:cNvPr id="2624" name="Connector 19">
            <a:extLst xmlns:a="http://schemas.openxmlformats.org/drawingml/2006/main">
              <a:ext uri="{FF2B5EF4-FFF2-40B4-BE49-F238E27FC236}">
                <a16:creationId xmlns:a16="http://schemas.microsoft.com/office/drawing/2014/main" id="{9A2E5300-BB92-4D76-8F3E-D339FFF6B5DC}"/>
              </a:ext>
            </a:extLst>
          </p:cNvPr>
          <p:cNvSpPr>
            <a:spLocks xmlns:a="http://schemas.openxmlformats.org/drawingml/2006/main" noGrp="1"/>
          </p:cNvSpPr>
          <p:nvPr/>
        </p:nvSpPr>
        <p:spPr>
          <a:xfrm xmlns:a="http://schemas.openxmlformats.org/drawingml/2006/main">
            <a:off x="2432304" y="2432304"/>
            <a:ext cx="1" cy="722377"/>
          </a:xfrm>
          <a:prstGeom xmlns:a="http://schemas.openxmlformats.org/drawingml/2006/main" prst="line">
            <a:avLst/>
          </a:prstGeom>
          <a:ln xmlns:a="http://schemas.openxmlformats.org/drawingml/2006/main" w="1270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625" name="TextBox 20">
            <a:extLst xmlns:a="http://schemas.openxmlformats.org/drawingml/2006/main">
              <a:ext uri="{FF2B5EF4-FFF2-40B4-BE49-F238E27FC236}">
                <a16:creationId xmlns:a16="http://schemas.microsoft.com/office/drawing/2014/main" id="{36CD9F86-3045-4031-8F91-66313461CD73}"/>
              </a:ext>
            </a:extLst>
          </p:cNvPr>
          <p:cNvSpPr>
            <a:spLocks xmlns:a="http://schemas.openxmlformats.org/drawingml/2006/main" noGrp="1"/>
          </p:cNvSpPr>
          <p:nvPr/>
        </p:nvSpPr>
        <p:spPr>
          <a:xfrm xmlns:a="http://schemas.openxmlformats.org/drawingml/2006/main">
            <a:off x="1078992" y="3218688"/>
            <a:ext cx="2834640" cy="19841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300" b="1">
                <a:solidFill>
                  <a:srgbClr val="FF705B"/>
                </a:solidFill>
                <a:latin typeface="Helvetica Neue"/>
                <a:ea typeface="Helvetica Neue"/>
                <a:cs typeface="Helvetica Neue"/>
              </a:defRPr>
            </a:lvl1pPr>
          </a:lstStyle>
          <a:p xmlns:a="http://schemas.openxmlformats.org/drawingml/2006/main">
            <a:pPr>
              <a:buNone/>
            </a:pPr>
            <a:r>
              <a:t>3,279  CONTENT STOP</a:t>
            </a:r>
          </a:p>
        </p:txBody>
      </p:sp>
      <p:sp>
        <p:nvSpPr>
          <p:cNvPr id="2626" name="TextBox 21">
            <a:extLst xmlns:a="http://schemas.openxmlformats.org/drawingml/2006/main">
              <a:ext uri="{FF2B5EF4-FFF2-40B4-BE49-F238E27FC236}">
                <a16:creationId xmlns:a16="http://schemas.microsoft.com/office/drawing/2014/main" id="{4F33CC6F-0B18-45D2-82F8-58769F9BFEDD}"/>
              </a:ext>
            </a:extLst>
          </p:cNvPr>
          <p:cNvSpPr>
            <a:spLocks xmlns:a="http://schemas.openxmlformats.org/drawingml/2006/main" noGrp="1"/>
          </p:cNvSpPr>
          <p:nvPr/>
        </p:nvSpPr>
        <p:spPr>
          <a:xfrm xmlns:a="http://schemas.openxmlformats.org/drawingml/2006/main">
            <a:off x="1353311" y="3610355"/>
            <a:ext cx="2019428" cy="149353"/>
          </a:xfrm>
          <a:prstGeom xmlns:a="http://schemas.openxmlformats.org/drawingml/2006/main" prst="rect">
            <a:avLst/>
          </a:prstGeom>
          <a:ln xmlns:a="http://schemas.openxmlformats.org/drawingml/2006/main" w="12700"/>
        </p:spPr>
        <p:txBody>
          <a:bodyPr xmlns:a="http://schemas.openxmlformats.org/drawingml/2006/main" wrap="none" lIns="0" tIns="0" rIns="0" bIns="0" anchor="ctr">
            <a:spAutoFit/>
          </a:bodyPr>
          <a:lstStyle xmlns:a="http://schemas.openxmlformats.org/drawingml/2006/main"/>
          <a:p xmlns:a="http://schemas.openxmlformats.org/drawingml/2006/main">
            <a:pPr>
              <a:buNone/>
              <a:defRPr sz="1000" b="1">
                <a:solidFill>
                  <a:srgbClr val="FF705B"/>
                </a:solidFill>
                <a:latin typeface="Helvetica Neue"/>
                <a:ea typeface="Helvetica Neue"/>
                <a:cs typeface="Helvetica Neue"/>
              </a:defRPr>
            </a:pPr>
            <a:r>
              <a:t>1,423  </a:t>
            </a:r>
            <a:r>
              <a:rPr b="0">
                <a:solidFill>
                  <a:srgbClr val="73777F"/>
                </a:solidFill>
              </a:rPr>
              <a:t>opinion / factual core absent</a:t>
            </a:r>
          </a:p>
        </p:txBody>
      </p:sp>
      <p:sp>
        <p:nvSpPr>
          <p:cNvPr id="2627" name="TextBox 22">
            <a:extLst xmlns:a="http://schemas.openxmlformats.org/drawingml/2006/main">
              <a:ext uri="{FF2B5EF4-FFF2-40B4-BE49-F238E27FC236}">
                <a16:creationId xmlns:a16="http://schemas.microsoft.com/office/drawing/2014/main" id="{A2372446-8E8A-4FDF-B76B-F73614795601}"/>
              </a:ext>
            </a:extLst>
          </p:cNvPr>
          <p:cNvSpPr>
            <a:spLocks xmlns:a="http://schemas.openxmlformats.org/drawingml/2006/main" noGrp="1"/>
          </p:cNvSpPr>
          <p:nvPr/>
        </p:nvSpPr>
        <p:spPr>
          <a:xfrm xmlns:a="http://schemas.openxmlformats.org/drawingml/2006/main">
            <a:off x="1353311" y="3838955"/>
            <a:ext cx="1758189" cy="149353"/>
          </a:xfrm>
          <a:prstGeom xmlns:a="http://schemas.openxmlformats.org/drawingml/2006/main" prst="rect">
            <a:avLst/>
          </a:prstGeom>
          <a:ln xmlns:a="http://schemas.openxmlformats.org/drawingml/2006/main" w="12700"/>
        </p:spPr>
        <p:txBody>
          <a:bodyPr xmlns:a="http://schemas.openxmlformats.org/drawingml/2006/main" wrap="none" lIns="0" tIns="0" rIns="0" bIns="0" anchor="ctr">
            <a:spAutoFit/>
          </a:bodyPr>
          <a:lstStyle xmlns:a="http://schemas.openxmlformats.org/drawingml/2006/main"/>
          <a:p xmlns:a="http://schemas.openxmlformats.org/drawingml/2006/main">
            <a:pPr>
              <a:buNone/>
              <a:defRPr sz="1000" b="1">
                <a:solidFill>
                  <a:srgbClr val="FF705B"/>
                </a:solidFill>
                <a:latin typeface="Helvetica Neue"/>
                <a:ea typeface="Helvetica Neue"/>
                <a:cs typeface="Helvetica Neue"/>
              </a:defRPr>
            </a:pPr>
            <a:r>
              <a:t>1,340  </a:t>
            </a:r>
            <a:r>
              <a:rPr b="0">
                <a:solidFill>
                  <a:srgbClr val="73777F"/>
                </a:solidFill>
              </a:rPr>
              <a:t>irrelevant / trivial / spam</a:t>
            </a:r>
          </a:p>
        </p:txBody>
      </p:sp>
      <p:sp>
        <p:nvSpPr>
          <p:cNvPr id="2628" name="TextBox 23">
            <a:extLst xmlns:a="http://schemas.openxmlformats.org/drawingml/2006/main">
              <a:ext uri="{FF2B5EF4-FFF2-40B4-BE49-F238E27FC236}">
                <a16:creationId xmlns:a16="http://schemas.microsoft.com/office/drawing/2014/main" id="{32AA7201-5525-434B-9ACC-A54F740D038A}"/>
              </a:ext>
            </a:extLst>
          </p:cNvPr>
          <p:cNvSpPr>
            <a:spLocks xmlns:a="http://schemas.openxmlformats.org/drawingml/2006/main" noGrp="1"/>
          </p:cNvSpPr>
          <p:nvPr/>
        </p:nvSpPr>
        <p:spPr>
          <a:xfrm xmlns:a="http://schemas.openxmlformats.org/drawingml/2006/main">
            <a:off x="1353311" y="4067555"/>
            <a:ext cx="1770127" cy="149353"/>
          </a:xfrm>
          <a:prstGeom xmlns:a="http://schemas.openxmlformats.org/drawingml/2006/main" prst="rect">
            <a:avLst/>
          </a:prstGeom>
          <a:ln xmlns:a="http://schemas.openxmlformats.org/drawingml/2006/main" w="12700"/>
        </p:spPr>
        <p:txBody>
          <a:bodyPr xmlns:a="http://schemas.openxmlformats.org/drawingml/2006/main" wrap="none" lIns="0" tIns="0" rIns="0" bIns="0" anchor="ctr">
            <a:spAutoFit/>
          </a:bodyPr>
          <a:lstStyle xmlns:a="http://schemas.openxmlformats.org/drawingml/2006/main"/>
          <a:p xmlns:a="http://schemas.openxmlformats.org/drawingml/2006/main">
            <a:pPr>
              <a:buNone/>
              <a:defRPr sz="1000" b="1">
                <a:solidFill>
                  <a:srgbClr val="FF705B"/>
                </a:solidFill>
                <a:latin typeface="Helvetica Neue"/>
                <a:ea typeface="Helvetica Neue"/>
                <a:cs typeface="Helvetica Neue"/>
              </a:defRPr>
            </a:pPr>
            <a:r>
              <a:t>373  </a:t>
            </a:r>
            <a:r>
              <a:rPr b="0">
                <a:solidFill>
                  <a:srgbClr val="73777F"/>
                </a:solidFill>
              </a:rPr>
              <a:t>unsourced context / claim</a:t>
            </a:r>
          </a:p>
        </p:txBody>
      </p:sp>
      <p:sp>
        <p:nvSpPr>
          <p:cNvPr id="2629" name="TextBox 24">
            <a:extLst xmlns:a="http://schemas.openxmlformats.org/drawingml/2006/main">
              <a:ext uri="{FF2B5EF4-FFF2-40B4-BE49-F238E27FC236}">
                <a16:creationId xmlns:a16="http://schemas.microsoft.com/office/drawing/2014/main" id="{A0F315C1-FCDB-43F0-ACC6-650894F9DE86}"/>
              </a:ext>
            </a:extLst>
          </p:cNvPr>
          <p:cNvSpPr>
            <a:spLocks xmlns:a="http://schemas.openxmlformats.org/drawingml/2006/main" noGrp="1"/>
          </p:cNvSpPr>
          <p:nvPr/>
        </p:nvSpPr>
        <p:spPr>
          <a:xfrm xmlns:a="http://schemas.openxmlformats.org/drawingml/2006/main">
            <a:off x="1353311" y="4296155"/>
            <a:ext cx="1395858" cy="149353"/>
          </a:xfrm>
          <a:prstGeom xmlns:a="http://schemas.openxmlformats.org/drawingml/2006/main" prst="rect">
            <a:avLst/>
          </a:prstGeom>
          <a:ln xmlns:a="http://schemas.openxmlformats.org/drawingml/2006/main" w="12700"/>
        </p:spPr>
        <p:txBody>
          <a:bodyPr xmlns:a="http://schemas.openxmlformats.org/drawingml/2006/main" wrap="none" lIns="0" tIns="0" rIns="0" bIns="0" anchor="ctr">
            <a:spAutoFit/>
          </a:bodyPr>
          <a:lstStyle xmlns:a="http://schemas.openxmlformats.org/drawingml/2006/main"/>
          <a:p xmlns:a="http://schemas.openxmlformats.org/drawingml/2006/main">
            <a:pPr>
              <a:buNone/>
              <a:defRPr sz="1000" b="1">
                <a:solidFill>
                  <a:srgbClr val="FF705B"/>
                </a:solidFill>
                <a:latin typeface="Helvetica Neue"/>
                <a:ea typeface="Helvetica Neue"/>
                <a:cs typeface="Helvetica Neue"/>
              </a:defRPr>
            </a:pPr>
            <a:r>
              <a:t>142  </a:t>
            </a:r>
            <a:r>
              <a:rPr b="0">
                <a:solidFill>
                  <a:srgbClr val="73777F"/>
                </a:solidFill>
              </a:rPr>
              <a:t>hostile / derogatory</a:t>
            </a:r>
          </a:p>
        </p:txBody>
      </p:sp>
      <p:sp>
        <p:nvSpPr>
          <p:cNvPr id="2630" name="TextBox 25">
            <a:extLst xmlns:a="http://schemas.openxmlformats.org/drawingml/2006/main">
              <a:ext uri="{FF2B5EF4-FFF2-40B4-BE49-F238E27FC236}">
                <a16:creationId xmlns:a16="http://schemas.microsoft.com/office/drawing/2014/main" id="{681B1A00-AE70-47C2-87F6-0D26E4CE60DF}"/>
              </a:ext>
            </a:extLst>
          </p:cNvPr>
          <p:cNvSpPr>
            <a:spLocks xmlns:a="http://schemas.openxmlformats.org/drawingml/2006/main" noGrp="1"/>
          </p:cNvSpPr>
          <p:nvPr/>
        </p:nvSpPr>
        <p:spPr>
          <a:xfrm xmlns:a="http://schemas.openxmlformats.org/drawingml/2006/main">
            <a:off x="1353311" y="4524755"/>
            <a:ext cx="774955" cy="149353"/>
          </a:xfrm>
          <a:prstGeom xmlns:a="http://schemas.openxmlformats.org/drawingml/2006/main" prst="rect">
            <a:avLst/>
          </a:prstGeom>
          <a:ln xmlns:a="http://schemas.openxmlformats.org/drawingml/2006/main" w="12700"/>
        </p:spPr>
        <p:txBody>
          <a:bodyPr xmlns:a="http://schemas.openxmlformats.org/drawingml/2006/main" wrap="none" lIns="0" tIns="0" rIns="0" bIns="0" anchor="ctr">
            <a:spAutoFit/>
          </a:bodyPr>
          <a:lstStyle xmlns:a="http://schemas.openxmlformats.org/drawingml/2006/main"/>
          <a:p xmlns:a="http://schemas.openxmlformats.org/drawingml/2006/main">
            <a:pPr>
              <a:buNone/>
              <a:defRPr sz="1000" b="1">
                <a:solidFill>
                  <a:srgbClr val="FF705B"/>
                </a:solidFill>
                <a:latin typeface="Helvetica Neue"/>
                <a:ea typeface="Helvetica Neue"/>
                <a:cs typeface="Helvetica Neue"/>
              </a:defRPr>
            </a:pPr>
            <a:r>
              <a:t>1  </a:t>
            </a:r>
            <a:r>
              <a:rPr b="0">
                <a:solidFill>
                  <a:srgbClr val="73777F"/>
                </a:solidFill>
              </a:rPr>
              <a:t>unresolved</a:t>
            </a:r>
          </a:p>
        </p:txBody>
      </p:sp>
      <p:sp>
        <p:nvSpPr>
          <p:cNvPr id="2631" name="Connector 26">
            <a:extLst xmlns:a="http://schemas.openxmlformats.org/drawingml/2006/main">
              <a:ext uri="{FF2B5EF4-FFF2-40B4-BE49-F238E27FC236}">
                <a16:creationId xmlns:a16="http://schemas.microsoft.com/office/drawing/2014/main" id="{E5ADEA84-C504-4A0E-9895-3A7855083F34}"/>
              </a:ext>
            </a:extLst>
          </p:cNvPr>
          <p:cNvSpPr>
            <a:spLocks xmlns:a="http://schemas.openxmlformats.org/drawingml/2006/main" noGrp="1"/>
          </p:cNvSpPr>
          <p:nvPr/>
        </p:nvSpPr>
        <p:spPr>
          <a:xfrm xmlns:a="http://schemas.openxmlformats.org/drawingml/2006/main">
            <a:off x="5522976" y="2432304"/>
            <a:ext cx="1" cy="722377"/>
          </a:xfrm>
          <a:prstGeom xmlns:a="http://schemas.openxmlformats.org/drawingml/2006/main" prst="line">
            <a:avLst/>
          </a:prstGeom>
          <a:ln xmlns:a="http://schemas.openxmlformats.org/drawingml/2006/main" w="1270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632" name="TextBox 27">
            <a:extLst xmlns:a="http://schemas.openxmlformats.org/drawingml/2006/main">
              <a:ext uri="{FF2B5EF4-FFF2-40B4-BE49-F238E27FC236}">
                <a16:creationId xmlns:a16="http://schemas.microsoft.com/office/drawing/2014/main" id="{40CF55E2-8F6E-456B-B3EE-D9D24A76ADCE}"/>
              </a:ext>
            </a:extLst>
          </p:cNvPr>
          <p:cNvSpPr>
            <a:spLocks xmlns:a="http://schemas.openxmlformats.org/drawingml/2006/main" noGrp="1"/>
          </p:cNvSpPr>
          <p:nvPr/>
        </p:nvSpPr>
        <p:spPr>
          <a:xfrm xmlns:a="http://schemas.openxmlformats.org/drawingml/2006/main">
            <a:off x="4572000" y="3218688"/>
            <a:ext cx="1901951" cy="19841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300" b="1">
                <a:solidFill>
                  <a:srgbClr val="FF705B"/>
                </a:solidFill>
                <a:latin typeface="Helvetica Neue"/>
                <a:ea typeface="Helvetica Neue"/>
                <a:cs typeface="Helvetica Neue"/>
              </a:defRPr>
            </a:lvl1pPr>
          </a:lstStyle>
          <a:p xmlns:a="http://schemas.openxmlformats.org/drawingml/2006/main">
            <a:pPr>
              <a:buNone/>
            </a:pPr>
            <a:r>
              <a:t>1,818  BELOW 50</a:t>
            </a:r>
          </a:p>
        </p:txBody>
      </p:sp>
      <p:sp>
        <p:nvSpPr>
          <p:cNvPr id="2633" name="Connector 29">
            <a:extLst xmlns:a="http://schemas.openxmlformats.org/drawingml/2006/main">
              <a:ext uri="{FF2B5EF4-FFF2-40B4-BE49-F238E27FC236}">
                <a16:creationId xmlns:a16="http://schemas.microsoft.com/office/drawing/2014/main" id="{4663DBBA-A09F-41CA-A8A5-FF3F54A86CD8}"/>
              </a:ext>
            </a:extLst>
          </p:cNvPr>
          <p:cNvSpPr>
            <a:spLocks xmlns:a="http://schemas.openxmlformats.org/drawingml/2006/main" noGrp="1"/>
          </p:cNvSpPr>
          <p:nvPr/>
        </p:nvSpPr>
        <p:spPr>
          <a:xfrm xmlns:a="http://schemas.openxmlformats.org/drawingml/2006/main">
            <a:off x="749807" y="4956047"/>
            <a:ext cx="10680194" cy="1"/>
          </a:xfrm>
          <a:prstGeom xmlns:a="http://schemas.openxmlformats.org/drawingml/2006/main" prst="line">
            <a:avLst/>
          </a:prstGeom>
          <a:ln xmlns:a="http://schemas.openxmlformats.org/drawingml/2006/main" w="1270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634" name="TextBox 30">
            <a:extLst xmlns:a="http://schemas.openxmlformats.org/drawingml/2006/main">
              <a:ext uri="{FF2B5EF4-FFF2-40B4-BE49-F238E27FC236}">
                <a16:creationId xmlns:a16="http://schemas.microsoft.com/office/drawing/2014/main" id="{443DDAF6-ECB3-4B94-885E-A8B74AB626CD}"/>
              </a:ext>
            </a:extLst>
          </p:cNvPr>
          <p:cNvSpPr>
            <a:spLocks xmlns:a="http://schemas.openxmlformats.org/drawingml/2006/main" noGrp="1"/>
          </p:cNvSpPr>
          <p:nvPr/>
        </p:nvSpPr>
        <p:spPr>
          <a:xfrm xmlns:a="http://schemas.openxmlformats.org/drawingml/2006/main">
            <a:off x="859536" y="5212079"/>
            <a:ext cx="2148840" cy="161049"/>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100" b="1">
                <a:solidFill>
                  <a:srgbClr val="1FA873"/>
                </a:solidFill>
                <a:latin typeface="Helvetica Neue"/>
                <a:ea typeface="Helvetica Neue"/>
                <a:cs typeface="Helvetica Neue"/>
              </a:defRPr>
            </a:lvl1pPr>
          </a:lstStyle>
          <a:p xmlns:a="http://schemas.openxmlformats.org/drawingml/2006/main">
            <a:pPr>
              <a:buNone/>
            </a:pPr>
            <a:r>
              <a:t>GEMMA 4 31B IT</a:t>
            </a:r>
          </a:p>
        </p:txBody>
      </p:sp>
      <p:sp>
        <p:nvSpPr>
          <p:cNvPr id="2635" name="TextBox 31">
            <a:extLst xmlns:a="http://schemas.openxmlformats.org/drawingml/2006/main">
              <a:ext uri="{FF2B5EF4-FFF2-40B4-BE49-F238E27FC236}">
                <a16:creationId xmlns:a16="http://schemas.microsoft.com/office/drawing/2014/main" id="{09F07608-D7BF-4AD4-9B78-7987E6D3BD87}"/>
              </a:ext>
            </a:extLst>
          </p:cNvPr>
          <p:cNvSpPr>
            <a:spLocks xmlns:a="http://schemas.openxmlformats.org/drawingml/2006/main" noGrp="1"/>
          </p:cNvSpPr>
          <p:nvPr/>
        </p:nvSpPr>
        <p:spPr>
          <a:xfrm xmlns:a="http://schemas.openxmlformats.org/drawingml/2006/main">
            <a:off x="3154679" y="5212079"/>
            <a:ext cx="2377441" cy="161049"/>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100" b="1">
                <a:solidFill>
                  <a:srgbClr val="111318"/>
                </a:solidFill>
                <a:latin typeface="Helvetica Neue"/>
                <a:ea typeface="Helvetica Neue"/>
                <a:cs typeface="Helvetica Neue"/>
              </a:defRPr>
            </a:lvl1pPr>
          </a:lstStyle>
          <a:p xmlns:a="http://schemas.openxmlformats.org/drawingml/2006/main">
            <a:pPr>
              <a:buNone/>
            </a:pPr>
            <a:r>
              <a:t>COMPLETED CANONICAL RUN</a:t>
            </a:r>
          </a:p>
        </p:txBody>
      </p:sp>
      <p:sp>
        <p:nvSpPr>
          <p:cNvPr id="2636" name="TextBox 32">
            <a:extLst xmlns:a="http://schemas.openxmlformats.org/drawingml/2006/main">
              <a:ext uri="{FF2B5EF4-FFF2-40B4-BE49-F238E27FC236}">
                <a16:creationId xmlns:a16="http://schemas.microsoft.com/office/drawing/2014/main" id="{16E108D1-8AD3-498C-9DE8-AF173ABF3A85}"/>
              </a:ext>
            </a:extLst>
          </p:cNvPr>
          <p:cNvSpPr>
            <a:spLocks xmlns:a="http://schemas.openxmlformats.org/drawingml/2006/main" noGrp="1"/>
          </p:cNvSpPr>
          <p:nvPr/>
        </p:nvSpPr>
        <p:spPr>
          <a:xfrm xmlns:a="http://schemas.openxmlformats.org/drawingml/2006/main">
            <a:off x="5989320" y="5193791"/>
            <a:ext cx="2057401" cy="161049"/>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100" b="1">
                <a:solidFill>
                  <a:srgbClr val="3977F6"/>
                </a:solidFill>
                <a:latin typeface="Helvetica Neue"/>
                <a:ea typeface="Helvetica Neue"/>
                <a:cs typeface="Helvetica Neue"/>
              </a:defRPr>
            </a:pPr>
            <a:r>
              <a:t>• </a:t>
            </a:r>
            <a:r>
              <a:rPr>
                <a:solidFill>
                  <a:srgbClr val="73777F"/>
                </a:solidFill>
              </a:rPr>
              <a:t>8,527 strict route</a:t>
            </a:r>
          </a:p>
        </p:txBody>
      </p:sp>
      <p:sp>
        <p:nvSpPr>
          <p:cNvPr id="2637" name="TextBox 33">
            <a:extLst xmlns:a="http://schemas.openxmlformats.org/drawingml/2006/main">
              <a:ext uri="{FF2B5EF4-FFF2-40B4-BE49-F238E27FC236}">
                <a16:creationId xmlns:a16="http://schemas.microsoft.com/office/drawing/2014/main" id="{ED1175CD-7851-4D24-A937-E598754B8580}"/>
              </a:ext>
            </a:extLst>
          </p:cNvPr>
          <p:cNvSpPr>
            <a:spLocks xmlns:a="http://schemas.openxmlformats.org/drawingml/2006/main" noGrp="1"/>
          </p:cNvSpPr>
          <p:nvPr/>
        </p:nvSpPr>
        <p:spPr>
          <a:xfrm xmlns:a="http://schemas.openxmlformats.org/drawingml/2006/main">
            <a:off x="8458200" y="5193791"/>
            <a:ext cx="1920240" cy="161049"/>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100" b="1">
                <a:solidFill>
                  <a:srgbClr val="1FA873"/>
                </a:solidFill>
                <a:latin typeface="Helvetica Neue"/>
                <a:ea typeface="Helvetica Neue"/>
                <a:cs typeface="Helvetica Neue"/>
              </a:defRPr>
            </a:pPr>
            <a:r>
              <a:t>• </a:t>
            </a:r>
            <a:r>
              <a:rPr>
                <a:solidFill>
                  <a:srgbClr val="73777F"/>
                </a:solidFill>
              </a:rPr>
              <a:t>31 recall route</a:t>
            </a:r>
          </a:p>
        </p:txBody>
      </p:sp>
      <p:sp>
        <p:nvSpPr>
          <p:cNvPr id="2638" name="TextBox 34">
            <a:extLst xmlns:a="http://schemas.openxmlformats.org/drawingml/2006/main">
              <a:ext uri="{FF2B5EF4-FFF2-40B4-BE49-F238E27FC236}">
                <a16:creationId xmlns:a16="http://schemas.microsoft.com/office/drawing/2014/main" id="{068C1FB2-5DA0-4CA2-817B-003A7DA8398A}"/>
              </a:ext>
            </a:extLst>
          </p:cNvPr>
          <p:cNvSpPr>
            <a:spLocks xmlns:a="http://schemas.openxmlformats.org/drawingml/2006/main" noGrp="1"/>
          </p:cNvSpPr>
          <p:nvPr/>
        </p:nvSpPr>
        <p:spPr>
          <a:xfrm xmlns:a="http://schemas.openxmlformats.org/drawingml/2006/main">
            <a:off x="2926079" y="5742432"/>
            <a:ext cx="6355081" cy="16104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100" b="1">
                <a:solidFill>
                  <a:srgbClr val="1FA873"/>
                </a:solidFill>
                <a:latin typeface="Helvetica Neue"/>
                <a:ea typeface="Helvetica Neue"/>
                <a:cs typeface="Helvetica Neue"/>
              </a:defRPr>
            </a:lvl1pPr>
          </a:lstStyle>
          <a:p xmlns:a="http://schemas.openxmlformats.org/drawingml/2006/main">
            <a:pPr>
              <a:buNone/>
            </a:pPr>
            <a:r>
              <a:t>10,376 / 10,376 complete · zero unresolved Stage 2 judgments</a:t>
            </a:r>
          </a:p>
        </p:txBody>
      </p:sp>
      <p:sp>
        <p:nvSpPr>
          <p:cNvPr id="2639" name="TextBox 35">
            <a:extLst xmlns:a="http://schemas.openxmlformats.org/drawingml/2006/main">
              <a:ext uri="{FF2B5EF4-FFF2-40B4-BE49-F238E27FC236}">
                <a16:creationId xmlns:a16="http://schemas.microsoft.com/office/drawing/2014/main" id="{F42650B8-6A33-4E5E-9812-D024D98CF328}"/>
              </a:ext>
            </a:extLst>
          </p:cNvPr>
          <p:cNvSpPr>
            <a:spLocks xmlns:a="http://schemas.openxmlformats.org/drawingml/2006/main" noGrp="1"/>
          </p:cNvSpPr>
          <p:nvPr/>
        </p:nvSpPr>
        <p:spPr>
          <a:xfrm xmlns:a="http://schemas.openxmlformats.org/drawingml/2006/main">
            <a:off x="621792" y="6437376"/>
            <a:ext cx="10881360"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800">
                <a:solidFill>
                  <a:srgbClr val="73777F"/>
                </a:solidFill>
                <a:latin typeface="Helvetica Neue"/>
                <a:ea typeface="Helvetica Neue"/>
                <a:cs typeface="Helvetica Neue"/>
              </a:defRPr>
            </a:lvl1pPr>
          </a:lstStyle>
          <a:p xmlns:a="http://schemas.openxmlformats.org/drawingml/2006/main">
            <a:pPr>
              <a:buNone/>
            </a:pPr>
            <a:r>
              <a:t>• Canonical Gemma 4 31B IT run · SCCKN · BF16 · threshold ≥50</a:t>
            </a:r>
          </a:p>
        </p:txBody>
      </p:sp>
      <p:sp>
        <p:nvSpPr>
          <p:cNvPr id="2640" name="Connector 36">
            <a:extLst xmlns:a="http://schemas.openxmlformats.org/drawingml/2006/main">
              <a:ext uri="{FF2B5EF4-FFF2-40B4-BE49-F238E27FC236}">
                <a16:creationId xmlns:a16="http://schemas.microsoft.com/office/drawing/2014/main" id="{09365293-BC42-4C28-9522-8DD25BD43759}"/>
              </a:ext>
            </a:extLst>
          </p:cNvPr>
          <p:cNvSpPr>
            <a:spLocks xmlns:a="http://schemas.openxmlformats.org/drawingml/2006/main" noGrp="1"/>
          </p:cNvSpPr>
          <p:nvPr/>
        </p:nvSpPr>
        <p:spPr>
          <a:xfrm xmlns:a="http://schemas.openxmlformats.org/drawingml/2006/main">
            <a:off x="8613647" y="1627632"/>
            <a:ext cx="1" cy="1508761"/>
          </a:xfrm>
          <a:prstGeom xmlns:a="http://schemas.openxmlformats.org/drawingml/2006/main" prst="line">
            <a:avLst/>
          </a:prstGeom>
          <a:ln xmlns:a="http://schemas.openxmlformats.org/drawingml/2006/main" w="1270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641" name="TextBox 37">
            <a:extLst xmlns:a="http://schemas.openxmlformats.org/drawingml/2006/main">
              <a:ext uri="{FF2B5EF4-FFF2-40B4-BE49-F238E27FC236}">
                <a16:creationId xmlns:a16="http://schemas.microsoft.com/office/drawing/2014/main" id="{996DAB0D-95EF-40C7-8BB8-0B19B945D761}"/>
              </a:ext>
            </a:extLst>
          </p:cNvPr>
          <p:cNvSpPr>
            <a:spLocks xmlns:a="http://schemas.openxmlformats.org/drawingml/2006/main" noGrp="1"/>
          </p:cNvSpPr>
          <p:nvPr/>
        </p:nvSpPr>
        <p:spPr>
          <a:xfrm xmlns:a="http://schemas.openxmlformats.org/drawingml/2006/main">
            <a:off x="8942831" y="1700783"/>
            <a:ext cx="2057401" cy="47118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3100" b="1">
                <a:solidFill>
                  <a:srgbClr val="1FA873"/>
                </a:solidFill>
                <a:latin typeface="Helvetica Neue"/>
                <a:ea typeface="Helvetica Neue"/>
                <a:cs typeface="Helvetica Neue"/>
              </a:defRPr>
            </a:lvl1pPr>
          </a:lstStyle>
          <a:p xmlns:a="http://schemas.openxmlformats.org/drawingml/2006/main">
            <a:pPr>
              <a:buNone/>
            </a:pPr>
            <a:r>
              <a:t>62.7%</a:t>
            </a:r>
          </a:p>
        </p:txBody>
      </p:sp>
      <p:sp>
        <p:nvSpPr>
          <p:cNvPr id="2642" name="TextBox 38">
            <a:extLst xmlns:a="http://schemas.openxmlformats.org/drawingml/2006/main">
              <a:ext uri="{FF2B5EF4-FFF2-40B4-BE49-F238E27FC236}">
                <a16:creationId xmlns:a16="http://schemas.microsoft.com/office/drawing/2014/main" id="{543A9127-7937-423A-858A-17C53F6DAFB2}"/>
              </a:ext>
            </a:extLst>
          </p:cNvPr>
          <p:cNvSpPr>
            <a:spLocks xmlns:a="http://schemas.openxmlformats.org/drawingml/2006/main" noGrp="1"/>
          </p:cNvSpPr>
          <p:nvPr/>
        </p:nvSpPr>
        <p:spPr>
          <a:xfrm xmlns:a="http://schemas.openxmlformats.org/drawingml/2006/main">
            <a:off x="8796528" y="2450592"/>
            <a:ext cx="2359153" cy="32614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lgn="ctr">
              <a:buNone/>
              <a:defRPr sz="1100" b="1">
                <a:solidFill>
                  <a:srgbClr val="1FA873"/>
                </a:solidFill>
                <a:latin typeface="Helvetica Neue"/>
                <a:ea typeface="Helvetica Neue"/>
                <a:cs typeface="Helvetica Neue"/>
              </a:defRPr>
            </a:pPr>
            <a:r>
              <a:t>• </a:t>
            </a:r>
            <a:r>
              <a:rPr>
                <a:solidFill>
                  <a:srgbClr val="73777F"/>
                </a:solidFill>
              </a:rPr>
              <a:t>of candidates validated by the LLM</a:t>
            </a:r>
          </a:p>
        </p:txBody>
      </p:sp>
      <p:sp>
        <p:nvSpPr>
          <p:cNvPr id="2643" name="TextBox 39">
            <a:extLst xmlns:a="http://schemas.openxmlformats.org/drawingml/2006/main">
              <a:ext uri="{FF2B5EF4-FFF2-40B4-BE49-F238E27FC236}">
                <a16:creationId xmlns:a16="http://schemas.microsoft.com/office/drawing/2014/main" id="{8AF8473C-8E5D-4957-A320-99758113D09C}"/>
              </a:ext>
            </a:extLst>
          </p:cNvPr>
          <p:cNvSpPr>
            <a:spLocks xmlns:a="http://schemas.openxmlformats.org/drawingml/2006/main" noGrp="1"/>
          </p:cNvSpPr>
          <p:nvPr/>
        </p:nvSpPr>
        <p:spPr>
          <a:xfrm xmlns:a="http://schemas.openxmlformats.org/drawingml/2006/main">
            <a:off x="8979407" y="2880360"/>
            <a:ext cx="1965961" cy="136385"/>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900" b="1">
                <a:solidFill>
                  <a:srgbClr val="1FA873"/>
                </a:solidFill>
                <a:latin typeface="Helvetica Neue"/>
                <a:ea typeface="Helvetica Neue"/>
                <a:cs typeface="Helvetica Neue"/>
              </a:defRPr>
            </a:lvl1pPr>
          </a:lstStyle>
          <a:p xmlns:a="http://schemas.openxmlformats.org/drawingml/2006/main">
            <a:pPr>
              <a:buNone/>
            </a:pPr>
            <a:r>
              <a:t>8,558 / 13,655</a:t>
            </a:r>
          </a:p>
        </p:txBody>
      </p:sp>
      <p:sp>
        <p:nvSpPr>
          <p:cNvPr id="2644" name="TextBox 40">
            <a:extLst xmlns:a="http://schemas.openxmlformats.org/drawingml/2006/main">
              <a:ext uri="{FF2B5EF4-FFF2-40B4-BE49-F238E27FC236}">
                <a16:creationId xmlns:a16="http://schemas.microsoft.com/office/drawing/2014/main" id="{266E8CC2-620C-4ABA-B4C6-E9EF1D842800}"/>
              </a:ext>
            </a:extLst>
          </p:cNvPr>
          <p:cNvSpPr>
            <a:spLocks xmlns:a="http://schemas.openxmlformats.org/drawingml/2006/main" noGrp="1"/>
          </p:cNvSpPr>
          <p:nvPr/>
        </p:nvSpPr>
        <p:spPr>
          <a:xfrm xmlns:a="http://schemas.openxmlformats.org/drawingml/2006/main">
            <a:off x="4617720" y="3580383"/>
            <a:ext cx="2549246" cy="127001"/>
          </a:xfrm>
          <a:prstGeom xmlns:a="http://schemas.openxmlformats.org/drawingml/2006/main" prst="rect">
            <a:avLst/>
          </a:prstGeom>
          <a:ln xmlns:a="http://schemas.openxmlformats.org/drawingml/2006/main" w="12700"/>
        </p:spPr>
        <p:txBody>
          <a:bodyPr xmlns:a="http://schemas.openxmlformats.org/drawingml/2006/main" wrap="none" lIns="0" tIns="0" rIns="0" bIns="0" anchor="ctr">
            <a:spAutoFit/>
          </a:bodyPr>
          <a:lstStyle xmlns:a="http://schemas.openxmlformats.org/drawingml/2006/main"/>
          <a:p xmlns:a="http://schemas.openxmlformats.org/drawingml/2006/main">
            <a:pPr>
              <a:buNone/>
              <a:defRPr sz="800" b="1">
                <a:solidFill>
                  <a:srgbClr val="1FA873"/>
                </a:solidFill>
                <a:latin typeface="Helvetica Neue"/>
                <a:ea typeface="Helvetica Neue"/>
                <a:cs typeface="Helvetica Neue"/>
              </a:defRPr>
            </a:pPr>
            <a:r>
              <a:t>•  90–100  </a:t>
            </a:r>
            <a:r>
              <a:rPr>
                <a:solidFill>
                  <a:srgbClr val="111318"/>
                </a:solidFill>
              </a:rPr>
              <a:t>outstanding · </a:t>
            </a:r>
            <a:r>
              <a:rPr b="0">
                <a:solidFill>
                  <a:srgbClr val="73777F"/>
                </a:solidFill>
              </a:rPr>
              <a:t>clear, traceable, self-contained</a:t>
            </a:r>
          </a:p>
        </p:txBody>
      </p:sp>
      <p:sp>
        <p:nvSpPr>
          <p:cNvPr id="2645" name="TextBox 41">
            <a:extLst xmlns:a="http://schemas.openxmlformats.org/drawingml/2006/main">
              <a:ext uri="{FF2B5EF4-FFF2-40B4-BE49-F238E27FC236}">
                <a16:creationId xmlns:a16="http://schemas.microsoft.com/office/drawing/2014/main" id="{73435FB5-0D90-4DD1-866B-217AD85911DE}"/>
              </a:ext>
            </a:extLst>
          </p:cNvPr>
          <p:cNvSpPr>
            <a:spLocks xmlns:a="http://schemas.openxmlformats.org/drawingml/2006/main" noGrp="1"/>
          </p:cNvSpPr>
          <p:nvPr/>
        </p:nvSpPr>
        <p:spPr>
          <a:xfrm xmlns:a="http://schemas.openxmlformats.org/drawingml/2006/main">
            <a:off x="4617720" y="3781550"/>
            <a:ext cx="2016862" cy="127001"/>
          </a:xfrm>
          <a:prstGeom xmlns:a="http://schemas.openxmlformats.org/drawingml/2006/main" prst="rect">
            <a:avLst/>
          </a:prstGeom>
          <a:ln xmlns:a="http://schemas.openxmlformats.org/drawingml/2006/main" w="12700"/>
        </p:spPr>
        <p:txBody>
          <a:bodyPr xmlns:a="http://schemas.openxmlformats.org/drawingml/2006/main" wrap="none" lIns="0" tIns="0" rIns="0" bIns="0" anchor="ctr">
            <a:spAutoFit/>
          </a:bodyPr>
          <a:lstStyle xmlns:a="http://schemas.openxmlformats.org/drawingml/2006/main"/>
          <a:p xmlns:a="http://schemas.openxmlformats.org/drawingml/2006/main">
            <a:pPr>
              <a:buNone/>
              <a:defRPr sz="800" b="1">
                <a:solidFill>
                  <a:srgbClr val="1FA873"/>
                </a:solidFill>
                <a:latin typeface="Helvetica Neue"/>
                <a:ea typeface="Helvetica Neue"/>
                <a:cs typeface="Helvetica Neue"/>
              </a:defRPr>
            </a:pPr>
            <a:r>
              <a:t>•  70–89  </a:t>
            </a:r>
            <a:r>
              <a:rPr>
                <a:solidFill>
                  <a:srgbClr val="111318"/>
                </a:solidFill>
              </a:rPr>
              <a:t>strong · </a:t>
            </a:r>
            <a:r>
              <a:rPr b="0">
                <a:solidFill>
                  <a:srgbClr val="73777F"/>
                </a:solidFill>
              </a:rPr>
              <a:t>well-supported and useful</a:t>
            </a:r>
          </a:p>
        </p:txBody>
      </p:sp>
      <p:sp>
        <p:nvSpPr>
          <p:cNvPr id="2646" name="TextBox 42">
            <a:extLst xmlns:a="http://schemas.openxmlformats.org/drawingml/2006/main">
              <a:ext uri="{FF2B5EF4-FFF2-40B4-BE49-F238E27FC236}">
                <a16:creationId xmlns:a16="http://schemas.microsoft.com/office/drawing/2014/main" id="{FFD32930-4E03-465F-BEFF-AE6E60881C00}"/>
              </a:ext>
            </a:extLst>
          </p:cNvPr>
          <p:cNvSpPr>
            <a:spLocks xmlns:a="http://schemas.openxmlformats.org/drawingml/2006/main" noGrp="1"/>
          </p:cNvSpPr>
          <p:nvPr/>
        </p:nvSpPr>
        <p:spPr>
          <a:xfrm xmlns:a="http://schemas.openxmlformats.org/drawingml/2006/main">
            <a:off x="4617720" y="3982720"/>
            <a:ext cx="2197304" cy="127001"/>
          </a:xfrm>
          <a:prstGeom xmlns:a="http://schemas.openxmlformats.org/drawingml/2006/main" prst="rect">
            <a:avLst/>
          </a:prstGeom>
          <a:ln xmlns:a="http://schemas.openxmlformats.org/drawingml/2006/main" w="12700"/>
        </p:spPr>
        <p:txBody>
          <a:bodyPr xmlns:a="http://schemas.openxmlformats.org/drawingml/2006/main" wrap="none" lIns="0" tIns="0" rIns="0" bIns="0" anchor="ctr">
            <a:spAutoFit/>
          </a:bodyPr>
          <a:lstStyle xmlns:a="http://schemas.openxmlformats.org/drawingml/2006/main"/>
          <a:p xmlns:a="http://schemas.openxmlformats.org/drawingml/2006/main">
            <a:pPr>
              <a:buNone/>
              <a:defRPr sz="800" b="1">
                <a:solidFill>
                  <a:srgbClr val="3977F6"/>
                </a:solidFill>
                <a:latin typeface="Helvetica Neue"/>
                <a:ea typeface="Helvetica Neue"/>
                <a:cs typeface="Helvetica Neue"/>
              </a:defRPr>
            </a:pPr>
            <a:r>
              <a:t>•  40–69  </a:t>
            </a:r>
            <a:r>
              <a:rPr>
                <a:solidFill>
                  <a:srgbClr val="111318"/>
                </a:solidFill>
              </a:rPr>
              <a:t>mixed · </a:t>
            </a:r>
            <a:r>
              <a:rPr b="0">
                <a:solidFill>
                  <a:srgbClr val="73777F"/>
                </a:solidFill>
              </a:rPr>
              <a:t>useful elements, material gaps</a:t>
            </a:r>
          </a:p>
        </p:txBody>
      </p:sp>
      <p:sp>
        <p:nvSpPr>
          <p:cNvPr id="2647" name="TextBox 43">
            <a:extLst xmlns:a="http://schemas.openxmlformats.org/drawingml/2006/main">
              <a:ext uri="{FF2B5EF4-FFF2-40B4-BE49-F238E27FC236}">
                <a16:creationId xmlns:a16="http://schemas.microsoft.com/office/drawing/2014/main" id="{67B65859-E5B3-4222-B496-B1D0E92AAC5B}"/>
              </a:ext>
            </a:extLst>
          </p:cNvPr>
          <p:cNvSpPr>
            <a:spLocks xmlns:a="http://schemas.openxmlformats.org/drawingml/2006/main" noGrp="1"/>
          </p:cNvSpPr>
          <p:nvPr/>
        </p:nvSpPr>
        <p:spPr>
          <a:xfrm xmlns:a="http://schemas.openxmlformats.org/drawingml/2006/main">
            <a:off x="4617720" y="4183888"/>
            <a:ext cx="1881226" cy="127001"/>
          </a:xfrm>
          <a:prstGeom xmlns:a="http://schemas.openxmlformats.org/drawingml/2006/main" prst="rect">
            <a:avLst/>
          </a:prstGeom>
          <a:ln xmlns:a="http://schemas.openxmlformats.org/drawingml/2006/main" w="12700"/>
        </p:spPr>
        <p:txBody>
          <a:bodyPr xmlns:a="http://schemas.openxmlformats.org/drawingml/2006/main" wrap="none" lIns="0" tIns="0" rIns="0" bIns="0" anchor="ctr">
            <a:spAutoFit/>
          </a:bodyPr>
          <a:lstStyle xmlns:a="http://schemas.openxmlformats.org/drawingml/2006/main"/>
          <a:p xmlns:a="http://schemas.openxmlformats.org/drawingml/2006/main">
            <a:pPr>
              <a:buNone/>
              <a:defRPr sz="800" b="1">
                <a:solidFill>
                  <a:srgbClr val="FF705B"/>
                </a:solidFill>
                <a:latin typeface="Helvetica Neue"/>
                <a:ea typeface="Helvetica Neue"/>
                <a:cs typeface="Helvetica Neue"/>
              </a:defRPr>
            </a:pPr>
            <a:r>
              <a:t>•  10–39  weak · </a:t>
            </a:r>
            <a:r>
              <a:rPr b="0">
                <a:solidFill>
                  <a:srgbClr val="73777F"/>
                </a:solidFill>
              </a:rPr>
              <a:t>limited support or clarity</a:t>
            </a:r>
          </a:p>
        </p:txBody>
      </p:sp>
      <p:sp>
        <p:nvSpPr>
          <p:cNvPr id="2648" name="TextBox 44">
            <a:extLst xmlns:a="http://schemas.openxmlformats.org/drawingml/2006/main">
              <a:ext uri="{FF2B5EF4-FFF2-40B4-BE49-F238E27FC236}">
                <a16:creationId xmlns:a16="http://schemas.microsoft.com/office/drawing/2014/main" id="{6997D106-FEC3-46E3-BB1B-45B71B6778C6}"/>
              </a:ext>
            </a:extLst>
          </p:cNvPr>
          <p:cNvSpPr>
            <a:spLocks xmlns:a="http://schemas.openxmlformats.org/drawingml/2006/main" noGrp="1"/>
          </p:cNvSpPr>
          <p:nvPr/>
        </p:nvSpPr>
        <p:spPr>
          <a:xfrm xmlns:a="http://schemas.openxmlformats.org/drawingml/2006/main">
            <a:off x="4617720" y="4385056"/>
            <a:ext cx="1848511" cy="127001"/>
          </a:xfrm>
          <a:prstGeom xmlns:a="http://schemas.openxmlformats.org/drawingml/2006/main" prst="rect">
            <a:avLst/>
          </a:prstGeom>
          <a:ln xmlns:a="http://schemas.openxmlformats.org/drawingml/2006/main" w="12700"/>
        </p:spPr>
        <p:txBody>
          <a:bodyPr xmlns:a="http://schemas.openxmlformats.org/drawingml/2006/main" wrap="none" lIns="0" tIns="0" rIns="0" bIns="0" anchor="ctr">
            <a:spAutoFit/>
          </a:bodyPr>
          <a:lstStyle xmlns:a="http://schemas.openxmlformats.org/drawingml/2006/main"/>
          <a:p xmlns:a="http://schemas.openxmlformats.org/drawingml/2006/main">
            <a:pPr>
              <a:buNone/>
              <a:defRPr sz="800" b="1">
                <a:solidFill>
                  <a:srgbClr val="FF705B"/>
                </a:solidFill>
                <a:latin typeface="Helvetica Neue"/>
                <a:ea typeface="Helvetica Neue"/>
                <a:cs typeface="Helvetica Neue"/>
              </a:defRPr>
            </a:pPr>
            <a:r>
              <a:t>•  0–9  minimal · </a:t>
            </a:r>
            <a:r>
              <a:rPr b="0">
                <a:solidFill>
                  <a:srgbClr val="73777F"/>
                </a:solidFill>
              </a:rPr>
              <a:t>little usable justification</a:t>
            </a:r>
          </a:p>
        </p:txBody>
      </p:sp>
      <p:sp>
        <p:nvSpPr>
          <p:cNvPr id="2649" name="TextBox 45">
            <a:extLst xmlns:a="http://schemas.openxmlformats.org/drawingml/2006/main">
              <a:ext uri="{FF2B5EF4-FFF2-40B4-BE49-F238E27FC236}">
                <a16:creationId xmlns:a16="http://schemas.microsoft.com/office/drawing/2014/main" id="{9D387B3C-3180-4F55-ADE8-98ED492FB03D}"/>
              </a:ext>
            </a:extLst>
          </p:cNvPr>
          <p:cNvSpPr>
            <a:spLocks xmlns:a="http://schemas.openxmlformats.org/drawingml/2006/main" noGrp="1"/>
          </p:cNvSpPr>
          <p:nvPr/>
        </p:nvSpPr>
        <p:spPr>
          <a:xfrm xmlns:a="http://schemas.openxmlformats.org/drawingml/2006/main">
            <a:off x="4617720" y="4622800"/>
            <a:ext cx="1972260" cy="127001"/>
          </a:xfrm>
          <a:prstGeom xmlns:a="http://schemas.openxmlformats.org/drawingml/2006/main" prst="rect">
            <a:avLst/>
          </a:prstGeom>
          <a:ln xmlns:a="http://schemas.openxmlformats.org/drawingml/2006/main" w="12700"/>
        </p:spPr>
        <p:txBody>
          <a:bodyPr xmlns:a="http://schemas.openxmlformats.org/drawingml/2006/main" wrap="none" lIns="0" tIns="0" rIns="0" bIns="0" anchor="ctr">
            <a:spAutoFit/>
          </a:bodyPr>
          <a:lstStyle xmlns:a="http://schemas.openxmlformats.org/drawingml/2006/main"/>
          <a:p xmlns:a="http://schemas.openxmlformats.org/drawingml/2006/main">
            <a:pPr>
              <a:buNone/>
              <a:defRPr sz="800" b="1">
                <a:solidFill>
                  <a:srgbClr val="1FA873"/>
                </a:solidFill>
                <a:latin typeface="Helvetica Neue"/>
                <a:ea typeface="Helvetica Neue"/>
                <a:cs typeface="Helvetica Neue"/>
              </a:defRPr>
            </a:pPr>
            <a:r>
              <a:t>•  ≥50  </a:t>
            </a:r>
            <a:r>
              <a:rPr>
                <a:solidFill>
                  <a:srgbClr val="111318"/>
                </a:solidFill>
              </a:rPr>
              <a:t>validated · </a:t>
            </a:r>
            <a:r>
              <a:rPr b="0">
                <a:solidFill>
                  <a:srgbClr val="73777F"/>
                </a:solidFill>
              </a:rPr>
              <a:t>display-quality threshold</a:t>
            </a:r>
          </a:p>
        </p:txBody>
      </p:sp>
      <p:sp>
        <p:nvSpPr>
          <p:cNvPr id="2650" name="Rectangle">
            <a:extLst xmlns:a="http://schemas.openxmlformats.org/drawingml/2006/main">
              <a:ext uri="{FF2B5EF4-FFF2-40B4-BE49-F238E27FC236}">
                <a16:creationId xmlns:a16="http://schemas.microsoft.com/office/drawing/2014/main" id="{D0E3A62E-5495-4E07-846D-123E47ED0896}"/>
              </a:ext>
            </a:extLst>
          </p:cNvPr>
          <p:cNvSpPr>
            <a:spLocks xmlns:a="http://schemas.openxmlformats.org/drawingml/2006/main" noGrp="1"/>
          </p:cNvSpPr>
          <p:nvPr/>
        </p:nvSpPr>
        <p:spPr>
          <a:xfrm xmlns:a="http://schemas.openxmlformats.org/drawingml/2006/main">
            <a:off x="3730751" y="1460621"/>
            <a:ext cx="8017030" cy="3300863"/>
          </a:xfrm>
          <a:prstGeom xmlns:a="http://schemas.openxmlformats.org/drawingml/2006/main" prst="rect">
            <a:avLst/>
          </a:prstGeom>
          <a:solidFill xmlns:a="http://schemas.openxmlformats.org/drawingml/2006/main">
            <a:srgbClr val="FFFFFF"/>
          </a:solidFill>
          <a:ln xmlns:a="http://schemas.openxmlformats.org/drawingml/2006/main" w="12700"/>
        </p:spPr>
        <p:txBody>
          <a:bodyPr xmlns:a="http://schemas.openxmlformats.org/drawingml/2006/main" lIns="45718" tIns="45718" rIns="45718" bIns="45718" anchor="ctr"/>
          <a:lstStyle xmlns:a="http://schemas.openxmlformats.org/drawingml/2006/main"/>
          <a:p xmlns:a="http://schemas.openxmlformats.org/drawingml/2006/main">
            <a:pPr>
              <a:buNone/>
              <a:defRPr>
                <a:latin typeface="+mn-lt"/>
                <a:ea typeface="+mn-lt"/>
                <a:cs typeface="+mn-lt"/>
              </a:defRPr>
            </a:pPr>
          </a:p>
        </p:txBody>
      </p:sp>
    </p:spTree>
    <p:extLst>
      <p:ext uri="{BB962C8B-B14F-4D97-AF65-F5344CB8AC3E}">
        <p14:creationId xmlns:p14="http://schemas.microsoft.com/office/powerpoint/2010/main" val="880414320"/>
      </p:ext>
    </p:extLst>
  </p:cSld>
</p:sld>
</file>

<file path=ppt/slides/slide37.xml><?xml version="1.0" encoding="utf-8"?>
<p:sld xmlns:p="http://schemas.openxmlformats.org/presentationml/2006/main" showMasterSp="1">
  <p:cSld>
    <p:spTree>
      <p:nvGrpSpPr>
        <p:cNvPr id="1" name=""/>
        <p:cNvGrpSpPr/>
        <p:nvPr/>
      </p:nvGrpSpPr>
      <p:grpSpPr>
        <a:xfrm xmlns:a="http://schemas.openxmlformats.org/drawingml/2006/main"/>
      </p:grpSpPr>
      <p:sp>
        <p:nvSpPr>
          <p:cNvPr id="2652" name="TextBox 1">
            <a:extLst xmlns:a="http://schemas.openxmlformats.org/drawingml/2006/main">
              <a:ext uri="{FF2B5EF4-FFF2-40B4-BE49-F238E27FC236}">
                <a16:creationId xmlns:a16="http://schemas.microsoft.com/office/drawing/2014/main" id="{1B442077-354A-4F22-88BF-3E3C1B21D3D8}"/>
              </a:ext>
            </a:extLst>
          </p:cNvPr>
          <p:cNvSpPr>
            <a:spLocks xmlns:a="http://schemas.openxmlformats.org/drawingml/2006/main" noGrp="1"/>
          </p:cNvSpPr>
          <p:nvPr/>
        </p:nvSpPr>
        <p:spPr>
          <a:xfrm xmlns:a="http://schemas.openxmlformats.org/drawingml/2006/main">
            <a:off x="603503" y="420623"/>
            <a:ext cx="4389122" cy="14871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000" b="1">
                <a:solidFill>
                  <a:srgbClr val="73777F"/>
                </a:solidFill>
                <a:latin typeface="Helvetica Neue"/>
                <a:ea typeface="Helvetica Neue"/>
                <a:cs typeface="Helvetica Neue"/>
              </a:defRPr>
            </a:lvl1pPr>
          </a:lstStyle>
          <a:p xmlns:a="http://schemas.openxmlformats.org/drawingml/2006/main">
            <a:pPr>
              <a:buNone/>
            </a:pPr>
            <a:r>
              <a:t>RESULTS · VALIDATION</a:t>
            </a:r>
          </a:p>
        </p:txBody>
      </p:sp>
      <p:sp>
        <p:nvSpPr>
          <p:cNvPr id="2653" name="TextBox 2">
            <a:extLst xmlns:a="http://schemas.openxmlformats.org/drawingml/2006/main">
              <a:ext uri="{FF2B5EF4-FFF2-40B4-BE49-F238E27FC236}">
                <a16:creationId xmlns:a16="http://schemas.microsoft.com/office/drawing/2014/main" id="{66D73175-A892-4497-8A4C-CD47061F96B9}"/>
              </a:ext>
            </a:extLst>
          </p:cNvPr>
          <p:cNvSpPr>
            <a:spLocks xmlns:a="http://schemas.openxmlformats.org/drawingml/2006/main" noGrp="1"/>
          </p:cNvSpPr>
          <p:nvPr/>
        </p:nvSpPr>
        <p:spPr>
          <a:xfrm xmlns:a="http://schemas.openxmlformats.org/drawingml/2006/main">
            <a:off x="603504" y="786383"/>
            <a:ext cx="10515601" cy="45885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3000" b="1">
                <a:solidFill>
                  <a:srgbClr val="111318"/>
                </a:solidFill>
                <a:latin typeface="Helvetica Neue"/>
                <a:ea typeface="Helvetica Neue"/>
                <a:cs typeface="Helvetica Neue"/>
              </a:defRPr>
            </a:lvl1pPr>
          </a:lstStyle>
          <a:p xmlns:a="http://schemas.openxmlformats.org/drawingml/2006/main">
            <a:pPr>
              <a:buNone/>
            </a:pPr>
            <a:r>
              <a:t>From candidates to validated rescues</a:t>
            </a:r>
          </a:p>
        </p:txBody>
      </p:sp>
      <p:sp>
        <p:nvSpPr>
          <p:cNvPr id="2654" name="TextBox 3">
            <a:extLst xmlns:a="http://schemas.openxmlformats.org/drawingml/2006/main">
              <a:ext uri="{FF2B5EF4-FFF2-40B4-BE49-F238E27FC236}">
                <a16:creationId xmlns:a16="http://schemas.microsoft.com/office/drawing/2014/main" id="{E6A30A43-9F2C-45D4-8B14-F8A608AE122E}"/>
              </a:ext>
            </a:extLst>
          </p:cNvPr>
          <p:cNvSpPr>
            <a:spLocks xmlns:a="http://schemas.openxmlformats.org/drawingml/2006/main" noGrp="1"/>
          </p:cNvSpPr>
          <p:nvPr/>
        </p:nvSpPr>
        <p:spPr>
          <a:xfrm xmlns:a="http://schemas.openxmlformats.org/drawingml/2006/main">
            <a:off x="11082528" y="457200"/>
            <a:ext cx="438913" cy="136385"/>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r">
              <a:buNone/>
              <a:defRPr sz="900" b="1">
                <a:solidFill>
                  <a:srgbClr val="73777F"/>
                </a:solidFill>
                <a:latin typeface="Helvetica Neue"/>
                <a:ea typeface="Helvetica Neue"/>
                <a:cs typeface="Helvetica Neue"/>
              </a:defRPr>
            </a:lvl1pPr>
          </a:lstStyle>
          <a:p xmlns:a="http://schemas.openxmlformats.org/drawingml/2006/main">
            <a:pPr>
              <a:buNone/>
            </a:pPr>
            <a:r>
              <a:t>13</a:t>
            </a:r>
          </a:p>
        </p:txBody>
      </p:sp>
      <p:sp>
        <p:nvSpPr>
          <p:cNvPr id="2655" name="Connector 4">
            <a:extLst xmlns:a="http://schemas.openxmlformats.org/drawingml/2006/main">
              <a:ext uri="{FF2B5EF4-FFF2-40B4-BE49-F238E27FC236}">
                <a16:creationId xmlns:a16="http://schemas.microsoft.com/office/drawing/2014/main" id="{942731C3-B6F1-4AD4-94AB-9070C45E7F89}"/>
              </a:ext>
            </a:extLst>
          </p:cNvPr>
          <p:cNvSpPr>
            <a:spLocks xmlns:a="http://schemas.openxmlformats.org/drawingml/2006/main" noGrp="1"/>
          </p:cNvSpPr>
          <p:nvPr/>
        </p:nvSpPr>
        <p:spPr>
          <a:xfrm xmlns:a="http://schemas.openxmlformats.org/drawingml/2006/main">
            <a:off x="1426463" y="2340864"/>
            <a:ext cx="6821425" cy="1"/>
          </a:xfrm>
          <a:prstGeom xmlns:a="http://schemas.openxmlformats.org/drawingml/2006/main" prst="line">
            <a:avLst/>
          </a:prstGeom>
          <a:ln xmlns:a="http://schemas.openxmlformats.org/drawingml/2006/main" w="2286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656" name="TextBox 5">
            <a:extLst xmlns:a="http://schemas.openxmlformats.org/drawingml/2006/main">
              <a:ext uri="{FF2B5EF4-FFF2-40B4-BE49-F238E27FC236}">
                <a16:creationId xmlns:a16="http://schemas.microsoft.com/office/drawing/2014/main" id="{8095DA50-6F31-4F9B-B928-C8776D4C53D6}"/>
              </a:ext>
            </a:extLst>
          </p:cNvPr>
          <p:cNvSpPr>
            <a:spLocks xmlns:a="http://schemas.openxmlformats.org/drawingml/2006/main" noGrp="1"/>
          </p:cNvSpPr>
          <p:nvPr/>
        </p:nvSpPr>
        <p:spPr>
          <a:xfrm xmlns:a="http://schemas.openxmlformats.org/drawingml/2006/main">
            <a:off x="749808" y="1581911"/>
            <a:ext cx="1508761" cy="42148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2800" b="1">
                <a:solidFill>
                  <a:srgbClr val="111318"/>
                </a:solidFill>
                <a:latin typeface="Helvetica Neue"/>
                <a:ea typeface="Helvetica Neue"/>
                <a:cs typeface="Helvetica Neue"/>
              </a:defRPr>
            </a:lvl1pPr>
          </a:lstStyle>
          <a:p xmlns:a="http://schemas.openxmlformats.org/drawingml/2006/main">
            <a:pPr>
              <a:buNone/>
            </a:pPr>
            <a:r>
              <a:t>13,655</a:t>
            </a:r>
          </a:p>
        </p:txBody>
      </p:sp>
      <p:sp>
        <p:nvSpPr>
          <p:cNvPr id="2657" name="Oval 6">
            <a:extLst xmlns:a="http://schemas.openxmlformats.org/drawingml/2006/main">
              <a:ext uri="{FF2B5EF4-FFF2-40B4-BE49-F238E27FC236}">
                <a16:creationId xmlns:a16="http://schemas.microsoft.com/office/drawing/2014/main" id="{02C5F0C1-6ECE-4C61-B20B-F89B8616E89C}"/>
              </a:ext>
            </a:extLst>
          </p:cNvPr>
          <p:cNvSpPr>
            <a:spLocks xmlns:a="http://schemas.openxmlformats.org/drawingml/2006/main" noGrp="1"/>
          </p:cNvSpPr>
          <p:nvPr/>
        </p:nvSpPr>
        <p:spPr>
          <a:xfrm xmlns:a="http://schemas.openxmlformats.org/drawingml/2006/main">
            <a:off x="1408175" y="2249423"/>
            <a:ext cx="182881" cy="182881"/>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2658" name="TextBox 7">
            <a:extLst xmlns:a="http://schemas.openxmlformats.org/drawingml/2006/main">
              <a:ext uri="{FF2B5EF4-FFF2-40B4-BE49-F238E27FC236}">
                <a16:creationId xmlns:a16="http://schemas.microsoft.com/office/drawing/2014/main" id="{3310146D-5C07-4300-A7A1-3BF4940140B3}"/>
              </a:ext>
            </a:extLst>
          </p:cNvPr>
          <p:cNvSpPr>
            <a:spLocks xmlns:a="http://schemas.openxmlformats.org/drawingml/2006/main" noGrp="1"/>
          </p:cNvSpPr>
          <p:nvPr/>
        </p:nvSpPr>
        <p:spPr>
          <a:xfrm xmlns:a="http://schemas.openxmlformats.org/drawingml/2006/main">
            <a:off x="585215" y="2596895"/>
            <a:ext cx="1874519" cy="161049"/>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lgn="ctr">
              <a:buNone/>
              <a:defRPr sz="1100" b="1">
                <a:solidFill>
                  <a:srgbClr val="111318"/>
                </a:solidFill>
                <a:latin typeface="Helvetica Neue"/>
                <a:ea typeface="Helvetica Neue"/>
                <a:cs typeface="Helvetica Neue"/>
              </a:defRPr>
            </a:pPr>
            <a:r>
              <a:t>• </a:t>
            </a:r>
            <a:r>
              <a:rPr>
                <a:solidFill>
                  <a:srgbClr val="73777F"/>
                </a:solidFill>
              </a:rPr>
              <a:t>CCA candidates</a:t>
            </a:r>
          </a:p>
        </p:txBody>
      </p:sp>
      <p:sp>
        <p:nvSpPr>
          <p:cNvPr id="2659" name="TextBox 8">
            <a:extLst xmlns:a="http://schemas.openxmlformats.org/drawingml/2006/main">
              <a:ext uri="{FF2B5EF4-FFF2-40B4-BE49-F238E27FC236}">
                <a16:creationId xmlns:a16="http://schemas.microsoft.com/office/drawing/2014/main" id="{1B188860-BB8E-4A23-A8AF-1B1E7349C567}"/>
              </a:ext>
            </a:extLst>
          </p:cNvPr>
          <p:cNvSpPr>
            <a:spLocks xmlns:a="http://schemas.openxmlformats.org/drawingml/2006/main" noGrp="1"/>
          </p:cNvSpPr>
          <p:nvPr/>
        </p:nvSpPr>
        <p:spPr>
          <a:xfrm xmlns:a="http://schemas.openxmlformats.org/drawingml/2006/main">
            <a:off x="493774" y="2907792"/>
            <a:ext cx="2029969"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800" b="1">
                <a:solidFill>
                  <a:srgbClr val="111318"/>
                </a:solidFill>
                <a:latin typeface="Helvetica Neue"/>
                <a:ea typeface="Helvetica Neue"/>
                <a:cs typeface="Helvetica Neue"/>
              </a:defRPr>
            </a:lvl1pPr>
          </a:lstStyle>
          <a:p xmlns:a="http://schemas.openxmlformats.org/drawingml/2006/main">
            <a:pPr>
              <a:buNone/>
            </a:pPr>
            <a:r>
              <a:t>frozen universe</a:t>
            </a:r>
          </a:p>
        </p:txBody>
      </p:sp>
      <p:sp>
        <p:nvSpPr>
          <p:cNvPr id="2660" name="TextBox 9">
            <a:extLst xmlns:a="http://schemas.openxmlformats.org/drawingml/2006/main">
              <a:ext uri="{FF2B5EF4-FFF2-40B4-BE49-F238E27FC236}">
                <a16:creationId xmlns:a16="http://schemas.microsoft.com/office/drawing/2014/main" id="{40612B49-4C9E-4DE9-B152-C6718FDEB7A6}"/>
              </a:ext>
            </a:extLst>
          </p:cNvPr>
          <p:cNvSpPr>
            <a:spLocks xmlns:a="http://schemas.openxmlformats.org/drawingml/2006/main" noGrp="1"/>
          </p:cNvSpPr>
          <p:nvPr/>
        </p:nvSpPr>
        <p:spPr>
          <a:xfrm xmlns:a="http://schemas.openxmlformats.org/drawingml/2006/main">
            <a:off x="3273552" y="2139695"/>
            <a:ext cx="329185" cy="2667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b="1">
                <a:solidFill>
                  <a:srgbClr val="73777F"/>
                </a:solidFill>
                <a:latin typeface="Helvetica Neue"/>
                <a:ea typeface="Helvetica Neue"/>
                <a:cs typeface="Helvetica Neue"/>
              </a:defRPr>
            </a:lvl1pPr>
          </a:lstStyle>
          <a:p xmlns:a="http://schemas.openxmlformats.org/drawingml/2006/main">
            <a:pPr>
              <a:buNone/>
            </a:pPr>
            <a:r>
              <a:t>→</a:t>
            </a:r>
          </a:p>
        </p:txBody>
      </p:sp>
      <p:sp>
        <p:nvSpPr>
          <p:cNvPr id="2661" name="TextBox 10">
            <a:extLst xmlns:a="http://schemas.openxmlformats.org/drawingml/2006/main">
              <a:ext uri="{FF2B5EF4-FFF2-40B4-BE49-F238E27FC236}">
                <a16:creationId xmlns:a16="http://schemas.microsoft.com/office/drawing/2014/main" id="{54296C49-9CD4-482A-BBCA-EB5BF41C0962}"/>
              </a:ext>
            </a:extLst>
          </p:cNvPr>
          <p:cNvSpPr>
            <a:spLocks xmlns:a="http://schemas.openxmlformats.org/drawingml/2006/main" noGrp="1"/>
          </p:cNvSpPr>
          <p:nvPr/>
        </p:nvSpPr>
        <p:spPr>
          <a:xfrm xmlns:a="http://schemas.openxmlformats.org/drawingml/2006/main">
            <a:off x="3730752" y="1581911"/>
            <a:ext cx="1508761" cy="42148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2800" b="1">
                <a:solidFill>
                  <a:srgbClr val="3977F6"/>
                </a:solidFill>
                <a:latin typeface="Helvetica Neue"/>
                <a:ea typeface="Helvetica Neue"/>
                <a:cs typeface="Helvetica Neue"/>
              </a:defRPr>
            </a:lvl1pPr>
          </a:lstStyle>
          <a:p xmlns:a="http://schemas.openxmlformats.org/drawingml/2006/main">
            <a:pPr>
              <a:buNone/>
            </a:pPr>
            <a:r>
              <a:t>10,376</a:t>
            </a:r>
          </a:p>
        </p:txBody>
      </p:sp>
      <p:sp>
        <p:nvSpPr>
          <p:cNvPr id="2662" name="Oval 11">
            <a:extLst xmlns:a="http://schemas.openxmlformats.org/drawingml/2006/main">
              <a:ext uri="{FF2B5EF4-FFF2-40B4-BE49-F238E27FC236}">
                <a16:creationId xmlns:a16="http://schemas.microsoft.com/office/drawing/2014/main" id="{3EC7B174-8B9F-4544-9343-46D6A4A1B1EB}"/>
              </a:ext>
            </a:extLst>
          </p:cNvPr>
          <p:cNvSpPr>
            <a:spLocks xmlns:a="http://schemas.openxmlformats.org/drawingml/2006/main" noGrp="1"/>
          </p:cNvSpPr>
          <p:nvPr/>
        </p:nvSpPr>
        <p:spPr>
          <a:xfrm xmlns:a="http://schemas.openxmlformats.org/drawingml/2006/main">
            <a:off x="4389120" y="2249423"/>
            <a:ext cx="182881" cy="182881"/>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2663" name="TextBox 12">
            <a:extLst xmlns:a="http://schemas.openxmlformats.org/drawingml/2006/main">
              <a:ext uri="{FF2B5EF4-FFF2-40B4-BE49-F238E27FC236}">
                <a16:creationId xmlns:a16="http://schemas.microsoft.com/office/drawing/2014/main" id="{E8070C48-7A4A-48E8-8253-87B28B7E8080}"/>
              </a:ext>
            </a:extLst>
          </p:cNvPr>
          <p:cNvSpPr>
            <a:spLocks xmlns:a="http://schemas.openxmlformats.org/drawingml/2006/main" noGrp="1"/>
          </p:cNvSpPr>
          <p:nvPr/>
        </p:nvSpPr>
        <p:spPr>
          <a:xfrm xmlns:a="http://schemas.openxmlformats.org/drawingml/2006/main">
            <a:off x="3566159" y="2596895"/>
            <a:ext cx="1874519" cy="161049"/>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lgn="ctr">
              <a:buNone/>
              <a:defRPr sz="1100" b="1">
                <a:solidFill>
                  <a:srgbClr val="3977F6"/>
                </a:solidFill>
                <a:latin typeface="Helvetica Neue"/>
                <a:ea typeface="Helvetica Neue"/>
                <a:cs typeface="Helvetica Neue"/>
              </a:defRPr>
            </a:pPr>
            <a:r>
              <a:t>• </a:t>
            </a:r>
            <a:r>
              <a:rPr>
                <a:solidFill>
                  <a:srgbClr val="73777F"/>
                </a:solidFill>
              </a:rPr>
              <a:t>Stage 2 judgments</a:t>
            </a:r>
          </a:p>
        </p:txBody>
      </p:sp>
      <p:sp>
        <p:nvSpPr>
          <p:cNvPr id="2664" name="TextBox 13">
            <a:extLst xmlns:a="http://schemas.openxmlformats.org/drawingml/2006/main">
              <a:ext uri="{FF2B5EF4-FFF2-40B4-BE49-F238E27FC236}">
                <a16:creationId xmlns:a16="http://schemas.microsoft.com/office/drawing/2014/main" id="{3AFA6EB6-9DB7-4D37-A1DE-1A062D872A59}"/>
              </a:ext>
            </a:extLst>
          </p:cNvPr>
          <p:cNvSpPr>
            <a:spLocks xmlns:a="http://schemas.openxmlformats.org/drawingml/2006/main" noGrp="1"/>
          </p:cNvSpPr>
          <p:nvPr/>
        </p:nvSpPr>
        <p:spPr>
          <a:xfrm xmlns:a="http://schemas.openxmlformats.org/drawingml/2006/main">
            <a:off x="3474720" y="2907792"/>
            <a:ext cx="2029969"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800" b="1">
                <a:solidFill>
                  <a:srgbClr val="3977F6"/>
                </a:solidFill>
                <a:latin typeface="Helvetica Neue"/>
                <a:ea typeface="Helvetica Neue"/>
                <a:cs typeface="Helvetica Neue"/>
              </a:defRPr>
            </a:lvl1pPr>
          </a:lstStyle>
          <a:p xmlns:a="http://schemas.openxmlformats.org/drawingml/2006/main">
            <a:pPr>
              <a:buNone/>
            </a:pPr>
            <a:r>
              <a:t>10,096 strict + 280 recall</a:t>
            </a:r>
          </a:p>
        </p:txBody>
      </p:sp>
      <p:sp>
        <p:nvSpPr>
          <p:cNvPr id="2665" name="TextBox 14">
            <a:extLst xmlns:a="http://schemas.openxmlformats.org/drawingml/2006/main">
              <a:ext uri="{FF2B5EF4-FFF2-40B4-BE49-F238E27FC236}">
                <a16:creationId xmlns:a16="http://schemas.microsoft.com/office/drawing/2014/main" id="{327B836F-444A-4BCF-A9EC-91621D36EF44}"/>
              </a:ext>
            </a:extLst>
          </p:cNvPr>
          <p:cNvSpPr>
            <a:spLocks xmlns:a="http://schemas.openxmlformats.org/drawingml/2006/main" noGrp="1"/>
          </p:cNvSpPr>
          <p:nvPr/>
        </p:nvSpPr>
        <p:spPr>
          <a:xfrm xmlns:a="http://schemas.openxmlformats.org/drawingml/2006/main">
            <a:off x="6236208" y="2139695"/>
            <a:ext cx="329185" cy="2667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b="1">
                <a:solidFill>
                  <a:srgbClr val="73777F"/>
                </a:solidFill>
                <a:latin typeface="Helvetica Neue"/>
                <a:ea typeface="Helvetica Neue"/>
                <a:cs typeface="Helvetica Neue"/>
              </a:defRPr>
            </a:lvl1pPr>
          </a:lstStyle>
          <a:p xmlns:a="http://schemas.openxmlformats.org/drawingml/2006/main">
            <a:pPr>
              <a:buNone/>
            </a:pPr>
            <a:r>
              <a:t>→</a:t>
            </a:r>
          </a:p>
        </p:txBody>
      </p:sp>
      <p:sp>
        <p:nvSpPr>
          <p:cNvPr id="2666" name="TextBox 15">
            <a:extLst xmlns:a="http://schemas.openxmlformats.org/drawingml/2006/main">
              <a:ext uri="{FF2B5EF4-FFF2-40B4-BE49-F238E27FC236}">
                <a16:creationId xmlns:a16="http://schemas.microsoft.com/office/drawing/2014/main" id="{94AF820C-E4D0-4415-A992-EFB97D6E0492}"/>
              </a:ext>
            </a:extLst>
          </p:cNvPr>
          <p:cNvSpPr>
            <a:spLocks xmlns:a="http://schemas.openxmlformats.org/drawingml/2006/main" noGrp="1"/>
          </p:cNvSpPr>
          <p:nvPr/>
        </p:nvSpPr>
        <p:spPr>
          <a:xfrm xmlns:a="http://schemas.openxmlformats.org/drawingml/2006/main">
            <a:off x="6711695" y="1581911"/>
            <a:ext cx="1508761" cy="42148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2800" b="1">
                <a:solidFill>
                  <a:srgbClr val="1FA873"/>
                </a:solidFill>
                <a:latin typeface="Helvetica Neue"/>
                <a:ea typeface="Helvetica Neue"/>
                <a:cs typeface="Helvetica Neue"/>
              </a:defRPr>
            </a:lvl1pPr>
          </a:lstStyle>
          <a:p xmlns:a="http://schemas.openxmlformats.org/drawingml/2006/main">
            <a:pPr>
              <a:buNone/>
            </a:pPr>
            <a:r>
              <a:t>8,558</a:t>
            </a:r>
          </a:p>
        </p:txBody>
      </p:sp>
      <p:sp>
        <p:nvSpPr>
          <p:cNvPr id="2667" name="Oval 16">
            <a:extLst xmlns:a="http://schemas.openxmlformats.org/drawingml/2006/main">
              <a:ext uri="{FF2B5EF4-FFF2-40B4-BE49-F238E27FC236}">
                <a16:creationId xmlns:a16="http://schemas.microsoft.com/office/drawing/2014/main" id="{36DEED4E-4973-4666-AC69-3AD93EE27411}"/>
              </a:ext>
            </a:extLst>
          </p:cNvPr>
          <p:cNvSpPr>
            <a:spLocks xmlns:a="http://schemas.openxmlformats.org/drawingml/2006/main" noGrp="1"/>
          </p:cNvSpPr>
          <p:nvPr/>
        </p:nvSpPr>
        <p:spPr>
          <a:xfrm xmlns:a="http://schemas.openxmlformats.org/drawingml/2006/main">
            <a:off x="7370064" y="2249423"/>
            <a:ext cx="182881" cy="182881"/>
          </a:xfrm>
          <a:prstGeom xmlns:a="http://schemas.openxmlformats.org/drawingml/2006/main" prst="ellipse">
            <a:avLst/>
          </a:prstGeom>
          <a:solidFill xmlns:a="http://schemas.openxmlformats.org/drawingml/2006/main">
            <a:srgbClr val="1FA873"/>
          </a:solidFill>
          <a:ln xmlns:a="http://schemas.openxmlformats.org/drawingml/2006/main" w="10160">
            <a:solidFill>
              <a:srgbClr val="1FA873"/>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2668" name="TextBox 17">
            <a:extLst xmlns:a="http://schemas.openxmlformats.org/drawingml/2006/main">
              <a:ext uri="{FF2B5EF4-FFF2-40B4-BE49-F238E27FC236}">
                <a16:creationId xmlns:a16="http://schemas.microsoft.com/office/drawing/2014/main" id="{16CEEF3C-DBFA-4CDD-B442-91560DA13963}"/>
              </a:ext>
            </a:extLst>
          </p:cNvPr>
          <p:cNvSpPr>
            <a:spLocks xmlns:a="http://schemas.openxmlformats.org/drawingml/2006/main" noGrp="1"/>
          </p:cNvSpPr>
          <p:nvPr/>
        </p:nvSpPr>
        <p:spPr>
          <a:xfrm xmlns:a="http://schemas.openxmlformats.org/drawingml/2006/main">
            <a:off x="6547104" y="2596895"/>
            <a:ext cx="1874519" cy="161049"/>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lgn="ctr">
              <a:buNone/>
              <a:defRPr sz="1100" b="1">
                <a:solidFill>
                  <a:srgbClr val="1FA873"/>
                </a:solidFill>
                <a:latin typeface="Helvetica Neue"/>
                <a:ea typeface="Helvetica Neue"/>
                <a:cs typeface="Helvetica Neue"/>
              </a:defRPr>
            </a:pPr>
            <a:r>
              <a:t>• </a:t>
            </a:r>
            <a:r>
              <a:rPr>
                <a:solidFill>
                  <a:srgbClr val="73777F"/>
                </a:solidFill>
              </a:rPr>
              <a:t>Final rescues · ≥50</a:t>
            </a:r>
          </a:p>
        </p:txBody>
      </p:sp>
      <p:sp>
        <p:nvSpPr>
          <p:cNvPr id="2669" name="TextBox 18">
            <a:extLst xmlns:a="http://schemas.openxmlformats.org/drawingml/2006/main">
              <a:ext uri="{FF2B5EF4-FFF2-40B4-BE49-F238E27FC236}">
                <a16:creationId xmlns:a16="http://schemas.microsoft.com/office/drawing/2014/main" id="{7FC7A473-95E1-4FE2-95A0-D2EB05216328}"/>
              </a:ext>
            </a:extLst>
          </p:cNvPr>
          <p:cNvSpPr>
            <a:spLocks xmlns:a="http://schemas.openxmlformats.org/drawingml/2006/main" noGrp="1"/>
          </p:cNvSpPr>
          <p:nvPr/>
        </p:nvSpPr>
        <p:spPr>
          <a:xfrm xmlns:a="http://schemas.openxmlformats.org/drawingml/2006/main">
            <a:off x="6455664" y="2907792"/>
            <a:ext cx="2029969"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800" b="1">
                <a:solidFill>
                  <a:srgbClr val="1FA873"/>
                </a:solidFill>
                <a:latin typeface="Helvetica Neue"/>
                <a:ea typeface="Helvetica Neue"/>
                <a:cs typeface="Helvetica Neue"/>
              </a:defRPr>
            </a:lvl1pPr>
          </a:lstStyle>
          <a:p xmlns:a="http://schemas.openxmlformats.org/drawingml/2006/main">
            <a:pPr>
              <a:buNone/>
            </a:pPr>
            <a:r>
              <a:t>8,527 strict + 31 recall</a:t>
            </a:r>
          </a:p>
        </p:txBody>
      </p:sp>
      <p:sp>
        <p:nvSpPr>
          <p:cNvPr id="2670" name="Connector 19">
            <a:extLst xmlns:a="http://schemas.openxmlformats.org/drawingml/2006/main">
              <a:ext uri="{FF2B5EF4-FFF2-40B4-BE49-F238E27FC236}">
                <a16:creationId xmlns:a16="http://schemas.microsoft.com/office/drawing/2014/main" id="{329335F6-553C-4AA4-979D-C0591A3B6FF5}"/>
              </a:ext>
            </a:extLst>
          </p:cNvPr>
          <p:cNvSpPr>
            <a:spLocks xmlns:a="http://schemas.openxmlformats.org/drawingml/2006/main" noGrp="1"/>
          </p:cNvSpPr>
          <p:nvPr/>
        </p:nvSpPr>
        <p:spPr>
          <a:xfrm xmlns:a="http://schemas.openxmlformats.org/drawingml/2006/main">
            <a:off x="2432304" y="2432304"/>
            <a:ext cx="1" cy="722377"/>
          </a:xfrm>
          <a:prstGeom xmlns:a="http://schemas.openxmlformats.org/drawingml/2006/main" prst="line">
            <a:avLst/>
          </a:prstGeom>
          <a:ln xmlns:a="http://schemas.openxmlformats.org/drawingml/2006/main" w="1270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671" name="TextBox 20">
            <a:extLst xmlns:a="http://schemas.openxmlformats.org/drawingml/2006/main">
              <a:ext uri="{FF2B5EF4-FFF2-40B4-BE49-F238E27FC236}">
                <a16:creationId xmlns:a16="http://schemas.microsoft.com/office/drawing/2014/main" id="{F2E2929C-FDF9-491D-BD14-CB7C15C4E4D0}"/>
              </a:ext>
            </a:extLst>
          </p:cNvPr>
          <p:cNvSpPr>
            <a:spLocks xmlns:a="http://schemas.openxmlformats.org/drawingml/2006/main" noGrp="1"/>
          </p:cNvSpPr>
          <p:nvPr/>
        </p:nvSpPr>
        <p:spPr>
          <a:xfrm xmlns:a="http://schemas.openxmlformats.org/drawingml/2006/main">
            <a:off x="1078991" y="3218688"/>
            <a:ext cx="2834641" cy="19841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300" b="1">
                <a:solidFill>
                  <a:srgbClr val="FF705B"/>
                </a:solidFill>
                <a:latin typeface="Helvetica Neue"/>
                <a:ea typeface="Helvetica Neue"/>
                <a:cs typeface="Helvetica Neue"/>
              </a:defRPr>
            </a:lvl1pPr>
          </a:lstStyle>
          <a:p xmlns:a="http://schemas.openxmlformats.org/drawingml/2006/main">
            <a:pPr>
              <a:buNone/>
            </a:pPr>
            <a:r>
              <a:t>3,279  CONTENT STOP</a:t>
            </a:r>
          </a:p>
        </p:txBody>
      </p:sp>
      <p:sp>
        <p:nvSpPr>
          <p:cNvPr id="2672" name="TextBox 21">
            <a:extLst xmlns:a="http://schemas.openxmlformats.org/drawingml/2006/main">
              <a:ext uri="{FF2B5EF4-FFF2-40B4-BE49-F238E27FC236}">
                <a16:creationId xmlns:a16="http://schemas.microsoft.com/office/drawing/2014/main" id="{054EAC12-02A0-43C0-B56B-6770C0209069}"/>
              </a:ext>
            </a:extLst>
          </p:cNvPr>
          <p:cNvSpPr>
            <a:spLocks xmlns:a="http://schemas.openxmlformats.org/drawingml/2006/main" noGrp="1"/>
          </p:cNvSpPr>
          <p:nvPr/>
        </p:nvSpPr>
        <p:spPr>
          <a:xfrm xmlns:a="http://schemas.openxmlformats.org/drawingml/2006/main">
            <a:off x="1353311" y="3610356"/>
            <a:ext cx="2019428" cy="149352"/>
          </a:xfrm>
          <a:prstGeom xmlns:a="http://schemas.openxmlformats.org/drawingml/2006/main" prst="rect">
            <a:avLst/>
          </a:prstGeom>
          <a:ln xmlns:a="http://schemas.openxmlformats.org/drawingml/2006/main" w="12700"/>
        </p:spPr>
        <p:txBody>
          <a:bodyPr xmlns:a="http://schemas.openxmlformats.org/drawingml/2006/main" wrap="none" lIns="0" tIns="0" rIns="0" bIns="0" anchor="ctr">
            <a:spAutoFit/>
          </a:bodyPr>
          <a:lstStyle xmlns:a="http://schemas.openxmlformats.org/drawingml/2006/main"/>
          <a:p xmlns:a="http://schemas.openxmlformats.org/drawingml/2006/main">
            <a:pPr>
              <a:buNone/>
              <a:defRPr sz="1000" b="1">
                <a:solidFill>
                  <a:srgbClr val="FF705B"/>
                </a:solidFill>
                <a:latin typeface="Helvetica Neue"/>
                <a:ea typeface="Helvetica Neue"/>
                <a:cs typeface="Helvetica Neue"/>
              </a:defRPr>
            </a:pPr>
            <a:r>
              <a:t>1,423  </a:t>
            </a:r>
            <a:r>
              <a:rPr b="0">
                <a:solidFill>
                  <a:srgbClr val="73777F"/>
                </a:solidFill>
              </a:rPr>
              <a:t>opinion / factual core absent</a:t>
            </a:r>
          </a:p>
        </p:txBody>
      </p:sp>
      <p:sp>
        <p:nvSpPr>
          <p:cNvPr id="2673" name="TextBox 22">
            <a:extLst xmlns:a="http://schemas.openxmlformats.org/drawingml/2006/main">
              <a:ext uri="{FF2B5EF4-FFF2-40B4-BE49-F238E27FC236}">
                <a16:creationId xmlns:a16="http://schemas.microsoft.com/office/drawing/2014/main" id="{56556DD4-B1E1-4082-938A-B5DABA0AD649}"/>
              </a:ext>
            </a:extLst>
          </p:cNvPr>
          <p:cNvSpPr>
            <a:spLocks xmlns:a="http://schemas.openxmlformats.org/drawingml/2006/main" noGrp="1"/>
          </p:cNvSpPr>
          <p:nvPr/>
        </p:nvSpPr>
        <p:spPr>
          <a:xfrm xmlns:a="http://schemas.openxmlformats.org/drawingml/2006/main">
            <a:off x="1353311" y="3838956"/>
            <a:ext cx="1758189" cy="149352"/>
          </a:xfrm>
          <a:prstGeom xmlns:a="http://schemas.openxmlformats.org/drawingml/2006/main" prst="rect">
            <a:avLst/>
          </a:prstGeom>
          <a:ln xmlns:a="http://schemas.openxmlformats.org/drawingml/2006/main" w="12700"/>
        </p:spPr>
        <p:txBody>
          <a:bodyPr xmlns:a="http://schemas.openxmlformats.org/drawingml/2006/main" wrap="none" lIns="0" tIns="0" rIns="0" bIns="0" anchor="ctr">
            <a:spAutoFit/>
          </a:bodyPr>
          <a:lstStyle xmlns:a="http://schemas.openxmlformats.org/drawingml/2006/main"/>
          <a:p xmlns:a="http://schemas.openxmlformats.org/drawingml/2006/main">
            <a:pPr>
              <a:buNone/>
              <a:defRPr sz="1000" b="1">
                <a:solidFill>
                  <a:srgbClr val="FF705B"/>
                </a:solidFill>
                <a:latin typeface="Helvetica Neue"/>
                <a:ea typeface="Helvetica Neue"/>
                <a:cs typeface="Helvetica Neue"/>
              </a:defRPr>
            </a:pPr>
            <a:r>
              <a:t>1,340  </a:t>
            </a:r>
            <a:r>
              <a:rPr b="0">
                <a:solidFill>
                  <a:srgbClr val="73777F"/>
                </a:solidFill>
              </a:rPr>
              <a:t>irrelevant / trivial / spam</a:t>
            </a:r>
          </a:p>
        </p:txBody>
      </p:sp>
      <p:sp>
        <p:nvSpPr>
          <p:cNvPr id="2674" name="TextBox 23">
            <a:extLst xmlns:a="http://schemas.openxmlformats.org/drawingml/2006/main">
              <a:ext uri="{FF2B5EF4-FFF2-40B4-BE49-F238E27FC236}">
                <a16:creationId xmlns:a16="http://schemas.microsoft.com/office/drawing/2014/main" id="{71B55BF2-724F-461A-86B5-82700B6A05BF}"/>
              </a:ext>
            </a:extLst>
          </p:cNvPr>
          <p:cNvSpPr>
            <a:spLocks xmlns:a="http://schemas.openxmlformats.org/drawingml/2006/main" noGrp="1"/>
          </p:cNvSpPr>
          <p:nvPr/>
        </p:nvSpPr>
        <p:spPr>
          <a:xfrm xmlns:a="http://schemas.openxmlformats.org/drawingml/2006/main">
            <a:off x="1353311" y="4067556"/>
            <a:ext cx="1770127" cy="149352"/>
          </a:xfrm>
          <a:prstGeom xmlns:a="http://schemas.openxmlformats.org/drawingml/2006/main" prst="rect">
            <a:avLst/>
          </a:prstGeom>
          <a:ln xmlns:a="http://schemas.openxmlformats.org/drawingml/2006/main" w="12700"/>
        </p:spPr>
        <p:txBody>
          <a:bodyPr xmlns:a="http://schemas.openxmlformats.org/drawingml/2006/main" wrap="none" lIns="0" tIns="0" rIns="0" bIns="0" anchor="ctr">
            <a:spAutoFit/>
          </a:bodyPr>
          <a:lstStyle xmlns:a="http://schemas.openxmlformats.org/drawingml/2006/main"/>
          <a:p xmlns:a="http://schemas.openxmlformats.org/drawingml/2006/main">
            <a:pPr>
              <a:buNone/>
              <a:defRPr sz="1000" b="1">
                <a:solidFill>
                  <a:srgbClr val="FF705B"/>
                </a:solidFill>
                <a:latin typeface="Helvetica Neue"/>
                <a:ea typeface="Helvetica Neue"/>
                <a:cs typeface="Helvetica Neue"/>
              </a:defRPr>
            </a:pPr>
            <a:r>
              <a:t>373  </a:t>
            </a:r>
            <a:r>
              <a:rPr b="0">
                <a:solidFill>
                  <a:srgbClr val="73777F"/>
                </a:solidFill>
              </a:rPr>
              <a:t>unsourced context / claim</a:t>
            </a:r>
          </a:p>
        </p:txBody>
      </p:sp>
      <p:sp>
        <p:nvSpPr>
          <p:cNvPr id="2675" name="TextBox 24">
            <a:extLst xmlns:a="http://schemas.openxmlformats.org/drawingml/2006/main">
              <a:ext uri="{FF2B5EF4-FFF2-40B4-BE49-F238E27FC236}">
                <a16:creationId xmlns:a16="http://schemas.microsoft.com/office/drawing/2014/main" id="{68A8221E-E8D3-466F-9C23-09921FC0D421}"/>
              </a:ext>
            </a:extLst>
          </p:cNvPr>
          <p:cNvSpPr>
            <a:spLocks xmlns:a="http://schemas.openxmlformats.org/drawingml/2006/main" noGrp="1"/>
          </p:cNvSpPr>
          <p:nvPr/>
        </p:nvSpPr>
        <p:spPr>
          <a:xfrm xmlns:a="http://schemas.openxmlformats.org/drawingml/2006/main">
            <a:off x="1353311" y="4296156"/>
            <a:ext cx="1395858" cy="149352"/>
          </a:xfrm>
          <a:prstGeom xmlns:a="http://schemas.openxmlformats.org/drawingml/2006/main" prst="rect">
            <a:avLst/>
          </a:prstGeom>
          <a:ln xmlns:a="http://schemas.openxmlformats.org/drawingml/2006/main" w="12700"/>
        </p:spPr>
        <p:txBody>
          <a:bodyPr xmlns:a="http://schemas.openxmlformats.org/drawingml/2006/main" wrap="none" lIns="0" tIns="0" rIns="0" bIns="0" anchor="ctr">
            <a:spAutoFit/>
          </a:bodyPr>
          <a:lstStyle xmlns:a="http://schemas.openxmlformats.org/drawingml/2006/main"/>
          <a:p xmlns:a="http://schemas.openxmlformats.org/drawingml/2006/main">
            <a:pPr>
              <a:buNone/>
              <a:defRPr sz="1000" b="1">
                <a:solidFill>
                  <a:srgbClr val="FF705B"/>
                </a:solidFill>
                <a:latin typeface="Helvetica Neue"/>
                <a:ea typeface="Helvetica Neue"/>
                <a:cs typeface="Helvetica Neue"/>
              </a:defRPr>
            </a:pPr>
            <a:r>
              <a:t>142  </a:t>
            </a:r>
            <a:r>
              <a:rPr b="0">
                <a:solidFill>
                  <a:srgbClr val="73777F"/>
                </a:solidFill>
              </a:rPr>
              <a:t>hostile / derogatory</a:t>
            </a:r>
          </a:p>
        </p:txBody>
      </p:sp>
      <p:sp>
        <p:nvSpPr>
          <p:cNvPr id="2676" name="TextBox 25">
            <a:extLst xmlns:a="http://schemas.openxmlformats.org/drawingml/2006/main">
              <a:ext uri="{FF2B5EF4-FFF2-40B4-BE49-F238E27FC236}">
                <a16:creationId xmlns:a16="http://schemas.microsoft.com/office/drawing/2014/main" id="{64D955D3-C033-4615-8FBF-CADB7805EAE3}"/>
              </a:ext>
            </a:extLst>
          </p:cNvPr>
          <p:cNvSpPr>
            <a:spLocks xmlns:a="http://schemas.openxmlformats.org/drawingml/2006/main" noGrp="1"/>
          </p:cNvSpPr>
          <p:nvPr/>
        </p:nvSpPr>
        <p:spPr>
          <a:xfrm xmlns:a="http://schemas.openxmlformats.org/drawingml/2006/main">
            <a:off x="1353311" y="4524756"/>
            <a:ext cx="774955" cy="149352"/>
          </a:xfrm>
          <a:prstGeom xmlns:a="http://schemas.openxmlformats.org/drawingml/2006/main" prst="rect">
            <a:avLst/>
          </a:prstGeom>
          <a:ln xmlns:a="http://schemas.openxmlformats.org/drawingml/2006/main" w="12700"/>
        </p:spPr>
        <p:txBody>
          <a:bodyPr xmlns:a="http://schemas.openxmlformats.org/drawingml/2006/main" wrap="none" lIns="0" tIns="0" rIns="0" bIns="0" anchor="ctr">
            <a:spAutoFit/>
          </a:bodyPr>
          <a:lstStyle xmlns:a="http://schemas.openxmlformats.org/drawingml/2006/main"/>
          <a:p xmlns:a="http://schemas.openxmlformats.org/drawingml/2006/main">
            <a:pPr>
              <a:buNone/>
              <a:defRPr sz="1000" b="1">
                <a:solidFill>
                  <a:srgbClr val="FF705B"/>
                </a:solidFill>
                <a:latin typeface="Helvetica Neue"/>
                <a:ea typeface="Helvetica Neue"/>
                <a:cs typeface="Helvetica Neue"/>
              </a:defRPr>
            </a:pPr>
            <a:r>
              <a:t>1  </a:t>
            </a:r>
            <a:r>
              <a:rPr b="0">
                <a:solidFill>
                  <a:srgbClr val="73777F"/>
                </a:solidFill>
              </a:rPr>
              <a:t>unresolved</a:t>
            </a:r>
          </a:p>
        </p:txBody>
      </p:sp>
      <p:sp>
        <p:nvSpPr>
          <p:cNvPr id="2677" name="Connector 26">
            <a:extLst xmlns:a="http://schemas.openxmlformats.org/drawingml/2006/main">
              <a:ext uri="{FF2B5EF4-FFF2-40B4-BE49-F238E27FC236}">
                <a16:creationId xmlns:a16="http://schemas.microsoft.com/office/drawing/2014/main" id="{B4D32D83-6220-4065-9921-4B3EBB53E5F2}"/>
              </a:ext>
            </a:extLst>
          </p:cNvPr>
          <p:cNvSpPr>
            <a:spLocks xmlns:a="http://schemas.openxmlformats.org/drawingml/2006/main" noGrp="1"/>
          </p:cNvSpPr>
          <p:nvPr/>
        </p:nvSpPr>
        <p:spPr>
          <a:xfrm xmlns:a="http://schemas.openxmlformats.org/drawingml/2006/main">
            <a:off x="5522976" y="2432304"/>
            <a:ext cx="1" cy="722377"/>
          </a:xfrm>
          <a:prstGeom xmlns:a="http://schemas.openxmlformats.org/drawingml/2006/main" prst="line">
            <a:avLst/>
          </a:prstGeom>
          <a:ln xmlns:a="http://schemas.openxmlformats.org/drawingml/2006/main" w="1270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678" name="TextBox 27">
            <a:extLst xmlns:a="http://schemas.openxmlformats.org/drawingml/2006/main">
              <a:ext uri="{FF2B5EF4-FFF2-40B4-BE49-F238E27FC236}">
                <a16:creationId xmlns:a16="http://schemas.microsoft.com/office/drawing/2014/main" id="{9CB3E00A-E393-4AD2-9548-C6C2B145EB94}"/>
              </a:ext>
            </a:extLst>
          </p:cNvPr>
          <p:cNvSpPr>
            <a:spLocks xmlns:a="http://schemas.openxmlformats.org/drawingml/2006/main" noGrp="1"/>
          </p:cNvSpPr>
          <p:nvPr/>
        </p:nvSpPr>
        <p:spPr>
          <a:xfrm xmlns:a="http://schemas.openxmlformats.org/drawingml/2006/main">
            <a:off x="4572000" y="3218688"/>
            <a:ext cx="1901951" cy="19841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300" b="1">
                <a:solidFill>
                  <a:srgbClr val="FF705B"/>
                </a:solidFill>
                <a:latin typeface="Helvetica Neue"/>
                <a:ea typeface="Helvetica Neue"/>
                <a:cs typeface="Helvetica Neue"/>
              </a:defRPr>
            </a:lvl1pPr>
          </a:lstStyle>
          <a:p xmlns:a="http://schemas.openxmlformats.org/drawingml/2006/main">
            <a:pPr>
              <a:buNone/>
            </a:pPr>
            <a:r>
              <a:t>1,818  BELOW 50</a:t>
            </a:r>
          </a:p>
        </p:txBody>
      </p:sp>
      <p:sp>
        <p:nvSpPr>
          <p:cNvPr id="2679" name="Connector 29">
            <a:extLst xmlns:a="http://schemas.openxmlformats.org/drawingml/2006/main">
              <a:ext uri="{FF2B5EF4-FFF2-40B4-BE49-F238E27FC236}">
                <a16:creationId xmlns:a16="http://schemas.microsoft.com/office/drawing/2014/main" id="{FF8C7D02-73D2-4FDD-A9A3-A05AD8B25407}"/>
              </a:ext>
            </a:extLst>
          </p:cNvPr>
          <p:cNvSpPr>
            <a:spLocks xmlns:a="http://schemas.openxmlformats.org/drawingml/2006/main" noGrp="1"/>
          </p:cNvSpPr>
          <p:nvPr/>
        </p:nvSpPr>
        <p:spPr>
          <a:xfrm xmlns:a="http://schemas.openxmlformats.org/drawingml/2006/main">
            <a:off x="749807" y="4956047"/>
            <a:ext cx="10680194" cy="1"/>
          </a:xfrm>
          <a:prstGeom xmlns:a="http://schemas.openxmlformats.org/drawingml/2006/main" prst="line">
            <a:avLst/>
          </a:prstGeom>
          <a:ln xmlns:a="http://schemas.openxmlformats.org/drawingml/2006/main" w="1270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680" name="TextBox 30">
            <a:extLst xmlns:a="http://schemas.openxmlformats.org/drawingml/2006/main">
              <a:ext uri="{FF2B5EF4-FFF2-40B4-BE49-F238E27FC236}">
                <a16:creationId xmlns:a16="http://schemas.microsoft.com/office/drawing/2014/main" id="{4B8CE326-C0EA-402B-BDCC-A4DF779AEB3F}"/>
              </a:ext>
            </a:extLst>
          </p:cNvPr>
          <p:cNvSpPr>
            <a:spLocks xmlns:a="http://schemas.openxmlformats.org/drawingml/2006/main" noGrp="1"/>
          </p:cNvSpPr>
          <p:nvPr/>
        </p:nvSpPr>
        <p:spPr>
          <a:xfrm xmlns:a="http://schemas.openxmlformats.org/drawingml/2006/main">
            <a:off x="859536" y="5212079"/>
            <a:ext cx="2148840" cy="161049"/>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100" b="1">
                <a:solidFill>
                  <a:srgbClr val="1FA873"/>
                </a:solidFill>
                <a:latin typeface="Helvetica Neue"/>
                <a:ea typeface="Helvetica Neue"/>
                <a:cs typeface="Helvetica Neue"/>
              </a:defRPr>
            </a:lvl1pPr>
          </a:lstStyle>
          <a:p xmlns:a="http://schemas.openxmlformats.org/drawingml/2006/main">
            <a:pPr>
              <a:buNone/>
            </a:pPr>
            <a:r>
              <a:t>GEMMA 4 31B IT</a:t>
            </a:r>
          </a:p>
        </p:txBody>
      </p:sp>
      <p:sp>
        <p:nvSpPr>
          <p:cNvPr id="2681" name="TextBox 31">
            <a:extLst xmlns:a="http://schemas.openxmlformats.org/drawingml/2006/main">
              <a:ext uri="{FF2B5EF4-FFF2-40B4-BE49-F238E27FC236}">
                <a16:creationId xmlns:a16="http://schemas.microsoft.com/office/drawing/2014/main" id="{A6C6CFE8-77AF-4BC7-86F3-809FE5CDEFA0}"/>
              </a:ext>
            </a:extLst>
          </p:cNvPr>
          <p:cNvSpPr>
            <a:spLocks xmlns:a="http://schemas.openxmlformats.org/drawingml/2006/main" noGrp="1"/>
          </p:cNvSpPr>
          <p:nvPr/>
        </p:nvSpPr>
        <p:spPr>
          <a:xfrm xmlns:a="http://schemas.openxmlformats.org/drawingml/2006/main">
            <a:off x="3154679" y="5212079"/>
            <a:ext cx="2377441" cy="161049"/>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100" b="1">
                <a:solidFill>
                  <a:srgbClr val="111318"/>
                </a:solidFill>
                <a:latin typeface="Helvetica Neue"/>
                <a:ea typeface="Helvetica Neue"/>
                <a:cs typeface="Helvetica Neue"/>
              </a:defRPr>
            </a:lvl1pPr>
          </a:lstStyle>
          <a:p xmlns:a="http://schemas.openxmlformats.org/drawingml/2006/main">
            <a:pPr>
              <a:buNone/>
            </a:pPr>
            <a:r>
              <a:t>COMPLETED CANONICAL RUN</a:t>
            </a:r>
          </a:p>
        </p:txBody>
      </p:sp>
      <p:sp>
        <p:nvSpPr>
          <p:cNvPr id="2682" name="TextBox 32">
            <a:extLst xmlns:a="http://schemas.openxmlformats.org/drawingml/2006/main">
              <a:ext uri="{FF2B5EF4-FFF2-40B4-BE49-F238E27FC236}">
                <a16:creationId xmlns:a16="http://schemas.microsoft.com/office/drawing/2014/main" id="{0815D2C5-5C1A-4213-9B7A-66635795869B}"/>
              </a:ext>
            </a:extLst>
          </p:cNvPr>
          <p:cNvSpPr>
            <a:spLocks xmlns:a="http://schemas.openxmlformats.org/drawingml/2006/main" noGrp="1"/>
          </p:cNvSpPr>
          <p:nvPr/>
        </p:nvSpPr>
        <p:spPr>
          <a:xfrm xmlns:a="http://schemas.openxmlformats.org/drawingml/2006/main">
            <a:off x="5989320" y="5193791"/>
            <a:ext cx="2057401" cy="161049"/>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100" b="1">
                <a:solidFill>
                  <a:srgbClr val="3977F6"/>
                </a:solidFill>
                <a:latin typeface="Helvetica Neue"/>
                <a:ea typeface="Helvetica Neue"/>
                <a:cs typeface="Helvetica Neue"/>
              </a:defRPr>
            </a:pPr>
            <a:r>
              <a:t>• </a:t>
            </a:r>
            <a:r>
              <a:rPr>
                <a:solidFill>
                  <a:srgbClr val="73777F"/>
                </a:solidFill>
              </a:rPr>
              <a:t>8,527 strict route</a:t>
            </a:r>
          </a:p>
        </p:txBody>
      </p:sp>
      <p:sp>
        <p:nvSpPr>
          <p:cNvPr id="2683" name="TextBox 33">
            <a:extLst xmlns:a="http://schemas.openxmlformats.org/drawingml/2006/main">
              <a:ext uri="{FF2B5EF4-FFF2-40B4-BE49-F238E27FC236}">
                <a16:creationId xmlns:a16="http://schemas.microsoft.com/office/drawing/2014/main" id="{6CC388C3-8A26-47EF-9EC7-1C4267FFFD1A}"/>
              </a:ext>
            </a:extLst>
          </p:cNvPr>
          <p:cNvSpPr>
            <a:spLocks xmlns:a="http://schemas.openxmlformats.org/drawingml/2006/main" noGrp="1"/>
          </p:cNvSpPr>
          <p:nvPr/>
        </p:nvSpPr>
        <p:spPr>
          <a:xfrm xmlns:a="http://schemas.openxmlformats.org/drawingml/2006/main">
            <a:off x="8458200" y="5193791"/>
            <a:ext cx="1920240" cy="161049"/>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100" b="1">
                <a:solidFill>
                  <a:srgbClr val="1FA873"/>
                </a:solidFill>
                <a:latin typeface="Helvetica Neue"/>
                <a:ea typeface="Helvetica Neue"/>
                <a:cs typeface="Helvetica Neue"/>
              </a:defRPr>
            </a:pPr>
            <a:r>
              <a:t>• </a:t>
            </a:r>
            <a:r>
              <a:rPr>
                <a:solidFill>
                  <a:srgbClr val="73777F"/>
                </a:solidFill>
              </a:rPr>
              <a:t>31 recall route</a:t>
            </a:r>
          </a:p>
        </p:txBody>
      </p:sp>
      <p:sp>
        <p:nvSpPr>
          <p:cNvPr id="2684" name="TextBox 34">
            <a:extLst xmlns:a="http://schemas.openxmlformats.org/drawingml/2006/main">
              <a:ext uri="{FF2B5EF4-FFF2-40B4-BE49-F238E27FC236}">
                <a16:creationId xmlns:a16="http://schemas.microsoft.com/office/drawing/2014/main" id="{3C5F5385-CC44-47B5-8FC4-B8EB8E5E7C2F}"/>
              </a:ext>
            </a:extLst>
          </p:cNvPr>
          <p:cNvSpPr>
            <a:spLocks xmlns:a="http://schemas.openxmlformats.org/drawingml/2006/main" noGrp="1"/>
          </p:cNvSpPr>
          <p:nvPr/>
        </p:nvSpPr>
        <p:spPr>
          <a:xfrm xmlns:a="http://schemas.openxmlformats.org/drawingml/2006/main">
            <a:off x="2926079" y="5742432"/>
            <a:ext cx="6355081" cy="16104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100" b="1">
                <a:solidFill>
                  <a:srgbClr val="1FA873"/>
                </a:solidFill>
                <a:latin typeface="Helvetica Neue"/>
                <a:ea typeface="Helvetica Neue"/>
                <a:cs typeface="Helvetica Neue"/>
              </a:defRPr>
            </a:lvl1pPr>
          </a:lstStyle>
          <a:p xmlns:a="http://schemas.openxmlformats.org/drawingml/2006/main">
            <a:pPr>
              <a:buNone/>
            </a:pPr>
            <a:r>
              <a:t>10,376 / 10,376 complete · zero unresolved Stage 2 judgments</a:t>
            </a:r>
          </a:p>
        </p:txBody>
      </p:sp>
      <p:sp>
        <p:nvSpPr>
          <p:cNvPr id="2685" name="TextBox 35">
            <a:extLst xmlns:a="http://schemas.openxmlformats.org/drawingml/2006/main">
              <a:ext uri="{FF2B5EF4-FFF2-40B4-BE49-F238E27FC236}">
                <a16:creationId xmlns:a16="http://schemas.microsoft.com/office/drawing/2014/main" id="{A962C1DE-453C-4061-9E9C-9B521BF8922E}"/>
              </a:ext>
            </a:extLst>
          </p:cNvPr>
          <p:cNvSpPr>
            <a:spLocks xmlns:a="http://schemas.openxmlformats.org/drawingml/2006/main" noGrp="1"/>
          </p:cNvSpPr>
          <p:nvPr/>
        </p:nvSpPr>
        <p:spPr>
          <a:xfrm xmlns:a="http://schemas.openxmlformats.org/drawingml/2006/main">
            <a:off x="621792" y="6437376"/>
            <a:ext cx="10881360"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800">
                <a:solidFill>
                  <a:srgbClr val="73777F"/>
                </a:solidFill>
                <a:latin typeface="Helvetica Neue"/>
                <a:ea typeface="Helvetica Neue"/>
                <a:cs typeface="Helvetica Neue"/>
              </a:defRPr>
            </a:lvl1pPr>
          </a:lstStyle>
          <a:p xmlns:a="http://schemas.openxmlformats.org/drawingml/2006/main">
            <a:pPr>
              <a:buNone/>
            </a:pPr>
            <a:r>
              <a:t>• Canonical Gemma 4 31B IT run · SCCKN · BF16 · threshold ≥50</a:t>
            </a:r>
          </a:p>
        </p:txBody>
      </p:sp>
      <p:sp>
        <p:nvSpPr>
          <p:cNvPr id="2686" name="Connector 36">
            <a:extLst xmlns:a="http://schemas.openxmlformats.org/drawingml/2006/main">
              <a:ext uri="{FF2B5EF4-FFF2-40B4-BE49-F238E27FC236}">
                <a16:creationId xmlns:a16="http://schemas.microsoft.com/office/drawing/2014/main" id="{37C5FAD6-1137-435A-99DE-E5ECC465FEEE}"/>
              </a:ext>
            </a:extLst>
          </p:cNvPr>
          <p:cNvSpPr>
            <a:spLocks xmlns:a="http://schemas.openxmlformats.org/drawingml/2006/main" noGrp="1"/>
          </p:cNvSpPr>
          <p:nvPr/>
        </p:nvSpPr>
        <p:spPr>
          <a:xfrm xmlns:a="http://schemas.openxmlformats.org/drawingml/2006/main">
            <a:off x="8613647" y="1627631"/>
            <a:ext cx="1" cy="1508761"/>
          </a:xfrm>
          <a:prstGeom xmlns:a="http://schemas.openxmlformats.org/drawingml/2006/main" prst="line">
            <a:avLst/>
          </a:prstGeom>
          <a:ln xmlns:a="http://schemas.openxmlformats.org/drawingml/2006/main" w="1270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687" name="TextBox 37">
            <a:extLst xmlns:a="http://schemas.openxmlformats.org/drawingml/2006/main">
              <a:ext uri="{FF2B5EF4-FFF2-40B4-BE49-F238E27FC236}">
                <a16:creationId xmlns:a16="http://schemas.microsoft.com/office/drawing/2014/main" id="{B7A7737E-7995-455A-BB7E-1BB260EA34B9}"/>
              </a:ext>
            </a:extLst>
          </p:cNvPr>
          <p:cNvSpPr>
            <a:spLocks xmlns:a="http://schemas.openxmlformats.org/drawingml/2006/main" noGrp="1"/>
          </p:cNvSpPr>
          <p:nvPr/>
        </p:nvSpPr>
        <p:spPr>
          <a:xfrm xmlns:a="http://schemas.openxmlformats.org/drawingml/2006/main">
            <a:off x="8942831" y="1700783"/>
            <a:ext cx="2057401" cy="47118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3100" b="1">
                <a:solidFill>
                  <a:srgbClr val="1FA873"/>
                </a:solidFill>
                <a:latin typeface="Helvetica Neue"/>
                <a:ea typeface="Helvetica Neue"/>
                <a:cs typeface="Helvetica Neue"/>
              </a:defRPr>
            </a:lvl1pPr>
          </a:lstStyle>
          <a:p xmlns:a="http://schemas.openxmlformats.org/drawingml/2006/main">
            <a:pPr>
              <a:buNone/>
            </a:pPr>
            <a:r>
              <a:t>62.7%</a:t>
            </a:r>
          </a:p>
        </p:txBody>
      </p:sp>
      <p:sp>
        <p:nvSpPr>
          <p:cNvPr id="2688" name="TextBox 38">
            <a:extLst xmlns:a="http://schemas.openxmlformats.org/drawingml/2006/main">
              <a:ext uri="{FF2B5EF4-FFF2-40B4-BE49-F238E27FC236}">
                <a16:creationId xmlns:a16="http://schemas.microsoft.com/office/drawing/2014/main" id="{828DDB11-29B8-4C74-A538-1EE1B73F3C34}"/>
              </a:ext>
            </a:extLst>
          </p:cNvPr>
          <p:cNvSpPr>
            <a:spLocks xmlns:a="http://schemas.openxmlformats.org/drawingml/2006/main" noGrp="1"/>
          </p:cNvSpPr>
          <p:nvPr/>
        </p:nvSpPr>
        <p:spPr>
          <a:xfrm xmlns:a="http://schemas.openxmlformats.org/drawingml/2006/main">
            <a:off x="8796528" y="2450592"/>
            <a:ext cx="2359153" cy="32614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lgn="ctr">
              <a:buNone/>
              <a:defRPr sz="1100" b="1">
                <a:solidFill>
                  <a:srgbClr val="1FA873"/>
                </a:solidFill>
                <a:latin typeface="Helvetica Neue"/>
                <a:ea typeface="Helvetica Neue"/>
                <a:cs typeface="Helvetica Neue"/>
              </a:defRPr>
            </a:pPr>
            <a:r>
              <a:t>• </a:t>
            </a:r>
            <a:r>
              <a:rPr>
                <a:solidFill>
                  <a:srgbClr val="73777F"/>
                </a:solidFill>
              </a:rPr>
              <a:t>of candidates validated by the LLM</a:t>
            </a:r>
          </a:p>
        </p:txBody>
      </p:sp>
      <p:sp>
        <p:nvSpPr>
          <p:cNvPr id="2689" name="TextBox 39">
            <a:extLst xmlns:a="http://schemas.openxmlformats.org/drawingml/2006/main">
              <a:ext uri="{FF2B5EF4-FFF2-40B4-BE49-F238E27FC236}">
                <a16:creationId xmlns:a16="http://schemas.microsoft.com/office/drawing/2014/main" id="{5699624A-D83E-4925-9275-FF970704D2E5}"/>
              </a:ext>
            </a:extLst>
          </p:cNvPr>
          <p:cNvSpPr>
            <a:spLocks xmlns:a="http://schemas.openxmlformats.org/drawingml/2006/main" noGrp="1"/>
          </p:cNvSpPr>
          <p:nvPr/>
        </p:nvSpPr>
        <p:spPr>
          <a:xfrm xmlns:a="http://schemas.openxmlformats.org/drawingml/2006/main">
            <a:off x="8979407" y="2880360"/>
            <a:ext cx="1965961" cy="136385"/>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900" b="1">
                <a:solidFill>
                  <a:srgbClr val="1FA873"/>
                </a:solidFill>
                <a:latin typeface="Helvetica Neue"/>
                <a:ea typeface="Helvetica Neue"/>
                <a:cs typeface="Helvetica Neue"/>
              </a:defRPr>
            </a:lvl1pPr>
          </a:lstStyle>
          <a:p xmlns:a="http://schemas.openxmlformats.org/drawingml/2006/main">
            <a:pPr>
              <a:buNone/>
            </a:pPr>
            <a:r>
              <a:t>8,558 / 13,655</a:t>
            </a:r>
          </a:p>
        </p:txBody>
      </p:sp>
      <p:sp>
        <p:nvSpPr>
          <p:cNvPr id="2690" name="TextBox 40">
            <a:extLst xmlns:a="http://schemas.openxmlformats.org/drawingml/2006/main">
              <a:ext uri="{FF2B5EF4-FFF2-40B4-BE49-F238E27FC236}">
                <a16:creationId xmlns:a16="http://schemas.microsoft.com/office/drawing/2014/main" id="{128B812D-DDB3-471E-8474-51106C55836F}"/>
              </a:ext>
            </a:extLst>
          </p:cNvPr>
          <p:cNvSpPr>
            <a:spLocks xmlns:a="http://schemas.openxmlformats.org/drawingml/2006/main" noGrp="1"/>
          </p:cNvSpPr>
          <p:nvPr/>
        </p:nvSpPr>
        <p:spPr>
          <a:xfrm xmlns:a="http://schemas.openxmlformats.org/drawingml/2006/main">
            <a:off x="4617720" y="3580383"/>
            <a:ext cx="2549246" cy="127001"/>
          </a:xfrm>
          <a:prstGeom xmlns:a="http://schemas.openxmlformats.org/drawingml/2006/main" prst="rect">
            <a:avLst/>
          </a:prstGeom>
          <a:ln xmlns:a="http://schemas.openxmlformats.org/drawingml/2006/main" w="12700"/>
        </p:spPr>
        <p:txBody>
          <a:bodyPr xmlns:a="http://schemas.openxmlformats.org/drawingml/2006/main" wrap="none" lIns="0" tIns="0" rIns="0" bIns="0" anchor="ctr">
            <a:spAutoFit/>
          </a:bodyPr>
          <a:lstStyle xmlns:a="http://schemas.openxmlformats.org/drawingml/2006/main"/>
          <a:p xmlns:a="http://schemas.openxmlformats.org/drawingml/2006/main">
            <a:pPr>
              <a:buNone/>
              <a:defRPr sz="800" b="1">
                <a:solidFill>
                  <a:srgbClr val="1FA873"/>
                </a:solidFill>
                <a:latin typeface="Helvetica Neue"/>
                <a:ea typeface="Helvetica Neue"/>
                <a:cs typeface="Helvetica Neue"/>
              </a:defRPr>
            </a:pPr>
            <a:r>
              <a:t>•  90–100  </a:t>
            </a:r>
            <a:r>
              <a:rPr>
                <a:solidFill>
                  <a:srgbClr val="111318"/>
                </a:solidFill>
              </a:rPr>
              <a:t>outstanding · </a:t>
            </a:r>
            <a:r>
              <a:rPr b="0">
                <a:solidFill>
                  <a:srgbClr val="73777F"/>
                </a:solidFill>
              </a:rPr>
              <a:t>clear, traceable, self-contained</a:t>
            </a:r>
          </a:p>
        </p:txBody>
      </p:sp>
      <p:sp>
        <p:nvSpPr>
          <p:cNvPr id="2691" name="TextBox 41">
            <a:extLst xmlns:a="http://schemas.openxmlformats.org/drawingml/2006/main">
              <a:ext uri="{FF2B5EF4-FFF2-40B4-BE49-F238E27FC236}">
                <a16:creationId xmlns:a16="http://schemas.microsoft.com/office/drawing/2014/main" id="{F819F25F-D5FD-4B0E-A57E-0E8CF8C751E8}"/>
              </a:ext>
            </a:extLst>
          </p:cNvPr>
          <p:cNvSpPr>
            <a:spLocks xmlns:a="http://schemas.openxmlformats.org/drawingml/2006/main" noGrp="1"/>
          </p:cNvSpPr>
          <p:nvPr/>
        </p:nvSpPr>
        <p:spPr>
          <a:xfrm xmlns:a="http://schemas.openxmlformats.org/drawingml/2006/main">
            <a:off x="4617720" y="3781550"/>
            <a:ext cx="2016862" cy="127001"/>
          </a:xfrm>
          <a:prstGeom xmlns:a="http://schemas.openxmlformats.org/drawingml/2006/main" prst="rect">
            <a:avLst/>
          </a:prstGeom>
          <a:ln xmlns:a="http://schemas.openxmlformats.org/drawingml/2006/main" w="12700"/>
        </p:spPr>
        <p:txBody>
          <a:bodyPr xmlns:a="http://schemas.openxmlformats.org/drawingml/2006/main" wrap="none" lIns="0" tIns="0" rIns="0" bIns="0" anchor="ctr">
            <a:spAutoFit/>
          </a:bodyPr>
          <a:lstStyle xmlns:a="http://schemas.openxmlformats.org/drawingml/2006/main"/>
          <a:p xmlns:a="http://schemas.openxmlformats.org/drawingml/2006/main">
            <a:pPr>
              <a:buNone/>
              <a:defRPr sz="800" b="1">
                <a:solidFill>
                  <a:srgbClr val="1FA873"/>
                </a:solidFill>
                <a:latin typeface="Helvetica Neue"/>
                <a:ea typeface="Helvetica Neue"/>
                <a:cs typeface="Helvetica Neue"/>
              </a:defRPr>
            </a:pPr>
            <a:r>
              <a:t>•  70–89  </a:t>
            </a:r>
            <a:r>
              <a:rPr>
                <a:solidFill>
                  <a:srgbClr val="111318"/>
                </a:solidFill>
              </a:rPr>
              <a:t>strong · </a:t>
            </a:r>
            <a:r>
              <a:rPr b="0">
                <a:solidFill>
                  <a:srgbClr val="73777F"/>
                </a:solidFill>
              </a:rPr>
              <a:t>well-supported and useful</a:t>
            </a:r>
          </a:p>
        </p:txBody>
      </p:sp>
      <p:sp>
        <p:nvSpPr>
          <p:cNvPr id="2692" name="TextBox 42">
            <a:extLst xmlns:a="http://schemas.openxmlformats.org/drawingml/2006/main">
              <a:ext uri="{FF2B5EF4-FFF2-40B4-BE49-F238E27FC236}">
                <a16:creationId xmlns:a16="http://schemas.microsoft.com/office/drawing/2014/main" id="{FC0FBEE8-8315-4A30-A3F3-B558F153E747}"/>
              </a:ext>
            </a:extLst>
          </p:cNvPr>
          <p:cNvSpPr>
            <a:spLocks xmlns:a="http://schemas.openxmlformats.org/drawingml/2006/main" noGrp="1"/>
          </p:cNvSpPr>
          <p:nvPr/>
        </p:nvSpPr>
        <p:spPr>
          <a:xfrm xmlns:a="http://schemas.openxmlformats.org/drawingml/2006/main">
            <a:off x="4617720" y="3982720"/>
            <a:ext cx="2197304" cy="127001"/>
          </a:xfrm>
          <a:prstGeom xmlns:a="http://schemas.openxmlformats.org/drawingml/2006/main" prst="rect">
            <a:avLst/>
          </a:prstGeom>
          <a:ln xmlns:a="http://schemas.openxmlformats.org/drawingml/2006/main" w="12700"/>
        </p:spPr>
        <p:txBody>
          <a:bodyPr xmlns:a="http://schemas.openxmlformats.org/drawingml/2006/main" wrap="none" lIns="0" tIns="0" rIns="0" bIns="0" anchor="ctr">
            <a:spAutoFit/>
          </a:bodyPr>
          <a:lstStyle xmlns:a="http://schemas.openxmlformats.org/drawingml/2006/main"/>
          <a:p xmlns:a="http://schemas.openxmlformats.org/drawingml/2006/main">
            <a:pPr>
              <a:buNone/>
              <a:defRPr sz="800" b="1">
                <a:solidFill>
                  <a:srgbClr val="3977F6"/>
                </a:solidFill>
                <a:latin typeface="Helvetica Neue"/>
                <a:ea typeface="Helvetica Neue"/>
                <a:cs typeface="Helvetica Neue"/>
              </a:defRPr>
            </a:pPr>
            <a:r>
              <a:t>•  40–69  </a:t>
            </a:r>
            <a:r>
              <a:rPr>
                <a:solidFill>
                  <a:srgbClr val="111318"/>
                </a:solidFill>
              </a:rPr>
              <a:t>mixed · </a:t>
            </a:r>
            <a:r>
              <a:rPr b="0">
                <a:solidFill>
                  <a:srgbClr val="73777F"/>
                </a:solidFill>
              </a:rPr>
              <a:t>useful elements, material gaps</a:t>
            </a:r>
          </a:p>
        </p:txBody>
      </p:sp>
      <p:sp>
        <p:nvSpPr>
          <p:cNvPr id="2693" name="TextBox 43">
            <a:extLst xmlns:a="http://schemas.openxmlformats.org/drawingml/2006/main">
              <a:ext uri="{FF2B5EF4-FFF2-40B4-BE49-F238E27FC236}">
                <a16:creationId xmlns:a16="http://schemas.microsoft.com/office/drawing/2014/main" id="{75121112-9AEE-4BB5-8A6A-AC364C8AE28C}"/>
              </a:ext>
            </a:extLst>
          </p:cNvPr>
          <p:cNvSpPr>
            <a:spLocks xmlns:a="http://schemas.openxmlformats.org/drawingml/2006/main" noGrp="1"/>
          </p:cNvSpPr>
          <p:nvPr/>
        </p:nvSpPr>
        <p:spPr>
          <a:xfrm xmlns:a="http://schemas.openxmlformats.org/drawingml/2006/main">
            <a:off x="4617720" y="4183888"/>
            <a:ext cx="1881226" cy="127001"/>
          </a:xfrm>
          <a:prstGeom xmlns:a="http://schemas.openxmlformats.org/drawingml/2006/main" prst="rect">
            <a:avLst/>
          </a:prstGeom>
          <a:ln xmlns:a="http://schemas.openxmlformats.org/drawingml/2006/main" w="12700"/>
        </p:spPr>
        <p:txBody>
          <a:bodyPr xmlns:a="http://schemas.openxmlformats.org/drawingml/2006/main" wrap="none" lIns="0" tIns="0" rIns="0" bIns="0" anchor="ctr">
            <a:spAutoFit/>
          </a:bodyPr>
          <a:lstStyle xmlns:a="http://schemas.openxmlformats.org/drawingml/2006/main"/>
          <a:p xmlns:a="http://schemas.openxmlformats.org/drawingml/2006/main">
            <a:pPr>
              <a:buNone/>
              <a:defRPr sz="800" b="1">
                <a:solidFill>
                  <a:srgbClr val="FF705B"/>
                </a:solidFill>
                <a:latin typeface="Helvetica Neue"/>
                <a:ea typeface="Helvetica Neue"/>
                <a:cs typeface="Helvetica Neue"/>
              </a:defRPr>
            </a:pPr>
            <a:r>
              <a:t>•  10–39  weak · </a:t>
            </a:r>
            <a:r>
              <a:rPr b="0">
                <a:solidFill>
                  <a:srgbClr val="73777F"/>
                </a:solidFill>
              </a:rPr>
              <a:t>limited support or clarity</a:t>
            </a:r>
          </a:p>
        </p:txBody>
      </p:sp>
      <p:sp>
        <p:nvSpPr>
          <p:cNvPr id="2694" name="TextBox 44">
            <a:extLst xmlns:a="http://schemas.openxmlformats.org/drawingml/2006/main">
              <a:ext uri="{FF2B5EF4-FFF2-40B4-BE49-F238E27FC236}">
                <a16:creationId xmlns:a16="http://schemas.microsoft.com/office/drawing/2014/main" id="{E271D0CA-6130-40B5-9F6C-26305B06563D}"/>
              </a:ext>
            </a:extLst>
          </p:cNvPr>
          <p:cNvSpPr>
            <a:spLocks xmlns:a="http://schemas.openxmlformats.org/drawingml/2006/main" noGrp="1"/>
          </p:cNvSpPr>
          <p:nvPr/>
        </p:nvSpPr>
        <p:spPr>
          <a:xfrm xmlns:a="http://schemas.openxmlformats.org/drawingml/2006/main">
            <a:off x="4617720" y="4385055"/>
            <a:ext cx="1848511" cy="127001"/>
          </a:xfrm>
          <a:prstGeom xmlns:a="http://schemas.openxmlformats.org/drawingml/2006/main" prst="rect">
            <a:avLst/>
          </a:prstGeom>
          <a:ln xmlns:a="http://schemas.openxmlformats.org/drawingml/2006/main" w="12700"/>
        </p:spPr>
        <p:txBody>
          <a:bodyPr xmlns:a="http://schemas.openxmlformats.org/drawingml/2006/main" wrap="none" lIns="0" tIns="0" rIns="0" bIns="0" anchor="ctr">
            <a:spAutoFit/>
          </a:bodyPr>
          <a:lstStyle xmlns:a="http://schemas.openxmlformats.org/drawingml/2006/main"/>
          <a:p xmlns:a="http://schemas.openxmlformats.org/drawingml/2006/main">
            <a:pPr>
              <a:buNone/>
              <a:defRPr sz="800" b="1">
                <a:solidFill>
                  <a:srgbClr val="FF705B"/>
                </a:solidFill>
                <a:latin typeface="Helvetica Neue"/>
                <a:ea typeface="Helvetica Neue"/>
                <a:cs typeface="Helvetica Neue"/>
              </a:defRPr>
            </a:pPr>
            <a:r>
              <a:t>•  0–9  minimal · </a:t>
            </a:r>
            <a:r>
              <a:rPr b="0">
                <a:solidFill>
                  <a:srgbClr val="73777F"/>
                </a:solidFill>
              </a:rPr>
              <a:t>little usable justification</a:t>
            </a:r>
          </a:p>
        </p:txBody>
      </p:sp>
      <p:sp>
        <p:nvSpPr>
          <p:cNvPr id="2695" name="TextBox 45">
            <a:extLst xmlns:a="http://schemas.openxmlformats.org/drawingml/2006/main">
              <a:ext uri="{FF2B5EF4-FFF2-40B4-BE49-F238E27FC236}">
                <a16:creationId xmlns:a16="http://schemas.microsoft.com/office/drawing/2014/main" id="{215313BE-0A74-4FCD-B89F-8DB326ECC069}"/>
              </a:ext>
            </a:extLst>
          </p:cNvPr>
          <p:cNvSpPr>
            <a:spLocks xmlns:a="http://schemas.openxmlformats.org/drawingml/2006/main" noGrp="1"/>
          </p:cNvSpPr>
          <p:nvPr/>
        </p:nvSpPr>
        <p:spPr>
          <a:xfrm xmlns:a="http://schemas.openxmlformats.org/drawingml/2006/main">
            <a:off x="4617720" y="4622800"/>
            <a:ext cx="1972260" cy="127001"/>
          </a:xfrm>
          <a:prstGeom xmlns:a="http://schemas.openxmlformats.org/drawingml/2006/main" prst="rect">
            <a:avLst/>
          </a:prstGeom>
          <a:ln xmlns:a="http://schemas.openxmlformats.org/drawingml/2006/main" w="12700"/>
        </p:spPr>
        <p:txBody>
          <a:bodyPr xmlns:a="http://schemas.openxmlformats.org/drawingml/2006/main" wrap="none" lIns="0" tIns="0" rIns="0" bIns="0" anchor="ctr">
            <a:spAutoFit/>
          </a:bodyPr>
          <a:lstStyle xmlns:a="http://schemas.openxmlformats.org/drawingml/2006/main"/>
          <a:p xmlns:a="http://schemas.openxmlformats.org/drawingml/2006/main">
            <a:pPr>
              <a:buNone/>
              <a:defRPr sz="800" b="1">
                <a:solidFill>
                  <a:srgbClr val="1FA873"/>
                </a:solidFill>
                <a:latin typeface="Helvetica Neue"/>
                <a:ea typeface="Helvetica Neue"/>
                <a:cs typeface="Helvetica Neue"/>
              </a:defRPr>
            </a:pPr>
            <a:r>
              <a:t>•  ≥50  </a:t>
            </a:r>
            <a:r>
              <a:rPr>
                <a:solidFill>
                  <a:srgbClr val="111318"/>
                </a:solidFill>
              </a:rPr>
              <a:t>validated · </a:t>
            </a:r>
            <a:r>
              <a:rPr b="0">
                <a:solidFill>
                  <a:srgbClr val="73777F"/>
                </a:solidFill>
              </a:rPr>
              <a:t>display-quality threshold</a:t>
            </a:r>
          </a:p>
        </p:txBody>
      </p:sp>
      <p:sp>
        <p:nvSpPr>
          <p:cNvPr id="2696" name="Rectangle">
            <a:extLst xmlns:a="http://schemas.openxmlformats.org/drawingml/2006/main">
              <a:ext uri="{FF2B5EF4-FFF2-40B4-BE49-F238E27FC236}">
                <a16:creationId xmlns:a16="http://schemas.microsoft.com/office/drawing/2014/main" id="{279B71CE-BBB7-4928-BF7E-A2E54D6F9EF1}"/>
              </a:ext>
            </a:extLst>
          </p:cNvPr>
          <p:cNvSpPr>
            <a:spLocks xmlns:a="http://schemas.openxmlformats.org/drawingml/2006/main" noGrp="1"/>
          </p:cNvSpPr>
          <p:nvPr/>
        </p:nvSpPr>
        <p:spPr>
          <a:xfrm xmlns:a="http://schemas.openxmlformats.org/drawingml/2006/main">
            <a:off x="6711695" y="1460621"/>
            <a:ext cx="5036086" cy="1624849"/>
          </a:xfrm>
          <a:prstGeom xmlns:a="http://schemas.openxmlformats.org/drawingml/2006/main" prst="rect">
            <a:avLst/>
          </a:prstGeom>
          <a:solidFill xmlns:a="http://schemas.openxmlformats.org/drawingml/2006/main">
            <a:srgbClr val="FFFFFF"/>
          </a:solidFill>
          <a:ln xmlns:a="http://schemas.openxmlformats.org/drawingml/2006/main" w="12700"/>
        </p:spPr>
        <p:txBody>
          <a:bodyPr xmlns:a="http://schemas.openxmlformats.org/drawingml/2006/main" lIns="45718" tIns="45718" rIns="45718" bIns="45718" anchor="ctr"/>
          <a:lstStyle xmlns:a="http://schemas.openxmlformats.org/drawingml/2006/main"/>
          <a:p xmlns:a="http://schemas.openxmlformats.org/drawingml/2006/main">
            <a:pPr>
              <a:buNone/>
              <a:defRPr>
                <a:latin typeface="+mn-lt"/>
                <a:ea typeface="+mn-lt"/>
                <a:cs typeface="+mn-lt"/>
              </a:defRPr>
            </a:pPr>
          </a:p>
        </p:txBody>
      </p:sp>
    </p:spTree>
    <p:extLst>
      <p:ext uri="{BB962C8B-B14F-4D97-AF65-F5344CB8AC3E}">
        <p14:creationId xmlns:p14="http://schemas.microsoft.com/office/powerpoint/2010/main" val="1482510478"/>
      </p:ext>
    </p:extLst>
  </p:cSld>
</p:sld>
</file>

<file path=ppt/slides/slide38.xml><?xml version="1.0" encoding="utf-8"?>
<p:sld xmlns:p="http://schemas.openxmlformats.org/presentationml/2006/main" showMasterSp="1">
  <p:cSld>
    <p:spTree>
      <p:nvGrpSpPr>
        <p:cNvPr id="1" name=""/>
        <p:cNvGrpSpPr/>
        <p:nvPr/>
      </p:nvGrpSpPr>
      <p:grpSpPr>
        <a:xfrm xmlns:a="http://schemas.openxmlformats.org/drawingml/2006/main"/>
      </p:grpSpPr>
      <p:sp>
        <p:nvSpPr>
          <p:cNvPr id="2698" name="TextBox 1">
            <a:extLst xmlns:a="http://schemas.openxmlformats.org/drawingml/2006/main">
              <a:ext uri="{FF2B5EF4-FFF2-40B4-BE49-F238E27FC236}">
                <a16:creationId xmlns:a16="http://schemas.microsoft.com/office/drawing/2014/main" id="{29F65446-AD6C-42CE-BF30-3CC6D2CB6582}"/>
              </a:ext>
            </a:extLst>
          </p:cNvPr>
          <p:cNvSpPr>
            <a:spLocks xmlns:a="http://schemas.openxmlformats.org/drawingml/2006/main" noGrp="1"/>
          </p:cNvSpPr>
          <p:nvPr/>
        </p:nvSpPr>
        <p:spPr>
          <a:xfrm xmlns:a="http://schemas.openxmlformats.org/drawingml/2006/main">
            <a:off x="603503" y="420623"/>
            <a:ext cx="4389122" cy="14871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000" b="1">
                <a:solidFill>
                  <a:srgbClr val="73777F"/>
                </a:solidFill>
                <a:latin typeface="Helvetica Neue"/>
                <a:ea typeface="Helvetica Neue"/>
                <a:cs typeface="Helvetica Neue"/>
              </a:defRPr>
            </a:lvl1pPr>
          </a:lstStyle>
          <a:p xmlns:a="http://schemas.openxmlformats.org/drawingml/2006/main">
            <a:pPr>
              <a:buNone/>
            </a:pPr>
            <a:r>
              <a:t>RESULTS · VALIDATION</a:t>
            </a:r>
          </a:p>
        </p:txBody>
      </p:sp>
      <p:sp>
        <p:nvSpPr>
          <p:cNvPr id="2699" name="TextBox 2">
            <a:extLst xmlns:a="http://schemas.openxmlformats.org/drawingml/2006/main">
              <a:ext uri="{FF2B5EF4-FFF2-40B4-BE49-F238E27FC236}">
                <a16:creationId xmlns:a16="http://schemas.microsoft.com/office/drawing/2014/main" id="{B5323E64-8C94-46BD-A166-70E4A870DE18}"/>
              </a:ext>
            </a:extLst>
          </p:cNvPr>
          <p:cNvSpPr>
            <a:spLocks xmlns:a="http://schemas.openxmlformats.org/drawingml/2006/main" noGrp="1"/>
          </p:cNvSpPr>
          <p:nvPr/>
        </p:nvSpPr>
        <p:spPr>
          <a:xfrm xmlns:a="http://schemas.openxmlformats.org/drawingml/2006/main">
            <a:off x="603504" y="786383"/>
            <a:ext cx="10515601" cy="45885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3000" b="1">
                <a:solidFill>
                  <a:srgbClr val="111318"/>
                </a:solidFill>
                <a:latin typeface="Helvetica Neue"/>
                <a:ea typeface="Helvetica Neue"/>
                <a:cs typeface="Helvetica Neue"/>
              </a:defRPr>
            </a:lvl1pPr>
          </a:lstStyle>
          <a:p xmlns:a="http://schemas.openxmlformats.org/drawingml/2006/main">
            <a:pPr>
              <a:buNone/>
            </a:pPr>
            <a:r>
              <a:t>From candidates to validated rescues</a:t>
            </a:r>
          </a:p>
        </p:txBody>
      </p:sp>
      <p:sp>
        <p:nvSpPr>
          <p:cNvPr id="2700" name="TextBox 3">
            <a:extLst xmlns:a="http://schemas.openxmlformats.org/drawingml/2006/main">
              <a:ext uri="{FF2B5EF4-FFF2-40B4-BE49-F238E27FC236}">
                <a16:creationId xmlns:a16="http://schemas.microsoft.com/office/drawing/2014/main" id="{8DB3F52D-6A94-4597-9EBB-BF69AB910058}"/>
              </a:ext>
            </a:extLst>
          </p:cNvPr>
          <p:cNvSpPr>
            <a:spLocks xmlns:a="http://schemas.openxmlformats.org/drawingml/2006/main" noGrp="1"/>
          </p:cNvSpPr>
          <p:nvPr/>
        </p:nvSpPr>
        <p:spPr>
          <a:xfrm xmlns:a="http://schemas.openxmlformats.org/drawingml/2006/main">
            <a:off x="11082528" y="457200"/>
            <a:ext cx="438913" cy="136385"/>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r">
              <a:buNone/>
              <a:defRPr sz="900" b="1">
                <a:solidFill>
                  <a:srgbClr val="73777F"/>
                </a:solidFill>
                <a:latin typeface="Helvetica Neue"/>
                <a:ea typeface="Helvetica Neue"/>
                <a:cs typeface="Helvetica Neue"/>
              </a:defRPr>
            </a:lvl1pPr>
          </a:lstStyle>
          <a:p xmlns:a="http://schemas.openxmlformats.org/drawingml/2006/main">
            <a:pPr>
              <a:buNone/>
            </a:pPr>
            <a:r>
              <a:t>13</a:t>
            </a:r>
          </a:p>
        </p:txBody>
      </p:sp>
      <p:sp>
        <p:nvSpPr>
          <p:cNvPr id="2701" name="Connector 4">
            <a:extLst xmlns:a="http://schemas.openxmlformats.org/drawingml/2006/main">
              <a:ext uri="{FF2B5EF4-FFF2-40B4-BE49-F238E27FC236}">
                <a16:creationId xmlns:a16="http://schemas.microsoft.com/office/drawing/2014/main" id="{08B7BE54-5974-4634-9D7E-6B8649A4DB1A}"/>
              </a:ext>
            </a:extLst>
          </p:cNvPr>
          <p:cNvSpPr>
            <a:spLocks xmlns:a="http://schemas.openxmlformats.org/drawingml/2006/main" noGrp="1"/>
          </p:cNvSpPr>
          <p:nvPr/>
        </p:nvSpPr>
        <p:spPr>
          <a:xfrm xmlns:a="http://schemas.openxmlformats.org/drawingml/2006/main">
            <a:off x="1426463" y="2340864"/>
            <a:ext cx="6821425" cy="1"/>
          </a:xfrm>
          <a:prstGeom xmlns:a="http://schemas.openxmlformats.org/drawingml/2006/main" prst="line">
            <a:avLst/>
          </a:prstGeom>
          <a:ln xmlns:a="http://schemas.openxmlformats.org/drawingml/2006/main" w="2286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702" name="TextBox 5">
            <a:extLst xmlns:a="http://schemas.openxmlformats.org/drawingml/2006/main">
              <a:ext uri="{FF2B5EF4-FFF2-40B4-BE49-F238E27FC236}">
                <a16:creationId xmlns:a16="http://schemas.microsoft.com/office/drawing/2014/main" id="{789CD721-11BB-4966-8B5D-E3C6B0375505}"/>
              </a:ext>
            </a:extLst>
          </p:cNvPr>
          <p:cNvSpPr>
            <a:spLocks xmlns:a="http://schemas.openxmlformats.org/drawingml/2006/main" noGrp="1"/>
          </p:cNvSpPr>
          <p:nvPr/>
        </p:nvSpPr>
        <p:spPr>
          <a:xfrm xmlns:a="http://schemas.openxmlformats.org/drawingml/2006/main">
            <a:off x="749808" y="1581911"/>
            <a:ext cx="1508761" cy="42148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2800" b="1">
                <a:solidFill>
                  <a:srgbClr val="111318"/>
                </a:solidFill>
                <a:latin typeface="Helvetica Neue"/>
                <a:ea typeface="Helvetica Neue"/>
                <a:cs typeface="Helvetica Neue"/>
              </a:defRPr>
            </a:lvl1pPr>
          </a:lstStyle>
          <a:p xmlns:a="http://schemas.openxmlformats.org/drawingml/2006/main">
            <a:pPr>
              <a:buNone/>
            </a:pPr>
            <a:r>
              <a:t>13,655</a:t>
            </a:r>
          </a:p>
        </p:txBody>
      </p:sp>
      <p:sp>
        <p:nvSpPr>
          <p:cNvPr id="2703" name="Oval 6">
            <a:extLst xmlns:a="http://schemas.openxmlformats.org/drawingml/2006/main">
              <a:ext uri="{FF2B5EF4-FFF2-40B4-BE49-F238E27FC236}">
                <a16:creationId xmlns:a16="http://schemas.microsoft.com/office/drawing/2014/main" id="{9A6B30E6-8CE6-478A-A895-9442EC914ADB}"/>
              </a:ext>
            </a:extLst>
          </p:cNvPr>
          <p:cNvSpPr>
            <a:spLocks xmlns:a="http://schemas.openxmlformats.org/drawingml/2006/main" noGrp="1"/>
          </p:cNvSpPr>
          <p:nvPr/>
        </p:nvSpPr>
        <p:spPr>
          <a:xfrm xmlns:a="http://schemas.openxmlformats.org/drawingml/2006/main">
            <a:off x="1408175" y="2249423"/>
            <a:ext cx="182881" cy="182881"/>
          </a:xfrm>
          <a:prstGeom xmlns:a="http://schemas.openxmlformats.org/drawingml/2006/main" prst="ellipse">
            <a:avLst/>
          </a:prstGeom>
          <a:solidFill xmlns:a="http://schemas.openxmlformats.org/drawingml/2006/main">
            <a:srgbClr val="111318"/>
          </a:solidFill>
          <a:ln xmlns:a="http://schemas.openxmlformats.org/drawingml/2006/main" w="1016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2704" name="TextBox 7">
            <a:extLst xmlns:a="http://schemas.openxmlformats.org/drawingml/2006/main">
              <a:ext uri="{FF2B5EF4-FFF2-40B4-BE49-F238E27FC236}">
                <a16:creationId xmlns:a16="http://schemas.microsoft.com/office/drawing/2014/main" id="{8013D40F-A021-41D7-AFCE-9A4C8EAAAEF7}"/>
              </a:ext>
            </a:extLst>
          </p:cNvPr>
          <p:cNvSpPr>
            <a:spLocks xmlns:a="http://schemas.openxmlformats.org/drawingml/2006/main" noGrp="1"/>
          </p:cNvSpPr>
          <p:nvPr/>
        </p:nvSpPr>
        <p:spPr>
          <a:xfrm xmlns:a="http://schemas.openxmlformats.org/drawingml/2006/main">
            <a:off x="585215" y="2596895"/>
            <a:ext cx="1874519" cy="161049"/>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lgn="ctr">
              <a:buNone/>
              <a:defRPr sz="1100" b="1">
                <a:solidFill>
                  <a:srgbClr val="111318"/>
                </a:solidFill>
                <a:latin typeface="Helvetica Neue"/>
                <a:ea typeface="Helvetica Neue"/>
                <a:cs typeface="Helvetica Neue"/>
              </a:defRPr>
            </a:pPr>
            <a:r>
              <a:t>• </a:t>
            </a:r>
            <a:r>
              <a:rPr>
                <a:solidFill>
                  <a:srgbClr val="73777F"/>
                </a:solidFill>
              </a:rPr>
              <a:t>CCA candidates</a:t>
            </a:r>
          </a:p>
        </p:txBody>
      </p:sp>
      <p:sp>
        <p:nvSpPr>
          <p:cNvPr id="2705" name="TextBox 8">
            <a:extLst xmlns:a="http://schemas.openxmlformats.org/drawingml/2006/main">
              <a:ext uri="{FF2B5EF4-FFF2-40B4-BE49-F238E27FC236}">
                <a16:creationId xmlns:a16="http://schemas.microsoft.com/office/drawing/2014/main" id="{E5088D2C-673D-4AF9-AA26-7354227E73AD}"/>
              </a:ext>
            </a:extLst>
          </p:cNvPr>
          <p:cNvSpPr>
            <a:spLocks xmlns:a="http://schemas.openxmlformats.org/drawingml/2006/main" noGrp="1"/>
          </p:cNvSpPr>
          <p:nvPr/>
        </p:nvSpPr>
        <p:spPr>
          <a:xfrm xmlns:a="http://schemas.openxmlformats.org/drawingml/2006/main">
            <a:off x="493774" y="2907792"/>
            <a:ext cx="2029969"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800" b="1">
                <a:solidFill>
                  <a:srgbClr val="111318"/>
                </a:solidFill>
                <a:latin typeface="Helvetica Neue"/>
                <a:ea typeface="Helvetica Neue"/>
                <a:cs typeface="Helvetica Neue"/>
              </a:defRPr>
            </a:lvl1pPr>
          </a:lstStyle>
          <a:p xmlns:a="http://schemas.openxmlformats.org/drawingml/2006/main">
            <a:pPr>
              <a:buNone/>
            </a:pPr>
            <a:r>
              <a:t>frozen universe</a:t>
            </a:r>
          </a:p>
        </p:txBody>
      </p:sp>
      <p:sp>
        <p:nvSpPr>
          <p:cNvPr id="2706" name="TextBox 9">
            <a:extLst xmlns:a="http://schemas.openxmlformats.org/drawingml/2006/main">
              <a:ext uri="{FF2B5EF4-FFF2-40B4-BE49-F238E27FC236}">
                <a16:creationId xmlns:a16="http://schemas.microsoft.com/office/drawing/2014/main" id="{762945AD-8BE7-48FB-BD39-AC032F128DAC}"/>
              </a:ext>
            </a:extLst>
          </p:cNvPr>
          <p:cNvSpPr>
            <a:spLocks xmlns:a="http://schemas.openxmlformats.org/drawingml/2006/main" noGrp="1"/>
          </p:cNvSpPr>
          <p:nvPr/>
        </p:nvSpPr>
        <p:spPr>
          <a:xfrm xmlns:a="http://schemas.openxmlformats.org/drawingml/2006/main">
            <a:off x="3273552" y="2139695"/>
            <a:ext cx="329185" cy="2667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b="1">
                <a:solidFill>
                  <a:srgbClr val="73777F"/>
                </a:solidFill>
                <a:latin typeface="Helvetica Neue"/>
                <a:ea typeface="Helvetica Neue"/>
                <a:cs typeface="Helvetica Neue"/>
              </a:defRPr>
            </a:lvl1pPr>
          </a:lstStyle>
          <a:p xmlns:a="http://schemas.openxmlformats.org/drawingml/2006/main">
            <a:pPr>
              <a:buNone/>
            </a:pPr>
            <a:r>
              <a:t>→</a:t>
            </a:r>
          </a:p>
        </p:txBody>
      </p:sp>
      <p:sp>
        <p:nvSpPr>
          <p:cNvPr id="2707" name="TextBox 10">
            <a:extLst xmlns:a="http://schemas.openxmlformats.org/drawingml/2006/main">
              <a:ext uri="{FF2B5EF4-FFF2-40B4-BE49-F238E27FC236}">
                <a16:creationId xmlns:a16="http://schemas.microsoft.com/office/drawing/2014/main" id="{036AF765-900E-45D6-AC06-975131A80220}"/>
              </a:ext>
            </a:extLst>
          </p:cNvPr>
          <p:cNvSpPr>
            <a:spLocks xmlns:a="http://schemas.openxmlformats.org/drawingml/2006/main" noGrp="1"/>
          </p:cNvSpPr>
          <p:nvPr/>
        </p:nvSpPr>
        <p:spPr>
          <a:xfrm xmlns:a="http://schemas.openxmlformats.org/drawingml/2006/main">
            <a:off x="3730752" y="1581911"/>
            <a:ext cx="1508761" cy="42148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2800" b="1">
                <a:solidFill>
                  <a:srgbClr val="3977F6"/>
                </a:solidFill>
                <a:latin typeface="Helvetica Neue"/>
                <a:ea typeface="Helvetica Neue"/>
                <a:cs typeface="Helvetica Neue"/>
              </a:defRPr>
            </a:lvl1pPr>
          </a:lstStyle>
          <a:p xmlns:a="http://schemas.openxmlformats.org/drawingml/2006/main">
            <a:pPr>
              <a:buNone/>
            </a:pPr>
            <a:r>
              <a:t>10,376</a:t>
            </a:r>
          </a:p>
        </p:txBody>
      </p:sp>
      <p:sp>
        <p:nvSpPr>
          <p:cNvPr id="2708" name="Oval 11">
            <a:extLst xmlns:a="http://schemas.openxmlformats.org/drawingml/2006/main">
              <a:ext uri="{FF2B5EF4-FFF2-40B4-BE49-F238E27FC236}">
                <a16:creationId xmlns:a16="http://schemas.microsoft.com/office/drawing/2014/main" id="{3FBD7126-65F9-44FB-AF95-F63277E53D06}"/>
              </a:ext>
            </a:extLst>
          </p:cNvPr>
          <p:cNvSpPr>
            <a:spLocks xmlns:a="http://schemas.openxmlformats.org/drawingml/2006/main" noGrp="1"/>
          </p:cNvSpPr>
          <p:nvPr/>
        </p:nvSpPr>
        <p:spPr>
          <a:xfrm xmlns:a="http://schemas.openxmlformats.org/drawingml/2006/main">
            <a:off x="4389120" y="2249423"/>
            <a:ext cx="182881" cy="182881"/>
          </a:xfrm>
          <a:prstGeom xmlns:a="http://schemas.openxmlformats.org/drawingml/2006/main" prst="ellipse">
            <a:avLst/>
          </a:prstGeom>
          <a:solidFill xmlns:a="http://schemas.openxmlformats.org/drawingml/2006/main">
            <a:srgbClr val="3977F6"/>
          </a:solidFill>
          <a:ln xmlns:a="http://schemas.openxmlformats.org/drawingml/2006/main" w="101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2709" name="TextBox 12">
            <a:extLst xmlns:a="http://schemas.openxmlformats.org/drawingml/2006/main">
              <a:ext uri="{FF2B5EF4-FFF2-40B4-BE49-F238E27FC236}">
                <a16:creationId xmlns:a16="http://schemas.microsoft.com/office/drawing/2014/main" id="{95655C28-559D-4082-87F0-41FF88847C1E}"/>
              </a:ext>
            </a:extLst>
          </p:cNvPr>
          <p:cNvSpPr>
            <a:spLocks xmlns:a="http://schemas.openxmlformats.org/drawingml/2006/main" noGrp="1"/>
          </p:cNvSpPr>
          <p:nvPr/>
        </p:nvSpPr>
        <p:spPr>
          <a:xfrm xmlns:a="http://schemas.openxmlformats.org/drawingml/2006/main">
            <a:off x="3566159" y="2596895"/>
            <a:ext cx="1874519" cy="161049"/>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lgn="ctr">
              <a:buNone/>
              <a:defRPr sz="1100" b="1">
                <a:solidFill>
                  <a:srgbClr val="3977F6"/>
                </a:solidFill>
                <a:latin typeface="Helvetica Neue"/>
                <a:ea typeface="Helvetica Neue"/>
                <a:cs typeface="Helvetica Neue"/>
              </a:defRPr>
            </a:pPr>
            <a:r>
              <a:t>• </a:t>
            </a:r>
            <a:r>
              <a:rPr>
                <a:solidFill>
                  <a:srgbClr val="73777F"/>
                </a:solidFill>
              </a:rPr>
              <a:t>Stage 2 judgments</a:t>
            </a:r>
          </a:p>
        </p:txBody>
      </p:sp>
      <p:sp>
        <p:nvSpPr>
          <p:cNvPr id="2710" name="TextBox 13">
            <a:extLst xmlns:a="http://schemas.openxmlformats.org/drawingml/2006/main">
              <a:ext uri="{FF2B5EF4-FFF2-40B4-BE49-F238E27FC236}">
                <a16:creationId xmlns:a16="http://schemas.microsoft.com/office/drawing/2014/main" id="{56278778-1582-4C93-82C9-14463578937B}"/>
              </a:ext>
            </a:extLst>
          </p:cNvPr>
          <p:cNvSpPr>
            <a:spLocks xmlns:a="http://schemas.openxmlformats.org/drawingml/2006/main" noGrp="1"/>
          </p:cNvSpPr>
          <p:nvPr/>
        </p:nvSpPr>
        <p:spPr>
          <a:xfrm xmlns:a="http://schemas.openxmlformats.org/drawingml/2006/main">
            <a:off x="3474720" y="2907792"/>
            <a:ext cx="2029969"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800" b="1">
                <a:solidFill>
                  <a:srgbClr val="3977F6"/>
                </a:solidFill>
                <a:latin typeface="Helvetica Neue"/>
                <a:ea typeface="Helvetica Neue"/>
                <a:cs typeface="Helvetica Neue"/>
              </a:defRPr>
            </a:lvl1pPr>
          </a:lstStyle>
          <a:p xmlns:a="http://schemas.openxmlformats.org/drawingml/2006/main">
            <a:pPr>
              <a:buNone/>
            </a:pPr>
            <a:r>
              <a:t>10,096 strict + 280 recall</a:t>
            </a:r>
          </a:p>
        </p:txBody>
      </p:sp>
      <p:sp>
        <p:nvSpPr>
          <p:cNvPr id="2711" name="TextBox 14">
            <a:extLst xmlns:a="http://schemas.openxmlformats.org/drawingml/2006/main">
              <a:ext uri="{FF2B5EF4-FFF2-40B4-BE49-F238E27FC236}">
                <a16:creationId xmlns:a16="http://schemas.microsoft.com/office/drawing/2014/main" id="{CB6009C2-A913-421E-B139-73E16BDB0555}"/>
              </a:ext>
            </a:extLst>
          </p:cNvPr>
          <p:cNvSpPr>
            <a:spLocks xmlns:a="http://schemas.openxmlformats.org/drawingml/2006/main" noGrp="1"/>
          </p:cNvSpPr>
          <p:nvPr/>
        </p:nvSpPr>
        <p:spPr>
          <a:xfrm xmlns:a="http://schemas.openxmlformats.org/drawingml/2006/main">
            <a:off x="6236208" y="2139695"/>
            <a:ext cx="329185" cy="2667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b="1">
                <a:solidFill>
                  <a:srgbClr val="73777F"/>
                </a:solidFill>
                <a:latin typeface="Helvetica Neue"/>
                <a:ea typeface="Helvetica Neue"/>
                <a:cs typeface="Helvetica Neue"/>
              </a:defRPr>
            </a:lvl1pPr>
          </a:lstStyle>
          <a:p xmlns:a="http://schemas.openxmlformats.org/drawingml/2006/main">
            <a:pPr>
              <a:buNone/>
            </a:pPr>
            <a:r>
              <a:t>→</a:t>
            </a:r>
          </a:p>
        </p:txBody>
      </p:sp>
      <p:sp>
        <p:nvSpPr>
          <p:cNvPr id="2712" name="TextBox 15">
            <a:extLst xmlns:a="http://schemas.openxmlformats.org/drawingml/2006/main">
              <a:ext uri="{FF2B5EF4-FFF2-40B4-BE49-F238E27FC236}">
                <a16:creationId xmlns:a16="http://schemas.microsoft.com/office/drawing/2014/main" id="{1A07CB72-F001-4968-95C1-C948F87C3658}"/>
              </a:ext>
            </a:extLst>
          </p:cNvPr>
          <p:cNvSpPr>
            <a:spLocks xmlns:a="http://schemas.openxmlformats.org/drawingml/2006/main" noGrp="1"/>
          </p:cNvSpPr>
          <p:nvPr/>
        </p:nvSpPr>
        <p:spPr>
          <a:xfrm xmlns:a="http://schemas.openxmlformats.org/drawingml/2006/main">
            <a:off x="6711695" y="1581911"/>
            <a:ext cx="1508761" cy="42148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2800" b="1">
                <a:solidFill>
                  <a:srgbClr val="1FA873"/>
                </a:solidFill>
                <a:latin typeface="Helvetica Neue"/>
                <a:ea typeface="Helvetica Neue"/>
                <a:cs typeface="Helvetica Neue"/>
              </a:defRPr>
            </a:lvl1pPr>
          </a:lstStyle>
          <a:p xmlns:a="http://schemas.openxmlformats.org/drawingml/2006/main">
            <a:pPr>
              <a:buNone/>
            </a:pPr>
            <a:r>
              <a:t>8,558</a:t>
            </a:r>
          </a:p>
        </p:txBody>
      </p:sp>
      <p:sp>
        <p:nvSpPr>
          <p:cNvPr id="2713" name="Oval 16">
            <a:extLst xmlns:a="http://schemas.openxmlformats.org/drawingml/2006/main">
              <a:ext uri="{FF2B5EF4-FFF2-40B4-BE49-F238E27FC236}">
                <a16:creationId xmlns:a16="http://schemas.microsoft.com/office/drawing/2014/main" id="{7151795D-5DBE-4DAC-A3ED-6083025748F6}"/>
              </a:ext>
            </a:extLst>
          </p:cNvPr>
          <p:cNvSpPr>
            <a:spLocks xmlns:a="http://schemas.openxmlformats.org/drawingml/2006/main" noGrp="1"/>
          </p:cNvSpPr>
          <p:nvPr/>
        </p:nvSpPr>
        <p:spPr>
          <a:xfrm xmlns:a="http://schemas.openxmlformats.org/drawingml/2006/main">
            <a:off x="7370064" y="2249423"/>
            <a:ext cx="182881" cy="182881"/>
          </a:xfrm>
          <a:prstGeom xmlns:a="http://schemas.openxmlformats.org/drawingml/2006/main" prst="ellipse">
            <a:avLst/>
          </a:prstGeom>
          <a:solidFill xmlns:a="http://schemas.openxmlformats.org/drawingml/2006/main">
            <a:srgbClr val="1FA873"/>
          </a:solidFill>
          <a:ln xmlns:a="http://schemas.openxmlformats.org/drawingml/2006/main" w="10160">
            <a:solidFill>
              <a:srgbClr val="1FA873"/>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2714" name="TextBox 17">
            <a:extLst xmlns:a="http://schemas.openxmlformats.org/drawingml/2006/main">
              <a:ext uri="{FF2B5EF4-FFF2-40B4-BE49-F238E27FC236}">
                <a16:creationId xmlns:a16="http://schemas.microsoft.com/office/drawing/2014/main" id="{9731F5BC-AAA2-4CCD-977B-715B4AC46150}"/>
              </a:ext>
            </a:extLst>
          </p:cNvPr>
          <p:cNvSpPr>
            <a:spLocks xmlns:a="http://schemas.openxmlformats.org/drawingml/2006/main" noGrp="1"/>
          </p:cNvSpPr>
          <p:nvPr/>
        </p:nvSpPr>
        <p:spPr>
          <a:xfrm xmlns:a="http://schemas.openxmlformats.org/drawingml/2006/main">
            <a:off x="6547104" y="2596895"/>
            <a:ext cx="1874519" cy="161049"/>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lgn="ctr">
              <a:buNone/>
              <a:defRPr sz="1100" b="1">
                <a:solidFill>
                  <a:srgbClr val="1FA873"/>
                </a:solidFill>
                <a:latin typeface="Helvetica Neue"/>
                <a:ea typeface="Helvetica Neue"/>
                <a:cs typeface="Helvetica Neue"/>
              </a:defRPr>
            </a:pPr>
            <a:r>
              <a:t>• </a:t>
            </a:r>
            <a:r>
              <a:rPr>
                <a:solidFill>
                  <a:srgbClr val="73777F"/>
                </a:solidFill>
              </a:rPr>
              <a:t>Final rescues · ≥50</a:t>
            </a:r>
          </a:p>
        </p:txBody>
      </p:sp>
      <p:sp>
        <p:nvSpPr>
          <p:cNvPr id="2715" name="TextBox 18">
            <a:extLst xmlns:a="http://schemas.openxmlformats.org/drawingml/2006/main">
              <a:ext uri="{FF2B5EF4-FFF2-40B4-BE49-F238E27FC236}">
                <a16:creationId xmlns:a16="http://schemas.microsoft.com/office/drawing/2014/main" id="{C3E636AA-979B-4FA9-8788-B6B0F9191362}"/>
              </a:ext>
            </a:extLst>
          </p:cNvPr>
          <p:cNvSpPr>
            <a:spLocks xmlns:a="http://schemas.openxmlformats.org/drawingml/2006/main" noGrp="1"/>
          </p:cNvSpPr>
          <p:nvPr/>
        </p:nvSpPr>
        <p:spPr>
          <a:xfrm xmlns:a="http://schemas.openxmlformats.org/drawingml/2006/main">
            <a:off x="6455664" y="2907792"/>
            <a:ext cx="2029969"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800" b="1">
                <a:solidFill>
                  <a:srgbClr val="1FA873"/>
                </a:solidFill>
                <a:latin typeface="Helvetica Neue"/>
                <a:ea typeface="Helvetica Neue"/>
                <a:cs typeface="Helvetica Neue"/>
              </a:defRPr>
            </a:lvl1pPr>
          </a:lstStyle>
          <a:p xmlns:a="http://schemas.openxmlformats.org/drawingml/2006/main">
            <a:pPr>
              <a:buNone/>
            </a:pPr>
            <a:r>
              <a:t>8,527 strict + 31 recall</a:t>
            </a:r>
          </a:p>
        </p:txBody>
      </p:sp>
      <p:sp>
        <p:nvSpPr>
          <p:cNvPr id="2716" name="Connector 19">
            <a:extLst xmlns:a="http://schemas.openxmlformats.org/drawingml/2006/main">
              <a:ext uri="{FF2B5EF4-FFF2-40B4-BE49-F238E27FC236}">
                <a16:creationId xmlns:a16="http://schemas.microsoft.com/office/drawing/2014/main" id="{1A9867A8-D7C7-45AF-BD5D-482CEC0667F2}"/>
              </a:ext>
            </a:extLst>
          </p:cNvPr>
          <p:cNvSpPr>
            <a:spLocks xmlns:a="http://schemas.openxmlformats.org/drawingml/2006/main" noGrp="1"/>
          </p:cNvSpPr>
          <p:nvPr/>
        </p:nvSpPr>
        <p:spPr>
          <a:xfrm xmlns:a="http://schemas.openxmlformats.org/drawingml/2006/main">
            <a:off x="2432304" y="2432304"/>
            <a:ext cx="1" cy="722377"/>
          </a:xfrm>
          <a:prstGeom xmlns:a="http://schemas.openxmlformats.org/drawingml/2006/main" prst="line">
            <a:avLst/>
          </a:prstGeom>
          <a:ln xmlns:a="http://schemas.openxmlformats.org/drawingml/2006/main" w="1270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717" name="TextBox 20">
            <a:extLst xmlns:a="http://schemas.openxmlformats.org/drawingml/2006/main">
              <a:ext uri="{FF2B5EF4-FFF2-40B4-BE49-F238E27FC236}">
                <a16:creationId xmlns:a16="http://schemas.microsoft.com/office/drawing/2014/main" id="{68886B84-9C6D-42E4-B7CD-4536574C3552}"/>
              </a:ext>
            </a:extLst>
          </p:cNvPr>
          <p:cNvSpPr>
            <a:spLocks xmlns:a="http://schemas.openxmlformats.org/drawingml/2006/main" noGrp="1"/>
          </p:cNvSpPr>
          <p:nvPr/>
        </p:nvSpPr>
        <p:spPr>
          <a:xfrm xmlns:a="http://schemas.openxmlformats.org/drawingml/2006/main">
            <a:off x="1078991" y="3218688"/>
            <a:ext cx="2834641" cy="19841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300" b="1">
                <a:solidFill>
                  <a:srgbClr val="FF705B"/>
                </a:solidFill>
                <a:latin typeface="Helvetica Neue"/>
                <a:ea typeface="Helvetica Neue"/>
                <a:cs typeface="Helvetica Neue"/>
              </a:defRPr>
            </a:lvl1pPr>
          </a:lstStyle>
          <a:p xmlns:a="http://schemas.openxmlformats.org/drawingml/2006/main">
            <a:pPr>
              <a:buNone/>
            </a:pPr>
            <a:r>
              <a:t>3,279  CONTENT STOP</a:t>
            </a:r>
          </a:p>
        </p:txBody>
      </p:sp>
      <p:sp>
        <p:nvSpPr>
          <p:cNvPr id="2718" name="TextBox 21">
            <a:extLst xmlns:a="http://schemas.openxmlformats.org/drawingml/2006/main">
              <a:ext uri="{FF2B5EF4-FFF2-40B4-BE49-F238E27FC236}">
                <a16:creationId xmlns:a16="http://schemas.microsoft.com/office/drawing/2014/main" id="{B2054658-931A-4778-8D09-7A063DC6CEE4}"/>
              </a:ext>
            </a:extLst>
          </p:cNvPr>
          <p:cNvSpPr>
            <a:spLocks xmlns:a="http://schemas.openxmlformats.org/drawingml/2006/main" noGrp="1"/>
          </p:cNvSpPr>
          <p:nvPr/>
        </p:nvSpPr>
        <p:spPr>
          <a:xfrm xmlns:a="http://schemas.openxmlformats.org/drawingml/2006/main">
            <a:off x="1353311" y="3610356"/>
            <a:ext cx="2019428" cy="149352"/>
          </a:xfrm>
          <a:prstGeom xmlns:a="http://schemas.openxmlformats.org/drawingml/2006/main" prst="rect">
            <a:avLst/>
          </a:prstGeom>
          <a:ln xmlns:a="http://schemas.openxmlformats.org/drawingml/2006/main" w="12700"/>
        </p:spPr>
        <p:txBody>
          <a:bodyPr xmlns:a="http://schemas.openxmlformats.org/drawingml/2006/main" wrap="none" lIns="0" tIns="0" rIns="0" bIns="0" anchor="ctr">
            <a:spAutoFit/>
          </a:bodyPr>
          <a:lstStyle xmlns:a="http://schemas.openxmlformats.org/drawingml/2006/main"/>
          <a:p xmlns:a="http://schemas.openxmlformats.org/drawingml/2006/main">
            <a:pPr>
              <a:buNone/>
              <a:defRPr sz="1000" b="1">
                <a:solidFill>
                  <a:srgbClr val="FF705B"/>
                </a:solidFill>
                <a:latin typeface="Helvetica Neue"/>
                <a:ea typeface="Helvetica Neue"/>
                <a:cs typeface="Helvetica Neue"/>
              </a:defRPr>
            </a:pPr>
            <a:r>
              <a:t>1,423  </a:t>
            </a:r>
            <a:r>
              <a:rPr b="0">
                <a:solidFill>
                  <a:srgbClr val="73777F"/>
                </a:solidFill>
              </a:rPr>
              <a:t>opinion / factual core absent</a:t>
            </a:r>
          </a:p>
        </p:txBody>
      </p:sp>
      <p:sp>
        <p:nvSpPr>
          <p:cNvPr id="2719" name="TextBox 22">
            <a:extLst xmlns:a="http://schemas.openxmlformats.org/drawingml/2006/main">
              <a:ext uri="{FF2B5EF4-FFF2-40B4-BE49-F238E27FC236}">
                <a16:creationId xmlns:a16="http://schemas.microsoft.com/office/drawing/2014/main" id="{0AC54FF4-8B90-4769-82D5-5913F5F1A8D2}"/>
              </a:ext>
            </a:extLst>
          </p:cNvPr>
          <p:cNvSpPr>
            <a:spLocks xmlns:a="http://schemas.openxmlformats.org/drawingml/2006/main" noGrp="1"/>
          </p:cNvSpPr>
          <p:nvPr/>
        </p:nvSpPr>
        <p:spPr>
          <a:xfrm xmlns:a="http://schemas.openxmlformats.org/drawingml/2006/main">
            <a:off x="1353311" y="3838956"/>
            <a:ext cx="1758189" cy="149352"/>
          </a:xfrm>
          <a:prstGeom xmlns:a="http://schemas.openxmlformats.org/drawingml/2006/main" prst="rect">
            <a:avLst/>
          </a:prstGeom>
          <a:ln xmlns:a="http://schemas.openxmlformats.org/drawingml/2006/main" w="12700"/>
        </p:spPr>
        <p:txBody>
          <a:bodyPr xmlns:a="http://schemas.openxmlformats.org/drawingml/2006/main" wrap="none" lIns="0" tIns="0" rIns="0" bIns="0" anchor="ctr">
            <a:spAutoFit/>
          </a:bodyPr>
          <a:lstStyle xmlns:a="http://schemas.openxmlformats.org/drawingml/2006/main"/>
          <a:p xmlns:a="http://schemas.openxmlformats.org/drawingml/2006/main">
            <a:pPr>
              <a:buNone/>
              <a:defRPr sz="1000" b="1">
                <a:solidFill>
                  <a:srgbClr val="FF705B"/>
                </a:solidFill>
                <a:latin typeface="Helvetica Neue"/>
                <a:ea typeface="Helvetica Neue"/>
                <a:cs typeface="Helvetica Neue"/>
              </a:defRPr>
            </a:pPr>
            <a:r>
              <a:t>1,340  </a:t>
            </a:r>
            <a:r>
              <a:rPr b="0">
                <a:solidFill>
                  <a:srgbClr val="73777F"/>
                </a:solidFill>
              </a:rPr>
              <a:t>irrelevant / trivial / spam</a:t>
            </a:r>
          </a:p>
        </p:txBody>
      </p:sp>
      <p:sp>
        <p:nvSpPr>
          <p:cNvPr id="2720" name="TextBox 23">
            <a:extLst xmlns:a="http://schemas.openxmlformats.org/drawingml/2006/main">
              <a:ext uri="{FF2B5EF4-FFF2-40B4-BE49-F238E27FC236}">
                <a16:creationId xmlns:a16="http://schemas.microsoft.com/office/drawing/2014/main" id="{8606833C-3B21-42B9-BE71-321AF884EE9F}"/>
              </a:ext>
            </a:extLst>
          </p:cNvPr>
          <p:cNvSpPr>
            <a:spLocks xmlns:a="http://schemas.openxmlformats.org/drawingml/2006/main" noGrp="1"/>
          </p:cNvSpPr>
          <p:nvPr/>
        </p:nvSpPr>
        <p:spPr>
          <a:xfrm xmlns:a="http://schemas.openxmlformats.org/drawingml/2006/main">
            <a:off x="1353311" y="4067556"/>
            <a:ext cx="1770127" cy="149352"/>
          </a:xfrm>
          <a:prstGeom xmlns:a="http://schemas.openxmlformats.org/drawingml/2006/main" prst="rect">
            <a:avLst/>
          </a:prstGeom>
          <a:ln xmlns:a="http://schemas.openxmlformats.org/drawingml/2006/main" w="12700"/>
        </p:spPr>
        <p:txBody>
          <a:bodyPr xmlns:a="http://schemas.openxmlformats.org/drawingml/2006/main" wrap="none" lIns="0" tIns="0" rIns="0" bIns="0" anchor="ctr">
            <a:spAutoFit/>
          </a:bodyPr>
          <a:lstStyle xmlns:a="http://schemas.openxmlformats.org/drawingml/2006/main"/>
          <a:p xmlns:a="http://schemas.openxmlformats.org/drawingml/2006/main">
            <a:pPr>
              <a:buNone/>
              <a:defRPr sz="1000" b="1">
                <a:solidFill>
                  <a:srgbClr val="FF705B"/>
                </a:solidFill>
                <a:latin typeface="Helvetica Neue"/>
                <a:ea typeface="Helvetica Neue"/>
                <a:cs typeface="Helvetica Neue"/>
              </a:defRPr>
            </a:pPr>
            <a:r>
              <a:t>373  </a:t>
            </a:r>
            <a:r>
              <a:rPr b="0">
                <a:solidFill>
                  <a:srgbClr val="73777F"/>
                </a:solidFill>
              </a:rPr>
              <a:t>unsourced context / claim</a:t>
            </a:r>
          </a:p>
        </p:txBody>
      </p:sp>
      <p:sp>
        <p:nvSpPr>
          <p:cNvPr id="2721" name="TextBox 24">
            <a:extLst xmlns:a="http://schemas.openxmlformats.org/drawingml/2006/main">
              <a:ext uri="{FF2B5EF4-FFF2-40B4-BE49-F238E27FC236}">
                <a16:creationId xmlns:a16="http://schemas.microsoft.com/office/drawing/2014/main" id="{996ECFB5-D5BD-465F-B7BC-60473F2274F1}"/>
              </a:ext>
            </a:extLst>
          </p:cNvPr>
          <p:cNvSpPr>
            <a:spLocks xmlns:a="http://schemas.openxmlformats.org/drawingml/2006/main" noGrp="1"/>
          </p:cNvSpPr>
          <p:nvPr/>
        </p:nvSpPr>
        <p:spPr>
          <a:xfrm xmlns:a="http://schemas.openxmlformats.org/drawingml/2006/main">
            <a:off x="1353311" y="4296156"/>
            <a:ext cx="1395858" cy="149352"/>
          </a:xfrm>
          <a:prstGeom xmlns:a="http://schemas.openxmlformats.org/drawingml/2006/main" prst="rect">
            <a:avLst/>
          </a:prstGeom>
          <a:ln xmlns:a="http://schemas.openxmlformats.org/drawingml/2006/main" w="12700"/>
        </p:spPr>
        <p:txBody>
          <a:bodyPr xmlns:a="http://schemas.openxmlformats.org/drawingml/2006/main" wrap="none" lIns="0" tIns="0" rIns="0" bIns="0" anchor="ctr">
            <a:spAutoFit/>
          </a:bodyPr>
          <a:lstStyle xmlns:a="http://schemas.openxmlformats.org/drawingml/2006/main"/>
          <a:p xmlns:a="http://schemas.openxmlformats.org/drawingml/2006/main">
            <a:pPr>
              <a:buNone/>
              <a:defRPr sz="1000" b="1">
                <a:solidFill>
                  <a:srgbClr val="FF705B"/>
                </a:solidFill>
                <a:latin typeface="Helvetica Neue"/>
                <a:ea typeface="Helvetica Neue"/>
                <a:cs typeface="Helvetica Neue"/>
              </a:defRPr>
            </a:pPr>
            <a:r>
              <a:t>142  </a:t>
            </a:r>
            <a:r>
              <a:rPr b="0">
                <a:solidFill>
                  <a:srgbClr val="73777F"/>
                </a:solidFill>
              </a:rPr>
              <a:t>hostile / derogatory</a:t>
            </a:r>
          </a:p>
        </p:txBody>
      </p:sp>
      <p:sp>
        <p:nvSpPr>
          <p:cNvPr id="2722" name="TextBox 25">
            <a:extLst xmlns:a="http://schemas.openxmlformats.org/drawingml/2006/main">
              <a:ext uri="{FF2B5EF4-FFF2-40B4-BE49-F238E27FC236}">
                <a16:creationId xmlns:a16="http://schemas.microsoft.com/office/drawing/2014/main" id="{F7991E0D-9B85-4C6F-B355-458449228E3F}"/>
              </a:ext>
            </a:extLst>
          </p:cNvPr>
          <p:cNvSpPr>
            <a:spLocks xmlns:a="http://schemas.openxmlformats.org/drawingml/2006/main" noGrp="1"/>
          </p:cNvSpPr>
          <p:nvPr/>
        </p:nvSpPr>
        <p:spPr>
          <a:xfrm xmlns:a="http://schemas.openxmlformats.org/drawingml/2006/main">
            <a:off x="1353311" y="4524756"/>
            <a:ext cx="774955" cy="149352"/>
          </a:xfrm>
          <a:prstGeom xmlns:a="http://schemas.openxmlformats.org/drawingml/2006/main" prst="rect">
            <a:avLst/>
          </a:prstGeom>
          <a:ln xmlns:a="http://schemas.openxmlformats.org/drawingml/2006/main" w="12700"/>
        </p:spPr>
        <p:txBody>
          <a:bodyPr xmlns:a="http://schemas.openxmlformats.org/drawingml/2006/main" wrap="none" lIns="0" tIns="0" rIns="0" bIns="0" anchor="ctr">
            <a:spAutoFit/>
          </a:bodyPr>
          <a:lstStyle xmlns:a="http://schemas.openxmlformats.org/drawingml/2006/main"/>
          <a:p xmlns:a="http://schemas.openxmlformats.org/drawingml/2006/main">
            <a:pPr>
              <a:buNone/>
              <a:defRPr sz="1000" b="1">
                <a:solidFill>
                  <a:srgbClr val="FF705B"/>
                </a:solidFill>
                <a:latin typeface="Helvetica Neue"/>
                <a:ea typeface="Helvetica Neue"/>
                <a:cs typeface="Helvetica Neue"/>
              </a:defRPr>
            </a:pPr>
            <a:r>
              <a:t>1  </a:t>
            </a:r>
            <a:r>
              <a:rPr b="0">
                <a:solidFill>
                  <a:srgbClr val="73777F"/>
                </a:solidFill>
              </a:rPr>
              <a:t>unresolved</a:t>
            </a:r>
          </a:p>
        </p:txBody>
      </p:sp>
      <p:sp>
        <p:nvSpPr>
          <p:cNvPr id="2723" name="Connector 26">
            <a:extLst xmlns:a="http://schemas.openxmlformats.org/drawingml/2006/main">
              <a:ext uri="{FF2B5EF4-FFF2-40B4-BE49-F238E27FC236}">
                <a16:creationId xmlns:a16="http://schemas.microsoft.com/office/drawing/2014/main" id="{1B61A3B2-D76F-4D71-9A40-E6F062914B5A}"/>
              </a:ext>
            </a:extLst>
          </p:cNvPr>
          <p:cNvSpPr>
            <a:spLocks xmlns:a="http://schemas.openxmlformats.org/drawingml/2006/main" noGrp="1"/>
          </p:cNvSpPr>
          <p:nvPr/>
        </p:nvSpPr>
        <p:spPr>
          <a:xfrm xmlns:a="http://schemas.openxmlformats.org/drawingml/2006/main">
            <a:off x="5522976" y="2432304"/>
            <a:ext cx="1" cy="722377"/>
          </a:xfrm>
          <a:prstGeom xmlns:a="http://schemas.openxmlformats.org/drawingml/2006/main" prst="line">
            <a:avLst/>
          </a:prstGeom>
          <a:ln xmlns:a="http://schemas.openxmlformats.org/drawingml/2006/main" w="1270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724" name="TextBox 27">
            <a:extLst xmlns:a="http://schemas.openxmlformats.org/drawingml/2006/main">
              <a:ext uri="{FF2B5EF4-FFF2-40B4-BE49-F238E27FC236}">
                <a16:creationId xmlns:a16="http://schemas.microsoft.com/office/drawing/2014/main" id="{DBB35824-FA5B-4EEA-9FBB-7D62EEB48AF7}"/>
              </a:ext>
            </a:extLst>
          </p:cNvPr>
          <p:cNvSpPr>
            <a:spLocks xmlns:a="http://schemas.openxmlformats.org/drawingml/2006/main" noGrp="1"/>
          </p:cNvSpPr>
          <p:nvPr/>
        </p:nvSpPr>
        <p:spPr>
          <a:xfrm xmlns:a="http://schemas.openxmlformats.org/drawingml/2006/main">
            <a:off x="4572000" y="3218688"/>
            <a:ext cx="1901951" cy="19841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300" b="1">
                <a:solidFill>
                  <a:srgbClr val="FF705B"/>
                </a:solidFill>
                <a:latin typeface="Helvetica Neue"/>
                <a:ea typeface="Helvetica Neue"/>
                <a:cs typeface="Helvetica Neue"/>
              </a:defRPr>
            </a:lvl1pPr>
          </a:lstStyle>
          <a:p xmlns:a="http://schemas.openxmlformats.org/drawingml/2006/main">
            <a:pPr>
              <a:buNone/>
            </a:pPr>
            <a:r>
              <a:t>1,818  BELOW 50</a:t>
            </a:r>
          </a:p>
        </p:txBody>
      </p:sp>
      <p:sp>
        <p:nvSpPr>
          <p:cNvPr id="2725" name="Connector 29">
            <a:extLst xmlns:a="http://schemas.openxmlformats.org/drawingml/2006/main">
              <a:ext uri="{FF2B5EF4-FFF2-40B4-BE49-F238E27FC236}">
                <a16:creationId xmlns:a16="http://schemas.microsoft.com/office/drawing/2014/main" id="{FDA4FD33-D8BA-4B68-A591-94B007CB9DB0}"/>
              </a:ext>
            </a:extLst>
          </p:cNvPr>
          <p:cNvSpPr>
            <a:spLocks xmlns:a="http://schemas.openxmlformats.org/drawingml/2006/main" noGrp="1"/>
          </p:cNvSpPr>
          <p:nvPr/>
        </p:nvSpPr>
        <p:spPr>
          <a:xfrm xmlns:a="http://schemas.openxmlformats.org/drawingml/2006/main">
            <a:off x="749807" y="4956047"/>
            <a:ext cx="10680194" cy="1"/>
          </a:xfrm>
          <a:prstGeom xmlns:a="http://schemas.openxmlformats.org/drawingml/2006/main" prst="line">
            <a:avLst/>
          </a:prstGeom>
          <a:ln xmlns:a="http://schemas.openxmlformats.org/drawingml/2006/main" w="1270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726" name="TextBox 30">
            <a:extLst xmlns:a="http://schemas.openxmlformats.org/drawingml/2006/main">
              <a:ext uri="{FF2B5EF4-FFF2-40B4-BE49-F238E27FC236}">
                <a16:creationId xmlns:a16="http://schemas.microsoft.com/office/drawing/2014/main" id="{8219E434-B75C-4928-BFBF-053362A375D4}"/>
              </a:ext>
            </a:extLst>
          </p:cNvPr>
          <p:cNvSpPr>
            <a:spLocks xmlns:a="http://schemas.openxmlformats.org/drawingml/2006/main" noGrp="1"/>
          </p:cNvSpPr>
          <p:nvPr/>
        </p:nvSpPr>
        <p:spPr>
          <a:xfrm xmlns:a="http://schemas.openxmlformats.org/drawingml/2006/main">
            <a:off x="859536" y="5212079"/>
            <a:ext cx="2148840" cy="161049"/>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100" b="1">
                <a:solidFill>
                  <a:srgbClr val="1FA873"/>
                </a:solidFill>
                <a:latin typeface="Helvetica Neue"/>
                <a:ea typeface="Helvetica Neue"/>
                <a:cs typeface="Helvetica Neue"/>
              </a:defRPr>
            </a:lvl1pPr>
          </a:lstStyle>
          <a:p xmlns:a="http://schemas.openxmlformats.org/drawingml/2006/main">
            <a:pPr>
              <a:buNone/>
            </a:pPr>
            <a:r>
              <a:t>GEMMA 4 31B IT</a:t>
            </a:r>
          </a:p>
        </p:txBody>
      </p:sp>
      <p:sp>
        <p:nvSpPr>
          <p:cNvPr id="2727" name="TextBox 31">
            <a:extLst xmlns:a="http://schemas.openxmlformats.org/drawingml/2006/main">
              <a:ext uri="{FF2B5EF4-FFF2-40B4-BE49-F238E27FC236}">
                <a16:creationId xmlns:a16="http://schemas.microsoft.com/office/drawing/2014/main" id="{77E377DF-94F0-4CDC-8158-5D6DDF9F46CF}"/>
              </a:ext>
            </a:extLst>
          </p:cNvPr>
          <p:cNvSpPr>
            <a:spLocks xmlns:a="http://schemas.openxmlformats.org/drawingml/2006/main" noGrp="1"/>
          </p:cNvSpPr>
          <p:nvPr/>
        </p:nvSpPr>
        <p:spPr>
          <a:xfrm xmlns:a="http://schemas.openxmlformats.org/drawingml/2006/main">
            <a:off x="3154679" y="5212079"/>
            <a:ext cx="2377441" cy="161049"/>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100" b="1">
                <a:solidFill>
                  <a:srgbClr val="111318"/>
                </a:solidFill>
                <a:latin typeface="Helvetica Neue"/>
                <a:ea typeface="Helvetica Neue"/>
                <a:cs typeface="Helvetica Neue"/>
              </a:defRPr>
            </a:lvl1pPr>
          </a:lstStyle>
          <a:p xmlns:a="http://schemas.openxmlformats.org/drawingml/2006/main">
            <a:pPr>
              <a:buNone/>
            </a:pPr>
            <a:r>
              <a:t>COMPLETED CANONICAL RUN</a:t>
            </a:r>
          </a:p>
        </p:txBody>
      </p:sp>
      <p:sp>
        <p:nvSpPr>
          <p:cNvPr id="2728" name="TextBox 32">
            <a:extLst xmlns:a="http://schemas.openxmlformats.org/drawingml/2006/main">
              <a:ext uri="{FF2B5EF4-FFF2-40B4-BE49-F238E27FC236}">
                <a16:creationId xmlns:a16="http://schemas.microsoft.com/office/drawing/2014/main" id="{63C50A3E-5D5B-49B0-8DED-4856993C69F4}"/>
              </a:ext>
            </a:extLst>
          </p:cNvPr>
          <p:cNvSpPr>
            <a:spLocks xmlns:a="http://schemas.openxmlformats.org/drawingml/2006/main" noGrp="1"/>
          </p:cNvSpPr>
          <p:nvPr/>
        </p:nvSpPr>
        <p:spPr>
          <a:xfrm xmlns:a="http://schemas.openxmlformats.org/drawingml/2006/main">
            <a:off x="5989320" y="5193791"/>
            <a:ext cx="2057401" cy="161049"/>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100" b="1">
                <a:solidFill>
                  <a:srgbClr val="3977F6"/>
                </a:solidFill>
                <a:latin typeface="Helvetica Neue"/>
                <a:ea typeface="Helvetica Neue"/>
                <a:cs typeface="Helvetica Neue"/>
              </a:defRPr>
            </a:pPr>
            <a:r>
              <a:t>• </a:t>
            </a:r>
            <a:r>
              <a:rPr>
                <a:solidFill>
                  <a:srgbClr val="73777F"/>
                </a:solidFill>
              </a:rPr>
              <a:t>8,527 strict route</a:t>
            </a:r>
          </a:p>
        </p:txBody>
      </p:sp>
      <p:sp>
        <p:nvSpPr>
          <p:cNvPr id="2729" name="TextBox 33">
            <a:extLst xmlns:a="http://schemas.openxmlformats.org/drawingml/2006/main">
              <a:ext uri="{FF2B5EF4-FFF2-40B4-BE49-F238E27FC236}">
                <a16:creationId xmlns:a16="http://schemas.microsoft.com/office/drawing/2014/main" id="{79A5D42F-3F59-4F46-A9A1-122DBE759ABA}"/>
              </a:ext>
            </a:extLst>
          </p:cNvPr>
          <p:cNvSpPr>
            <a:spLocks xmlns:a="http://schemas.openxmlformats.org/drawingml/2006/main" noGrp="1"/>
          </p:cNvSpPr>
          <p:nvPr/>
        </p:nvSpPr>
        <p:spPr>
          <a:xfrm xmlns:a="http://schemas.openxmlformats.org/drawingml/2006/main">
            <a:off x="8458200" y="5193791"/>
            <a:ext cx="1920240" cy="161049"/>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100" b="1">
                <a:solidFill>
                  <a:srgbClr val="1FA873"/>
                </a:solidFill>
                <a:latin typeface="Helvetica Neue"/>
                <a:ea typeface="Helvetica Neue"/>
                <a:cs typeface="Helvetica Neue"/>
              </a:defRPr>
            </a:pPr>
            <a:r>
              <a:t>• </a:t>
            </a:r>
            <a:r>
              <a:rPr>
                <a:solidFill>
                  <a:srgbClr val="73777F"/>
                </a:solidFill>
              </a:rPr>
              <a:t>31 recall route</a:t>
            </a:r>
          </a:p>
        </p:txBody>
      </p:sp>
      <p:sp>
        <p:nvSpPr>
          <p:cNvPr id="2730" name="TextBox 34">
            <a:extLst xmlns:a="http://schemas.openxmlformats.org/drawingml/2006/main">
              <a:ext uri="{FF2B5EF4-FFF2-40B4-BE49-F238E27FC236}">
                <a16:creationId xmlns:a16="http://schemas.microsoft.com/office/drawing/2014/main" id="{FE2D31B7-018F-4313-85F3-5D5E712F86F9}"/>
              </a:ext>
            </a:extLst>
          </p:cNvPr>
          <p:cNvSpPr>
            <a:spLocks xmlns:a="http://schemas.openxmlformats.org/drawingml/2006/main" noGrp="1"/>
          </p:cNvSpPr>
          <p:nvPr/>
        </p:nvSpPr>
        <p:spPr>
          <a:xfrm xmlns:a="http://schemas.openxmlformats.org/drawingml/2006/main">
            <a:off x="2926079" y="5742432"/>
            <a:ext cx="6355081" cy="16104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100" b="1">
                <a:solidFill>
                  <a:srgbClr val="1FA873"/>
                </a:solidFill>
                <a:latin typeface="Helvetica Neue"/>
                <a:ea typeface="Helvetica Neue"/>
                <a:cs typeface="Helvetica Neue"/>
              </a:defRPr>
            </a:lvl1pPr>
          </a:lstStyle>
          <a:p xmlns:a="http://schemas.openxmlformats.org/drawingml/2006/main">
            <a:pPr>
              <a:buNone/>
            </a:pPr>
            <a:r>
              <a:t>10,376 / 10,376 complete · zero unresolved Stage 2 judgments</a:t>
            </a:r>
          </a:p>
        </p:txBody>
      </p:sp>
      <p:sp>
        <p:nvSpPr>
          <p:cNvPr id="2731" name="TextBox 35">
            <a:extLst xmlns:a="http://schemas.openxmlformats.org/drawingml/2006/main">
              <a:ext uri="{FF2B5EF4-FFF2-40B4-BE49-F238E27FC236}">
                <a16:creationId xmlns:a16="http://schemas.microsoft.com/office/drawing/2014/main" id="{C1F95AC0-21CA-41D1-99CC-C0774564668D}"/>
              </a:ext>
            </a:extLst>
          </p:cNvPr>
          <p:cNvSpPr>
            <a:spLocks xmlns:a="http://schemas.openxmlformats.org/drawingml/2006/main" noGrp="1"/>
          </p:cNvSpPr>
          <p:nvPr/>
        </p:nvSpPr>
        <p:spPr>
          <a:xfrm xmlns:a="http://schemas.openxmlformats.org/drawingml/2006/main">
            <a:off x="621792" y="6437376"/>
            <a:ext cx="10881360"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800">
                <a:solidFill>
                  <a:srgbClr val="73777F"/>
                </a:solidFill>
                <a:latin typeface="Helvetica Neue"/>
                <a:ea typeface="Helvetica Neue"/>
                <a:cs typeface="Helvetica Neue"/>
              </a:defRPr>
            </a:lvl1pPr>
          </a:lstStyle>
          <a:p xmlns:a="http://schemas.openxmlformats.org/drawingml/2006/main">
            <a:pPr>
              <a:buNone/>
            </a:pPr>
            <a:r>
              <a:t>• Canonical Gemma 4 31B IT run · SCCKN · BF16 · threshold ≥50</a:t>
            </a:r>
          </a:p>
        </p:txBody>
      </p:sp>
      <p:sp>
        <p:nvSpPr>
          <p:cNvPr id="2732" name="Connector 36">
            <a:extLst xmlns:a="http://schemas.openxmlformats.org/drawingml/2006/main">
              <a:ext uri="{FF2B5EF4-FFF2-40B4-BE49-F238E27FC236}">
                <a16:creationId xmlns:a16="http://schemas.microsoft.com/office/drawing/2014/main" id="{3201FE0E-CF3C-4247-A137-5D9A5D7C96F1}"/>
              </a:ext>
            </a:extLst>
          </p:cNvPr>
          <p:cNvSpPr>
            <a:spLocks xmlns:a="http://schemas.openxmlformats.org/drawingml/2006/main" noGrp="1"/>
          </p:cNvSpPr>
          <p:nvPr/>
        </p:nvSpPr>
        <p:spPr>
          <a:xfrm xmlns:a="http://schemas.openxmlformats.org/drawingml/2006/main">
            <a:off x="8613647" y="1627631"/>
            <a:ext cx="1" cy="1508761"/>
          </a:xfrm>
          <a:prstGeom xmlns:a="http://schemas.openxmlformats.org/drawingml/2006/main" prst="line">
            <a:avLst/>
          </a:prstGeom>
          <a:ln xmlns:a="http://schemas.openxmlformats.org/drawingml/2006/main" w="1270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733" name="TextBox 37">
            <a:extLst xmlns:a="http://schemas.openxmlformats.org/drawingml/2006/main">
              <a:ext uri="{FF2B5EF4-FFF2-40B4-BE49-F238E27FC236}">
                <a16:creationId xmlns:a16="http://schemas.microsoft.com/office/drawing/2014/main" id="{D3D62765-CBAA-4BBD-B46E-1637B337E7F6}"/>
              </a:ext>
            </a:extLst>
          </p:cNvPr>
          <p:cNvSpPr>
            <a:spLocks xmlns:a="http://schemas.openxmlformats.org/drawingml/2006/main" noGrp="1"/>
          </p:cNvSpPr>
          <p:nvPr/>
        </p:nvSpPr>
        <p:spPr>
          <a:xfrm xmlns:a="http://schemas.openxmlformats.org/drawingml/2006/main">
            <a:off x="8942831" y="1700783"/>
            <a:ext cx="2057401" cy="47118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3100" b="1">
                <a:solidFill>
                  <a:srgbClr val="1FA873"/>
                </a:solidFill>
                <a:latin typeface="Helvetica Neue"/>
                <a:ea typeface="Helvetica Neue"/>
                <a:cs typeface="Helvetica Neue"/>
              </a:defRPr>
            </a:lvl1pPr>
          </a:lstStyle>
          <a:p xmlns:a="http://schemas.openxmlformats.org/drawingml/2006/main">
            <a:pPr>
              <a:buNone/>
            </a:pPr>
            <a:r>
              <a:t>62.7%</a:t>
            </a:r>
          </a:p>
        </p:txBody>
      </p:sp>
      <p:sp>
        <p:nvSpPr>
          <p:cNvPr id="2734" name="TextBox 38">
            <a:extLst xmlns:a="http://schemas.openxmlformats.org/drawingml/2006/main">
              <a:ext uri="{FF2B5EF4-FFF2-40B4-BE49-F238E27FC236}">
                <a16:creationId xmlns:a16="http://schemas.microsoft.com/office/drawing/2014/main" id="{B928EAE2-909D-4A05-A487-78196CBD1152}"/>
              </a:ext>
            </a:extLst>
          </p:cNvPr>
          <p:cNvSpPr>
            <a:spLocks xmlns:a="http://schemas.openxmlformats.org/drawingml/2006/main" noGrp="1"/>
          </p:cNvSpPr>
          <p:nvPr/>
        </p:nvSpPr>
        <p:spPr>
          <a:xfrm xmlns:a="http://schemas.openxmlformats.org/drawingml/2006/main">
            <a:off x="8796528" y="2450592"/>
            <a:ext cx="2359153" cy="32614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lgn="ctr">
              <a:buNone/>
              <a:defRPr sz="1100" b="1">
                <a:solidFill>
                  <a:srgbClr val="1FA873"/>
                </a:solidFill>
                <a:latin typeface="Helvetica Neue"/>
                <a:ea typeface="Helvetica Neue"/>
                <a:cs typeface="Helvetica Neue"/>
              </a:defRPr>
            </a:pPr>
            <a:r>
              <a:t>• </a:t>
            </a:r>
            <a:r>
              <a:rPr>
                <a:solidFill>
                  <a:srgbClr val="73777F"/>
                </a:solidFill>
              </a:rPr>
              <a:t>of candidates validated by the LLM</a:t>
            </a:r>
          </a:p>
        </p:txBody>
      </p:sp>
      <p:sp>
        <p:nvSpPr>
          <p:cNvPr id="2735" name="TextBox 39">
            <a:extLst xmlns:a="http://schemas.openxmlformats.org/drawingml/2006/main">
              <a:ext uri="{FF2B5EF4-FFF2-40B4-BE49-F238E27FC236}">
                <a16:creationId xmlns:a16="http://schemas.microsoft.com/office/drawing/2014/main" id="{8A032BA7-C8CF-434E-8086-04EC70476F67}"/>
              </a:ext>
            </a:extLst>
          </p:cNvPr>
          <p:cNvSpPr>
            <a:spLocks xmlns:a="http://schemas.openxmlformats.org/drawingml/2006/main" noGrp="1"/>
          </p:cNvSpPr>
          <p:nvPr/>
        </p:nvSpPr>
        <p:spPr>
          <a:xfrm xmlns:a="http://schemas.openxmlformats.org/drawingml/2006/main">
            <a:off x="8979407" y="2880360"/>
            <a:ext cx="1965961" cy="136385"/>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900" b="1">
                <a:solidFill>
                  <a:srgbClr val="1FA873"/>
                </a:solidFill>
                <a:latin typeface="Helvetica Neue"/>
                <a:ea typeface="Helvetica Neue"/>
                <a:cs typeface="Helvetica Neue"/>
              </a:defRPr>
            </a:lvl1pPr>
          </a:lstStyle>
          <a:p xmlns:a="http://schemas.openxmlformats.org/drawingml/2006/main">
            <a:pPr>
              <a:buNone/>
            </a:pPr>
            <a:r>
              <a:t>8,558 / 13,655</a:t>
            </a:r>
          </a:p>
        </p:txBody>
      </p:sp>
      <p:sp>
        <p:nvSpPr>
          <p:cNvPr id="2736" name="TextBox 40">
            <a:extLst xmlns:a="http://schemas.openxmlformats.org/drawingml/2006/main">
              <a:ext uri="{FF2B5EF4-FFF2-40B4-BE49-F238E27FC236}">
                <a16:creationId xmlns:a16="http://schemas.microsoft.com/office/drawing/2014/main" id="{E88B645E-66B2-4327-95B7-351B4026B3F3}"/>
              </a:ext>
            </a:extLst>
          </p:cNvPr>
          <p:cNvSpPr>
            <a:spLocks xmlns:a="http://schemas.openxmlformats.org/drawingml/2006/main" noGrp="1"/>
          </p:cNvSpPr>
          <p:nvPr/>
        </p:nvSpPr>
        <p:spPr>
          <a:xfrm xmlns:a="http://schemas.openxmlformats.org/drawingml/2006/main">
            <a:off x="4617720" y="3580383"/>
            <a:ext cx="2549246" cy="127001"/>
          </a:xfrm>
          <a:prstGeom xmlns:a="http://schemas.openxmlformats.org/drawingml/2006/main" prst="rect">
            <a:avLst/>
          </a:prstGeom>
          <a:ln xmlns:a="http://schemas.openxmlformats.org/drawingml/2006/main" w="12700"/>
        </p:spPr>
        <p:txBody>
          <a:bodyPr xmlns:a="http://schemas.openxmlformats.org/drawingml/2006/main" wrap="none" lIns="0" tIns="0" rIns="0" bIns="0" anchor="ctr">
            <a:spAutoFit/>
          </a:bodyPr>
          <a:lstStyle xmlns:a="http://schemas.openxmlformats.org/drawingml/2006/main"/>
          <a:p xmlns:a="http://schemas.openxmlformats.org/drawingml/2006/main">
            <a:pPr>
              <a:buNone/>
              <a:defRPr sz="800" b="1">
                <a:solidFill>
                  <a:srgbClr val="1FA873"/>
                </a:solidFill>
                <a:latin typeface="Helvetica Neue"/>
                <a:ea typeface="Helvetica Neue"/>
                <a:cs typeface="Helvetica Neue"/>
              </a:defRPr>
            </a:pPr>
            <a:r>
              <a:t>•  90–100  </a:t>
            </a:r>
            <a:r>
              <a:rPr>
                <a:solidFill>
                  <a:srgbClr val="111318"/>
                </a:solidFill>
              </a:rPr>
              <a:t>outstanding · </a:t>
            </a:r>
            <a:r>
              <a:rPr b="0">
                <a:solidFill>
                  <a:srgbClr val="73777F"/>
                </a:solidFill>
              </a:rPr>
              <a:t>clear, traceable, self-contained</a:t>
            </a:r>
          </a:p>
        </p:txBody>
      </p:sp>
      <p:sp>
        <p:nvSpPr>
          <p:cNvPr id="2737" name="TextBox 41">
            <a:extLst xmlns:a="http://schemas.openxmlformats.org/drawingml/2006/main">
              <a:ext uri="{FF2B5EF4-FFF2-40B4-BE49-F238E27FC236}">
                <a16:creationId xmlns:a16="http://schemas.microsoft.com/office/drawing/2014/main" id="{E3021404-F89B-47CB-8F07-7BCD3F275B9A}"/>
              </a:ext>
            </a:extLst>
          </p:cNvPr>
          <p:cNvSpPr>
            <a:spLocks xmlns:a="http://schemas.openxmlformats.org/drawingml/2006/main" noGrp="1"/>
          </p:cNvSpPr>
          <p:nvPr/>
        </p:nvSpPr>
        <p:spPr>
          <a:xfrm xmlns:a="http://schemas.openxmlformats.org/drawingml/2006/main">
            <a:off x="4617720" y="3781550"/>
            <a:ext cx="2016862" cy="127001"/>
          </a:xfrm>
          <a:prstGeom xmlns:a="http://schemas.openxmlformats.org/drawingml/2006/main" prst="rect">
            <a:avLst/>
          </a:prstGeom>
          <a:ln xmlns:a="http://schemas.openxmlformats.org/drawingml/2006/main" w="12700"/>
        </p:spPr>
        <p:txBody>
          <a:bodyPr xmlns:a="http://schemas.openxmlformats.org/drawingml/2006/main" wrap="none" lIns="0" tIns="0" rIns="0" bIns="0" anchor="ctr">
            <a:spAutoFit/>
          </a:bodyPr>
          <a:lstStyle xmlns:a="http://schemas.openxmlformats.org/drawingml/2006/main"/>
          <a:p xmlns:a="http://schemas.openxmlformats.org/drawingml/2006/main">
            <a:pPr>
              <a:buNone/>
              <a:defRPr sz="800" b="1">
                <a:solidFill>
                  <a:srgbClr val="1FA873"/>
                </a:solidFill>
                <a:latin typeface="Helvetica Neue"/>
                <a:ea typeface="Helvetica Neue"/>
                <a:cs typeface="Helvetica Neue"/>
              </a:defRPr>
            </a:pPr>
            <a:r>
              <a:t>•  70–89  </a:t>
            </a:r>
            <a:r>
              <a:rPr>
                <a:solidFill>
                  <a:srgbClr val="111318"/>
                </a:solidFill>
              </a:rPr>
              <a:t>strong · </a:t>
            </a:r>
            <a:r>
              <a:rPr b="0">
                <a:solidFill>
                  <a:srgbClr val="73777F"/>
                </a:solidFill>
              </a:rPr>
              <a:t>well-supported and useful</a:t>
            </a:r>
          </a:p>
        </p:txBody>
      </p:sp>
      <p:sp>
        <p:nvSpPr>
          <p:cNvPr id="2738" name="TextBox 42">
            <a:extLst xmlns:a="http://schemas.openxmlformats.org/drawingml/2006/main">
              <a:ext uri="{FF2B5EF4-FFF2-40B4-BE49-F238E27FC236}">
                <a16:creationId xmlns:a16="http://schemas.microsoft.com/office/drawing/2014/main" id="{3ACD8203-69DB-404C-B4E6-8E3A65A99AB5}"/>
              </a:ext>
            </a:extLst>
          </p:cNvPr>
          <p:cNvSpPr>
            <a:spLocks xmlns:a="http://schemas.openxmlformats.org/drawingml/2006/main" noGrp="1"/>
          </p:cNvSpPr>
          <p:nvPr/>
        </p:nvSpPr>
        <p:spPr>
          <a:xfrm xmlns:a="http://schemas.openxmlformats.org/drawingml/2006/main">
            <a:off x="4617720" y="3982720"/>
            <a:ext cx="2197304" cy="127001"/>
          </a:xfrm>
          <a:prstGeom xmlns:a="http://schemas.openxmlformats.org/drawingml/2006/main" prst="rect">
            <a:avLst/>
          </a:prstGeom>
          <a:ln xmlns:a="http://schemas.openxmlformats.org/drawingml/2006/main" w="12700"/>
        </p:spPr>
        <p:txBody>
          <a:bodyPr xmlns:a="http://schemas.openxmlformats.org/drawingml/2006/main" wrap="none" lIns="0" tIns="0" rIns="0" bIns="0" anchor="ctr">
            <a:spAutoFit/>
          </a:bodyPr>
          <a:lstStyle xmlns:a="http://schemas.openxmlformats.org/drawingml/2006/main"/>
          <a:p xmlns:a="http://schemas.openxmlformats.org/drawingml/2006/main">
            <a:pPr>
              <a:buNone/>
              <a:defRPr sz="800" b="1">
                <a:solidFill>
                  <a:srgbClr val="3977F6"/>
                </a:solidFill>
                <a:latin typeface="Helvetica Neue"/>
                <a:ea typeface="Helvetica Neue"/>
                <a:cs typeface="Helvetica Neue"/>
              </a:defRPr>
            </a:pPr>
            <a:r>
              <a:t>•  40–69  </a:t>
            </a:r>
            <a:r>
              <a:rPr>
                <a:solidFill>
                  <a:srgbClr val="111318"/>
                </a:solidFill>
              </a:rPr>
              <a:t>mixed · </a:t>
            </a:r>
            <a:r>
              <a:rPr b="0">
                <a:solidFill>
                  <a:srgbClr val="73777F"/>
                </a:solidFill>
              </a:rPr>
              <a:t>useful elements, material gaps</a:t>
            </a:r>
          </a:p>
        </p:txBody>
      </p:sp>
      <p:sp>
        <p:nvSpPr>
          <p:cNvPr id="2739" name="TextBox 43">
            <a:extLst xmlns:a="http://schemas.openxmlformats.org/drawingml/2006/main">
              <a:ext uri="{FF2B5EF4-FFF2-40B4-BE49-F238E27FC236}">
                <a16:creationId xmlns:a16="http://schemas.microsoft.com/office/drawing/2014/main" id="{165D648B-B91C-425C-973D-3E01D27D6537}"/>
              </a:ext>
            </a:extLst>
          </p:cNvPr>
          <p:cNvSpPr>
            <a:spLocks xmlns:a="http://schemas.openxmlformats.org/drawingml/2006/main" noGrp="1"/>
          </p:cNvSpPr>
          <p:nvPr/>
        </p:nvSpPr>
        <p:spPr>
          <a:xfrm xmlns:a="http://schemas.openxmlformats.org/drawingml/2006/main">
            <a:off x="4617720" y="4183888"/>
            <a:ext cx="1881226" cy="127001"/>
          </a:xfrm>
          <a:prstGeom xmlns:a="http://schemas.openxmlformats.org/drawingml/2006/main" prst="rect">
            <a:avLst/>
          </a:prstGeom>
          <a:ln xmlns:a="http://schemas.openxmlformats.org/drawingml/2006/main" w="12700"/>
        </p:spPr>
        <p:txBody>
          <a:bodyPr xmlns:a="http://schemas.openxmlformats.org/drawingml/2006/main" wrap="none" lIns="0" tIns="0" rIns="0" bIns="0" anchor="ctr">
            <a:spAutoFit/>
          </a:bodyPr>
          <a:lstStyle xmlns:a="http://schemas.openxmlformats.org/drawingml/2006/main"/>
          <a:p xmlns:a="http://schemas.openxmlformats.org/drawingml/2006/main">
            <a:pPr>
              <a:buNone/>
              <a:defRPr sz="800" b="1">
                <a:solidFill>
                  <a:srgbClr val="FF705B"/>
                </a:solidFill>
                <a:latin typeface="Helvetica Neue"/>
                <a:ea typeface="Helvetica Neue"/>
                <a:cs typeface="Helvetica Neue"/>
              </a:defRPr>
            </a:pPr>
            <a:r>
              <a:t>•  10–39  weak · </a:t>
            </a:r>
            <a:r>
              <a:rPr b="0">
                <a:solidFill>
                  <a:srgbClr val="73777F"/>
                </a:solidFill>
              </a:rPr>
              <a:t>limited support or clarity</a:t>
            </a:r>
          </a:p>
        </p:txBody>
      </p:sp>
      <p:sp>
        <p:nvSpPr>
          <p:cNvPr id="2740" name="TextBox 44">
            <a:extLst xmlns:a="http://schemas.openxmlformats.org/drawingml/2006/main">
              <a:ext uri="{FF2B5EF4-FFF2-40B4-BE49-F238E27FC236}">
                <a16:creationId xmlns:a16="http://schemas.microsoft.com/office/drawing/2014/main" id="{61C376E1-21F5-49B9-959F-142BD8AEA390}"/>
              </a:ext>
            </a:extLst>
          </p:cNvPr>
          <p:cNvSpPr>
            <a:spLocks xmlns:a="http://schemas.openxmlformats.org/drawingml/2006/main" noGrp="1"/>
          </p:cNvSpPr>
          <p:nvPr/>
        </p:nvSpPr>
        <p:spPr>
          <a:xfrm xmlns:a="http://schemas.openxmlformats.org/drawingml/2006/main">
            <a:off x="4617720" y="4385055"/>
            <a:ext cx="1848511" cy="127001"/>
          </a:xfrm>
          <a:prstGeom xmlns:a="http://schemas.openxmlformats.org/drawingml/2006/main" prst="rect">
            <a:avLst/>
          </a:prstGeom>
          <a:ln xmlns:a="http://schemas.openxmlformats.org/drawingml/2006/main" w="12700"/>
        </p:spPr>
        <p:txBody>
          <a:bodyPr xmlns:a="http://schemas.openxmlformats.org/drawingml/2006/main" wrap="none" lIns="0" tIns="0" rIns="0" bIns="0" anchor="ctr">
            <a:spAutoFit/>
          </a:bodyPr>
          <a:lstStyle xmlns:a="http://schemas.openxmlformats.org/drawingml/2006/main"/>
          <a:p xmlns:a="http://schemas.openxmlformats.org/drawingml/2006/main">
            <a:pPr>
              <a:buNone/>
              <a:defRPr sz="800" b="1">
                <a:solidFill>
                  <a:srgbClr val="FF705B"/>
                </a:solidFill>
                <a:latin typeface="Helvetica Neue"/>
                <a:ea typeface="Helvetica Neue"/>
                <a:cs typeface="Helvetica Neue"/>
              </a:defRPr>
            </a:pPr>
            <a:r>
              <a:t>•  0–9  minimal · </a:t>
            </a:r>
            <a:r>
              <a:rPr b="0">
                <a:solidFill>
                  <a:srgbClr val="73777F"/>
                </a:solidFill>
              </a:rPr>
              <a:t>little usable justification</a:t>
            </a:r>
          </a:p>
        </p:txBody>
      </p:sp>
      <p:sp>
        <p:nvSpPr>
          <p:cNvPr id="2741" name="TextBox 45">
            <a:extLst xmlns:a="http://schemas.openxmlformats.org/drawingml/2006/main">
              <a:ext uri="{FF2B5EF4-FFF2-40B4-BE49-F238E27FC236}">
                <a16:creationId xmlns:a16="http://schemas.microsoft.com/office/drawing/2014/main" id="{57CF3288-7A19-40F0-AF46-35AAE3416142}"/>
              </a:ext>
            </a:extLst>
          </p:cNvPr>
          <p:cNvSpPr>
            <a:spLocks xmlns:a="http://schemas.openxmlformats.org/drawingml/2006/main" noGrp="1"/>
          </p:cNvSpPr>
          <p:nvPr/>
        </p:nvSpPr>
        <p:spPr>
          <a:xfrm xmlns:a="http://schemas.openxmlformats.org/drawingml/2006/main">
            <a:off x="4617720" y="4622800"/>
            <a:ext cx="1972260" cy="127001"/>
          </a:xfrm>
          <a:prstGeom xmlns:a="http://schemas.openxmlformats.org/drawingml/2006/main" prst="rect">
            <a:avLst/>
          </a:prstGeom>
          <a:ln xmlns:a="http://schemas.openxmlformats.org/drawingml/2006/main" w="12700"/>
        </p:spPr>
        <p:txBody>
          <a:bodyPr xmlns:a="http://schemas.openxmlformats.org/drawingml/2006/main" wrap="none" lIns="0" tIns="0" rIns="0" bIns="0" anchor="ctr">
            <a:spAutoFit/>
          </a:bodyPr>
          <a:lstStyle xmlns:a="http://schemas.openxmlformats.org/drawingml/2006/main"/>
          <a:p xmlns:a="http://schemas.openxmlformats.org/drawingml/2006/main">
            <a:pPr>
              <a:buNone/>
              <a:defRPr sz="800" b="1">
                <a:solidFill>
                  <a:srgbClr val="1FA873"/>
                </a:solidFill>
                <a:latin typeface="Helvetica Neue"/>
                <a:ea typeface="Helvetica Neue"/>
                <a:cs typeface="Helvetica Neue"/>
              </a:defRPr>
            </a:pPr>
            <a:r>
              <a:t>•  ≥50  </a:t>
            </a:r>
            <a:r>
              <a:rPr>
                <a:solidFill>
                  <a:srgbClr val="111318"/>
                </a:solidFill>
              </a:rPr>
              <a:t>validated · </a:t>
            </a:r>
            <a:r>
              <a:rPr b="0">
                <a:solidFill>
                  <a:srgbClr val="73777F"/>
                </a:solidFill>
              </a:rPr>
              <a:t>display-quality threshold</a:t>
            </a:r>
          </a:p>
        </p:txBody>
      </p:sp>
    </p:spTree>
    <p:extLst>
      <p:ext uri="{BB962C8B-B14F-4D97-AF65-F5344CB8AC3E}">
        <p14:creationId xmlns:p14="http://schemas.microsoft.com/office/powerpoint/2010/main" val="1694114171"/>
      </p:ext>
    </p:extLst>
  </p:cSld>
</p:sld>
</file>

<file path=ppt/slides/slide39.xml><?xml version="1.0" encoding="utf-8"?>
<p:sld xmlns:p="http://schemas.openxmlformats.org/presentationml/2006/main" showMasterSp="1">
  <p:cSld>
    <p:spTree>
      <p:nvGrpSpPr>
        <p:cNvPr id="1" name=""/>
        <p:cNvGrpSpPr/>
        <p:nvPr/>
      </p:nvGrpSpPr>
      <p:grpSpPr>
        <a:xfrm xmlns:a="http://schemas.openxmlformats.org/drawingml/2006/main"/>
      </p:grpSpPr>
      <p:sp>
        <p:nvSpPr>
          <p:cNvPr id="2743" name="TextBox 1">
            <a:extLst xmlns:a="http://schemas.openxmlformats.org/drawingml/2006/main">
              <a:ext uri="{FF2B5EF4-FFF2-40B4-BE49-F238E27FC236}">
                <a16:creationId xmlns:a16="http://schemas.microsoft.com/office/drawing/2014/main" id="{127BA987-BB43-4563-B11C-605900B2017C}"/>
              </a:ext>
            </a:extLst>
          </p:cNvPr>
          <p:cNvSpPr>
            <a:spLocks xmlns:a="http://schemas.openxmlformats.org/drawingml/2006/main" noGrp="1"/>
          </p:cNvSpPr>
          <p:nvPr/>
        </p:nvSpPr>
        <p:spPr>
          <a:xfrm xmlns:a="http://schemas.openxmlformats.org/drawingml/2006/main">
            <a:off x="603503" y="420623"/>
            <a:ext cx="4389122" cy="15240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000" b="1">
                <a:solidFill>
                  <a:srgbClr val="73777F"/>
                </a:solidFill>
                <a:latin typeface="Helvetica Neue"/>
                <a:ea typeface="Helvetica Neue"/>
                <a:cs typeface="Helvetica Neue"/>
              </a:defRPr>
            </a:lvl1pPr>
          </a:lstStyle>
          <a:p xmlns:a="http://schemas.openxmlformats.org/drawingml/2006/main">
            <a:pPr>
              <a:buNone/>
            </a:pPr>
            <a:r>
              <a:t>CASE · YARMOUK / MU'TAH</a:t>
            </a:r>
          </a:p>
        </p:txBody>
      </p:sp>
      <p:sp>
        <p:nvSpPr>
          <p:cNvPr id="2744" name="TextBox 2">
            <a:extLst xmlns:a="http://schemas.openxmlformats.org/drawingml/2006/main">
              <a:ext uri="{FF2B5EF4-FFF2-40B4-BE49-F238E27FC236}">
                <a16:creationId xmlns:a16="http://schemas.microsoft.com/office/drawing/2014/main" id="{A8AEA513-51B1-4599-B2D3-5D3A0E8D83FB}"/>
              </a:ext>
            </a:extLst>
          </p:cNvPr>
          <p:cNvSpPr>
            <a:spLocks xmlns:a="http://schemas.openxmlformats.org/drawingml/2006/main" noGrp="1"/>
          </p:cNvSpPr>
          <p:nvPr/>
        </p:nvSpPr>
        <p:spPr>
          <a:xfrm xmlns:a="http://schemas.openxmlformats.org/drawingml/2006/main">
            <a:off x="603504" y="786383"/>
            <a:ext cx="10515601" cy="45885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3000" b="1">
                <a:solidFill>
                  <a:srgbClr val="111318"/>
                </a:solidFill>
                <a:latin typeface="Helvetica Neue"/>
                <a:ea typeface="Helvetica Neue"/>
                <a:cs typeface="Helvetica Neue"/>
              </a:defRPr>
            </a:lvl1pPr>
          </a:lstStyle>
          <a:p xmlns:a="http://schemas.openxmlformats.org/drawingml/2006/main">
            <a:pPr>
              <a:buNone/>
            </a:pPr>
            <a:r>
              <a:t>High approval. Wrong battle.</a:t>
            </a:r>
          </a:p>
        </p:txBody>
      </p:sp>
      <p:sp>
        <p:nvSpPr>
          <p:cNvPr id="2745" name="TextBox 3">
            <a:extLst xmlns:a="http://schemas.openxmlformats.org/drawingml/2006/main">
              <a:ext uri="{FF2B5EF4-FFF2-40B4-BE49-F238E27FC236}">
                <a16:creationId xmlns:a16="http://schemas.microsoft.com/office/drawing/2014/main" id="{067A5C37-FD31-4CA0-8237-D26644625446}"/>
              </a:ext>
            </a:extLst>
          </p:cNvPr>
          <p:cNvSpPr>
            <a:spLocks xmlns:a="http://schemas.openxmlformats.org/drawingml/2006/main" noGrp="1"/>
          </p:cNvSpPr>
          <p:nvPr/>
        </p:nvSpPr>
        <p:spPr>
          <a:xfrm xmlns:a="http://schemas.openxmlformats.org/drawingml/2006/main">
            <a:off x="11082528" y="457199"/>
            <a:ext cx="438913" cy="136386"/>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r">
              <a:buNone/>
              <a:defRPr sz="900" b="1">
                <a:solidFill>
                  <a:srgbClr val="73777F"/>
                </a:solidFill>
                <a:latin typeface="Helvetica Neue"/>
                <a:ea typeface="Helvetica Neue"/>
                <a:cs typeface="Helvetica Neue"/>
              </a:defRPr>
            </a:lvl1pPr>
          </a:lstStyle>
          <a:p xmlns:a="http://schemas.openxmlformats.org/drawingml/2006/main">
            <a:pPr>
              <a:buNone/>
            </a:pPr>
            <a:r>
              <a:t>13</a:t>
            </a:r>
          </a:p>
        </p:txBody>
      </p:sp>
      <p:sp>
        <p:nvSpPr>
          <p:cNvPr id="2746" name="Connector 4">
            <a:extLst xmlns:a="http://schemas.openxmlformats.org/drawingml/2006/main">
              <a:ext uri="{FF2B5EF4-FFF2-40B4-BE49-F238E27FC236}">
                <a16:creationId xmlns:a16="http://schemas.microsoft.com/office/drawing/2014/main" id="{D1781CA0-DA34-46F1-8E72-6E546BAFD872}"/>
              </a:ext>
            </a:extLst>
          </p:cNvPr>
          <p:cNvSpPr>
            <a:spLocks xmlns:a="http://schemas.openxmlformats.org/drawingml/2006/main" noGrp="1"/>
          </p:cNvSpPr>
          <p:nvPr/>
        </p:nvSpPr>
        <p:spPr>
          <a:xfrm xmlns:a="http://schemas.openxmlformats.org/drawingml/2006/main" flipH="1">
            <a:off x="6099047" y="1554479"/>
            <a:ext cx="1" cy="3694178"/>
          </a:xfrm>
          <a:prstGeom xmlns:a="http://schemas.openxmlformats.org/drawingml/2006/main" prst="line">
            <a:avLst/>
          </a:prstGeom>
          <a:ln xmlns:a="http://schemas.openxmlformats.org/drawingml/2006/main" w="1270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747" name="TextBox 5">
            <a:extLst xmlns:a="http://schemas.openxmlformats.org/drawingml/2006/main">
              <a:ext uri="{FF2B5EF4-FFF2-40B4-BE49-F238E27FC236}">
                <a16:creationId xmlns:a16="http://schemas.microsoft.com/office/drawing/2014/main" id="{DFE3D57C-1B11-4890-AE58-629AE9CFD1FF}"/>
              </a:ext>
            </a:extLst>
          </p:cNvPr>
          <p:cNvSpPr>
            <a:spLocks xmlns:a="http://schemas.openxmlformats.org/drawingml/2006/main" noGrp="1"/>
          </p:cNvSpPr>
          <p:nvPr/>
        </p:nvSpPr>
        <p:spPr>
          <a:xfrm xmlns:a="http://schemas.openxmlformats.org/drawingml/2006/main">
            <a:off x="804672" y="1517903"/>
            <a:ext cx="2578608" cy="14871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000" b="1">
                <a:solidFill>
                  <a:srgbClr val="FF705B"/>
                </a:solidFill>
                <a:latin typeface="Helvetica Neue"/>
                <a:ea typeface="Helvetica Neue"/>
                <a:cs typeface="Helvetica Neue"/>
              </a:defRPr>
            </a:lvl1pPr>
          </a:lstStyle>
          <a:p xmlns:a="http://schemas.openxmlformats.org/drawingml/2006/main">
            <a:pPr>
              <a:buNone/>
            </a:pPr>
            <a:r>
              <a:t>PLATFORM-SHOWN NOTE</a:t>
            </a:r>
          </a:p>
        </p:txBody>
      </p:sp>
      <p:sp>
        <p:nvSpPr>
          <p:cNvPr id="2748" name="TextBox 6">
            <a:extLst xmlns:a="http://schemas.openxmlformats.org/drawingml/2006/main">
              <a:ext uri="{FF2B5EF4-FFF2-40B4-BE49-F238E27FC236}">
                <a16:creationId xmlns:a16="http://schemas.microsoft.com/office/drawing/2014/main" id="{5BB90A82-2EBD-47FC-B0FD-734FAE73C667}"/>
              </a:ext>
            </a:extLst>
          </p:cNvPr>
          <p:cNvSpPr>
            <a:spLocks xmlns:a="http://schemas.openxmlformats.org/drawingml/2006/main" noGrp="1"/>
          </p:cNvSpPr>
          <p:nvPr/>
        </p:nvSpPr>
        <p:spPr>
          <a:xfrm xmlns:a="http://schemas.openxmlformats.org/drawingml/2006/main">
            <a:off x="3246120" y="1527047"/>
            <a:ext cx="2157985"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r">
              <a:buNone/>
              <a:defRPr sz="800" b="1">
                <a:solidFill>
                  <a:srgbClr val="73777F"/>
                </a:solidFill>
                <a:latin typeface="Helvetica Neue"/>
                <a:ea typeface="Helvetica Neue"/>
                <a:cs typeface="Helvetica Neue"/>
              </a:defRPr>
            </a:lvl1pPr>
          </a:lstStyle>
          <a:p xmlns:a="http://schemas.openxmlformats.org/drawingml/2006/main">
            <a:pPr>
              <a:buNone/>
            </a:pPr>
            <a:r>
              <a:t>NOTE 1988138343385731249</a:t>
            </a:r>
          </a:p>
        </p:txBody>
      </p:sp>
      <p:sp>
        <p:nvSpPr>
          <p:cNvPr id="2749" name="TextBox 7">
            <a:extLst xmlns:a="http://schemas.openxmlformats.org/drawingml/2006/main">
              <a:ext uri="{FF2B5EF4-FFF2-40B4-BE49-F238E27FC236}">
                <a16:creationId xmlns:a16="http://schemas.microsoft.com/office/drawing/2014/main" id="{4EC9CF48-66C1-4DEE-9A22-E15718CDA67A}"/>
              </a:ext>
            </a:extLst>
          </p:cNvPr>
          <p:cNvSpPr>
            <a:spLocks xmlns:a="http://schemas.openxmlformats.org/drawingml/2006/main" noGrp="1"/>
          </p:cNvSpPr>
          <p:nvPr/>
        </p:nvSpPr>
        <p:spPr>
          <a:xfrm xmlns:a="http://schemas.openxmlformats.org/drawingml/2006/main">
            <a:off x="3081527" y="1746504"/>
            <a:ext cx="2322578"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r">
              <a:buNone/>
              <a:defRPr sz="800" b="1">
                <a:solidFill>
                  <a:srgbClr val="FF705B"/>
                </a:solidFill>
                <a:latin typeface="Helvetica Neue"/>
                <a:ea typeface="Helvetica Neue"/>
                <a:cs typeface="Helvetica Neue"/>
              </a:defRPr>
            </a:lvl1pPr>
          </a:lstStyle>
          <a:p xmlns:a="http://schemas.openxmlformats.org/drawingml/2006/main">
            <a:pPr>
              <a:buNone/>
            </a:pPr>
            <a:r>
              <a:t>CURRENTLY_RATED_HELPFUL</a:t>
            </a:r>
          </a:p>
        </p:txBody>
      </p:sp>
      <p:sp>
        <p:nvSpPr>
          <p:cNvPr id="2750" name="TextBox 8">
            <a:extLst xmlns:a="http://schemas.openxmlformats.org/drawingml/2006/main">
              <a:ext uri="{FF2B5EF4-FFF2-40B4-BE49-F238E27FC236}">
                <a16:creationId xmlns:a16="http://schemas.microsoft.com/office/drawing/2014/main" id="{9108E7AF-88B3-4179-9845-C72FB89D7AD5}"/>
              </a:ext>
            </a:extLst>
          </p:cNvPr>
          <p:cNvSpPr>
            <a:spLocks xmlns:a="http://schemas.openxmlformats.org/drawingml/2006/main" noGrp="1"/>
          </p:cNvSpPr>
          <p:nvPr/>
        </p:nvSpPr>
        <p:spPr>
          <a:xfrm xmlns:a="http://schemas.openxmlformats.org/drawingml/2006/main">
            <a:off x="822960" y="1874518"/>
            <a:ext cx="1508761" cy="42672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2800" b="1">
                <a:solidFill>
                  <a:srgbClr val="111318"/>
                </a:solidFill>
                <a:latin typeface="Helvetica Neue"/>
                <a:ea typeface="Helvetica Neue"/>
                <a:cs typeface="Helvetica Neue"/>
              </a:defRPr>
            </a:lvl1pPr>
          </a:lstStyle>
          <a:p xmlns:a="http://schemas.openxmlformats.org/drawingml/2006/main">
            <a:pPr>
              <a:buNone/>
            </a:pPr>
            <a:r>
              <a:t>92.2%</a:t>
            </a:r>
          </a:p>
        </p:txBody>
      </p:sp>
      <p:sp>
        <p:nvSpPr>
          <p:cNvPr id="2751" name="TextBox 9">
            <a:extLst xmlns:a="http://schemas.openxmlformats.org/drawingml/2006/main">
              <a:ext uri="{FF2B5EF4-FFF2-40B4-BE49-F238E27FC236}">
                <a16:creationId xmlns:a16="http://schemas.microsoft.com/office/drawing/2014/main" id="{8839EAB6-1B4D-412E-A22C-0E00BA977149}"/>
              </a:ext>
            </a:extLst>
          </p:cNvPr>
          <p:cNvSpPr>
            <a:spLocks xmlns:a="http://schemas.openxmlformats.org/drawingml/2006/main" noGrp="1"/>
          </p:cNvSpPr>
          <p:nvPr/>
        </p:nvSpPr>
        <p:spPr>
          <a:xfrm xmlns:a="http://schemas.openxmlformats.org/drawingml/2006/main">
            <a:off x="2194560" y="2048255"/>
            <a:ext cx="1508761" cy="161049"/>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100" b="1">
                <a:solidFill>
                  <a:srgbClr val="73777F"/>
                </a:solidFill>
                <a:latin typeface="Helvetica Neue"/>
                <a:ea typeface="Helvetica Neue"/>
                <a:cs typeface="Helvetica Neue"/>
              </a:defRPr>
            </a:lvl1pPr>
          </a:lstStyle>
          <a:p xmlns:a="http://schemas.openxmlformats.org/drawingml/2006/main">
            <a:pPr>
              <a:buNone/>
            </a:pPr>
            <a:r>
              <a:t>overall approval</a:t>
            </a:r>
          </a:p>
        </p:txBody>
      </p:sp>
      <p:sp>
        <p:nvSpPr>
          <p:cNvPr id="2752" name="TextBox 10">
            <a:extLst xmlns:a="http://schemas.openxmlformats.org/drawingml/2006/main">
              <a:ext uri="{FF2B5EF4-FFF2-40B4-BE49-F238E27FC236}">
                <a16:creationId xmlns:a16="http://schemas.microsoft.com/office/drawing/2014/main" id="{81F3DBB0-F792-40A0-AFF5-1867E3DE1D8A}"/>
              </a:ext>
            </a:extLst>
          </p:cNvPr>
          <p:cNvSpPr>
            <a:spLocks xmlns:a="http://schemas.openxmlformats.org/drawingml/2006/main" noGrp="1"/>
          </p:cNvSpPr>
          <p:nvPr/>
        </p:nvSpPr>
        <p:spPr>
          <a:xfrm xmlns:a="http://schemas.openxmlformats.org/drawingml/2006/main">
            <a:off x="841247" y="2560320"/>
            <a:ext cx="1389889" cy="198412"/>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300" b="1">
                <a:solidFill>
                  <a:srgbClr val="3977F6"/>
                </a:solidFill>
                <a:latin typeface="Helvetica Neue"/>
                <a:ea typeface="Helvetica Neue"/>
                <a:cs typeface="Helvetica Neue"/>
              </a:defRPr>
            </a:lvl1pPr>
          </a:lstStyle>
          <a:p xmlns:a="http://schemas.openxmlformats.org/drawingml/2006/main">
            <a:pPr>
              <a:buNone/>
            </a:pPr>
            <a:r>
              <a:t>C0  98.3%</a:t>
            </a:r>
          </a:p>
        </p:txBody>
      </p:sp>
      <p:sp>
        <p:nvSpPr>
          <p:cNvPr id="2753" name="TextBox 11">
            <a:extLst xmlns:a="http://schemas.openxmlformats.org/drawingml/2006/main">
              <a:ext uri="{FF2B5EF4-FFF2-40B4-BE49-F238E27FC236}">
                <a16:creationId xmlns:a16="http://schemas.microsoft.com/office/drawing/2014/main" id="{AAC1FDFE-9528-418C-9B4C-03313B2F65DA}"/>
              </a:ext>
            </a:extLst>
          </p:cNvPr>
          <p:cNvSpPr>
            <a:spLocks xmlns:a="http://schemas.openxmlformats.org/drawingml/2006/main" noGrp="1"/>
          </p:cNvSpPr>
          <p:nvPr/>
        </p:nvSpPr>
        <p:spPr>
          <a:xfrm xmlns:a="http://schemas.openxmlformats.org/drawingml/2006/main">
            <a:off x="2359151" y="2560320"/>
            <a:ext cx="1389889" cy="198412"/>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300" b="1">
                <a:solidFill>
                  <a:srgbClr val="FF705B"/>
                </a:solidFill>
                <a:latin typeface="Helvetica Neue"/>
                <a:ea typeface="Helvetica Neue"/>
                <a:cs typeface="Helvetica Neue"/>
              </a:defRPr>
            </a:lvl1pPr>
          </a:lstStyle>
          <a:p xmlns:a="http://schemas.openxmlformats.org/drawingml/2006/main">
            <a:pPr>
              <a:buNone/>
            </a:pPr>
            <a:r>
              <a:t>C1  60.9%</a:t>
            </a:r>
          </a:p>
        </p:txBody>
      </p:sp>
      <p:sp>
        <p:nvSpPr>
          <p:cNvPr id="2754" name="TextBox 12">
            <a:extLst xmlns:a="http://schemas.openxmlformats.org/drawingml/2006/main">
              <a:ext uri="{FF2B5EF4-FFF2-40B4-BE49-F238E27FC236}">
                <a16:creationId xmlns:a16="http://schemas.microsoft.com/office/drawing/2014/main" id="{7EAFABD6-DB89-4021-9014-D4F2FEA825B1}"/>
              </a:ext>
            </a:extLst>
          </p:cNvPr>
          <p:cNvSpPr>
            <a:spLocks xmlns:a="http://schemas.openxmlformats.org/drawingml/2006/main" noGrp="1"/>
          </p:cNvSpPr>
          <p:nvPr/>
        </p:nvSpPr>
        <p:spPr>
          <a:xfrm xmlns:a="http://schemas.openxmlformats.org/drawingml/2006/main">
            <a:off x="4133086" y="2560320"/>
            <a:ext cx="1115569" cy="15240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r">
              <a:buNone/>
              <a:defRPr sz="1000" b="1">
                <a:solidFill>
                  <a:srgbClr val="73777F"/>
                </a:solidFill>
                <a:latin typeface="Helvetica Neue"/>
                <a:ea typeface="Helvetica Neue"/>
                <a:cs typeface="Helvetica Neue"/>
              </a:defRPr>
            </a:lvl1pPr>
          </a:lstStyle>
          <a:p xmlns:a="http://schemas.openxmlformats.org/drawingml/2006/main">
            <a:pPr>
              <a:buNone/>
            </a:pPr>
            <a:r>
              <a:t>282 ratings</a:t>
            </a:r>
          </a:p>
        </p:txBody>
      </p:sp>
      <p:sp>
        <p:nvSpPr>
          <p:cNvPr id="2755" name="TextBox 13">
            <a:extLst xmlns:a="http://schemas.openxmlformats.org/drawingml/2006/main">
              <a:ext uri="{FF2B5EF4-FFF2-40B4-BE49-F238E27FC236}">
                <a16:creationId xmlns:a16="http://schemas.microsoft.com/office/drawing/2014/main" id="{3A3F833A-1956-4CD8-BD15-5C9858866BE2}"/>
              </a:ext>
            </a:extLst>
          </p:cNvPr>
          <p:cNvSpPr>
            <a:spLocks xmlns:a="http://schemas.openxmlformats.org/drawingml/2006/main" noGrp="1"/>
          </p:cNvSpPr>
          <p:nvPr/>
        </p:nvSpPr>
        <p:spPr>
          <a:xfrm xmlns:a="http://schemas.openxmlformats.org/drawingml/2006/main">
            <a:off x="841247" y="2980944"/>
            <a:ext cx="2651761" cy="28547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b="1">
                <a:solidFill>
                  <a:srgbClr val="FF705B"/>
                </a:solidFill>
                <a:latin typeface="Helvetica Neue"/>
                <a:ea typeface="Helvetica Neue"/>
                <a:cs typeface="Helvetica Neue"/>
              </a:defRPr>
            </a:lvl1pPr>
          </a:lstStyle>
          <a:p xmlns:a="http://schemas.openxmlformats.org/drawingml/2006/main">
            <a:pPr>
              <a:buNone/>
            </a:pPr>
            <a:r>
              <a:t>√(.983 × .609) = 77.4%</a:t>
            </a:r>
          </a:p>
        </p:txBody>
      </p:sp>
      <p:sp>
        <p:nvSpPr>
          <p:cNvPr id="2756" name="TextBox 14">
            <a:extLst xmlns:a="http://schemas.openxmlformats.org/drawingml/2006/main">
              <a:ext uri="{FF2B5EF4-FFF2-40B4-BE49-F238E27FC236}">
                <a16:creationId xmlns:a16="http://schemas.microsoft.com/office/drawing/2014/main" id="{2A25C313-C3C5-42DB-9AB4-EDC58B7A96E6}"/>
              </a:ext>
            </a:extLst>
          </p:cNvPr>
          <p:cNvSpPr>
            <a:spLocks xmlns:a="http://schemas.openxmlformats.org/drawingml/2006/main" noGrp="1"/>
          </p:cNvSpPr>
          <p:nvPr/>
        </p:nvSpPr>
        <p:spPr>
          <a:xfrm xmlns:a="http://schemas.openxmlformats.org/drawingml/2006/main">
            <a:off x="3703320" y="3008376"/>
            <a:ext cx="1536193" cy="401612"/>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r">
              <a:buNone/>
              <a:defRPr sz="1300" b="1">
                <a:solidFill>
                  <a:srgbClr val="FF705B"/>
                </a:solidFill>
                <a:latin typeface="Helvetica Neue"/>
                <a:ea typeface="Helvetica Neue"/>
                <a:cs typeface="Helvetica Neue"/>
              </a:defRPr>
            </a:lvl1pPr>
          </a:lstStyle>
          <a:p xmlns:a="http://schemas.openxmlformats.org/drawingml/2006/main">
            <a:pPr>
              <a:buNone/>
            </a:pPr>
            <a:r>
              <a:t>PLATFORM SHOWS</a:t>
            </a:r>
          </a:p>
        </p:txBody>
      </p:sp>
      <p:sp>
        <p:nvSpPr>
          <p:cNvPr id="2757" name="Connector 15">
            <a:extLst xmlns:a="http://schemas.openxmlformats.org/drawingml/2006/main">
              <a:ext uri="{FF2B5EF4-FFF2-40B4-BE49-F238E27FC236}">
                <a16:creationId xmlns:a16="http://schemas.microsoft.com/office/drawing/2014/main" id="{CEF27A27-5482-43BF-8E98-2B5DF5EE3647}"/>
              </a:ext>
            </a:extLst>
          </p:cNvPr>
          <p:cNvSpPr>
            <a:spLocks xmlns:a="http://schemas.openxmlformats.org/drawingml/2006/main" noGrp="1"/>
          </p:cNvSpPr>
          <p:nvPr/>
        </p:nvSpPr>
        <p:spPr>
          <a:xfrm xmlns:a="http://schemas.openxmlformats.org/drawingml/2006/main">
            <a:off x="822960" y="3465576"/>
            <a:ext cx="4462272" cy="1"/>
          </a:xfrm>
          <a:prstGeom xmlns:a="http://schemas.openxmlformats.org/drawingml/2006/main" prst="line">
            <a:avLst/>
          </a:prstGeom>
          <a:ln xmlns:a="http://schemas.openxmlformats.org/drawingml/2006/main" w="1143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758" name="TextBox 16">
            <a:extLst xmlns:a="http://schemas.openxmlformats.org/drawingml/2006/main">
              <a:ext uri="{FF2B5EF4-FFF2-40B4-BE49-F238E27FC236}">
                <a16:creationId xmlns:a16="http://schemas.microsoft.com/office/drawing/2014/main" id="{CF432D36-521C-4E71-B826-4059DB65CF4E}"/>
              </a:ext>
            </a:extLst>
          </p:cNvPr>
          <p:cNvSpPr>
            <a:spLocks xmlns:a="http://schemas.openxmlformats.org/drawingml/2006/main" noGrp="1"/>
          </p:cNvSpPr>
          <p:nvPr/>
        </p:nvSpPr>
        <p:spPr>
          <a:xfrm xmlns:a="http://schemas.openxmlformats.org/drawingml/2006/main">
            <a:off x="841247" y="3703320"/>
            <a:ext cx="4553713" cy="67056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100">
                <a:solidFill>
                  <a:srgbClr val="111318"/>
                </a:solidFill>
                <a:latin typeface="Helvetica Neue"/>
                <a:ea typeface="Helvetica Neue"/>
                <a:cs typeface="Helvetica Neue"/>
              </a:defRPr>
            </a:lvl1pPr>
          </a:lstStyle>
          <a:p xmlns:a="http://schemas.openxmlformats.org/drawingml/2006/main">
            <a:pPr>
              <a:buNone/>
            </a:pPr>
            <a:r>
              <a:t>The Battle of Mu'tah was fought between the Byzantine Empire and the First Islamic State. The true size of the armies is considered to be around 10,000 for the Byzantines and 3000 for the Muslims. It ended with a Byzantine victory.</a:t>
            </a:r>
          </a:p>
        </p:txBody>
      </p:sp>
      <p:sp>
        <p:nvSpPr>
          <p:cNvPr id="2759" name="TextBox 17">
            <a:extLst xmlns:a="http://schemas.openxmlformats.org/drawingml/2006/main">
              <a:ext uri="{FF2B5EF4-FFF2-40B4-BE49-F238E27FC236}">
                <a16:creationId xmlns:a16="http://schemas.microsoft.com/office/drawing/2014/main" id="{707EC0E2-7301-402A-9F4D-D3B2AEDA57A7}"/>
              </a:ext>
            </a:extLst>
          </p:cNvPr>
          <p:cNvSpPr>
            <a:spLocks xmlns:a="http://schemas.openxmlformats.org/drawingml/2006/main" noGrp="1"/>
          </p:cNvSpPr>
          <p:nvPr/>
        </p:nvSpPr>
        <p:spPr>
          <a:xfrm xmlns:a="http://schemas.openxmlformats.org/drawingml/2006/main">
            <a:off x="841248" y="4855464"/>
            <a:ext cx="4041648"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800" b="1">
                <a:solidFill>
                  <a:srgbClr val="3977F6"/>
                </a:solidFill>
                <a:latin typeface="Helvetica Neue"/>
                <a:ea typeface="Helvetica Neue"/>
                <a:cs typeface="Helvetica Neue"/>
              </a:defRPr>
            </a:lvl1pPr>
          </a:lstStyle>
          <a:p xmlns:a="http://schemas.openxmlformats.org/drawingml/2006/main">
            <a:pPr>
              <a:buNone/>
            </a:pPr>
            <a:r>
              <a:t>SOURCES  Wikipedia (Mu'tah) · Islam365</a:t>
            </a:r>
          </a:p>
        </p:txBody>
      </p:sp>
      <p:sp>
        <p:nvSpPr>
          <p:cNvPr id="2760" name="TextBox 18">
            <a:extLst xmlns:a="http://schemas.openxmlformats.org/drawingml/2006/main">
              <a:ext uri="{FF2B5EF4-FFF2-40B4-BE49-F238E27FC236}">
                <a16:creationId xmlns:a16="http://schemas.microsoft.com/office/drawing/2014/main" id="{F7F9F09F-25A9-48BF-9914-902CAF98751A}"/>
              </a:ext>
            </a:extLst>
          </p:cNvPr>
          <p:cNvSpPr>
            <a:spLocks xmlns:a="http://schemas.openxmlformats.org/drawingml/2006/main" noGrp="1"/>
          </p:cNvSpPr>
          <p:nvPr/>
        </p:nvSpPr>
        <p:spPr>
          <a:xfrm xmlns:a="http://schemas.openxmlformats.org/drawingml/2006/main">
            <a:off x="6419087" y="1517903"/>
            <a:ext cx="2907794" cy="14871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000" b="1">
                <a:solidFill>
                  <a:srgbClr val="1FA873"/>
                </a:solidFill>
                <a:latin typeface="Helvetica Neue"/>
                <a:ea typeface="Helvetica Neue"/>
                <a:cs typeface="Helvetica Neue"/>
              </a:defRPr>
            </a:lvl1pPr>
          </a:lstStyle>
          <a:p xmlns:a="http://schemas.openxmlformats.org/drawingml/2006/main">
            <a:pPr>
              <a:buNone/>
            </a:pPr>
            <a:r>
              <a:t>CCA / REPRESENTATIVE PICK</a:t>
            </a:r>
          </a:p>
        </p:txBody>
      </p:sp>
      <p:sp>
        <p:nvSpPr>
          <p:cNvPr id="2761" name="TextBox 19">
            <a:extLst xmlns:a="http://schemas.openxmlformats.org/drawingml/2006/main">
              <a:ext uri="{FF2B5EF4-FFF2-40B4-BE49-F238E27FC236}">
                <a16:creationId xmlns:a16="http://schemas.microsoft.com/office/drawing/2014/main" id="{4FBD1E5F-AF10-46A9-8251-4DC7565E22D4}"/>
              </a:ext>
            </a:extLst>
          </p:cNvPr>
          <p:cNvSpPr>
            <a:spLocks xmlns:a="http://schemas.openxmlformats.org/drawingml/2006/main" noGrp="1"/>
          </p:cNvSpPr>
          <p:nvPr/>
        </p:nvSpPr>
        <p:spPr>
          <a:xfrm xmlns:a="http://schemas.openxmlformats.org/drawingml/2006/main">
            <a:off x="9473183" y="1527047"/>
            <a:ext cx="1883665"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r">
              <a:buNone/>
              <a:defRPr sz="800" b="1">
                <a:solidFill>
                  <a:srgbClr val="73777F"/>
                </a:solidFill>
                <a:latin typeface="Helvetica Neue"/>
                <a:ea typeface="Helvetica Neue"/>
                <a:cs typeface="Helvetica Neue"/>
              </a:defRPr>
            </a:lvl1pPr>
          </a:lstStyle>
          <a:p xmlns:a="http://schemas.openxmlformats.org/drawingml/2006/main">
            <a:pPr>
              <a:buNone/>
            </a:pPr>
            <a:r>
              <a:t>NOTE 1988182086097006685</a:t>
            </a:r>
          </a:p>
        </p:txBody>
      </p:sp>
      <p:sp>
        <p:nvSpPr>
          <p:cNvPr id="2762" name="TextBox 20">
            <a:extLst xmlns:a="http://schemas.openxmlformats.org/drawingml/2006/main">
              <a:ext uri="{FF2B5EF4-FFF2-40B4-BE49-F238E27FC236}">
                <a16:creationId xmlns:a16="http://schemas.microsoft.com/office/drawing/2014/main" id="{95B8BA54-B37C-4BB1-8B32-35033CEEC840}"/>
              </a:ext>
            </a:extLst>
          </p:cNvPr>
          <p:cNvSpPr>
            <a:spLocks xmlns:a="http://schemas.openxmlformats.org/drawingml/2006/main" noGrp="1"/>
          </p:cNvSpPr>
          <p:nvPr/>
        </p:nvSpPr>
        <p:spPr>
          <a:xfrm xmlns:a="http://schemas.openxmlformats.org/drawingml/2006/main">
            <a:off x="9418319" y="1746504"/>
            <a:ext cx="1938529"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r">
              <a:buNone/>
              <a:defRPr sz="800" b="1">
                <a:solidFill>
                  <a:srgbClr val="73777F"/>
                </a:solidFill>
                <a:latin typeface="Helvetica Neue"/>
                <a:ea typeface="Helvetica Neue"/>
                <a:cs typeface="Helvetica Neue"/>
              </a:defRPr>
            </a:lvl1pPr>
          </a:lstStyle>
          <a:p xmlns:a="http://schemas.openxmlformats.org/drawingml/2006/main">
            <a:pPr>
              <a:buNone/>
            </a:pPr>
            <a:r>
              <a:t>NEEDS_MORE_RATINGS</a:t>
            </a:r>
          </a:p>
        </p:txBody>
      </p:sp>
      <p:sp>
        <p:nvSpPr>
          <p:cNvPr id="2763" name="TextBox 21">
            <a:extLst xmlns:a="http://schemas.openxmlformats.org/drawingml/2006/main">
              <a:ext uri="{FF2B5EF4-FFF2-40B4-BE49-F238E27FC236}">
                <a16:creationId xmlns:a16="http://schemas.microsoft.com/office/drawing/2014/main" id="{BDD6EBF8-AE13-4891-840F-09507FB5599B}"/>
              </a:ext>
            </a:extLst>
          </p:cNvPr>
          <p:cNvSpPr>
            <a:spLocks xmlns:a="http://schemas.openxmlformats.org/drawingml/2006/main" noGrp="1"/>
          </p:cNvSpPr>
          <p:nvPr/>
        </p:nvSpPr>
        <p:spPr>
          <a:xfrm xmlns:a="http://schemas.openxmlformats.org/drawingml/2006/main">
            <a:off x="6437376" y="1874518"/>
            <a:ext cx="1508761" cy="42672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2800" b="1">
                <a:solidFill>
                  <a:srgbClr val="111318"/>
                </a:solidFill>
                <a:latin typeface="Helvetica Neue"/>
                <a:ea typeface="Helvetica Neue"/>
                <a:cs typeface="Helvetica Neue"/>
              </a:defRPr>
            </a:lvl1pPr>
          </a:lstStyle>
          <a:p xmlns:a="http://schemas.openxmlformats.org/drawingml/2006/main">
            <a:pPr>
              <a:buNone/>
            </a:pPr>
            <a:r>
              <a:t>91.2%</a:t>
            </a:r>
          </a:p>
        </p:txBody>
      </p:sp>
      <p:sp>
        <p:nvSpPr>
          <p:cNvPr id="2764" name="TextBox 22">
            <a:extLst xmlns:a="http://schemas.openxmlformats.org/drawingml/2006/main">
              <a:ext uri="{FF2B5EF4-FFF2-40B4-BE49-F238E27FC236}">
                <a16:creationId xmlns:a16="http://schemas.microsoft.com/office/drawing/2014/main" id="{DC20CBD0-25A7-40AB-A90D-CDB54F0F23FE}"/>
              </a:ext>
            </a:extLst>
          </p:cNvPr>
          <p:cNvSpPr>
            <a:spLocks xmlns:a="http://schemas.openxmlformats.org/drawingml/2006/main" noGrp="1"/>
          </p:cNvSpPr>
          <p:nvPr/>
        </p:nvSpPr>
        <p:spPr>
          <a:xfrm xmlns:a="http://schemas.openxmlformats.org/drawingml/2006/main">
            <a:off x="7808975" y="2048255"/>
            <a:ext cx="1508761" cy="161049"/>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100" b="1">
                <a:solidFill>
                  <a:srgbClr val="73777F"/>
                </a:solidFill>
                <a:latin typeface="Helvetica Neue"/>
                <a:ea typeface="Helvetica Neue"/>
                <a:cs typeface="Helvetica Neue"/>
              </a:defRPr>
            </a:lvl1pPr>
          </a:lstStyle>
          <a:p xmlns:a="http://schemas.openxmlformats.org/drawingml/2006/main">
            <a:pPr>
              <a:buNone/>
            </a:pPr>
            <a:r>
              <a:t>overall approval</a:t>
            </a:r>
          </a:p>
        </p:txBody>
      </p:sp>
      <p:sp>
        <p:nvSpPr>
          <p:cNvPr id="2765" name="TextBox 23">
            <a:extLst xmlns:a="http://schemas.openxmlformats.org/drawingml/2006/main">
              <a:ext uri="{FF2B5EF4-FFF2-40B4-BE49-F238E27FC236}">
                <a16:creationId xmlns:a16="http://schemas.microsoft.com/office/drawing/2014/main" id="{0E3ADC1B-F736-4898-8560-F1F1FC8E7843}"/>
              </a:ext>
            </a:extLst>
          </p:cNvPr>
          <p:cNvSpPr>
            <a:spLocks xmlns:a="http://schemas.openxmlformats.org/drawingml/2006/main" noGrp="1"/>
          </p:cNvSpPr>
          <p:nvPr/>
        </p:nvSpPr>
        <p:spPr>
          <a:xfrm xmlns:a="http://schemas.openxmlformats.org/drawingml/2006/main">
            <a:off x="9619488" y="2002535"/>
            <a:ext cx="1737361" cy="18608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r">
              <a:buNone/>
              <a:defRPr sz="1200" b="1">
                <a:solidFill>
                  <a:srgbClr val="1FA873"/>
                </a:solidFill>
                <a:latin typeface="Helvetica Neue"/>
                <a:ea typeface="Helvetica Neue"/>
                <a:cs typeface="Helvetica Neue"/>
              </a:defRPr>
            </a:lvl1pPr>
          </a:lstStyle>
          <a:p xmlns:a="http://schemas.openxmlformats.org/drawingml/2006/main">
            <a:pPr>
              <a:buNone/>
            </a:pPr>
            <a:r>
              <a:t>GEMMA  95/100</a:t>
            </a:r>
          </a:p>
        </p:txBody>
      </p:sp>
      <p:sp>
        <p:nvSpPr>
          <p:cNvPr id="2766" name="TextBox 24">
            <a:extLst xmlns:a="http://schemas.openxmlformats.org/drawingml/2006/main">
              <a:ext uri="{FF2B5EF4-FFF2-40B4-BE49-F238E27FC236}">
                <a16:creationId xmlns:a16="http://schemas.microsoft.com/office/drawing/2014/main" id="{4F687A8E-3BFD-46E2-8720-946DE755BB78}"/>
              </a:ext>
            </a:extLst>
          </p:cNvPr>
          <p:cNvSpPr>
            <a:spLocks xmlns:a="http://schemas.openxmlformats.org/drawingml/2006/main" noGrp="1"/>
          </p:cNvSpPr>
          <p:nvPr/>
        </p:nvSpPr>
        <p:spPr>
          <a:xfrm xmlns:a="http://schemas.openxmlformats.org/drawingml/2006/main">
            <a:off x="6455664" y="2560320"/>
            <a:ext cx="1389889" cy="198412"/>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300" b="1">
                <a:solidFill>
                  <a:srgbClr val="3977F6"/>
                </a:solidFill>
                <a:latin typeface="Helvetica Neue"/>
                <a:ea typeface="Helvetica Neue"/>
                <a:cs typeface="Helvetica Neue"/>
              </a:defRPr>
            </a:lvl1pPr>
          </a:lstStyle>
          <a:p xmlns:a="http://schemas.openxmlformats.org/drawingml/2006/main">
            <a:pPr>
              <a:buNone/>
            </a:pPr>
            <a:r>
              <a:t>C0  95.2%</a:t>
            </a:r>
          </a:p>
        </p:txBody>
      </p:sp>
      <p:sp>
        <p:nvSpPr>
          <p:cNvPr id="2767" name="TextBox 25">
            <a:extLst xmlns:a="http://schemas.openxmlformats.org/drawingml/2006/main">
              <a:ext uri="{FF2B5EF4-FFF2-40B4-BE49-F238E27FC236}">
                <a16:creationId xmlns:a16="http://schemas.microsoft.com/office/drawing/2014/main" id="{028CECBA-FC51-4C49-BCC2-039F4FB61FA0}"/>
              </a:ext>
            </a:extLst>
          </p:cNvPr>
          <p:cNvSpPr>
            <a:spLocks xmlns:a="http://schemas.openxmlformats.org/drawingml/2006/main" noGrp="1"/>
          </p:cNvSpPr>
          <p:nvPr/>
        </p:nvSpPr>
        <p:spPr>
          <a:xfrm xmlns:a="http://schemas.openxmlformats.org/drawingml/2006/main">
            <a:off x="7973568" y="2560320"/>
            <a:ext cx="1389889" cy="198412"/>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300" b="1">
                <a:solidFill>
                  <a:srgbClr val="FF705B"/>
                </a:solidFill>
                <a:latin typeface="Helvetica Neue"/>
                <a:ea typeface="Helvetica Neue"/>
                <a:cs typeface="Helvetica Neue"/>
              </a:defRPr>
            </a:lvl1pPr>
          </a:lstStyle>
          <a:p xmlns:a="http://schemas.openxmlformats.org/drawingml/2006/main">
            <a:pPr>
              <a:buNone/>
            </a:pPr>
            <a:r>
              <a:t>C1  73.7%</a:t>
            </a:r>
          </a:p>
        </p:txBody>
      </p:sp>
      <p:sp>
        <p:nvSpPr>
          <p:cNvPr id="2768" name="TextBox 26">
            <a:extLst xmlns:a="http://schemas.openxmlformats.org/drawingml/2006/main">
              <a:ext uri="{FF2B5EF4-FFF2-40B4-BE49-F238E27FC236}">
                <a16:creationId xmlns:a16="http://schemas.microsoft.com/office/drawing/2014/main" id="{C57A7993-A8ED-4DFD-A900-B94E1BA90A2C}"/>
              </a:ext>
            </a:extLst>
          </p:cNvPr>
          <p:cNvSpPr>
            <a:spLocks xmlns:a="http://schemas.openxmlformats.org/drawingml/2006/main" noGrp="1"/>
          </p:cNvSpPr>
          <p:nvPr/>
        </p:nvSpPr>
        <p:spPr>
          <a:xfrm xmlns:a="http://schemas.openxmlformats.org/drawingml/2006/main">
            <a:off x="10186416" y="2560320"/>
            <a:ext cx="1115569" cy="15240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r">
              <a:buNone/>
              <a:defRPr sz="1000" b="1">
                <a:solidFill>
                  <a:srgbClr val="73777F"/>
                </a:solidFill>
                <a:latin typeface="Helvetica Neue"/>
                <a:ea typeface="Helvetica Neue"/>
                <a:cs typeface="Helvetica Neue"/>
              </a:defRPr>
            </a:lvl1pPr>
          </a:lstStyle>
          <a:p xmlns:a="http://schemas.openxmlformats.org/drawingml/2006/main">
            <a:pPr>
              <a:buNone/>
            </a:pPr>
            <a:r>
              <a:t>204 ratings</a:t>
            </a:r>
          </a:p>
        </p:txBody>
      </p:sp>
      <p:sp>
        <p:nvSpPr>
          <p:cNvPr id="2769" name="TextBox 27">
            <a:extLst xmlns:a="http://schemas.openxmlformats.org/drawingml/2006/main">
              <a:ext uri="{FF2B5EF4-FFF2-40B4-BE49-F238E27FC236}">
                <a16:creationId xmlns:a16="http://schemas.microsoft.com/office/drawing/2014/main" id="{8DAA28A6-7D5B-4A5C-8D98-73414FE5028B}"/>
              </a:ext>
            </a:extLst>
          </p:cNvPr>
          <p:cNvSpPr>
            <a:spLocks xmlns:a="http://schemas.openxmlformats.org/drawingml/2006/main" noGrp="1"/>
          </p:cNvSpPr>
          <p:nvPr/>
        </p:nvSpPr>
        <p:spPr>
          <a:xfrm xmlns:a="http://schemas.openxmlformats.org/drawingml/2006/main">
            <a:off x="6455664" y="2980944"/>
            <a:ext cx="2688336" cy="28547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b="1">
                <a:solidFill>
                  <a:srgbClr val="1FA873"/>
                </a:solidFill>
                <a:latin typeface="Helvetica Neue"/>
                <a:ea typeface="Helvetica Neue"/>
                <a:cs typeface="Helvetica Neue"/>
              </a:defRPr>
            </a:lvl1pPr>
          </a:lstStyle>
          <a:p xmlns:a="http://schemas.openxmlformats.org/drawingml/2006/main">
            <a:pPr>
              <a:buNone/>
            </a:pPr>
            <a:r>
              <a:t>√(.952 × .737) = 83.7%</a:t>
            </a:r>
          </a:p>
        </p:txBody>
      </p:sp>
      <p:sp>
        <p:nvSpPr>
          <p:cNvPr id="2770" name="TextBox 28">
            <a:extLst xmlns:a="http://schemas.openxmlformats.org/drawingml/2006/main">
              <a:ext uri="{FF2B5EF4-FFF2-40B4-BE49-F238E27FC236}">
                <a16:creationId xmlns:a16="http://schemas.microsoft.com/office/drawing/2014/main" id="{328B32B6-B990-40C8-AF97-4DCA59055311}"/>
              </a:ext>
            </a:extLst>
          </p:cNvPr>
          <p:cNvSpPr>
            <a:spLocks xmlns:a="http://schemas.openxmlformats.org/drawingml/2006/main" noGrp="1"/>
          </p:cNvSpPr>
          <p:nvPr/>
        </p:nvSpPr>
        <p:spPr>
          <a:xfrm xmlns:a="http://schemas.openxmlformats.org/drawingml/2006/main">
            <a:off x="10104119" y="3008376"/>
            <a:ext cx="1197865" cy="198412"/>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r">
              <a:buNone/>
              <a:defRPr sz="1300" b="1">
                <a:solidFill>
                  <a:srgbClr val="1FA873"/>
                </a:solidFill>
                <a:latin typeface="Helvetica Neue"/>
                <a:ea typeface="Helvetica Neue"/>
                <a:cs typeface="Helvetica Neue"/>
              </a:defRPr>
            </a:lvl1pPr>
          </a:lstStyle>
          <a:p xmlns:a="http://schemas.openxmlformats.org/drawingml/2006/main">
            <a:pPr>
              <a:buNone/>
            </a:pPr>
            <a:r>
              <a:t>CCA PICKS</a:t>
            </a:r>
          </a:p>
        </p:txBody>
      </p:sp>
      <p:sp>
        <p:nvSpPr>
          <p:cNvPr id="2771" name="Connector 29">
            <a:extLst xmlns:a="http://schemas.openxmlformats.org/drawingml/2006/main">
              <a:ext uri="{FF2B5EF4-FFF2-40B4-BE49-F238E27FC236}">
                <a16:creationId xmlns:a16="http://schemas.microsoft.com/office/drawing/2014/main" id="{D70BDA53-BEBB-41F9-A03A-429B4BE4F218}"/>
              </a:ext>
            </a:extLst>
          </p:cNvPr>
          <p:cNvSpPr>
            <a:spLocks xmlns:a="http://schemas.openxmlformats.org/drawingml/2006/main" noGrp="1"/>
          </p:cNvSpPr>
          <p:nvPr/>
        </p:nvSpPr>
        <p:spPr>
          <a:xfrm xmlns:a="http://schemas.openxmlformats.org/drawingml/2006/main">
            <a:off x="6437376" y="3465576"/>
            <a:ext cx="4919472" cy="1"/>
          </a:xfrm>
          <a:prstGeom xmlns:a="http://schemas.openxmlformats.org/drawingml/2006/main" prst="line">
            <a:avLst/>
          </a:prstGeom>
          <a:ln xmlns:a="http://schemas.openxmlformats.org/drawingml/2006/main" w="1143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772" name="TextBox 30">
            <a:extLst xmlns:a="http://schemas.openxmlformats.org/drawingml/2006/main">
              <a:ext uri="{FF2B5EF4-FFF2-40B4-BE49-F238E27FC236}">
                <a16:creationId xmlns:a16="http://schemas.microsoft.com/office/drawing/2014/main" id="{267D5548-4FDF-452C-A8D3-E0CB81A26494}"/>
              </a:ext>
            </a:extLst>
          </p:cNvPr>
          <p:cNvSpPr>
            <a:spLocks xmlns:a="http://schemas.openxmlformats.org/drawingml/2006/main" noGrp="1"/>
          </p:cNvSpPr>
          <p:nvPr/>
        </p:nvSpPr>
        <p:spPr>
          <a:xfrm xmlns:a="http://schemas.openxmlformats.org/drawingml/2006/main">
            <a:off x="6455664" y="3703320"/>
            <a:ext cx="4800601" cy="605689"/>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100">
                <a:solidFill>
                  <a:srgbClr val="111318"/>
                </a:solidFill>
                <a:latin typeface="Helvetica Neue"/>
                <a:ea typeface="Helvetica Neue"/>
                <a:cs typeface="Helvetica Neue"/>
              </a:defRPr>
            </a:lvl1pPr>
          </a:lstStyle>
          <a:p xmlns:a="http://schemas.openxmlformats.org/drawingml/2006/main">
            <a:pPr>
              <a:buNone/>
            </a:pPr>
            <a:r>
              <a:t>The post refers to the Battle of Yarmouk (636 AD), but reliable estimates put Muslim forces at 15,000–40,000, not 3,000, versus 15,000–150,000 Byzantines. 3,000 Muslims fought at the earlier Battle of Mu'tah (629 AD).</a:t>
            </a:r>
          </a:p>
        </p:txBody>
      </p:sp>
      <p:sp>
        <p:nvSpPr>
          <p:cNvPr id="2773" name="TextBox 31">
            <a:extLst xmlns:a="http://schemas.openxmlformats.org/drawingml/2006/main">
              <a:ext uri="{FF2B5EF4-FFF2-40B4-BE49-F238E27FC236}">
                <a16:creationId xmlns:a16="http://schemas.microsoft.com/office/drawing/2014/main" id="{A0793529-5295-4029-8C29-3F62E31FDA3C}"/>
              </a:ext>
            </a:extLst>
          </p:cNvPr>
          <p:cNvSpPr>
            <a:spLocks xmlns:a="http://schemas.openxmlformats.org/drawingml/2006/main" noGrp="1"/>
          </p:cNvSpPr>
          <p:nvPr/>
        </p:nvSpPr>
        <p:spPr>
          <a:xfrm xmlns:a="http://schemas.openxmlformats.org/drawingml/2006/main">
            <a:off x="6455664" y="4855464"/>
            <a:ext cx="4334257"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800" b="1">
                <a:solidFill>
                  <a:srgbClr val="3977F6"/>
                </a:solidFill>
                <a:latin typeface="Helvetica Neue"/>
                <a:ea typeface="Helvetica Neue"/>
                <a:cs typeface="Helvetica Neue"/>
              </a:defRPr>
            </a:lvl1pPr>
          </a:lstStyle>
          <a:p xmlns:a="http://schemas.openxmlformats.org/drawingml/2006/main">
            <a:pPr>
              <a:buNone/>
            </a:pPr>
            <a:r>
              <a:t>SOURCES  Wikipedia (Yarmouk, Mu'tah) · Britannica</a:t>
            </a:r>
          </a:p>
        </p:txBody>
      </p:sp>
      <p:sp>
        <p:nvSpPr>
          <p:cNvPr id="2774" name="Connector 32">
            <a:extLst xmlns:a="http://schemas.openxmlformats.org/drawingml/2006/main">
              <a:ext uri="{FF2B5EF4-FFF2-40B4-BE49-F238E27FC236}">
                <a16:creationId xmlns:a16="http://schemas.microsoft.com/office/drawing/2014/main" id="{4837870C-EF0E-4EF1-BC85-58F5AB92BDF8}"/>
              </a:ext>
            </a:extLst>
          </p:cNvPr>
          <p:cNvSpPr>
            <a:spLocks xmlns:a="http://schemas.openxmlformats.org/drawingml/2006/main" noGrp="1"/>
          </p:cNvSpPr>
          <p:nvPr/>
        </p:nvSpPr>
        <p:spPr>
          <a:xfrm xmlns:a="http://schemas.openxmlformats.org/drawingml/2006/main">
            <a:off x="749807" y="5404103"/>
            <a:ext cx="10680194" cy="1"/>
          </a:xfrm>
          <a:prstGeom xmlns:a="http://schemas.openxmlformats.org/drawingml/2006/main" prst="line">
            <a:avLst/>
          </a:prstGeom>
          <a:ln xmlns:a="http://schemas.openxmlformats.org/drawingml/2006/main" w="1270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775" name="TextBox 33">
            <a:extLst xmlns:a="http://schemas.openxmlformats.org/drawingml/2006/main">
              <a:ext uri="{FF2B5EF4-FFF2-40B4-BE49-F238E27FC236}">
                <a16:creationId xmlns:a16="http://schemas.microsoft.com/office/drawing/2014/main" id="{9D435431-F9F4-4907-B7ED-7F61E3C31C4F}"/>
              </a:ext>
            </a:extLst>
          </p:cNvPr>
          <p:cNvSpPr>
            <a:spLocks xmlns:a="http://schemas.openxmlformats.org/drawingml/2006/main" noGrp="1"/>
          </p:cNvSpPr>
          <p:nvPr/>
        </p:nvSpPr>
        <p:spPr>
          <a:xfrm xmlns:a="http://schemas.openxmlformats.org/drawingml/2006/main">
            <a:off x="2011680" y="5687567"/>
            <a:ext cx="8183879" cy="22860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lgn="ctr">
              <a:buNone/>
              <a:defRPr sz="1500" b="1">
                <a:solidFill>
                  <a:srgbClr val="FF705B"/>
                </a:solidFill>
                <a:latin typeface="Helvetica Neue"/>
                <a:ea typeface="Helvetica Neue"/>
                <a:cs typeface="Helvetica Neue"/>
              </a:defRPr>
            </a:pPr>
            <a:r>
              <a:t>• Platform approval favored the wrong battle; CCA selected the relevant correction</a:t>
            </a:r>
          </a:p>
        </p:txBody>
      </p:sp>
      <p:sp>
        <p:nvSpPr>
          <p:cNvPr id="2776" name="TextBox 34">
            <a:extLst xmlns:a="http://schemas.openxmlformats.org/drawingml/2006/main">
              <a:ext uri="{FF2B5EF4-FFF2-40B4-BE49-F238E27FC236}">
                <a16:creationId xmlns:a16="http://schemas.microsoft.com/office/drawing/2014/main" id="{E1C56CC8-C8E0-45C4-B885-1C7BB1C36EC4}"/>
              </a:ext>
            </a:extLst>
          </p:cNvPr>
          <p:cNvSpPr>
            <a:spLocks xmlns:a="http://schemas.openxmlformats.org/drawingml/2006/main" noGrp="1"/>
          </p:cNvSpPr>
          <p:nvPr/>
        </p:nvSpPr>
        <p:spPr>
          <a:xfrm xmlns:a="http://schemas.openxmlformats.org/drawingml/2006/main">
            <a:off x="621792" y="6437376"/>
            <a:ext cx="10881360"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800">
                <a:solidFill>
                  <a:srgbClr val="73777F"/>
                </a:solidFill>
                <a:latin typeface="Helvetica Neue"/>
                <a:ea typeface="Helvetica Neue"/>
                <a:cs typeface="Helvetica Neue"/>
              </a:defRPr>
            </a:lvl1pPr>
          </a:lstStyle>
          <a:p xmlns:a="http://schemas.openxmlformats.org/drawingml/2006/main">
            <a:pPr>
              <a:buNone/>
            </a:pPr>
            <a:r>
              <a:t>• Authors’ Representative selection · canonical Gemma output</a:t>
            </a:r>
          </a:p>
        </p:txBody>
      </p:sp>
      <p:sp>
        <p:nvSpPr>
          <p:cNvPr id="2777" name="Rectangle">
            <a:extLst xmlns:a="http://schemas.openxmlformats.org/drawingml/2006/main">
              <a:ext uri="{FF2B5EF4-FFF2-40B4-BE49-F238E27FC236}">
                <a16:creationId xmlns:a16="http://schemas.microsoft.com/office/drawing/2014/main" id="{09F27FB2-BF98-4193-92F9-9FC6F051E401}"/>
              </a:ext>
            </a:extLst>
          </p:cNvPr>
          <p:cNvSpPr>
            <a:spLocks xmlns:a="http://schemas.openxmlformats.org/drawingml/2006/main" noGrp="1"/>
          </p:cNvSpPr>
          <p:nvPr/>
        </p:nvSpPr>
        <p:spPr>
          <a:xfrm xmlns:a="http://schemas.openxmlformats.org/drawingml/2006/main">
            <a:off x="6428231" y="1460621"/>
            <a:ext cx="5319550" cy="3644148"/>
          </a:xfrm>
          <a:prstGeom xmlns:a="http://schemas.openxmlformats.org/drawingml/2006/main" prst="rect">
            <a:avLst/>
          </a:prstGeom>
          <a:solidFill xmlns:a="http://schemas.openxmlformats.org/drawingml/2006/main">
            <a:srgbClr val="FFFFFF"/>
          </a:solidFill>
          <a:ln xmlns:a="http://schemas.openxmlformats.org/drawingml/2006/main" w="12700"/>
        </p:spPr>
        <p:txBody>
          <a:bodyPr xmlns:a="http://schemas.openxmlformats.org/drawingml/2006/main" lIns="45718" tIns="45718" rIns="45718" bIns="45718" anchor="ctr"/>
          <a:lstStyle xmlns:a="http://schemas.openxmlformats.org/drawingml/2006/main"/>
          <a:p xmlns:a="http://schemas.openxmlformats.org/drawingml/2006/main">
            <a:pPr>
              <a:buNone/>
              <a:defRPr>
                <a:latin typeface="+mn-lt"/>
                <a:ea typeface="+mn-lt"/>
                <a:cs typeface="+mn-lt"/>
              </a:defRPr>
            </a:pPr>
          </a:p>
        </p:txBody>
      </p:sp>
    </p:spTree>
    <p:extLst>
      <p:ext uri="{BB962C8B-B14F-4D97-AF65-F5344CB8AC3E}">
        <p14:creationId xmlns:p14="http://schemas.microsoft.com/office/powerpoint/2010/main" val="2088053407"/>
      </p:ext>
    </p:extLst>
  </p:cSld>
</p:sld>
</file>

<file path=ppt/slides/slide40.xml><?xml version="1.0" encoding="utf-8"?>
<p:sld xmlns:p="http://schemas.openxmlformats.org/presentationml/2006/main" showMasterSp="1">
  <p:cSld>
    <p:spTree>
      <p:nvGrpSpPr>
        <p:cNvPr id="1" name=""/>
        <p:cNvGrpSpPr/>
        <p:nvPr/>
      </p:nvGrpSpPr>
      <p:grpSpPr>
        <a:xfrm xmlns:a="http://schemas.openxmlformats.org/drawingml/2006/main"/>
      </p:grpSpPr>
      <p:sp>
        <p:nvSpPr>
          <p:cNvPr id="2779" name="TextBox 1">
            <a:extLst xmlns:a="http://schemas.openxmlformats.org/drawingml/2006/main">
              <a:ext uri="{FF2B5EF4-FFF2-40B4-BE49-F238E27FC236}">
                <a16:creationId xmlns:a16="http://schemas.microsoft.com/office/drawing/2014/main" id="{405A1CAD-CB15-413D-BBFA-5FA20CFCACF9}"/>
              </a:ext>
            </a:extLst>
          </p:cNvPr>
          <p:cNvSpPr>
            <a:spLocks xmlns:a="http://schemas.openxmlformats.org/drawingml/2006/main" noGrp="1"/>
          </p:cNvSpPr>
          <p:nvPr/>
        </p:nvSpPr>
        <p:spPr>
          <a:xfrm xmlns:a="http://schemas.openxmlformats.org/drawingml/2006/main">
            <a:off x="603503" y="420623"/>
            <a:ext cx="4389122" cy="15240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000" b="1">
                <a:solidFill>
                  <a:srgbClr val="73777F"/>
                </a:solidFill>
                <a:latin typeface="Helvetica Neue"/>
                <a:ea typeface="Helvetica Neue"/>
                <a:cs typeface="Helvetica Neue"/>
              </a:defRPr>
            </a:lvl1pPr>
          </a:lstStyle>
          <a:p xmlns:a="http://schemas.openxmlformats.org/drawingml/2006/main">
            <a:pPr>
              <a:buNone/>
            </a:pPr>
            <a:r>
              <a:t>CASE · YARMOUK / MU'TAH</a:t>
            </a:r>
          </a:p>
        </p:txBody>
      </p:sp>
      <p:sp>
        <p:nvSpPr>
          <p:cNvPr id="2780" name="TextBox 2">
            <a:extLst xmlns:a="http://schemas.openxmlformats.org/drawingml/2006/main">
              <a:ext uri="{FF2B5EF4-FFF2-40B4-BE49-F238E27FC236}">
                <a16:creationId xmlns:a16="http://schemas.microsoft.com/office/drawing/2014/main" id="{1905CEE3-C3D8-44F9-AC01-B0FA8CA3A04E}"/>
              </a:ext>
            </a:extLst>
          </p:cNvPr>
          <p:cNvSpPr>
            <a:spLocks xmlns:a="http://schemas.openxmlformats.org/drawingml/2006/main" noGrp="1"/>
          </p:cNvSpPr>
          <p:nvPr/>
        </p:nvSpPr>
        <p:spPr>
          <a:xfrm xmlns:a="http://schemas.openxmlformats.org/drawingml/2006/main">
            <a:off x="603504" y="786383"/>
            <a:ext cx="10515601" cy="45885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3000" b="1">
                <a:solidFill>
                  <a:srgbClr val="111318"/>
                </a:solidFill>
                <a:latin typeface="Helvetica Neue"/>
                <a:ea typeface="Helvetica Neue"/>
                <a:cs typeface="Helvetica Neue"/>
              </a:defRPr>
            </a:lvl1pPr>
          </a:lstStyle>
          <a:p xmlns:a="http://schemas.openxmlformats.org/drawingml/2006/main">
            <a:pPr>
              <a:buNone/>
            </a:pPr>
            <a:r>
              <a:t>High approval. Wrong battle.</a:t>
            </a:r>
          </a:p>
        </p:txBody>
      </p:sp>
      <p:sp>
        <p:nvSpPr>
          <p:cNvPr id="2781" name="TextBox 3">
            <a:extLst xmlns:a="http://schemas.openxmlformats.org/drawingml/2006/main">
              <a:ext uri="{FF2B5EF4-FFF2-40B4-BE49-F238E27FC236}">
                <a16:creationId xmlns:a16="http://schemas.microsoft.com/office/drawing/2014/main" id="{519216E9-3C4D-4D72-BC39-2A4D6BDDD3B8}"/>
              </a:ext>
            </a:extLst>
          </p:cNvPr>
          <p:cNvSpPr>
            <a:spLocks xmlns:a="http://schemas.openxmlformats.org/drawingml/2006/main" noGrp="1"/>
          </p:cNvSpPr>
          <p:nvPr/>
        </p:nvSpPr>
        <p:spPr>
          <a:xfrm xmlns:a="http://schemas.openxmlformats.org/drawingml/2006/main">
            <a:off x="11082528" y="457200"/>
            <a:ext cx="438913" cy="136385"/>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r">
              <a:buNone/>
              <a:defRPr sz="900" b="1">
                <a:solidFill>
                  <a:srgbClr val="73777F"/>
                </a:solidFill>
                <a:latin typeface="Helvetica Neue"/>
                <a:ea typeface="Helvetica Neue"/>
                <a:cs typeface="Helvetica Neue"/>
              </a:defRPr>
            </a:lvl1pPr>
          </a:lstStyle>
          <a:p xmlns:a="http://schemas.openxmlformats.org/drawingml/2006/main">
            <a:pPr>
              <a:buNone/>
            </a:pPr>
            <a:r>
              <a:t>13</a:t>
            </a:r>
          </a:p>
        </p:txBody>
      </p:sp>
      <p:sp>
        <p:nvSpPr>
          <p:cNvPr id="2782" name="Connector 4">
            <a:extLst xmlns:a="http://schemas.openxmlformats.org/drawingml/2006/main">
              <a:ext uri="{FF2B5EF4-FFF2-40B4-BE49-F238E27FC236}">
                <a16:creationId xmlns:a16="http://schemas.microsoft.com/office/drawing/2014/main" id="{05CF8948-4F6A-42DC-ACE6-62FE6158283A}"/>
              </a:ext>
            </a:extLst>
          </p:cNvPr>
          <p:cNvSpPr>
            <a:spLocks xmlns:a="http://schemas.openxmlformats.org/drawingml/2006/main" noGrp="1"/>
          </p:cNvSpPr>
          <p:nvPr/>
        </p:nvSpPr>
        <p:spPr>
          <a:xfrm xmlns:a="http://schemas.openxmlformats.org/drawingml/2006/main" flipH="1">
            <a:off x="6099047" y="1554479"/>
            <a:ext cx="1" cy="3694177"/>
          </a:xfrm>
          <a:prstGeom xmlns:a="http://schemas.openxmlformats.org/drawingml/2006/main" prst="line">
            <a:avLst/>
          </a:prstGeom>
          <a:ln xmlns:a="http://schemas.openxmlformats.org/drawingml/2006/main" w="1270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783" name="TextBox 5">
            <a:extLst xmlns:a="http://schemas.openxmlformats.org/drawingml/2006/main">
              <a:ext uri="{FF2B5EF4-FFF2-40B4-BE49-F238E27FC236}">
                <a16:creationId xmlns:a16="http://schemas.microsoft.com/office/drawing/2014/main" id="{EE379AA8-33C0-49D5-ABAA-FD07E61905FE}"/>
              </a:ext>
            </a:extLst>
          </p:cNvPr>
          <p:cNvSpPr>
            <a:spLocks xmlns:a="http://schemas.openxmlformats.org/drawingml/2006/main" noGrp="1"/>
          </p:cNvSpPr>
          <p:nvPr/>
        </p:nvSpPr>
        <p:spPr>
          <a:xfrm xmlns:a="http://schemas.openxmlformats.org/drawingml/2006/main">
            <a:off x="804672" y="1517903"/>
            <a:ext cx="2578608" cy="14871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000" b="1">
                <a:solidFill>
                  <a:srgbClr val="FF705B"/>
                </a:solidFill>
                <a:latin typeface="Helvetica Neue"/>
                <a:ea typeface="Helvetica Neue"/>
                <a:cs typeface="Helvetica Neue"/>
              </a:defRPr>
            </a:lvl1pPr>
          </a:lstStyle>
          <a:p xmlns:a="http://schemas.openxmlformats.org/drawingml/2006/main">
            <a:pPr>
              <a:buNone/>
            </a:pPr>
            <a:r>
              <a:t>PLATFORM-SHOWN NOTE</a:t>
            </a:r>
          </a:p>
        </p:txBody>
      </p:sp>
      <p:sp>
        <p:nvSpPr>
          <p:cNvPr id="2784" name="TextBox 6">
            <a:extLst xmlns:a="http://schemas.openxmlformats.org/drawingml/2006/main">
              <a:ext uri="{FF2B5EF4-FFF2-40B4-BE49-F238E27FC236}">
                <a16:creationId xmlns:a16="http://schemas.microsoft.com/office/drawing/2014/main" id="{0A4C20DD-2064-4E7B-A9EC-286080F996B8}"/>
              </a:ext>
            </a:extLst>
          </p:cNvPr>
          <p:cNvSpPr>
            <a:spLocks xmlns:a="http://schemas.openxmlformats.org/drawingml/2006/main" noGrp="1"/>
          </p:cNvSpPr>
          <p:nvPr/>
        </p:nvSpPr>
        <p:spPr>
          <a:xfrm xmlns:a="http://schemas.openxmlformats.org/drawingml/2006/main">
            <a:off x="3246120" y="1527047"/>
            <a:ext cx="2157985"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r">
              <a:buNone/>
              <a:defRPr sz="800" b="1">
                <a:solidFill>
                  <a:srgbClr val="73777F"/>
                </a:solidFill>
                <a:latin typeface="Helvetica Neue"/>
                <a:ea typeface="Helvetica Neue"/>
                <a:cs typeface="Helvetica Neue"/>
              </a:defRPr>
            </a:lvl1pPr>
          </a:lstStyle>
          <a:p xmlns:a="http://schemas.openxmlformats.org/drawingml/2006/main">
            <a:pPr>
              <a:buNone/>
            </a:pPr>
            <a:r>
              <a:t>NOTE 1988138343385731249</a:t>
            </a:r>
          </a:p>
        </p:txBody>
      </p:sp>
      <p:sp>
        <p:nvSpPr>
          <p:cNvPr id="2785" name="TextBox 7">
            <a:extLst xmlns:a="http://schemas.openxmlformats.org/drawingml/2006/main">
              <a:ext uri="{FF2B5EF4-FFF2-40B4-BE49-F238E27FC236}">
                <a16:creationId xmlns:a16="http://schemas.microsoft.com/office/drawing/2014/main" id="{52E6083A-B891-43F1-BD1F-15FAAF3C4BD8}"/>
              </a:ext>
            </a:extLst>
          </p:cNvPr>
          <p:cNvSpPr>
            <a:spLocks xmlns:a="http://schemas.openxmlformats.org/drawingml/2006/main" noGrp="1"/>
          </p:cNvSpPr>
          <p:nvPr/>
        </p:nvSpPr>
        <p:spPr>
          <a:xfrm xmlns:a="http://schemas.openxmlformats.org/drawingml/2006/main">
            <a:off x="3081527" y="1746504"/>
            <a:ext cx="2322578"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r">
              <a:buNone/>
              <a:defRPr sz="800" b="1">
                <a:solidFill>
                  <a:srgbClr val="FF705B"/>
                </a:solidFill>
                <a:latin typeface="Helvetica Neue"/>
                <a:ea typeface="Helvetica Neue"/>
                <a:cs typeface="Helvetica Neue"/>
              </a:defRPr>
            </a:lvl1pPr>
          </a:lstStyle>
          <a:p xmlns:a="http://schemas.openxmlformats.org/drawingml/2006/main">
            <a:pPr>
              <a:buNone/>
            </a:pPr>
            <a:r>
              <a:t>CURRENTLY_RATED_HELPFUL</a:t>
            </a:r>
          </a:p>
        </p:txBody>
      </p:sp>
      <p:sp>
        <p:nvSpPr>
          <p:cNvPr id="2786" name="TextBox 8">
            <a:extLst xmlns:a="http://schemas.openxmlformats.org/drawingml/2006/main">
              <a:ext uri="{FF2B5EF4-FFF2-40B4-BE49-F238E27FC236}">
                <a16:creationId xmlns:a16="http://schemas.microsoft.com/office/drawing/2014/main" id="{5128A80D-ED7D-4E53-89A1-233E7066F744}"/>
              </a:ext>
            </a:extLst>
          </p:cNvPr>
          <p:cNvSpPr>
            <a:spLocks xmlns:a="http://schemas.openxmlformats.org/drawingml/2006/main" noGrp="1"/>
          </p:cNvSpPr>
          <p:nvPr/>
        </p:nvSpPr>
        <p:spPr>
          <a:xfrm xmlns:a="http://schemas.openxmlformats.org/drawingml/2006/main">
            <a:off x="822960" y="1874518"/>
            <a:ext cx="1508761" cy="42672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2800" b="1">
                <a:solidFill>
                  <a:srgbClr val="111318"/>
                </a:solidFill>
                <a:latin typeface="Helvetica Neue"/>
                <a:ea typeface="Helvetica Neue"/>
                <a:cs typeface="Helvetica Neue"/>
              </a:defRPr>
            </a:lvl1pPr>
          </a:lstStyle>
          <a:p xmlns:a="http://schemas.openxmlformats.org/drawingml/2006/main">
            <a:pPr>
              <a:buNone/>
            </a:pPr>
            <a:r>
              <a:t>92.2%</a:t>
            </a:r>
          </a:p>
        </p:txBody>
      </p:sp>
      <p:sp>
        <p:nvSpPr>
          <p:cNvPr id="2787" name="TextBox 9">
            <a:extLst xmlns:a="http://schemas.openxmlformats.org/drawingml/2006/main">
              <a:ext uri="{FF2B5EF4-FFF2-40B4-BE49-F238E27FC236}">
                <a16:creationId xmlns:a16="http://schemas.microsoft.com/office/drawing/2014/main" id="{73E6829F-7098-4EE5-BDC5-347D2166C57D}"/>
              </a:ext>
            </a:extLst>
          </p:cNvPr>
          <p:cNvSpPr>
            <a:spLocks xmlns:a="http://schemas.openxmlformats.org/drawingml/2006/main" noGrp="1"/>
          </p:cNvSpPr>
          <p:nvPr/>
        </p:nvSpPr>
        <p:spPr>
          <a:xfrm xmlns:a="http://schemas.openxmlformats.org/drawingml/2006/main">
            <a:off x="2194560" y="2048255"/>
            <a:ext cx="1508761" cy="161049"/>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100" b="1">
                <a:solidFill>
                  <a:srgbClr val="73777F"/>
                </a:solidFill>
                <a:latin typeface="Helvetica Neue"/>
                <a:ea typeface="Helvetica Neue"/>
                <a:cs typeface="Helvetica Neue"/>
              </a:defRPr>
            </a:lvl1pPr>
          </a:lstStyle>
          <a:p xmlns:a="http://schemas.openxmlformats.org/drawingml/2006/main">
            <a:pPr>
              <a:buNone/>
            </a:pPr>
            <a:r>
              <a:t>overall approval</a:t>
            </a:r>
          </a:p>
        </p:txBody>
      </p:sp>
      <p:sp>
        <p:nvSpPr>
          <p:cNvPr id="2788" name="TextBox 10">
            <a:extLst xmlns:a="http://schemas.openxmlformats.org/drawingml/2006/main">
              <a:ext uri="{FF2B5EF4-FFF2-40B4-BE49-F238E27FC236}">
                <a16:creationId xmlns:a16="http://schemas.microsoft.com/office/drawing/2014/main" id="{4B52A191-AA74-4DB0-84C2-38FE20D33408}"/>
              </a:ext>
            </a:extLst>
          </p:cNvPr>
          <p:cNvSpPr>
            <a:spLocks xmlns:a="http://schemas.openxmlformats.org/drawingml/2006/main" noGrp="1"/>
          </p:cNvSpPr>
          <p:nvPr/>
        </p:nvSpPr>
        <p:spPr>
          <a:xfrm xmlns:a="http://schemas.openxmlformats.org/drawingml/2006/main">
            <a:off x="841247" y="2560320"/>
            <a:ext cx="1389890" cy="198412"/>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300" b="1">
                <a:solidFill>
                  <a:srgbClr val="3977F6"/>
                </a:solidFill>
                <a:latin typeface="Helvetica Neue"/>
                <a:ea typeface="Helvetica Neue"/>
                <a:cs typeface="Helvetica Neue"/>
              </a:defRPr>
            </a:lvl1pPr>
          </a:lstStyle>
          <a:p xmlns:a="http://schemas.openxmlformats.org/drawingml/2006/main">
            <a:pPr>
              <a:buNone/>
            </a:pPr>
            <a:r>
              <a:t>C0  98.3%</a:t>
            </a:r>
          </a:p>
        </p:txBody>
      </p:sp>
      <p:sp>
        <p:nvSpPr>
          <p:cNvPr id="2789" name="TextBox 11">
            <a:extLst xmlns:a="http://schemas.openxmlformats.org/drawingml/2006/main">
              <a:ext uri="{FF2B5EF4-FFF2-40B4-BE49-F238E27FC236}">
                <a16:creationId xmlns:a16="http://schemas.microsoft.com/office/drawing/2014/main" id="{D8D5B819-BA6C-4860-8909-833ED37994D8}"/>
              </a:ext>
            </a:extLst>
          </p:cNvPr>
          <p:cNvSpPr>
            <a:spLocks xmlns:a="http://schemas.openxmlformats.org/drawingml/2006/main" noGrp="1"/>
          </p:cNvSpPr>
          <p:nvPr/>
        </p:nvSpPr>
        <p:spPr>
          <a:xfrm xmlns:a="http://schemas.openxmlformats.org/drawingml/2006/main">
            <a:off x="2359151" y="2560320"/>
            <a:ext cx="1389889" cy="198412"/>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300" b="1">
                <a:solidFill>
                  <a:srgbClr val="FF705B"/>
                </a:solidFill>
                <a:latin typeface="Helvetica Neue"/>
                <a:ea typeface="Helvetica Neue"/>
                <a:cs typeface="Helvetica Neue"/>
              </a:defRPr>
            </a:lvl1pPr>
          </a:lstStyle>
          <a:p xmlns:a="http://schemas.openxmlformats.org/drawingml/2006/main">
            <a:pPr>
              <a:buNone/>
            </a:pPr>
            <a:r>
              <a:t>C1  60.9%</a:t>
            </a:r>
          </a:p>
        </p:txBody>
      </p:sp>
      <p:sp>
        <p:nvSpPr>
          <p:cNvPr id="2790" name="TextBox 12">
            <a:extLst xmlns:a="http://schemas.openxmlformats.org/drawingml/2006/main">
              <a:ext uri="{FF2B5EF4-FFF2-40B4-BE49-F238E27FC236}">
                <a16:creationId xmlns:a16="http://schemas.microsoft.com/office/drawing/2014/main" id="{B8BD390A-8D3C-4C9A-BD1E-BBB0E4072D87}"/>
              </a:ext>
            </a:extLst>
          </p:cNvPr>
          <p:cNvSpPr>
            <a:spLocks xmlns:a="http://schemas.openxmlformats.org/drawingml/2006/main" noGrp="1"/>
          </p:cNvSpPr>
          <p:nvPr/>
        </p:nvSpPr>
        <p:spPr>
          <a:xfrm xmlns:a="http://schemas.openxmlformats.org/drawingml/2006/main">
            <a:off x="4133086" y="2560320"/>
            <a:ext cx="1115569" cy="15240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r">
              <a:buNone/>
              <a:defRPr sz="1000" b="1">
                <a:solidFill>
                  <a:srgbClr val="73777F"/>
                </a:solidFill>
                <a:latin typeface="Helvetica Neue"/>
                <a:ea typeface="Helvetica Neue"/>
                <a:cs typeface="Helvetica Neue"/>
              </a:defRPr>
            </a:lvl1pPr>
          </a:lstStyle>
          <a:p xmlns:a="http://schemas.openxmlformats.org/drawingml/2006/main">
            <a:pPr>
              <a:buNone/>
            </a:pPr>
            <a:r>
              <a:t>282 ratings</a:t>
            </a:r>
          </a:p>
        </p:txBody>
      </p:sp>
      <p:sp>
        <p:nvSpPr>
          <p:cNvPr id="2791" name="TextBox 13">
            <a:extLst xmlns:a="http://schemas.openxmlformats.org/drawingml/2006/main">
              <a:ext uri="{FF2B5EF4-FFF2-40B4-BE49-F238E27FC236}">
                <a16:creationId xmlns:a16="http://schemas.microsoft.com/office/drawing/2014/main" id="{5A39BA9A-830C-43E7-A2C0-D63EC3A0DB2E}"/>
              </a:ext>
            </a:extLst>
          </p:cNvPr>
          <p:cNvSpPr>
            <a:spLocks xmlns:a="http://schemas.openxmlformats.org/drawingml/2006/main" noGrp="1"/>
          </p:cNvSpPr>
          <p:nvPr/>
        </p:nvSpPr>
        <p:spPr>
          <a:xfrm xmlns:a="http://schemas.openxmlformats.org/drawingml/2006/main">
            <a:off x="841247" y="2980944"/>
            <a:ext cx="2651762" cy="28547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b="1">
                <a:solidFill>
                  <a:srgbClr val="FF705B"/>
                </a:solidFill>
                <a:latin typeface="Helvetica Neue"/>
                <a:ea typeface="Helvetica Neue"/>
                <a:cs typeface="Helvetica Neue"/>
              </a:defRPr>
            </a:lvl1pPr>
          </a:lstStyle>
          <a:p xmlns:a="http://schemas.openxmlformats.org/drawingml/2006/main">
            <a:pPr>
              <a:buNone/>
            </a:pPr>
            <a:r>
              <a:t>√(.983 × .609) = 77.4%</a:t>
            </a:r>
          </a:p>
        </p:txBody>
      </p:sp>
      <p:sp>
        <p:nvSpPr>
          <p:cNvPr id="2792" name="TextBox 14">
            <a:extLst xmlns:a="http://schemas.openxmlformats.org/drawingml/2006/main">
              <a:ext uri="{FF2B5EF4-FFF2-40B4-BE49-F238E27FC236}">
                <a16:creationId xmlns:a16="http://schemas.microsoft.com/office/drawing/2014/main" id="{CEEDB9E0-B8A9-4564-A33E-39F454C6606A}"/>
              </a:ext>
            </a:extLst>
          </p:cNvPr>
          <p:cNvSpPr>
            <a:spLocks xmlns:a="http://schemas.openxmlformats.org/drawingml/2006/main" noGrp="1"/>
          </p:cNvSpPr>
          <p:nvPr/>
        </p:nvSpPr>
        <p:spPr>
          <a:xfrm xmlns:a="http://schemas.openxmlformats.org/drawingml/2006/main">
            <a:off x="3703320" y="3008376"/>
            <a:ext cx="1536193" cy="401612"/>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r">
              <a:buNone/>
              <a:defRPr sz="1300" b="1">
                <a:solidFill>
                  <a:srgbClr val="FF705B"/>
                </a:solidFill>
                <a:latin typeface="Helvetica Neue"/>
                <a:ea typeface="Helvetica Neue"/>
                <a:cs typeface="Helvetica Neue"/>
              </a:defRPr>
            </a:lvl1pPr>
          </a:lstStyle>
          <a:p xmlns:a="http://schemas.openxmlformats.org/drawingml/2006/main">
            <a:pPr>
              <a:buNone/>
            </a:pPr>
            <a:r>
              <a:t>PLATFORM SHOWS</a:t>
            </a:r>
          </a:p>
        </p:txBody>
      </p:sp>
      <p:sp>
        <p:nvSpPr>
          <p:cNvPr id="2793" name="Connector 15">
            <a:extLst xmlns:a="http://schemas.openxmlformats.org/drawingml/2006/main">
              <a:ext uri="{FF2B5EF4-FFF2-40B4-BE49-F238E27FC236}">
                <a16:creationId xmlns:a16="http://schemas.microsoft.com/office/drawing/2014/main" id="{BE0A7830-F42A-47A1-92F1-EC42A7FF4A60}"/>
              </a:ext>
            </a:extLst>
          </p:cNvPr>
          <p:cNvSpPr>
            <a:spLocks xmlns:a="http://schemas.openxmlformats.org/drawingml/2006/main" noGrp="1"/>
          </p:cNvSpPr>
          <p:nvPr/>
        </p:nvSpPr>
        <p:spPr>
          <a:xfrm xmlns:a="http://schemas.openxmlformats.org/drawingml/2006/main">
            <a:off x="822960" y="3465576"/>
            <a:ext cx="4462272" cy="1"/>
          </a:xfrm>
          <a:prstGeom xmlns:a="http://schemas.openxmlformats.org/drawingml/2006/main" prst="line">
            <a:avLst/>
          </a:prstGeom>
          <a:ln xmlns:a="http://schemas.openxmlformats.org/drawingml/2006/main" w="1143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794" name="TextBox 16">
            <a:extLst xmlns:a="http://schemas.openxmlformats.org/drawingml/2006/main">
              <a:ext uri="{FF2B5EF4-FFF2-40B4-BE49-F238E27FC236}">
                <a16:creationId xmlns:a16="http://schemas.microsoft.com/office/drawing/2014/main" id="{74A8CC4B-1DE5-4C70-8B6A-1495A47D3F40}"/>
              </a:ext>
            </a:extLst>
          </p:cNvPr>
          <p:cNvSpPr>
            <a:spLocks xmlns:a="http://schemas.openxmlformats.org/drawingml/2006/main" noGrp="1"/>
          </p:cNvSpPr>
          <p:nvPr/>
        </p:nvSpPr>
        <p:spPr>
          <a:xfrm xmlns:a="http://schemas.openxmlformats.org/drawingml/2006/main">
            <a:off x="841247" y="3703320"/>
            <a:ext cx="4553713" cy="67056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100">
                <a:solidFill>
                  <a:srgbClr val="111318"/>
                </a:solidFill>
                <a:latin typeface="Helvetica Neue"/>
                <a:ea typeface="Helvetica Neue"/>
                <a:cs typeface="Helvetica Neue"/>
              </a:defRPr>
            </a:lvl1pPr>
          </a:lstStyle>
          <a:p xmlns:a="http://schemas.openxmlformats.org/drawingml/2006/main">
            <a:pPr>
              <a:buNone/>
            </a:pPr>
            <a:r>
              <a:t>The Battle of Mu'tah was fought between the Byzantine Empire and the First Islamic State. The true size of the armies is considered to be around 10,000 for the Byzantines and 3000 for the Muslims. It ended with a Byzantine victory.</a:t>
            </a:r>
          </a:p>
        </p:txBody>
      </p:sp>
      <p:sp>
        <p:nvSpPr>
          <p:cNvPr id="2795" name="TextBox 17">
            <a:extLst xmlns:a="http://schemas.openxmlformats.org/drawingml/2006/main">
              <a:ext uri="{FF2B5EF4-FFF2-40B4-BE49-F238E27FC236}">
                <a16:creationId xmlns:a16="http://schemas.microsoft.com/office/drawing/2014/main" id="{273BD04A-89CD-43FF-A661-185F19A836BE}"/>
              </a:ext>
            </a:extLst>
          </p:cNvPr>
          <p:cNvSpPr>
            <a:spLocks xmlns:a="http://schemas.openxmlformats.org/drawingml/2006/main" noGrp="1"/>
          </p:cNvSpPr>
          <p:nvPr/>
        </p:nvSpPr>
        <p:spPr>
          <a:xfrm xmlns:a="http://schemas.openxmlformats.org/drawingml/2006/main">
            <a:off x="841248" y="4855464"/>
            <a:ext cx="4041648"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800" b="1">
                <a:solidFill>
                  <a:srgbClr val="3977F6"/>
                </a:solidFill>
                <a:latin typeface="Helvetica Neue"/>
                <a:ea typeface="Helvetica Neue"/>
                <a:cs typeface="Helvetica Neue"/>
              </a:defRPr>
            </a:lvl1pPr>
          </a:lstStyle>
          <a:p xmlns:a="http://schemas.openxmlformats.org/drawingml/2006/main">
            <a:pPr>
              <a:buNone/>
            </a:pPr>
            <a:r>
              <a:t>SOURCES  Wikipedia (Mu'tah) · Islam365</a:t>
            </a:r>
          </a:p>
        </p:txBody>
      </p:sp>
      <p:sp>
        <p:nvSpPr>
          <p:cNvPr id="2796" name="TextBox 18">
            <a:extLst xmlns:a="http://schemas.openxmlformats.org/drawingml/2006/main">
              <a:ext uri="{FF2B5EF4-FFF2-40B4-BE49-F238E27FC236}">
                <a16:creationId xmlns:a16="http://schemas.microsoft.com/office/drawing/2014/main" id="{FB5091A9-3032-4E23-BA1C-6D7B334AC297}"/>
              </a:ext>
            </a:extLst>
          </p:cNvPr>
          <p:cNvSpPr>
            <a:spLocks xmlns:a="http://schemas.openxmlformats.org/drawingml/2006/main" noGrp="1"/>
          </p:cNvSpPr>
          <p:nvPr/>
        </p:nvSpPr>
        <p:spPr>
          <a:xfrm xmlns:a="http://schemas.openxmlformats.org/drawingml/2006/main">
            <a:off x="6419088" y="1517903"/>
            <a:ext cx="2907793" cy="14871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000" b="1">
                <a:solidFill>
                  <a:srgbClr val="1FA873"/>
                </a:solidFill>
                <a:latin typeface="Helvetica Neue"/>
                <a:ea typeface="Helvetica Neue"/>
                <a:cs typeface="Helvetica Neue"/>
              </a:defRPr>
            </a:lvl1pPr>
          </a:lstStyle>
          <a:p xmlns:a="http://schemas.openxmlformats.org/drawingml/2006/main">
            <a:pPr>
              <a:buNone/>
            </a:pPr>
            <a:r>
              <a:t>CCA / REPRESENTATIVE PICK</a:t>
            </a:r>
          </a:p>
        </p:txBody>
      </p:sp>
      <p:sp>
        <p:nvSpPr>
          <p:cNvPr id="2797" name="TextBox 19">
            <a:extLst xmlns:a="http://schemas.openxmlformats.org/drawingml/2006/main">
              <a:ext uri="{FF2B5EF4-FFF2-40B4-BE49-F238E27FC236}">
                <a16:creationId xmlns:a16="http://schemas.microsoft.com/office/drawing/2014/main" id="{F4382327-8D04-4D35-92AA-B28BBDEC4A6C}"/>
              </a:ext>
            </a:extLst>
          </p:cNvPr>
          <p:cNvSpPr>
            <a:spLocks xmlns:a="http://schemas.openxmlformats.org/drawingml/2006/main" noGrp="1"/>
          </p:cNvSpPr>
          <p:nvPr/>
        </p:nvSpPr>
        <p:spPr>
          <a:xfrm xmlns:a="http://schemas.openxmlformats.org/drawingml/2006/main">
            <a:off x="9473183" y="1527047"/>
            <a:ext cx="1883665"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r">
              <a:buNone/>
              <a:defRPr sz="800" b="1">
                <a:solidFill>
                  <a:srgbClr val="73777F"/>
                </a:solidFill>
                <a:latin typeface="Helvetica Neue"/>
                <a:ea typeface="Helvetica Neue"/>
                <a:cs typeface="Helvetica Neue"/>
              </a:defRPr>
            </a:lvl1pPr>
          </a:lstStyle>
          <a:p xmlns:a="http://schemas.openxmlformats.org/drawingml/2006/main">
            <a:pPr>
              <a:buNone/>
            </a:pPr>
            <a:r>
              <a:t>NOTE 1988182086097006685</a:t>
            </a:r>
          </a:p>
        </p:txBody>
      </p:sp>
      <p:sp>
        <p:nvSpPr>
          <p:cNvPr id="2798" name="TextBox 20">
            <a:extLst xmlns:a="http://schemas.openxmlformats.org/drawingml/2006/main">
              <a:ext uri="{FF2B5EF4-FFF2-40B4-BE49-F238E27FC236}">
                <a16:creationId xmlns:a16="http://schemas.microsoft.com/office/drawing/2014/main" id="{B1246E8D-3086-4FBF-B656-3D93C1276A89}"/>
              </a:ext>
            </a:extLst>
          </p:cNvPr>
          <p:cNvSpPr>
            <a:spLocks xmlns:a="http://schemas.openxmlformats.org/drawingml/2006/main" noGrp="1"/>
          </p:cNvSpPr>
          <p:nvPr/>
        </p:nvSpPr>
        <p:spPr>
          <a:xfrm xmlns:a="http://schemas.openxmlformats.org/drawingml/2006/main">
            <a:off x="9418319" y="1746504"/>
            <a:ext cx="1938529"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r">
              <a:buNone/>
              <a:defRPr sz="800" b="1">
                <a:solidFill>
                  <a:srgbClr val="73777F"/>
                </a:solidFill>
                <a:latin typeface="Helvetica Neue"/>
                <a:ea typeface="Helvetica Neue"/>
                <a:cs typeface="Helvetica Neue"/>
              </a:defRPr>
            </a:lvl1pPr>
          </a:lstStyle>
          <a:p xmlns:a="http://schemas.openxmlformats.org/drawingml/2006/main">
            <a:pPr>
              <a:buNone/>
            </a:pPr>
            <a:r>
              <a:t>NEEDS_MORE_RATINGS</a:t>
            </a:r>
          </a:p>
        </p:txBody>
      </p:sp>
      <p:sp>
        <p:nvSpPr>
          <p:cNvPr id="2799" name="TextBox 21">
            <a:extLst xmlns:a="http://schemas.openxmlformats.org/drawingml/2006/main">
              <a:ext uri="{FF2B5EF4-FFF2-40B4-BE49-F238E27FC236}">
                <a16:creationId xmlns:a16="http://schemas.microsoft.com/office/drawing/2014/main" id="{DC4C8EEA-626E-4B7E-8289-8B1671279B2A}"/>
              </a:ext>
            </a:extLst>
          </p:cNvPr>
          <p:cNvSpPr>
            <a:spLocks xmlns:a="http://schemas.openxmlformats.org/drawingml/2006/main" noGrp="1"/>
          </p:cNvSpPr>
          <p:nvPr/>
        </p:nvSpPr>
        <p:spPr>
          <a:xfrm xmlns:a="http://schemas.openxmlformats.org/drawingml/2006/main">
            <a:off x="6437376" y="1874518"/>
            <a:ext cx="1508761" cy="42672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2800" b="1">
                <a:solidFill>
                  <a:srgbClr val="111318"/>
                </a:solidFill>
                <a:latin typeface="Helvetica Neue"/>
                <a:ea typeface="Helvetica Neue"/>
                <a:cs typeface="Helvetica Neue"/>
              </a:defRPr>
            </a:lvl1pPr>
          </a:lstStyle>
          <a:p xmlns:a="http://schemas.openxmlformats.org/drawingml/2006/main">
            <a:pPr>
              <a:buNone/>
            </a:pPr>
            <a:r>
              <a:t>91.2%</a:t>
            </a:r>
          </a:p>
        </p:txBody>
      </p:sp>
      <p:sp>
        <p:nvSpPr>
          <p:cNvPr id="2800" name="TextBox 22">
            <a:extLst xmlns:a="http://schemas.openxmlformats.org/drawingml/2006/main">
              <a:ext uri="{FF2B5EF4-FFF2-40B4-BE49-F238E27FC236}">
                <a16:creationId xmlns:a16="http://schemas.microsoft.com/office/drawing/2014/main" id="{19D4AF28-882A-4AA2-965E-805B983A9687}"/>
              </a:ext>
            </a:extLst>
          </p:cNvPr>
          <p:cNvSpPr>
            <a:spLocks xmlns:a="http://schemas.openxmlformats.org/drawingml/2006/main" noGrp="1"/>
          </p:cNvSpPr>
          <p:nvPr/>
        </p:nvSpPr>
        <p:spPr>
          <a:xfrm xmlns:a="http://schemas.openxmlformats.org/drawingml/2006/main">
            <a:off x="7808975" y="2048255"/>
            <a:ext cx="1508761" cy="161049"/>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100" b="1">
                <a:solidFill>
                  <a:srgbClr val="73777F"/>
                </a:solidFill>
                <a:latin typeface="Helvetica Neue"/>
                <a:ea typeface="Helvetica Neue"/>
                <a:cs typeface="Helvetica Neue"/>
              </a:defRPr>
            </a:lvl1pPr>
          </a:lstStyle>
          <a:p xmlns:a="http://schemas.openxmlformats.org/drawingml/2006/main">
            <a:pPr>
              <a:buNone/>
            </a:pPr>
            <a:r>
              <a:t>overall approval</a:t>
            </a:r>
          </a:p>
        </p:txBody>
      </p:sp>
      <p:sp>
        <p:nvSpPr>
          <p:cNvPr id="2801" name="TextBox 23">
            <a:extLst xmlns:a="http://schemas.openxmlformats.org/drawingml/2006/main">
              <a:ext uri="{FF2B5EF4-FFF2-40B4-BE49-F238E27FC236}">
                <a16:creationId xmlns:a16="http://schemas.microsoft.com/office/drawing/2014/main" id="{AD412720-8A14-4FAD-B4D6-912847733E82}"/>
              </a:ext>
            </a:extLst>
          </p:cNvPr>
          <p:cNvSpPr>
            <a:spLocks xmlns:a="http://schemas.openxmlformats.org/drawingml/2006/main" noGrp="1"/>
          </p:cNvSpPr>
          <p:nvPr/>
        </p:nvSpPr>
        <p:spPr>
          <a:xfrm xmlns:a="http://schemas.openxmlformats.org/drawingml/2006/main">
            <a:off x="9619488" y="2002535"/>
            <a:ext cx="1737361" cy="18608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r">
              <a:buNone/>
              <a:defRPr sz="1200" b="1">
                <a:solidFill>
                  <a:srgbClr val="1FA873"/>
                </a:solidFill>
                <a:latin typeface="Helvetica Neue"/>
                <a:ea typeface="Helvetica Neue"/>
                <a:cs typeface="Helvetica Neue"/>
              </a:defRPr>
            </a:lvl1pPr>
          </a:lstStyle>
          <a:p xmlns:a="http://schemas.openxmlformats.org/drawingml/2006/main">
            <a:pPr>
              <a:buNone/>
            </a:pPr>
            <a:r>
              <a:t>GEMMA  95/100</a:t>
            </a:r>
          </a:p>
        </p:txBody>
      </p:sp>
      <p:sp>
        <p:nvSpPr>
          <p:cNvPr id="2802" name="TextBox 24">
            <a:extLst xmlns:a="http://schemas.openxmlformats.org/drawingml/2006/main">
              <a:ext uri="{FF2B5EF4-FFF2-40B4-BE49-F238E27FC236}">
                <a16:creationId xmlns:a16="http://schemas.microsoft.com/office/drawing/2014/main" id="{375003F7-2D88-4FA0-9003-B23D7315FAC0}"/>
              </a:ext>
            </a:extLst>
          </p:cNvPr>
          <p:cNvSpPr>
            <a:spLocks xmlns:a="http://schemas.openxmlformats.org/drawingml/2006/main" noGrp="1"/>
          </p:cNvSpPr>
          <p:nvPr/>
        </p:nvSpPr>
        <p:spPr>
          <a:xfrm xmlns:a="http://schemas.openxmlformats.org/drawingml/2006/main">
            <a:off x="6455664" y="2560320"/>
            <a:ext cx="1389889" cy="198412"/>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300" b="1">
                <a:solidFill>
                  <a:srgbClr val="3977F6"/>
                </a:solidFill>
                <a:latin typeface="Helvetica Neue"/>
                <a:ea typeface="Helvetica Neue"/>
                <a:cs typeface="Helvetica Neue"/>
              </a:defRPr>
            </a:lvl1pPr>
          </a:lstStyle>
          <a:p xmlns:a="http://schemas.openxmlformats.org/drawingml/2006/main">
            <a:pPr>
              <a:buNone/>
            </a:pPr>
            <a:r>
              <a:t>C0  95.2%</a:t>
            </a:r>
          </a:p>
        </p:txBody>
      </p:sp>
      <p:sp>
        <p:nvSpPr>
          <p:cNvPr id="2803" name="TextBox 25">
            <a:extLst xmlns:a="http://schemas.openxmlformats.org/drawingml/2006/main">
              <a:ext uri="{FF2B5EF4-FFF2-40B4-BE49-F238E27FC236}">
                <a16:creationId xmlns:a16="http://schemas.microsoft.com/office/drawing/2014/main" id="{807D6EFA-7FA5-4463-9D92-593911F6DB4D}"/>
              </a:ext>
            </a:extLst>
          </p:cNvPr>
          <p:cNvSpPr>
            <a:spLocks xmlns:a="http://schemas.openxmlformats.org/drawingml/2006/main" noGrp="1"/>
          </p:cNvSpPr>
          <p:nvPr/>
        </p:nvSpPr>
        <p:spPr>
          <a:xfrm xmlns:a="http://schemas.openxmlformats.org/drawingml/2006/main">
            <a:off x="7973568" y="2560320"/>
            <a:ext cx="1389889" cy="198412"/>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300" b="1">
                <a:solidFill>
                  <a:srgbClr val="FF705B"/>
                </a:solidFill>
                <a:latin typeface="Helvetica Neue"/>
                <a:ea typeface="Helvetica Neue"/>
                <a:cs typeface="Helvetica Neue"/>
              </a:defRPr>
            </a:lvl1pPr>
          </a:lstStyle>
          <a:p xmlns:a="http://schemas.openxmlformats.org/drawingml/2006/main">
            <a:pPr>
              <a:buNone/>
            </a:pPr>
            <a:r>
              <a:t>C1  73.7%</a:t>
            </a:r>
          </a:p>
        </p:txBody>
      </p:sp>
      <p:sp>
        <p:nvSpPr>
          <p:cNvPr id="2804" name="TextBox 26">
            <a:extLst xmlns:a="http://schemas.openxmlformats.org/drawingml/2006/main">
              <a:ext uri="{FF2B5EF4-FFF2-40B4-BE49-F238E27FC236}">
                <a16:creationId xmlns:a16="http://schemas.microsoft.com/office/drawing/2014/main" id="{060B897B-FC97-4ABC-9988-0C1F4AD8A634}"/>
              </a:ext>
            </a:extLst>
          </p:cNvPr>
          <p:cNvSpPr>
            <a:spLocks xmlns:a="http://schemas.openxmlformats.org/drawingml/2006/main" noGrp="1"/>
          </p:cNvSpPr>
          <p:nvPr/>
        </p:nvSpPr>
        <p:spPr>
          <a:xfrm xmlns:a="http://schemas.openxmlformats.org/drawingml/2006/main">
            <a:off x="10186416" y="2560320"/>
            <a:ext cx="1115569" cy="15240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r">
              <a:buNone/>
              <a:defRPr sz="1000" b="1">
                <a:solidFill>
                  <a:srgbClr val="73777F"/>
                </a:solidFill>
                <a:latin typeface="Helvetica Neue"/>
                <a:ea typeface="Helvetica Neue"/>
                <a:cs typeface="Helvetica Neue"/>
              </a:defRPr>
            </a:lvl1pPr>
          </a:lstStyle>
          <a:p xmlns:a="http://schemas.openxmlformats.org/drawingml/2006/main">
            <a:pPr>
              <a:buNone/>
            </a:pPr>
            <a:r>
              <a:t>204 ratings</a:t>
            </a:r>
          </a:p>
        </p:txBody>
      </p:sp>
      <p:sp>
        <p:nvSpPr>
          <p:cNvPr id="2805" name="TextBox 27">
            <a:extLst xmlns:a="http://schemas.openxmlformats.org/drawingml/2006/main">
              <a:ext uri="{FF2B5EF4-FFF2-40B4-BE49-F238E27FC236}">
                <a16:creationId xmlns:a16="http://schemas.microsoft.com/office/drawing/2014/main" id="{FBCF8FE5-B6BB-49EF-A2EC-5D6A726D4D6D}"/>
              </a:ext>
            </a:extLst>
          </p:cNvPr>
          <p:cNvSpPr>
            <a:spLocks xmlns:a="http://schemas.openxmlformats.org/drawingml/2006/main" noGrp="1"/>
          </p:cNvSpPr>
          <p:nvPr/>
        </p:nvSpPr>
        <p:spPr>
          <a:xfrm xmlns:a="http://schemas.openxmlformats.org/drawingml/2006/main">
            <a:off x="6455664" y="2980944"/>
            <a:ext cx="2688336" cy="28547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b="1">
                <a:solidFill>
                  <a:srgbClr val="1FA873"/>
                </a:solidFill>
                <a:latin typeface="Helvetica Neue"/>
                <a:ea typeface="Helvetica Neue"/>
                <a:cs typeface="Helvetica Neue"/>
              </a:defRPr>
            </a:lvl1pPr>
          </a:lstStyle>
          <a:p xmlns:a="http://schemas.openxmlformats.org/drawingml/2006/main">
            <a:pPr>
              <a:buNone/>
            </a:pPr>
            <a:r>
              <a:t>√(.952 × .737) = 83.7%</a:t>
            </a:r>
          </a:p>
        </p:txBody>
      </p:sp>
      <p:sp>
        <p:nvSpPr>
          <p:cNvPr id="2806" name="TextBox 28">
            <a:extLst xmlns:a="http://schemas.openxmlformats.org/drawingml/2006/main">
              <a:ext uri="{FF2B5EF4-FFF2-40B4-BE49-F238E27FC236}">
                <a16:creationId xmlns:a16="http://schemas.microsoft.com/office/drawing/2014/main" id="{BB736F70-013F-49E1-8D63-1B263F98E706}"/>
              </a:ext>
            </a:extLst>
          </p:cNvPr>
          <p:cNvSpPr>
            <a:spLocks xmlns:a="http://schemas.openxmlformats.org/drawingml/2006/main" noGrp="1"/>
          </p:cNvSpPr>
          <p:nvPr/>
        </p:nvSpPr>
        <p:spPr>
          <a:xfrm xmlns:a="http://schemas.openxmlformats.org/drawingml/2006/main">
            <a:off x="10104119" y="3008376"/>
            <a:ext cx="1197865" cy="198412"/>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r">
              <a:buNone/>
              <a:defRPr sz="1300" b="1">
                <a:solidFill>
                  <a:srgbClr val="1FA873"/>
                </a:solidFill>
                <a:latin typeface="Helvetica Neue"/>
                <a:ea typeface="Helvetica Neue"/>
                <a:cs typeface="Helvetica Neue"/>
              </a:defRPr>
            </a:lvl1pPr>
          </a:lstStyle>
          <a:p xmlns:a="http://schemas.openxmlformats.org/drawingml/2006/main">
            <a:pPr>
              <a:buNone/>
            </a:pPr>
            <a:r>
              <a:t>CCA PICKS</a:t>
            </a:r>
          </a:p>
        </p:txBody>
      </p:sp>
      <p:sp>
        <p:nvSpPr>
          <p:cNvPr id="2807" name="Connector 29">
            <a:extLst xmlns:a="http://schemas.openxmlformats.org/drawingml/2006/main">
              <a:ext uri="{FF2B5EF4-FFF2-40B4-BE49-F238E27FC236}">
                <a16:creationId xmlns:a16="http://schemas.microsoft.com/office/drawing/2014/main" id="{1BB922D7-B37E-4C95-9BEE-CDE659572815}"/>
              </a:ext>
            </a:extLst>
          </p:cNvPr>
          <p:cNvSpPr>
            <a:spLocks xmlns:a="http://schemas.openxmlformats.org/drawingml/2006/main" noGrp="1"/>
          </p:cNvSpPr>
          <p:nvPr/>
        </p:nvSpPr>
        <p:spPr>
          <a:xfrm xmlns:a="http://schemas.openxmlformats.org/drawingml/2006/main">
            <a:off x="6437376" y="3465576"/>
            <a:ext cx="4919472" cy="1"/>
          </a:xfrm>
          <a:prstGeom xmlns:a="http://schemas.openxmlformats.org/drawingml/2006/main" prst="line">
            <a:avLst/>
          </a:prstGeom>
          <a:ln xmlns:a="http://schemas.openxmlformats.org/drawingml/2006/main" w="1143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808" name="TextBox 30">
            <a:extLst xmlns:a="http://schemas.openxmlformats.org/drawingml/2006/main">
              <a:ext uri="{FF2B5EF4-FFF2-40B4-BE49-F238E27FC236}">
                <a16:creationId xmlns:a16="http://schemas.microsoft.com/office/drawing/2014/main" id="{5940123E-49E1-4772-A5A2-8A5DE01606ED}"/>
              </a:ext>
            </a:extLst>
          </p:cNvPr>
          <p:cNvSpPr>
            <a:spLocks xmlns:a="http://schemas.openxmlformats.org/drawingml/2006/main" noGrp="1"/>
          </p:cNvSpPr>
          <p:nvPr/>
        </p:nvSpPr>
        <p:spPr>
          <a:xfrm xmlns:a="http://schemas.openxmlformats.org/drawingml/2006/main">
            <a:off x="6455664" y="3703320"/>
            <a:ext cx="4800601" cy="605689"/>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100">
                <a:solidFill>
                  <a:srgbClr val="111318"/>
                </a:solidFill>
                <a:latin typeface="Helvetica Neue"/>
                <a:ea typeface="Helvetica Neue"/>
                <a:cs typeface="Helvetica Neue"/>
              </a:defRPr>
            </a:lvl1pPr>
          </a:lstStyle>
          <a:p xmlns:a="http://schemas.openxmlformats.org/drawingml/2006/main">
            <a:pPr>
              <a:buNone/>
            </a:pPr>
            <a:r>
              <a:t>The post refers to the Battle of Yarmouk (636 AD), but reliable estimates put Muslim forces at 15,000–40,000, not 3,000, versus 15,000–150,000 Byzantines. 3,000 Muslims fought at the earlier Battle of Mu'tah (629 AD).</a:t>
            </a:r>
          </a:p>
        </p:txBody>
      </p:sp>
      <p:sp>
        <p:nvSpPr>
          <p:cNvPr id="2809" name="TextBox 31">
            <a:extLst xmlns:a="http://schemas.openxmlformats.org/drawingml/2006/main">
              <a:ext uri="{FF2B5EF4-FFF2-40B4-BE49-F238E27FC236}">
                <a16:creationId xmlns:a16="http://schemas.microsoft.com/office/drawing/2014/main" id="{13301E70-3BF4-4E3E-8C56-3427C8D3B5D5}"/>
              </a:ext>
            </a:extLst>
          </p:cNvPr>
          <p:cNvSpPr>
            <a:spLocks xmlns:a="http://schemas.openxmlformats.org/drawingml/2006/main" noGrp="1"/>
          </p:cNvSpPr>
          <p:nvPr/>
        </p:nvSpPr>
        <p:spPr>
          <a:xfrm xmlns:a="http://schemas.openxmlformats.org/drawingml/2006/main">
            <a:off x="6455664" y="4855464"/>
            <a:ext cx="4334257"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800" b="1">
                <a:solidFill>
                  <a:srgbClr val="3977F6"/>
                </a:solidFill>
                <a:latin typeface="Helvetica Neue"/>
                <a:ea typeface="Helvetica Neue"/>
                <a:cs typeface="Helvetica Neue"/>
              </a:defRPr>
            </a:lvl1pPr>
          </a:lstStyle>
          <a:p xmlns:a="http://schemas.openxmlformats.org/drawingml/2006/main">
            <a:pPr>
              <a:buNone/>
            </a:pPr>
            <a:r>
              <a:t>SOURCES  Wikipedia (Yarmouk, Mu'tah) · Britannica</a:t>
            </a:r>
          </a:p>
        </p:txBody>
      </p:sp>
      <p:sp>
        <p:nvSpPr>
          <p:cNvPr id="2810" name="Connector 32">
            <a:extLst xmlns:a="http://schemas.openxmlformats.org/drawingml/2006/main">
              <a:ext uri="{FF2B5EF4-FFF2-40B4-BE49-F238E27FC236}">
                <a16:creationId xmlns:a16="http://schemas.microsoft.com/office/drawing/2014/main" id="{F6BF6E04-DFF3-4C58-9CB6-A6AB6079BC76}"/>
              </a:ext>
            </a:extLst>
          </p:cNvPr>
          <p:cNvSpPr>
            <a:spLocks xmlns:a="http://schemas.openxmlformats.org/drawingml/2006/main" noGrp="1"/>
          </p:cNvSpPr>
          <p:nvPr/>
        </p:nvSpPr>
        <p:spPr>
          <a:xfrm xmlns:a="http://schemas.openxmlformats.org/drawingml/2006/main">
            <a:off x="749807" y="5404103"/>
            <a:ext cx="10680194" cy="1"/>
          </a:xfrm>
          <a:prstGeom xmlns:a="http://schemas.openxmlformats.org/drawingml/2006/main" prst="line">
            <a:avLst/>
          </a:prstGeom>
          <a:ln xmlns:a="http://schemas.openxmlformats.org/drawingml/2006/main" w="1270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811" name="TextBox 33">
            <a:extLst xmlns:a="http://schemas.openxmlformats.org/drawingml/2006/main">
              <a:ext uri="{FF2B5EF4-FFF2-40B4-BE49-F238E27FC236}">
                <a16:creationId xmlns:a16="http://schemas.microsoft.com/office/drawing/2014/main" id="{33E56455-FC30-4287-96FC-29A1F4EB432A}"/>
              </a:ext>
            </a:extLst>
          </p:cNvPr>
          <p:cNvSpPr>
            <a:spLocks xmlns:a="http://schemas.openxmlformats.org/drawingml/2006/main" noGrp="1"/>
          </p:cNvSpPr>
          <p:nvPr/>
        </p:nvSpPr>
        <p:spPr>
          <a:xfrm xmlns:a="http://schemas.openxmlformats.org/drawingml/2006/main">
            <a:off x="2011680" y="5687567"/>
            <a:ext cx="8183879" cy="22860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lgn="ctr">
              <a:buNone/>
              <a:defRPr sz="1500" b="1">
                <a:solidFill>
                  <a:srgbClr val="FF705B"/>
                </a:solidFill>
                <a:latin typeface="Helvetica Neue"/>
                <a:ea typeface="Helvetica Neue"/>
                <a:cs typeface="Helvetica Neue"/>
              </a:defRPr>
            </a:pPr>
            <a:r>
              <a:t>• Platform approval favored the wrong battle; CCA selected the relevant correction</a:t>
            </a:r>
          </a:p>
        </p:txBody>
      </p:sp>
      <p:sp>
        <p:nvSpPr>
          <p:cNvPr id="2812" name="TextBox 34">
            <a:extLst xmlns:a="http://schemas.openxmlformats.org/drawingml/2006/main">
              <a:ext uri="{FF2B5EF4-FFF2-40B4-BE49-F238E27FC236}">
                <a16:creationId xmlns:a16="http://schemas.microsoft.com/office/drawing/2014/main" id="{FD8E7A93-AAAD-4B3E-94DB-595EEC61D312}"/>
              </a:ext>
            </a:extLst>
          </p:cNvPr>
          <p:cNvSpPr>
            <a:spLocks xmlns:a="http://schemas.openxmlformats.org/drawingml/2006/main" noGrp="1"/>
          </p:cNvSpPr>
          <p:nvPr/>
        </p:nvSpPr>
        <p:spPr>
          <a:xfrm xmlns:a="http://schemas.openxmlformats.org/drawingml/2006/main">
            <a:off x="621792" y="6437376"/>
            <a:ext cx="10881360"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800">
                <a:solidFill>
                  <a:srgbClr val="73777F"/>
                </a:solidFill>
                <a:latin typeface="Helvetica Neue"/>
                <a:ea typeface="Helvetica Neue"/>
                <a:cs typeface="Helvetica Neue"/>
              </a:defRPr>
            </a:lvl1pPr>
          </a:lstStyle>
          <a:p xmlns:a="http://schemas.openxmlformats.org/drawingml/2006/main">
            <a:pPr>
              <a:buNone/>
            </a:pPr>
            <a:r>
              <a:t>• Authors’ Representative selection · canonical Gemma output</a:t>
            </a:r>
          </a:p>
        </p:txBody>
      </p:sp>
    </p:spTree>
    <p:extLst>
      <p:ext uri="{BB962C8B-B14F-4D97-AF65-F5344CB8AC3E}">
        <p14:creationId xmlns:p14="http://schemas.microsoft.com/office/powerpoint/2010/main" val="613240025"/>
      </p:ext>
    </p:extLst>
  </p:cSld>
</p:sld>
</file>

<file path=ppt/slides/slide41.xml><?xml version="1.0" encoding="utf-8"?>
<p:sld xmlns:p="http://schemas.openxmlformats.org/presentationml/2006/main" showMasterSp="1">
  <p:cSld>
    <p:spTree>
      <p:nvGrpSpPr>
        <p:cNvPr id="1" name=""/>
        <p:cNvGrpSpPr/>
        <p:nvPr/>
      </p:nvGrpSpPr>
      <p:grpSpPr>
        <a:xfrm xmlns:a="http://schemas.openxmlformats.org/drawingml/2006/main"/>
      </p:grpSpPr>
      <p:sp>
        <p:nvSpPr>
          <p:cNvPr id="2814" name="TextBox 2">
            <a:extLst xmlns:a="http://schemas.openxmlformats.org/drawingml/2006/main">
              <a:ext uri="{FF2B5EF4-FFF2-40B4-BE49-F238E27FC236}">
                <a16:creationId xmlns:a16="http://schemas.microsoft.com/office/drawing/2014/main" id="{E9667C90-0FD0-40E0-A546-D730329C95D4}"/>
              </a:ext>
            </a:extLst>
          </p:cNvPr>
          <p:cNvSpPr>
            <a:spLocks xmlns:a="http://schemas.openxmlformats.org/drawingml/2006/main" noGrp="1"/>
          </p:cNvSpPr>
          <p:nvPr/>
        </p:nvSpPr>
        <p:spPr>
          <a:xfrm xmlns:a="http://schemas.openxmlformats.org/drawingml/2006/main">
            <a:off x="831849" y="3199575"/>
            <a:ext cx="10515601" cy="45885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3000" b="1">
                <a:solidFill>
                  <a:srgbClr val="111318"/>
                </a:solidFill>
                <a:latin typeface="Helvetica Neue"/>
                <a:ea typeface="Helvetica Neue"/>
                <a:cs typeface="Helvetica Neue"/>
              </a:defRPr>
            </a:lvl1pPr>
          </a:lstStyle>
          <a:p xmlns:a="http://schemas.openxmlformats.org/drawingml/2006/main">
            <a:pPr>
              <a:buNone/>
            </a:pPr>
            <a:r>
              <a:t>Thank You</a:t>
            </a:r>
          </a:p>
        </p:txBody>
      </p:sp>
    </p:spTree>
    <p:extLst>
      <p:ext uri="{BB962C8B-B14F-4D97-AF65-F5344CB8AC3E}">
        <p14:creationId xmlns:p14="http://schemas.microsoft.com/office/powerpoint/2010/main" val="1192996661"/>
      </p:ext>
    </p:extLst>
  </p:cSld>
</p:sld>
</file>

<file path=ppt/slides/slide42.xml><?xml version="1.0" encoding="utf-8"?>
<p:sld xmlns:p="http://schemas.openxmlformats.org/presentationml/2006/main" showMasterSp="1">
  <p:cSld>
    <p:spTree>
      <p:nvGrpSpPr>
        <p:cNvPr id="1" name=""/>
        <p:cNvGrpSpPr/>
        <p:nvPr/>
      </p:nvGrpSpPr>
      <p:grpSpPr>
        <a:xfrm xmlns:a="http://schemas.openxmlformats.org/drawingml/2006/main"/>
      </p:grpSpPr>
      <p:sp>
        <p:nvSpPr>
          <p:cNvPr id="2816" name="TextBox 1">
            <a:extLst xmlns:a="http://schemas.openxmlformats.org/drawingml/2006/main">
              <a:ext uri="{FF2B5EF4-FFF2-40B4-BE49-F238E27FC236}">
                <a16:creationId xmlns:a16="http://schemas.microsoft.com/office/drawing/2014/main" id="{A2C7A9D2-2DCD-48CA-9F96-DCD5596EFA0F}"/>
              </a:ext>
            </a:extLst>
          </p:cNvPr>
          <p:cNvSpPr>
            <a:spLocks xmlns:a="http://schemas.openxmlformats.org/drawingml/2006/main" noGrp="1"/>
          </p:cNvSpPr>
          <p:nvPr/>
        </p:nvSpPr>
        <p:spPr>
          <a:xfrm xmlns:a="http://schemas.openxmlformats.org/drawingml/2006/main">
            <a:off x="603503" y="420623"/>
            <a:ext cx="4389122" cy="14871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000" b="1">
                <a:solidFill>
                  <a:srgbClr val="73777F"/>
                </a:solidFill>
                <a:latin typeface="Helvetica Neue"/>
                <a:ea typeface="Helvetica Neue"/>
                <a:cs typeface="Helvetica Neue"/>
              </a:defRPr>
            </a:lvl1pPr>
          </a:lstStyle>
          <a:p xmlns:a="http://schemas.openxmlformats.org/drawingml/2006/main">
            <a:pPr>
              <a:buNone/>
            </a:pPr>
            <a:r>
              <a:t>VALIDATION · STAGE 2</a:t>
            </a:r>
          </a:p>
        </p:txBody>
      </p:sp>
      <p:sp>
        <p:nvSpPr>
          <p:cNvPr id="2817" name="TextBox 2">
            <a:extLst xmlns:a="http://schemas.openxmlformats.org/drawingml/2006/main">
              <a:ext uri="{FF2B5EF4-FFF2-40B4-BE49-F238E27FC236}">
                <a16:creationId xmlns:a16="http://schemas.microsoft.com/office/drawing/2014/main" id="{A8E8481B-E272-4627-941B-25A8DB52AD0F}"/>
              </a:ext>
            </a:extLst>
          </p:cNvPr>
          <p:cNvSpPr>
            <a:spLocks xmlns:a="http://schemas.openxmlformats.org/drawingml/2006/main" noGrp="1"/>
          </p:cNvSpPr>
          <p:nvPr/>
        </p:nvSpPr>
        <p:spPr>
          <a:xfrm xmlns:a="http://schemas.openxmlformats.org/drawingml/2006/main">
            <a:off x="603504" y="786383"/>
            <a:ext cx="10515601" cy="45885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3000" b="1">
                <a:solidFill>
                  <a:srgbClr val="111318"/>
                </a:solidFill>
                <a:latin typeface="Helvetica Neue"/>
                <a:ea typeface="Helvetica Neue"/>
                <a:cs typeface="Helvetica Neue"/>
              </a:defRPr>
            </a:lvl1pPr>
          </a:lstStyle>
          <a:p xmlns:a="http://schemas.openxmlformats.org/drawingml/2006/main">
            <a:pPr>
              <a:buNone/>
            </a:pPr>
            <a:r>
              <a:t>What makes a note worth rescuing?</a:t>
            </a:r>
          </a:p>
        </p:txBody>
      </p:sp>
      <p:sp>
        <p:nvSpPr>
          <p:cNvPr id="2818" name="TextBox 3">
            <a:extLst xmlns:a="http://schemas.openxmlformats.org/drawingml/2006/main">
              <a:ext uri="{FF2B5EF4-FFF2-40B4-BE49-F238E27FC236}">
                <a16:creationId xmlns:a16="http://schemas.microsoft.com/office/drawing/2014/main" id="{1EF5317B-9F12-47CF-8A25-DD8160D0491A}"/>
              </a:ext>
            </a:extLst>
          </p:cNvPr>
          <p:cNvSpPr>
            <a:spLocks xmlns:a="http://schemas.openxmlformats.org/drawingml/2006/main" noGrp="1"/>
          </p:cNvSpPr>
          <p:nvPr/>
        </p:nvSpPr>
        <p:spPr>
          <a:xfrm xmlns:a="http://schemas.openxmlformats.org/drawingml/2006/main">
            <a:off x="11082528" y="457200"/>
            <a:ext cx="438913" cy="136385"/>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r">
              <a:buNone/>
              <a:defRPr sz="900" b="1">
                <a:solidFill>
                  <a:srgbClr val="73777F"/>
                </a:solidFill>
                <a:latin typeface="Helvetica Neue"/>
                <a:ea typeface="Helvetica Neue"/>
                <a:cs typeface="Helvetica Neue"/>
              </a:defRPr>
            </a:lvl1pPr>
          </a:lstStyle>
          <a:p xmlns:a="http://schemas.openxmlformats.org/drawingml/2006/main">
            <a:pPr>
              <a:buNone/>
            </a:pPr>
            <a:r>
              <a:t>13</a:t>
            </a:r>
          </a:p>
        </p:txBody>
      </p:sp>
      <p:sp>
        <p:nvSpPr>
          <p:cNvPr id="2819" name="TextBox 4">
            <a:extLst xmlns:a="http://schemas.openxmlformats.org/drawingml/2006/main">
              <a:ext uri="{FF2B5EF4-FFF2-40B4-BE49-F238E27FC236}">
                <a16:creationId xmlns:a16="http://schemas.microsoft.com/office/drawing/2014/main" id="{7E36EA49-5E0E-43AE-BF24-CB8CB3B71D5D}"/>
              </a:ext>
            </a:extLst>
          </p:cNvPr>
          <p:cNvSpPr>
            <a:spLocks xmlns:a="http://schemas.openxmlformats.org/drawingml/2006/main" noGrp="1"/>
          </p:cNvSpPr>
          <p:nvPr/>
        </p:nvSpPr>
        <p:spPr>
          <a:xfrm xmlns:a="http://schemas.openxmlformats.org/drawingml/2006/main">
            <a:off x="768095" y="1536191"/>
            <a:ext cx="1463042" cy="14871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000" b="1">
                <a:solidFill>
                  <a:srgbClr val="73777F"/>
                </a:solidFill>
                <a:latin typeface="Helvetica Neue"/>
                <a:ea typeface="Helvetica Neue"/>
                <a:cs typeface="Helvetica Neue"/>
              </a:defRPr>
            </a:lvl1pPr>
          </a:lstStyle>
          <a:p xmlns:a="http://schemas.openxmlformats.org/drawingml/2006/main">
            <a:pPr>
              <a:buNone/>
            </a:pPr>
            <a:r>
              <a:t>MODEL SEES</a:t>
            </a:r>
          </a:p>
        </p:txBody>
      </p:sp>
      <p:sp>
        <p:nvSpPr>
          <p:cNvPr id="2820" name="Rounded Rectangle 5">
            <a:extLst xmlns:a="http://schemas.openxmlformats.org/drawingml/2006/main">
              <a:ext uri="{FF2B5EF4-FFF2-40B4-BE49-F238E27FC236}">
                <a16:creationId xmlns:a16="http://schemas.microsoft.com/office/drawing/2014/main" id="{F251B120-B11F-496F-BEA4-122650EF0062}"/>
              </a:ext>
            </a:extLst>
          </p:cNvPr>
          <p:cNvSpPr>
            <a:spLocks xmlns:a="http://schemas.openxmlformats.org/drawingml/2006/main" noGrp="1"/>
          </p:cNvSpPr>
          <p:nvPr/>
        </p:nvSpPr>
        <p:spPr>
          <a:xfrm xmlns:a="http://schemas.openxmlformats.org/drawingml/2006/main">
            <a:off x="841247" y="1874518"/>
            <a:ext cx="1993394" cy="2212849"/>
          </a:xfrm>
          <a:prstGeom xmlns:a="http://schemas.openxmlformats.org/drawingml/2006/main" prst="roundRect">
            <a:avLst>
              <a:gd name="adj" fmla="val 16667"/>
            </a:avLst>
          </a:prstGeom>
          <a:ln xmlns:a="http://schemas.openxmlformats.org/drawingml/2006/main" w="14604">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2821" name="Connector 6">
            <a:extLst xmlns:a="http://schemas.openxmlformats.org/drawingml/2006/main">
              <a:ext uri="{FF2B5EF4-FFF2-40B4-BE49-F238E27FC236}">
                <a16:creationId xmlns:a16="http://schemas.microsoft.com/office/drawing/2014/main" id="{4318F520-6136-4876-BB01-866B27B70BCF}"/>
              </a:ext>
            </a:extLst>
          </p:cNvPr>
          <p:cNvSpPr>
            <a:spLocks xmlns:a="http://schemas.openxmlformats.org/drawingml/2006/main" noGrp="1"/>
          </p:cNvSpPr>
          <p:nvPr/>
        </p:nvSpPr>
        <p:spPr>
          <a:xfrm xmlns:a="http://schemas.openxmlformats.org/drawingml/2006/main">
            <a:off x="1097280" y="2331720"/>
            <a:ext cx="1463041" cy="1"/>
          </a:xfrm>
          <a:prstGeom xmlns:a="http://schemas.openxmlformats.org/drawingml/2006/main" prst="line">
            <a:avLst/>
          </a:prstGeom>
          <a:ln xmlns:a="http://schemas.openxmlformats.org/drawingml/2006/main" w="1524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822" name="Connector 7">
            <a:extLst xmlns:a="http://schemas.openxmlformats.org/drawingml/2006/main">
              <a:ext uri="{FF2B5EF4-FFF2-40B4-BE49-F238E27FC236}">
                <a16:creationId xmlns:a16="http://schemas.microsoft.com/office/drawing/2014/main" id="{DEA17EC0-DEFC-4539-96B7-94252F7F0C53}"/>
              </a:ext>
            </a:extLst>
          </p:cNvPr>
          <p:cNvSpPr>
            <a:spLocks xmlns:a="http://schemas.openxmlformats.org/drawingml/2006/main" noGrp="1"/>
          </p:cNvSpPr>
          <p:nvPr/>
        </p:nvSpPr>
        <p:spPr>
          <a:xfrm xmlns:a="http://schemas.openxmlformats.org/drawingml/2006/main">
            <a:off x="1097280" y="2688335"/>
            <a:ext cx="1261873" cy="1"/>
          </a:xfrm>
          <a:prstGeom xmlns:a="http://schemas.openxmlformats.org/drawingml/2006/main" prst="line">
            <a:avLst/>
          </a:prstGeom>
          <a:ln xmlns:a="http://schemas.openxmlformats.org/drawingml/2006/main" w="1524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823" name="Connector 8">
            <a:extLst xmlns:a="http://schemas.openxmlformats.org/drawingml/2006/main">
              <a:ext uri="{FF2B5EF4-FFF2-40B4-BE49-F238E27FC236}">
                <a16:creationId xmlns:a16="http://schemas.microsoft.com/office/drawing/2014/main" id="{EE69C67C-10BF-4333-9659-751F3C9F92DB}"/>
              </a:ext>
            </a:extLst>
          </p:cNvPr>
          <p:cNvSpPr>
            <a:spLocks xmlns:a="http://schemas.openxmlformats.org/drawingml/2006/main" noGrp="1"/>
          </p:cNvSpPr>
          <p:nvPr/>
        </p:nvSpPr>
        <p:spPr>
          <a:xfrm xmlns:a="http://schemas.openxmlformats.org/drawingml/2006/main">
            <a:off x="1097280" y="3044951"/>
            <a:ext cx="1389889" cy="1"/>
          </a:xfrm>
          <a:prstGeom xmlns:a="http://schemas.openxmlformats.org/drawingml/2006/main" prst="line">
            <a:avLst/>
          </a:prstGeom>
          <a:ln xmlns:a="http://schemas.openxmlformats.org/drawingml/2006/main" w="15240">
            <a:solidFill>
              <a:srgbClr val="111318"/>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824" name="Connector 9">
            <a:extLst xmlns:a="http://schemas.openxmlformats.org/drawingml/2006/main">
              <a:ext uri="{FF2B5EF4-FFF2-40B4-BE49-F238E27FC236}">
                <a16:creationId xmlns:a16="http://schemas.microsoft.com/office/drawing/2014/main" id="{18BBD29C-24EF-47FD-BB95-30DA4027766A}"/>
              </a:ext>
            </a:extLst>
          </p:cNvPr>
          <p:cNvSpPr>
            <a:spLocks xmlns:a="http://schemas.openxmlformats.org/drawingml/2006/main" noGrp="1"/>
          </p:cNvSpPr>
          <p:nvPr/>
        </p:nvSpPr>
        <p:spPr>
          <a:xfrm xmlns:a="http://schemas.openxmlformats.org/drawingml/2006/main">
            <a:off x="1097280" y="3529584"/>
            <a:ext cx="1133857" cy="1"/>
          </a:xfrm>
          <a:prstGeom xmlns:a="http://schemas.openxmlformats.org/drawingml/2006/main" prst="line">
            <a:avLst/>
          </a:prstGeom>
          <a:ln xmlns:a="http://schemas.openxmlformats.org/drawingml/2006/main" w="22860">
            <a:solidFill>
              <a:srgbClr val="3977F6"/>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825" name="TextBox 10">
            <a:extLst xmlns:a="http://schemas.openxmlformats.org/drawingml/2006/main">
              <a:ext uri="{FF2B5EF4-FFF2-40B4-BE49-F238E27FC236}">
                <a16:creationId xmlns:a16="http://schemas.microsoft.com/office/drawing/2014/main" id="{30AC61D5-E2DF-4613-994F-1A9C9EC516EC}"/>
              </a:ext>
            </a:extLst>
          </p:cNvPr>
          <p:cNvSpPr>
            <a:spLocks xmlns:a="http://schemas.openxmlformats.org/drawingml/2006/main" noGrp="1"/>
          </p:cNvSpPr>
          <p:nvPr/>
        </p:nvSpPr>
        <p:spPr>
          <a:xfrm xmlns:a="http://schemas.openxmlformats.org/drawingml/2006/main">
            <a:off x="1097280" y="3675886"/>
            <a:ext cx="1170433"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800" b="1">
                <a:solidFill>
                  <a:srgbClr val="3977F6"/>
                </a:solidFill>
                <a:latin typeface="Helvetica Neue"/>
                <a:ea typeface="Helvetica Neue"/>
                <a:cs typeface="Helvetica Neue"/>
              </a:defRPr>
            </a:lvl1pPr>
          </a:lstStyle>
          <a:p xmlns:a="http://schemas.openxmlformats.org/drawingml/2006/main">
            <a:pPr>
              <a:buNone/>
            </a:pPr>
            <a:r>
              <a:t>SOURCE POINTER</a:t>
            </a:r>
          </a:p>
        </p:txBody>
      </p:sp>
      <p:sp>
        <p:nvSpPr>
          <p:cNvPr id="2826" name="TextBox 11">
            <a:extLst xmlns:a="http://schemas.openxmlformats.org/drawingml/2006/main">
              <a:ext uri="{FF2B5EF4-FFF2-40B4-BE49-F238E27FC236}">
                <a16:creationId xmlns:a16="http://schemas.microsoft.com/office/drawing/2014/main" id="{19F05148-2FB1-414D-95B9-D2E40F973B89}"/>
              </a:ext>
            </a:extLst>
          </p:cNvPr>
          <p:cNvSpPr>
            <a:spLocks xmlns:a="http://schemas.openxmlformats.org/drawingml/2006/main" noGrp="1"/>
          </p:cNvSpPr>
          <p:nvPr/>
        </p:nvSpPr>
        <p:spPr>
          <a:xfrm xmlns:a="http://schemas.openxmlformats.org/drawingml/2006/main">
            <a:off x="941832" y="4370832"/>
            <a:ext cx="1389889" cy="186080"/>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200" b="1">
                <a:solidFill>
                  <a:srgbClr val="111318"/>
                </a:solidFill>
                <a:latin typeface="Helvetica Neue"/>
                <a:ea typeface="Helvetica Neue"/>
                <a:cs typeface="Helvetica Neue"/>
              </a:defRPr>
            </a:pPr>
            <a:r>
              <a:t>• </a:t>
            </a:r>
            <a:r>
              <a:rPr>
                <a:solidFill>
                  <a:srgbClr val="73777F"/>
                </a:solidFill>
              </a:rPr>
              <a:t>note text</a:t>
            </a:r>
          </a:p>
        </p:txBody>
      </p:sp>
      <p:sp>
        <p:nvSpPr>
          <p:cNvPr id="2827" name="TextBox 12">
            <a:extLst xmlns:a="http://schemas.openxmlformats.org/drawingml/2006/main">
              <a:ext uri="{FF2B5EF4-FFF2-40B4-BE49-F238E27FC236}">
                <a16:creationId xmlns:a16="http://schemas.microsoft.com/office/drawing/2014/main" id="{667DB680-C3D9-46B8-A22E-F4140F2A1083}"/>
              </a:ext>
            </a:extLst>
          </p:cNvPr>
          <p:cNvSpPr>
            <a:spLocks xmlns:a="http://schemas.openxmlformats.org/drawingml/2006/main" noGrp="1"/>
          </p:cNvSpPr>
          <p:nvPr/>
        </p:nvSpPr>
        <p:spPr>
          <a:xfrm xmlns:a="http://schemas.openxmlformats.org/drawingml/2006/main">
            <a:off x="941832" y="4745735"/>
            <a:ext cx="1847089" cy="18608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buNone/>
              <a:defRPr sz="1200" b="1">
                <a:solidFill>
                  <a:srgbClr val="3977F6"/>
                </a:solidFill>
                <a:latin typeface="Helvetica Neue"/>
                <a:ea typeface="Helvetica Neue"/>
                <a:cs typeface="Helvetica Neue"/>
              </a:defRPr>
            </a:pPr>
            <a:r>
              <a:t>• </a:t>
            </a:r>
            <a:r>
              <a:rPr>
                <a:solidFill>
                  <a:srgbClr val="73777F"/>
                </a:solidFill>
              </a:rPr>
              <a:t>visible source pointer</a:t>
            </a:r>
          </a:p>
        </p:txBody>
      </p:sp>
      <p:sp>
        <p:nvSpPr>
          <p:cNvPr id="2828" name="TextBox 13">
            <a:extLst xmlns:a="http://schemas.openxmlformats.org/drawingml/2006/main">
              <a:ext uri="{FF2B5EF4-FFF2-40B4-BE49-F238E27FC236}">
                <a16:creationId xmlns:a16="http://schemas.microsoft.com/office/drawing/2014/main" id="{9B763C9B-D3B7-4BBC-A88A-4B5DDC5952C2}"/>
              </a:ext>
            </a:extLst>
          </p:cNvPr>
          <p:cNvSpPr>
            <a:spLocks xmlns:a="http://schemas.openxmlformats.org/drawingml/2006/main" noGrp="1"/>
          </p:cNvSpPr>
          <p:nvPr/>
        </p:nvSpPr>
        <p:spPr>
          <a:xfrm xmlns:a="http://schemas.openxmlformats.org/drawingml/2006/main">
            <a:off x="3054095" y="2916935"/>
            <a:ext cx="347473" cy="2921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2000" b="1">
                <a:solidFill>
                  <a:srgbClr val="73777F"/>
                </a:solidFill>
                <a:latin typeface="Helvetica Neue"/>
                <a:ea typeface="Helvetica Neue"/>
                <a:cs typeface="Helvetica Neue"/>
              </a:defRPr>
            </a:lvl1pPr>
          </a:lstStyle>
          <a:p xmlns:a="http://schemas.openxmlformats.org/drawingml/2006/main">
            <a:pPr>
              <a:buNone/>
            </a:pPr>
            <a:r>
              <a:t>→</a:t>
            </a:r>
          </a:p>
        </p:txBody>
      </p:sp>
      <p:sp>
        <p:nvSpPr>
          <p:cNvPr id="2829" name="TextBox 14">
            <a:extLst xmlns:a="http://schemas.openxmlformats.org/drawingml/2006/main">
              <a:ext uri="{FF2B5EF4-FFF2-40B4-BE49-F238E27FC236}">
                <a16:creationId xmlns:a16="http://schemas.microsoft.com/office/drawing/2014/main" id="{AAC8456D-9414-4F08-8307-2B449757EF4C}"/>
              </a:ext>
            </a:extLst>
          </p:cNvPr>
          <p:cNvSpPr>
            <a:spLocks xmlns:a="http://schemas.openxmlformats.org/drawingml/2006/main" noGrp="1"/>
          </p:cNvSpPr>
          <p:nvPr/>
        </p:nvSpPr>
        <p:spPr>
          <a:xfrm xmlns:a="http://schemas.openxmlformats.org/drawingml/2006/main">
            <a:off x="3675886" y="1536191"/>
            <a:ext cx="2103121" cy="14871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000" b="1">
                <a:solidFill>
                  <a:srgbClr val="73777F"/>
                </a:solidFill>
                <a:latin typeface="Helvetica Neue"/>
                <a:ea typeface="Helvetica Neue"/>
                <a:cs typeface="Helvetica Neue"/>
              </a:defRPr>
            </a:lvl1pPr>
          </a:lstStyle>
          <a:p xmlns:a="http://schemas.openxmlformats.org/drawingml/2006/main">
            <a:pPr>
              <a:buNone/>
            </a:pPr>
            <a:r>
              <a:t>HOLISTIC JUDGMENT</a:t>
            </a:r>
          </a:p>
        </p:txBody>
      </p:sp>
      <p:sp>
        <p:nvSpPr>
          <p:cNvPr id="2830" name="Connector 15">
            <a:extLst xmlns:a="http://schemas.openxmlformats.org/drawingml/2006/main">
              <a:ext uri="{FF2B5EF4-FFF2-40B4-BE49-F238E27FC236}">
                <a16:creationId xmlns:a16="http://schemas.microsoft.com/office/drawing/2014/main" id="{D9AA499E-F384-4439-BB94-9F548BF60AB0}"/>
              </a:ext>
            </a:extLst>
          </p:cNvPr>
          <p:cNvSpPr>
            <a:spLocks xmlns:a="http://schemas.openxmlformats.org/drawingml/2006/main" noGrp="1"/>
          </p:cNvSpPr>
          <p:nvPr/>
        </p:nvSpPr>
        <p:spPr>
          <a:xfrm xmlns:a="http://schemas.openxmlformats.org/drawingml/2006/main" flipH="1">
            <a:off x="3808476" y="2057400"/>
            <a:ext cx="1" cy="2505457"/>
          </a:xfrm>
          <a:prstGeom xmlns:a="http://schemas.openxmlformats.org/drawingml/2006/main" prst="line">
            <a:avLst/>
          </a:prstGeom>
          <a:ln xmlns:a="http://schemas.openxmlformats.org/drawingml/2006/main" w="1524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831" name="Oval 16">
            <a:extLst xmlns:a="http://schemas.openxmlformats.org/drawingml/2006/main">
              <a:ext uri="{FF2B5EF4-FFF2-40B4-BE49-F238E27FC236}">
                <a16:creationId xmlns:a16="http://schemas.microsoft.com/office/drawing/2014/main" id="{DA2AFE46-65C7-4CE6-BA46-7FB95FA890CB}"/>
              </a:ext>
            </a:extLst>
          </p:cNvPr>
          <p:cNvSpPr>
            <a:spLocks xmlns:a="http://schemas.openxmlformats.org/drawingml/2006/main" noGrp="1"/>
          </p:cNvSpPr>
          <p:nvPr/>
        </p:nvSpPr>
        <p:spPr>
          <a:xfrm xmlns:a="http://schemas.openxmlformats.org/drawingml/2006/main">
            <a:off x="3730752" y="2002535"/>
            <a:ext cx="155449" cy="155449"/>
          </a:xfrm>
          <a:prstGeom xmlns:a="http://schemas.openxmlformats.org/drawingml/2006/main" prst="ellipse">
            <a:avLst/>
          </a:prstGeom>
          <a:solidFill xmlns:a="http://schemas.openxmlformats.org/drawingml/2006/main">
            <a:srgbClr val="1FA873"/>
          </a:solidFill>
          <a:ln xmlns:a="http://schemas.openxmlformats.org/drawingml/2006/main" w="10160">
            <a:solidFill>
              <a:srgbClr val="1FA873"/>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2832" name="TextBox 17">
            <a:extLst xmlns:a="http://schemas.openxmlformats.org/drawingml/2006/main">
              <a:ext uri="{FF2B5EF4-FFF2-40B4-BE49-F238E27FC236}">
                <a16:creationId xmlns:a16="http://schemas.microsoft.com/office/drawing/2014/main" id="{01688BEF-CAE8-4F92-AACC-6AEAC8F3D503}"/>
              </a:ext>
            </a:extLst>
          </p:cNvPr>
          <p:cNvSpPr>
            <a:spLocks xmlns:a="http://schemas.openxmlformats.org/drawingml/2006/main" noGrp="1"/>
          </p:cNvSpPr>
          <p:nvPr/>
        </p:nvSpPr>
        <p:spPr>
          <a:xfrm xmlns:a="http://schemas.openxmlformats.org/drawingml/2006/main">
            <a:off x="4041647" y="1984248"/>
            <a:ext cx="3310130" cy="198412"/>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300" b="1">
                <a:solidFill>
                  <a:srgbClr val="111318"/>
                </a:solidFill>
                <a:latin typeface="Helvetica Neue"/>
                <a:ea typeface="Helvetica Neue"/>
                <a:cs typeface="Helvetica Neue"/>
              </a:defRPr>
            </a:lvl1pPr>
          </a:lstStyle>
          <a:p xmlns:a="http://schemas.openxmlformats.org/drawingml/2006/main">
            <a:pPr>
              <a:buNone/>
            </a:pPr>
            <a:r>
              <a:t>specific + traceable source pointer</a:t>
            </a:r>
          </a:p>
        </p:txBody>
      </p:sp>
      <p:sp>
        <p:nvSpPr>
          <p:cNvPr id="2833" name="Oval 18">
            <a:extLst xmlns:a="http://schemas.openxmlformats.org/drawingml/2006/main">
              <a:ext uri="{FF2B5EF4-FFF2-40B4-BE49-F238E27FC236}">
                <a16:creationId xmlns:a16="http://schemas.microsoft.com/office/drawing/2014/main" id="{BF8BA6CE-A968-48EE-8DCF-D05E16CC14DA}"/>
              </a:ext>
            </a:extLst>
          </p:cNvPr>
          <p:cNvSpPr>
            <a:spLocks xmlns:a="http://schemas.openxmlformats.org/drawingml/2006/main" noGrp="1"/>
          </p:cNvSpPr>
          <p:nvPr/>
        </p:nvSpPr>
        <p:spPr>
          <a:xfrm xmlns:a="http://schemas.openxmlformats.org/drawingml/2006/main">
            <a:off x="3730752" y="2615183"/>
            <a:ext cx="155449" cy="155449"/>
          </a:xfrm>
          <a:prstGeom xmlns:a="http://schemas.openxmlformats.org/drawingml/2006/main" prst="ellipse">
            <a:avLst/>
          </a:prstGeom>
          <a:solidFill xmlns:a="http://schemas.openxmlformats.org/drawingml/2006/main">
            <a:srgbClr val="1FA873"/>
          </a:solidFill>
          <a:ln xmlns:a="http://schemas.openxmlformats.org/drawingml/2006/main" w="10160">
            <a:solidFill>
              <a:srgbClr val="1FA873"/>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2834" name="TextBox 19">
            <a:extLst xmlns:a="http://schemas.openxmlformats.org/drawingml/2006/main">
              <a:ext uri="{FF2B5EF4-FFF2-40B4-BE49-F238E27FC236}">
                <a16:creationId xmlns:a16="http://schemas.microsoft.com/office/drawing/2014/main" id="{7D1A8E48-B846-47A4-A4D8-5D5BC1C48784}"/>
              </a:ext>
            </a:extLst>
          </p:cNvPr>
          <p:cNvSpPr>
            <a:spLocks xmlns:a="http://schemas.openxmlformats.org/drawingml/2006/main" noGrp="1"/>
          </p:cNvSpPr>
          <p:nvPr/>
        </p:nvSpPr>
        <p:spPr>
          <a:xfrm xmlns:a="http://schemas.openxmlformats.org/drawingml/2006/main">
            <a:off x="4041647" y="2596895"/>
            <a:ext cx="3310130" cy="198412"/>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300" b="1">
                <a:solidFill>
                  <a:srgbClr val="111318"/>
                </a:solidFill>
                <a:latin typeface="Helvetica Neue"/>
                <a:ea typeface="Helvetica Neue"/>
                <a:cs typeface="Helvetica Neue"/>
              </a:defRPr>
            </a:lvl1pPr>
          </a:lstStyle>
          <a:p xmlns:a="http://schemas.openxmlformats.org/drawingml/2006/main">
            <a:pPr>
              <a:buNone/>
            </a:pPr>
            <a:r>
              <a:t>clear claim ↔ source connection</a:t>
            </a:r>
          </a:p>
        </p:txBody>
      </p:sp>
      <p:sp>
        <p:nvSpPr>
          <p:cNvPr id="2835" name="Oval 20">
            <a:extLst xmlns:a="http://schemas.openxmlformats.org/drawingml/2006/main">
              <a:ext uri="{FF2B5EF4-FFF2-40B4-BE49-F238E27FC236}">
                <a16:creationId xmlns:a16="http://schemas.microsoft.com/office/drawing/2014/main" id="{C4871EA1-82A8-4CA5-BEAB-F456FE715994}"/>
              </a:ext>
            </a:extLst>
          </p:cNvPr>
          <p:cNvSpPr>
            <a:spLocks xmlns:a="http://schemas.openxmlformats.org/drawingml/2006/main" noGrp="1"/>
          </p:cNvSpPr>
          <p:nvPr/>
        </p:nvSpPr>
        <p:spPr>
          <a:xfrm xmlns:a="http://schemas.openxmlformats.org/drawingml/2006/main">
            <a:off x="3730752" y="3227832"/>
            <a:ext cx="155449" cy="155449"/>
          </a:xfrm>
          <a:prstGeom xmlns:a="http://schemas.openxmlformats.org/drawingml/2006/main" prst="ellipse">
            <a:avLst/>
          </a:prstGeom>
          <a:solidFill xmlns:a="http://schemas.openxmlformats.org/drawingml/2006/main">
            <a:srgbClr val="1FA873"/>
          </a:solidFill>
          <a:ln xmlns:a="http://schemas.openxmlformats.org/drawingml/2006/main" w="10160">
            <a:solidFill>
              <a:srgbClr val="1FA873"/>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2836" name="TextBox 21">
            <a:extLst xmlns:a="http://schemas.openxmlformats.org/drawingml/2006/main">
              <a:ext uri="{FF2B5EF4-FFF2-40B4-BE49-F238E27FC236}">
                <a16:creationId xmlns:a16="http://schemas.microsoft.com/office/drawing/2014/main" id="{D451FAC7-214D-460D-87DC-38E2CA36019D}"/>
              </a:ext>
            </a:extLst>
          </p:cNvPr>
          <p:cNvSpPr>
            <a:spLocks xmlns:a="http://schemas.openxmlformats.org/drawingml/2006/main" noGrp="1"/>
          </p:cNvSpPr>
          <p:nvPr/>
        </p:nvSpPr>
        <p:spPr>
          <a:xfrm xmlns:a="http://schemas.openxmlformats.org/drawingml/2006/main">
            <a:off x="4041647" y="3209544"/>
            <a:ext cx="3310130" cy="19841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300" b="1">
                <a:solidFill>
                  <a:srgbClr val="111318"/>
                </a:solidFill>
                <a:latin typeface="Helvetica Neue"/>
                <a:ea typeface="Helvetica Neue"/>
                <a:cs typeface="Helvetica Neue"/>
              </a:defRPr>
            </a:lvl1pPr>
          </a:lstStyle>
          <a:p xmlns:a="http://schemas.openxmlformats.org/drawingml/2006/main">
            <a:pPr>
              <a:buNone/>
            </a:pPr>
            <a:r>
              <a:t>self-contained explanation</a:t>
            </a:r>
          </a:p>
        </p:txBody>
      </p:sp>
      <p:sp>
        <p:nvSpPr>
          <p:cNvPr id="2837" name="Oval 22">
            <a:extLst xmlns:a="http://schemas.openxmlformats.org/drawingml/2006/main">
              <a:ext uri="{FF2B5EF4-FFF2-40B4-BE49-F238E27FC236}">
                <a16:creationId xmlns:a16="http://schemas.microsoft.com/office/drawing/2014/main" id="{21801335-3C08-45C5-923C-1F44BE8AD81E}"/>
              </a:ext>
            </a:extLst>
          </p:cNvPr>
          <p:cNvSpPr>
            <a:spLocks xmlns:a="http://schemas.openxmlformats.org/drawingml/2006/main" noGrp="1"/>
          </p:cNvSpPr>
          <p:nvPr/>
        </p:nvSpPr>
        <p:spPr>
          <a:xfrm xmlns:a="http://schemas.openxmlformats.org/drawingml/2006/main">
            <a:off x="3730752" y="3840479"/>
            <a:ext cx="155449" cy="155449"/>
          </a:xfrm>
          <a:prstGeom xmlns:a="http://schemas.openxmlformats.org/drawingml/2006/main" prst="ellipse">
            <a:avLst/>
          </a:prstGeom>
          <a:solidFill xmlns:a="http://schemas.openxmlformats.org/drawingml/2006/main">
            <a:srgbClr val="1FA873"/>
          </a:solidFill>
          <a:ln xmlns:a="http://schemas.openxmlformats.org/drawingml/2006/main" w="10160">
            <a:solidFill>
              <a:srgbClr val="1FA873"/>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2838" name="TextBox 23">
            <a:extLst xmlns:a="http://schemas.openxmlformats.org/drawingml/2006/main">
              <a:ext uri="{FF2B5EF4-FFF2-40B4-BE49-F238E27FC236}">
                <a16:creationId xmlns:a16="http://schemas.microsoft.com/office/drawing/2014/main" id="{D5626D95-F767-44DF-89C5-464CEDB4EA9F}"/>
              </a:ext>
            </a:extLst>
          </p:cNvPr>
          <p:cNvSpPr>
            <a:spLocks xmlns:a="http://schemas.openxmlformats.org/drawingml/2006/main" noGrp="1"/>
          </p:cNvSpPr>
          <p:nvPr/>
        </p:nvSpPr>
        <p:spPr>
          <a:xfrm xmlns:a="http://schemas.openxmlformats.org/drawingml/2006/main">
            <a:off x="4041647" y="3822191"/>
            <a:ext cx="3310130" cy="198412"/>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300" b="1">
                <a:solidFill>
                  <a:srgbClr val="111318"/>
                </a:solidFill>
                <a:latin typeface="Helvetica Neue"/>
                <a:ea typeface="Helvetica Neue"/>
                <a:cs typeface="Helvetica Neue"/>
              </a:defRPr>
            </a:lvl1pPr>
          </a:lstStyle>
          <a:p xmlns:a="http://schemas.openxmlformats.org/drawingml/2006/main">
            <a:pPr>
              <a:buNone/>
            </a:pPr>
            <a:r>
              <a:t>factual + neutral wording</a:t>
            </a:r>
          </a:p>
        </p:txBody>
      </p:sp>
      <p:sp>
        <p:nvSpPr>
          <p:cNvPr id="2839" name="Oval 24">
            <a:extLst xmlns:a="http://schemas.openxmlformats.org/drawingml/2006/main">
              <a:ext uri="{FF2B5EF4-FFF2-40B4-BE49-F238E27FC236}">
                <a16:creationId xmlns:a16="http://schemas.microsoft.com/office/drawing/2014/main" id="{1ABDBFFB-E7B2-4819-AF97-1BF70C858A74}"/>
              </a:ext>
            </a:extLst>
          </p:cNvPr>
          <p:cNvSpPr>
            <a:spLocks xmlns:a="http://schemas.openxmlformats.org/drawingml/2006/main" noGrp="1"/>
          </p:cNvSpPr>
          <p:nvPr/>
        </p:nvSpPr>
        <p:spPr>
          <a:xfrm xmlns:a="http://schemas.openxmlformats.org/drawingml/2006/main">
            <a:off x="3730752" y="4453127"/>
            <a:ext cx="155449" cy="155449"/>
          </a:xfrm>
          <a:prstGeom xmlns:a="http://schemas.openxmlformats.org/drawingml/2006/main" prst="ellipse">
            <a:avLst/>
          </a:prstGeom>
          <a:solidFill xmlns:a="http://schemas.openxmlformats.org/drawingml/2006/main">
            <a:srgbClr val="1FA873"/>
          </a:solidFill>
          <a:ln xmlns:a="http://schemas.openxmlformats.org/drawingml/2006/main" w="10160">
            <a:solidFill>
              <a:srgbClr val="1FA873"/>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2840" name="TextBox 25">
            <a:extLst xmlns:a="http://schemas.openxmlformats.org/drawingml/2006/main">
              <a:ext uri="{FF2B5EF4-FFF2-40B4-BE49-F238E27FC236}">
                <a16:creationId xmlns:a16="http://schemas.microsoft.com/office/drawing/2014/main" id="{A4E73D41-5360-4B85-8179-CF6D084A4BF9}"/>
              </a:ext>
            </a:extLst>
          </p:cNvPr>
          <p:cNvSpPr>
            <a:spLocks xmlns:a="http://schemas.openxmlformats.org/drawingml/2006/main" noGrp="1"/>
          </p:cNvSpPr>
          <p:nvPr/>
        </p:nvSpPr>
        <p:spPr>
          <a:xfrm xmlns:a="http://schemas.openxmlformats.org/drawingml/2006/main">
            <a:off x="4041647" y="4434840"/>
            <a:ext cx="3310130" cy="198412"/>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300" b="1">
                <a:solidFill>
                  <a:srgbClr val="111318"/>
                </a:solidFill>
                <a:latin typeface="Helvetica Neue"/>
                <a:ea typeface="Helvetica Neue"/>
                <a:cs typeface="Helvetica Neue"/>
              </a:defRPr>
            </a:lvl1pPr>
          </a:lstStyle>
          <a:p xmlns:a="http://schemas.openxmlformats.org/drawingml/2006/main">
            <a:pPr>
              <a:buNone/>
            </a:pPr>
            <a:r>
              <a:t>concise + constructive presentation</a:t>
            </a:r>
          </a:p>
        </p:txBody>
      </p:sp>
      <p:sp>
        <p:nvSpPr>
          <p:cNvPr id="2841" name="TextBox 26">
            <a:extLst xmlns:a="http://schemas.openxmlformats.org/drawingml/2006/main">
              <a:ext uri="{FF2B5EF4-FFF2-40B4-BE49-F238E27FC236}">
                <a16:creationId xmlns:a16="http://schemas.microsoft.com/office/drawing/2014/main" id="{9B55A5A9-D378-4EEA-B606-42C966D8E4E3}"/>
              </a:ext>
            </a:extLst>
          </p:cNvPr>
          <p:cNvSpPr>
            <a:spLocks xmlns:a="http://schemas.openxmlformats.org/drawingml/2006/main" noGrp="1"/>
          </p:cNvSpPr>
          <p:nvPr/>
        </p:nvSpPr>
        <p:spPr>
          <a:xfrm xmlns:a="http://schemas.openxmlformats.org/drawingml/2006/main">
            <a:off x="7461504" y="2916935"/>
            <a:ext cx="347473" cy="2921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2000" b="1">
                <a:solidFill>
                  <a:srgbClr val="73777F"/>
                </a:solidFill>
                <a:latin typeface="Helvetica Neue"/>
                <a:ea typeface="Helvetica Neue"/>
                <a:cs typeface="Helvetica Neue"/>
              </a:defRPr>
            </a:lvl1pPr>
          </a:lstStyle>
          <a:p xmlns:a="http://schemas.openxmlformats.org/drawingml/2006/main">
            <a:pPr>
              <a:buNone/>
            </a:pPr>
            <a:r>
              <a:t>→</a:t>
            </a:r>
          </a:p>
        </p:txBody>
      </p:sp>
      <p:sp>
        <p:nvSpPr>
          <p:cNvPr id="2842" name="TextBox 27">
            <a:extLst xmlns:a="http://schemas.openxmlformats.org/drawingml/2006/main">
              <a:ext uri="{FF2B5EF4-FFF2-40B4-BE49-F238E27FC236}">
                <a16:creationId xmlns:a16="http://schemas.microsoft.com/office/drawing/2014/main" id="{3F10EF5F-620D-47E8-8CF4-A55D7A38E387}"/>
              </a:ext>
            </a:extLst>
          </p:cNvPr>
          <p:cNvSpPr>
            <a:spLocks xmlns:a="http://schemas.openxmlformats.org/drawingml/2006/main" noGrp="1"/>
          </p:cNvSpPr>
          <p:nvPr/>
        </p:nvSpPr>
        <p:spPr>
          <a:xfrm xmlns:a="http://schemas.openxmlformats.org/drawingml/2006/main">
            <a:off x="7991856" y="1536191"/>
            <a:ext cx="1554481" cy="14871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000" b="1">
                <a:solidFill>
                  <a:srgbClr val="73777F"/>
                </a:solidFill>
                <a:latin typeface="Helvetica Neue"/>
                <a:ea typeface="Helvetica Neue"/>
                <a:cs typeface="Helvetica Neue"/>
              </a:defRPr>
            </a:lvl1pPr>
          </a:lstStyle>
          <a:p xmlns:a="http://schemas.openxmlformats.org/drawingml/2006/main">
            <a:pPr>
              <a:buNone/>
            </a:pPr>
            <a:r>
              <a:t>0–100 SCORE</a:t>
            </a:r>
          </a:p>
        </p:txBody>
      </p:sp>
      <p:sp>
        <p:nvSpPr>
          <p:cNvPr id="2843" name="Connector 28">
            <a:extLst xmlns:a="http://schemas.openxmlformats.org/drawingml/2006/main">
              <a:ext uri="{FF2B5EF4-FFF2-40B4-BE49-F238E27FC236}">
                <a16:creationId xmlns:a16="http://schemas.microsoft.com/office/drawing/2014/main" id="{FB8BC407-8A12-4ABD-8924-B3CAE1FF6BAB}"/>
              </a:ext>
            </a:extLst>
          </p:cNvPr>
          <p:cNvSpPr>
            <a:spLocks xmlns:a="http://schemas.openxmlformats.org/drawingml/2006/main" noGrp="1"/>
          </p:cNvSpPr>
          <p:nvPr/>
        </p:nvSpPr>
        <p:spPr>
          <a:xfrm xmlns:a="http://schemas.openxmlformats.org/drawingml/2006/main">
            <a:off x="8247887" y="1947672"/>
            <a:ext cx="1" cy="1435609"/>
          </a:xfrm>
          <a:prstGeom xmlns:a="http://schemas.openxmlformats.org/drawingml/2006/main" prst="line">
            <a:avLst/>
          </a:prstGeom>
          <a:ln xmlns:a="http://schemas.openxmlformats.org/drawingml/2006/main" w="38100">
            <a:solidFill>
              <a:srgbClr val="1FA873"/>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844" name="Connector 29">
            <a:extLst xmlns:a="http://schemas.openxmlformats.org/drawingml/2006/main">
              <a:ext uri="{FF2B5EF4-FFF2-40B4-BE49-F238E27FC236}">
                <a16:creationId xmlns:a16="http://schemas.microsoft.com/office/drawing/2014/main" id="{0A87D489-6731-480D-A51E-9B96D0B67B98}"/>
              </a:ext>
            </a:extLst>
          </p:cNvPr>
          <p:cNvSpPr>
            <a:spLocks xmlns:a="http://schemas.openxmlformats.org/drawingml/2006/main" noGrp="1"/>
          </p:cNvSpPr>
          <p:nvPr/>
        </p:nvSpPr>
        <p:spPr>
          <a:xfrm xmlns:a="http://schemas.openxmlformats.org/drawingml/2006/main">
            <a:off x="8247888" y="3383279"/>
            <a:ext cx="1" cy="1408177"/>
          </a:xfrm>
          <a:prstGeom xmlns:a="http://schemas.openxmlformats.org/drawingml/2006/main" prst="line">
            <a:avLst/>
          </a:prstGeom>
          <a:ln xmlns:a="http://schemas.openxmlformats.org/drawingml/2006/main" w="3810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845" name="Oval 30">
            <a:extLst xmlns:a="http://schemas.openxmlformats.org/drawingml/2006/main">
              <a:ext uri="{FF2B5EF4-FFF2-40B4-BE49-F238E27FC236}">
                <a16:creationId xmlns:a16="http://schemas.microsoft.com/office/drawing/2014/main" id="{DE5BAFC4-DE68-400B-948A-62750E4FDD3F}"/>
              </a:ext>
            </a:extLst>
          </p:cNvPr>
          <p:cNvSpPr>
            <a:spLocks xmlns:a="http://schemas.openxmlformats.org/drawingml/2006/main" noGrp="1"/>
          </p:cNvSpPr>
          <p:nvPr/>
        </p:nvSpPr>
        <p:spPr>
          <a:xfrm xmlns:a="http://schemas.openxmlformats.org/drawingml/2006/main">
            <a:off x="8147304" y="3282696"/>
            <a:ext cx="201169" cy="201169"/>
          </a:xfrm>
          <a:prstGeom xmlns:a="http://schemas.openxmlformats.org/drawingml/2006/main" prst="ellipse">
            <a:avLst/>
          </a:prstGeom>
          <a:solidFill xmlns:a="http://schemas.openxmlformats.org/drawingml/2006/main">
            <a:srgbClr val="FF705B"/>
          </a:solidFill>
          <a:ln xmlns:a="http://schemas.openxmlformats.org/drawingml/2006/main" w="1016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nchor="ctr"/>
          <a:lstStyle xmlns:a="http://schemas.openxmlformats.org/drawingml/2006/main"/>
          <a:p xmlns:a="http://schemas.openxmlformats.org/drawingml/2006/main">
            <a:pPr algn="ctr">
              <a:buNone/>
              <a:defRPr>
                <a:solidFill>
                  <a:srgbClr val="FFFFFF"/>
                </a:solidFill>
              </a:defRPr>
            </a:pPr>
          </a:p>
        </p:txBody>
      </p:sp>
      <p:sp>
        <p:nvSpPr>
          <p:cNvPr id="2846" name="TextBox 31">
            <a:extLst xmlns:a="http://schemas.openxmlformats.org/drawingml/2006/main">
              <a:ext uri="{FF2B5EF4-FFF2-40B4-BE49-F238E27FC236}">
                <a16:creationId xmlns:a16="http://schemas.microsoft.com/office/drawing/2014/main" id="{E7CA17CE-DE34-45D8-B303-DC48844457CA}"/>
              </a:ext>
            </a:extLst>
          </p:cNvPr>
          <p:cNvSpPr>
            <a:spLocks xmlns:a="http://schemas.openxmlformats.org/drawingml/2006/main" noGrp="1"/>
          </p:cNvSpPr>
          <p:nvPr/>
        </p:nvSpPr>
        <p:spPr>
          <a:xfrm xmlns:a="http://schemas.openxmlformats.org/drawingml/2006/main">
            <a:off x="8503919" y="1901951"/>
            <a:ext cx="713233" cy="14871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r">
              <a:buNone/>
              <a:defRPr sz="1000" b="1">
                <a:solidFill>
                  <a:srgbClr val="1FA873"/>
                </a:solidFill>
                <a:latin typeface="Helvetica Neue"/>
                <a:ea typeface="Helvetica Neue"/>
                <a:cs typeface="Helvetica Neue"/>
              </a:defRPr>
            </a:lvl1pPr>
          </a:lstStyle>
          <a:p xmlns:a="http://schemas.openxmlformats.org/drawingml/2006/main">
            <a:pPr>
              <a:buNone/>
            </a:pPr>
            <a:r>
              <a:t>90–100</a:t>
            </a:r>
          </a:p>
        </p:txBody>
      </p:sp>
      <p:sp>
        <p:nvSpPr>
          <p:cNvPr id="2847" name="TextBox 32">
            <a:extLst xmlns:a="http://schemas.openxmlformats.org/drawingml/2006/main">
              <a:ext uri="{FF2B5EF4-FFF2-40B4-BE49-F238E27FC236}">
                <a16:creationId xmlns:a16="http://schemas.microsoft.com/office/drawing/2014/main" id="{F24DF385-68E3-4039-B4CD-0C02AD84A923}"/>
              </a:ext>
            </a:extLst>
          </p:cNvPr>
          <p:cNvSpPr>
            <a:spLocks xmlns:a="http://schemas.openxmlformats.org/drawingml/2006/main" noGrp="1"/>
          </p:cNvSpPr>
          <p:nvPr/>
        </p:nvSpPr>
        <p:spPr>
          <a:xfrm xmlns:a="http://schemas.openxmlformats.org/drawingml/2006/main">
            <a:off x="9372600" y="1901951"/>
            <a:ext cx="1572769" cy="14871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000" b="1">
                <a:solidFill>
                  <a:srgbClr val="73777F"/>
                </a:solidFill>
                <a:latin typeface="Helvetica Neue"/>
                <a:ea typeface="Helvetica Neue"/>
                <a:cs typeface="Helvetica Neue"/>
              </a:defRPr>
            </a:lvl1pPr>
          </a:lstStyle>
          <a:p xmlns:a="http://schemas.openxmlformats.org/drawingml/2006/main">
            <a:pPr>
              <a:buNone/>
            </a:pPr>
            <a:r>
              <a:t>outstanding</a:t>
            </a:r>
          </a:p>
        </p:txBody>
      </p:sp>
      <p:sp>
        <p:nvSpPr>
          <p:cNvPr id="2848" name="TextBox 33">
            <a:extLst xmlns:a="http://schemas.openxmlformats.org/drawingml/2006/main">
              <a:ext uri="{FF2B5EF4-FFF2-40B4-BE49-F238E27FC236}">
                <a16:creationId xmlns:a16="http://schemas.microsoft.com/office/drawing/2014/main" id="{04DE17E8-3571-4DF6-8C84-0987CCABF135}"/>
              </a:ext>
            </a:extLst>
          </p:cNvPr>
          <p:cNvSpPr>
            <a:spLocks xmlns:a="http://schemas.openxmlformats.org/drawingml/2006/main" noGrp="1"/>
          </p:cNvSpPr>
          <p:nvPr/>
        </p:nvSpPr>
        <p:spPr>
          <a:xfrm xmlns:a="http://schemas.openxmlformats.org/drawingml/2006/main">
            <a:off x="8503919" y="2432304"/>
            <a:ext cx="713233" cy="14871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r">
              <a:buNone/>
              <a:defRPr sz="1000" b="1">
                <a:solidFill>
                  <a:srgbClr val="1FA873"/>
                </a:solidFill>
                <a:latin typeface="Helvetica Neue"/>
                <a:ea typeface="Helvetica Neue"/>
                <a:cs typeface="Helvetica Neue"/>
              </a:defRPr>
            </a:lvl1pPr>
          </a:lstStyle>
          <a:p xmlns:a="http://schemas.openxmlformats.org/drawingml/2006/main">
            <a:pPr>
              <a:buNone/>
            </a:pPr>
            <a:r>
              <a:t>70–89</a:t>
            </a:r>
          </a:p>
        </p:txBody>
      </p:sp>
      <p:sp>
        <p:nvSpPr>
          <p:cNvPr id="2849" name="TextBox 34">
            <a:extLst xmlns:a="http://schemas.openxmlformats.org/drawingml/2006/main">
              <a:ext uri="{FF2B5EF4-FFF2-40B4-BE49-F238E27FC236}">
                <a16:creationId xmlns:a16="http://schemas.microsoft.com/office/drawing/2014/main" id="{9C87AB00-2A2F-4914-A0F9-5AC83984AAF4}"/>
              </a:ext>
            </a:extLst>
          </p:cNvPr>
          <p:cNvSpPr>
            <a:spLocks xmlns:a="http://schemas.openxmlformats.org/drawingml/2006/main" noGrp="1"/>
          </p:cNvSpPr>
          <p:nvPr/>
        </p:nvSpPr>
        <p:spPr>
          <a:xfrm xmlns:a="http://schemas.openxmlformats.org/drawingml/2006/main">
            <a:off x="9372600" y="2432304"/>
            <a:ext cx="1572769" cy="14871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000" b="1">
                <a:solidFill>
                  <a:srgbClr val="73777F"/>
                </a:solidFill>
                <a:latin typeface="Helvetica Neue"/>
                <a:ea typeface="Helvetica Neue"/>
                <a:cs typeface="Helvetica Neue"/>
              </a:defRPr>
            </a:lvl1pPr>
          </a:lstStyle>
          <a:p xmlns:a="http://schemas.openxmlformats.org/drawingml/2006/main">
            <a:pPr>
              <a:buNone/>
            </a:pPr>
            <a:r>
              <a:t>strong</a:t>
            </a:r>
          </a:p>
        </p:txBody>
      </p:sp>
      <p:sp>
        <p:nvSpPr>
          <p:cNvPr id="2850" name="TextBox 35">
            <a:extLst xmlns:a="http://schemas.openxmlformats.org/drawingml/2006/main">
              <a:ext uri="{FF2B5EF4-FFF2-40B4-BE49-F238E27FC236}">
                <a16:creationId xmlns:a16="http://schemas.microsoft.com/office/drawing/2014/main" id="{D81096BB-6EE5-4C4C-BAFE-434C79323634}"/>
              </a:ext>
            </a:extLst>
          </p:cNvPr>
          <p:cNvSpPr>
            <a:spLocks xmlns:a="http://schemas.openxmlformats.org/drawingml/2006/main" noGrp="1"/>
          </p:cNvSpPr>
          <p:nvPr/>
        </p:nvSpPr>
        <p:spPr>
          <a:xfrm xmlns:a="http://schemas.openxmlformats.org/drawingml/2006/main">
            <a:off x="8503919" y="2953511"/>
            <a:ext cx="713233" cy="14871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r">
              <a:buNone/>
              <a:defRPr sz="1000" b="1">
                <a:solidFill>
                  <a:srgbClr val="73777F"/>
                </a:solidFill>
                <a:latin typeface="Helvetica Neue"/>
                <a:ea typeface="Helvetica Neue"/>
                <a:cs typeface="Helvetica Neue"/>
              </a:defRPr>
            </a:lvl1pPr>
          </a:lstStyle>
          <a:p xmlns:a="http://schemas.openxmlformats.org/drawingml/2006/main">
            <a:pPr>
              <a:buNone/>
            </a:pPr>
            <a:r>
              <a:t>40–69</a:t>
            </a:r>
          </a:p>
        </p:txBody>
      </p:sp>
      <p:sp>
        <p:nvSpPr>
          <p:cNvPr id="2851" name="TextBox 36">
            <a:extLst xmlns:a="http://schemas.openxmlformats.org/drawingml/2006/main">
              <a:ext uri="{FF2B5EF4-FFF2-40B4-BE49-F238E27FC236}">
                <a16:creationId xmlns:a16="http://schemas.microsoft.com/office/drawing/2014/main" id="{3A4EDC9E-37DD-40EB-A7A9-47196B48A8C0}"/>
              </a:ext>
            </a:extLst>
          </p:cNvPr>
          <p:cNvSpPr>
            <a:spLocks xmlns:a="http://schemas.openxmlformats.org/drawingml/2006/main" noGrp="1"/>
          </p:cNvSpPr>
          <p:nvPr/>
        </p:nvSpPr>
        <p:spPr>
          <a:xfrm xmlns:a="http://schemas.openxmlformats.org/drawingml/2006/main">
            <a:off x="9372600" y="2953511"/>
            <a:ext cx="1572769" cy="148718"/>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000" b="1">
                <a:solidFill>
                  <a:srgbClr val="73777F"/>
                </a:solidFill>
                <a:latin typeface="Helvetica Neue"/>
                <a:ea typeface="Helvetica Neue"/>
                <a:cs typeface="Helvetica Neue"/>
              </a:defRPr>
            </a:lvl1pPr>
          </a:lstStyle>
          <a:p xmlns:a="http://schemas.openxmlformats.org/drawingml/2006/main">
            <a:pPr>
              <a:buNone/>
            </a:pPr>
            <a:r>
              <a:t>mixed</a:t>
            </a:r>
          </a:p>
        </p:txBody>
      </p:sp>
      <p:sp>
        <p:nvSpPr>
          <p:cNvPr id="2852" name="TextBox 37">
            <a:extLst xmlns:a="http://schemas.openxmlformats.org/drawingml/2006/main">
              <a:ext uri="{FF2B5EF4-FFF2-40B4-BE49-F238E27FC236}">
                <a16:creationId xmlns:a16="http://schemas.microsoft.com/office/drawing/2014/main" id="{663DF867-1115-48AC-8671-35B5222B4E13}"/>
              </a:ext>
            </a:extLst>
          </p:cNvPr>
          <p:cNvSpPr>
            <a:spLocks xmlns:a="http://schemas.openxmlformats.org/drawingml/2006/main" noGrp="1"/>
          </p:cNvSpPr>
          <p:nvPr/>
        </p:nvSpPr>
        <p:spPr>
          <a:xfrm xmlns:a="http://schemas.openxmlformats.org/drawingml/2006/main">
            <a:off x="8503919" y="3968496"/>
            <a:ext cx="713233" cy="14871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r">
              <a:buNone/>
              <a:defRPr sz="1000" b="1">
                <a:solidFill>
                  <a:srgbClr val="FF705B"/>
                </a:solidFill>
                <a:latin typeface="Helvetica Neue"/>
                <a:ea typeface="Helvetica Neue"/>
                <a:cs typeface="Helvetica Neue"/>
              </a:defRPr>
            </a:lvl1pPr>
          </a:lstStyle>
          <a:p xmlns:a="http://schemas.openxmlformats.org/drawingml/2006/main">
            <a:pPr>
              <a:buNone/>
            </a:pPr>
            <a:r>
              <a:t>10–39</a:t>
            </a:r>
          </a:p>
        </p:txBody>
      </p:sp>
      <p:sp>
        <p:nvSpPr>
          <p:cNvPr id="2853" name="TextBox 38">
            <a:extLst xmlns:a="http://schemas.openxmlformats.org/drawingml/2006/main">
              <a:ext uri="{FF2B5EF4-FFF2-40B4-BE49-F238E27FC236}">
                <a16:creationId xmlns:a16="http://schemas.microsoft.com/office/drawing/2014/main" id="{702D377E-E43F-43A8-B233-17467C9FE8F8}"/>
              </a:ext>
            </a:extLst>
          </p:cNvPr>
          <p:cNvSpPr>
            <a:spLocks xmlns:a="http://schemas.openxmlformats.org/drawingml/2006/main" noGrp="1"/>
          </p:cNvSpPr>
          <p:nvPr/>
        </p:nvSpPr>
        <p:spPr>
          <a:xfrm xmlns:a="http://schemas.openxmlformats.org/drawingml/2006/main">
            <a:off x="9372600" y="3968496"/>
            <a:ext cx="1572769" cy="14871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000" b="1">
                <a:solidFill>
                  <a:srgbClr val="73777F"/>
                </a:solidFill>
                <a:latin typeface="Helvetica Neue"/>
                <a:ea typeface="Helvetica Neue"/>
                <a:cs typeface="Helvetica Neue"/>
              </a:defRPr>
            </a:lvl1pPr>
          </a:lstStyle>
          <a:p xmlns:a="http://schemas.openxmlformats.org/drawingml/2006/main">
            <a:pPr>
              <a:buNone/>
            </a:pPr>
            <a:r>
              <a:t>weak</a:t>
            </a:r>
          </a:p>
        </p:txBody>
      </p:sp>
      <p:sp>
        <p:nvSpPr>
          <p:cNvPr id="2854" name="TextBox 39">
            <a:extLst xmlns:a="http://schemas.openxmlformats.org/drawingml/2006/main">
              <a:ext uri="{FF2B5EF4-FFF2-40B4-BE49-F238E27FC236}">
                <a16:creationId xmlns:a16="http://schemas.microsoft.com/office/drawing/2014/main" id="{9E1559FF-07D2-4CAE-B51F-48560AECA150}"/>
              </a:ext>
            </a:extLst>
          </p:cNvPr>
          <p:cNvSpPr>
            <a:spLocks xmlns:a="http://schemas.openxmlformats.org/drawingml/2006/main" noGrp="1"/>
          </p:cNvSpPr>
          <p:nvPr/>
        </p:nvSpPr>
        <p:spPr>
          <a:xfrm xmlns:a="http://schemas.openxmlformats.org/drawingml/2006/main">
            <a:off x="8503919" y="4498847"/>
            <a:ext cx="713233" cy="14871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r">
              <a:buNone/>
              <a:defRPr sz="1000" b="1">
                <a:solidFill>
                  <a:srgbClr val="FF705B"/>
                </a:solidFill>
                <a:latin typeface="Helvetica Neue"/>
                <a:ea typeface="Helvetica Neue"/>
                <a:cs typeface="Helvetica Neue"/>
              </a:defRPr>
            </a:lvl1pPr>
          </a:lstStyle>
          <a:p xmlns:a="http://schemas.openxmlformats.org/drawingml/2006/main">
            <a:pPr>
              <a:buNone/>
            </a:pPr>
            <a:r>
              <a:t>0–9</a:t>
            </a:r>
          </a:p>
        </p:txBody>
      </p:sp>
      <p:sp>
        <p:nvSpPr>
          <p:cNvPr id="2855" name="TextBox 40">
            <a:extLst xmlns:a="http://schemas.openxmlformats.org/drawingml/2006/main">
              <a:ext uri="{FF2B5EF4-FFF2-40B4-BE49-F238E27FC236}">
                <a16:creationId xmlns:a16="http://schemas.microsoft.com/office/drawing/2014/main" id="{7253AF3A-14CB-42DD-A5A8-BC07483D46D4}"/>
              </a:ext>
            </a:extLst>
          </p:cNvPr>
          <p:cNvSpPr>
            <a:spLocks xmlns:a="http://schemas.openxmlformats.org/drawingml/2006/main" noGrp="1"/>
          </p:cNvSpPr>
          <p:nvPr/>
        </p:nvSpPr>
        <p:spPr>
          <a:xfrm xmlns:a="http://schemas.openxmlformats.org/drawingml/2006/main">
            <a:off x="9372600" y="4498847"/>
            <a:ext cx="1572769" cy="14871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1000" b="1">
                <a:solidFill>
                  <a:srgbClr val="73777F"/>
                </a:solidFill>
                <a:latin typeface="Helvetica Neue"/>
                <a:ea typeface="Helvetica Neue"/>
                <a:cs typeface="Helvetica Neue"/>
              </a:defRPr>
            </a:lvl1pPr>
          </a:lstStyle>
          <a:p xmlns:a="http://schemas.openxmlformats.org/drawingml/2006/main">
            <a:pPr>
              <a:buNone/>
            </a:pPr>
            <a:r>
              <a:t>minimal</a:t>
            </a:r>
          </a:p>
        </p:txBody>
      </p:sp>
      <p:sp>
        <p:nvSpPr>
          <p:cNvPr id="2856" name="Connector 41">
            <a:extLst xmlns:a="http://schemas.openxmlformats.org/drawingml/2006/main">
              <a:ext uri="{FF2B5EF4-FFF2-40B4-BE49-F238E27FC236}">
                <a16:creationId xmlns:a16="http://schemas.microsoft.com/office/drawing/2014/main" id="{76BA1ECD-9EB3-440B-8E96-ACAEB4737F84}"/>
              </a:ext>
            </a:extLst>
          </p:cNvPr>
          <p:cNvSpPr>
            <a:spLocks xmlns:a="http://schemas.openxmlformats.org/drawingml/2006/main" noGrp="1"/>
          </p:cNvSpPr>
          <p:nvPr/>
        </p:nvSpPr>
        <p:spPr>
          <a:xfrm xmlns:a="http://schemas.openxmlformats.org/drawingml/2006/main">
            <a:off x="8119871" y="3383279"/>
            <a:ext cx="3035809" cy="1"/>
          </a:xfrm>
          <a:prstGeom xmlns:a="http://schemas.openxmlformats.org/drawingml/2006/main" prst="line">
            <a:avLst/>
          </a:prstGeom>
          <a:ln xmlns:a="http://schemas.openxmlformats.org/drawingml/2006/main" w="15240">
            <a:solidFill>
              <a:srgbClr val="FF705B"/>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857" name="TextBox 42">
            <a:extLst xmlns:a="http://schemas.openxmlformats.org/drawingml/2006/main">
              <a:ext uri="{FF2B5EF4-FFF2-40B4-BE49-F238E27FC236}">
                <a16:creationId xmlns:a16="http://schemas.microsoft.com/office/drawing/2014/main" id="{972EAC4A-4D54-47E9-B473-7807529A655F}"/>
              </a:ext>
            </a:extLst>
          </p:cNvPr>
          <p:cNvSpPr>
            <a:spLocks xmlns:a="http://schemas.openxmlformats.org/drawingml/2006/main" noGrp="1"/>
          </p:cNvSpPr>
          <p:nvPr/>
        </p:nvSpPr>
        <p:spPr>
          <a:xfrm xmlns:a="http://schemas.openxmlformats.org/drawingml/2006/main">
            <a:off x="7799830" y="3264408"/>
            <a:ext cx="256033" cy="148717"/>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r">
              <a:buNone/>
              <a:defRPr sz="1000" b="1">
                <a:solidFill>
                  <a:srgbClr val="FF705B"/>
                </a:solidFill>
                <a:latin typeface="Helvetica Neue"/>
                <a:ea typeface="Helvetica Neue"/>
                <a:cs typeface="Helvetica Neue"/>
              </a:defRPr>
            </a:lvl1pPr>
          </a:lstStyle>
          <a:p xmlns:a="http://schemas.openxmlformats.org/drawingml/2006/main">
            <a:pPr>
              <a:buNone/>
            </a:pPr>
            <a:r>
              <a:t>50</a:t>
            </a:r>
          </a:p>
        </p:txBody>
      </p:sp>
      <p:sp>
        <p:nvSpPr>
          <p:cNvPr id="2858" name="TextBox 43">
            <a:extLst xmlns:a="http://schemas.openxmlformats.org/drawingml/2006/main">
              <a:ext uri="{FF2B5EF4-FFF2-40B4-BE49-F238E27FC236}">
                <a16:creationId xmlns:a16="http://schemas.microsoft.com/office/drawing/2014/main" id="{5DCBAB50-EB65-4236-9A36-F7A8904F0F72}"/>
              </a:ext>
            </a:extLst>
          </p:cNvPr>
          <p:cNvSpPr>
            <a:spLocks xmlns:a="http://schemas.openxmlformats.org/drawingml/2006/main" noGrp="1"/>
          </p:cNvSpPr>
          <p:nvPr/>
        </p:nvSpPr>
        <p:spPr>
          <a:xfrm xmlns:a="http://schemas.openxmlformats.org/drawingml/2006/main">
            <a:off x="9162288" y="3493008"/>
            <a:ext cx="1719073" cy="198412"/>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lgn="ctr">
              <a:buNone/>
              <a:defRPr sz="1300" b="1">
                <a:solidFill>
                  <a:srgbClr val="1FA873"/>
                </a:solidFill>
                <a:latin typeface="Helvetica Neue"/>
                <a:ea typeface="Helvetica Neue"/>
                <a:cs typeface="Helvetica Neue"/>
              </a:defRPr>
            </a:lvl1pPr>
          </a:lstStyle>
          <a:p xmlns:a="http://schemas.openxmlformats.org/drawingml/2006/main">
            <a:pPr>
              <a:buNone/>
            </a:pPr>
            <a:r>
              <a:t>≥50  VALIDATED</a:t>
            </a:r>
          </a:p>
        </p:txBody>
      </p:sp>
      <p:sp>
        <p:nvSpPr>
          <p:cNvPr id="2859" name="Connector 44">
            <a:extLst xmlns:a="http://schemas.openxmlformats.org/drawingml/2006/main">
              <a:ext uri="{FF2B5EF4-FFF2-40B4-BE49-F238E27FC236}">
                <a16:creationId xmlns:a16="http://schemas.microsoft.com/office/drawing/2014/main" id="{FFB7D3A5-CB78-44F7-828B-1F68C751689A}"/>
              </a:ext>
            </a:extLst>
          </p:cNvPr>
          <p:cNvSpPr>
            <a:spLocks xmlns:a="http://schemas.openxmlformats.org/drawingml/2006/main" noGrp="1"/>
          </p:cNvSpPr>
          <p:nvPr/>
        </p:nvSpPr>
        <p:spPr>
          <a:xfrm xmlns:a="http://schemas.openxmlformats.org/drawingml/2006/main">
            <a:off x="749807" y="5266944"/>
            <a:ext cx="10680194" cy="1"/>
          </a:xfrm>
          <a:prstGeom xmlns:a="http://schemas.openxmlformats.org/drawingml/2006/main" prst="line">
            <a:avLst/>
          </a:prstGeom>
          <a:ln xmlns:a="http://schemas.openxmlformats.org/drawingml/2006/main" w="12700">
            <a:solidFill>
              <a:srgbClr val="DADDE2"/>
            </a:solidFill>
          </a:ln>
          <a:effectLst xmlns:a="http://schemas.openxmlformats.org/drawingml/2006/main">
            <a:outerShdw blurRad="38100" dist="23000" dir="5400000" sx="100000" sy="100000" kx="0" ky="0" algn="b" rotWithShape="0">
              <a:srgbClr val="000000">
                <a:alpha val="35000"/>
              </a:srgbClr>
            </a:outerShdw>
          </a:effectLst>
        </p:spPr>
        <p:txBody>
          <a:bodyPr xmlns:a="http://schemas.openxmlformats.org/drawingml/2006/main" lIns="45718" tIns="45718" rIns="45718" bIns="45718"/>
          <a:lstStyle xmlns:a="http://schemas.openxmlformats.org/drawingml/2006/main"/>
          <a:p xmlns:a="http://schemas.openxmlformats.org/drawingml/2006/main">
            <a:pPr>
              <a:buNone/>
            </a:pPr>
          </a:p>
        </p:txBody>
      </p:sp>
      <p:sp>
        <p:nvSpPr>
          <p:cNvPr id="2860" name="TextBox 45">
            <a:extLst xmlns:a="http://schemas.openxmlformats.org/drawingml/2006/main">
              <a:ext uri="{FF2B5EF4-FFF2-40B4-BE49-F238E27FC236}">
                <a16:creationId xmlns:a16="http://schemas.microsoft.com/office/drawing/2014/main" id="{3012EAEC-4983-411B-BD71-C1CCC45F0258}"/>
              </a:ext>
            </a:extLst>
          </p:cNvPr>
          <p:cNvSpPr>
            <a:spLocks xmlns:a="http://schemas.openxmlformats.org/drawingml/2006/main" noGrp="1"/>
          </p:cNvSpPr>
          <p:nvPr/>
        </p:nvSpPr>
        <p:spPr>
          <a:xfrm xmlns:a="http://schemas.openxmlformats.org/drawingml/2006/main">
            <a:off x="2212848" y="5577840"/>
            <a:ext cx="7818119" cy="223075"/>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algn="ctr">
              <a:buNone/>
              <a:defRPr sz="1500" b="1">
                <a:solidFill>
                  <a:srgbClr val="FF705B"/>
                </a:solidFill>
                <a:latin typeface="Helvetica Neue"/>
                <a:ea typeface="Helvetica Neue"/>
                <a:cs typeface="Helvetica Neue"/>
              </a:defRPr>
            </a:pPr>
            <a:r>
              <a:t>• </a:t>
            </a:r>
            <a:r>
              <a:rPr>
                <a:solidFill>
                  <a:srgbClr val="111318"/>
                </a:solidFill>
              </a:rPr>
              <a:t>No URL opening · No original post · Visible note quality only</a:t>
            </a:r>
          </a:p>
        </p:txBody>
      </p:sp>
      <p:sp>
        <p:nvSpPr>
          <p:cNvPr id="2861" name="TextBox 46">
            <a:extLst xmlns:a="http://schemas.openxmlformats.org/drawingml/2006/main">
              <a:ext uri="{FF2B5EF4-FFF2-40B4-BE49-F238E27FC236}">
                <a16:creationId xmlns:a16="http://schemas.microsoft.com/office/drawing/2014/main" id="{9BB80EB2-4A18-4EBA-BEA6-11689B749DEB}"/>
              </a:ext>
            </a:extLst>
          </p:cNvPr>
          <p:cNvSpPr>
            <a:spLocks xmlns:a="http://schemas.openxmlformats.org/drawingml/2006/main" noGrp="1"/>
          </p:cNvSpPr>
          <p:nvPr/>
        </p:nvSpPr>
        <p:spPr>
          <a:xfrm xmlns:a="http://schemas.openxmlformats.org/drawingml/2006/main">
            <a:off x="621792" y="6437376"/>
            <a:ext cx="10881360" cy="127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a:buNone/>
              <a:defRPr sz="800">
                <a:solidFill>
                  <a:srgbClr val="73777F"/>
                </a:solidFill>
                <a:latin typeface="Helvetica Neue"/>
                <a:ea typeface="Helvetica Neue"/>
                <a:cs typeface="Helvetica Neue"/>
              </a:defRPr>
            </a:lvl1pPr>
          </a:lstStyle>
          <a:p xmlns:a="http://schemas.openxmlformats.org/drawingml/2006/main">
            <a:pPr>
              <a:buNone/>
            </a:pPr>
            <a:r>
              <a:t>• Canonical Gemma Stage-2 prompt · threshold ≥50</a:t>
            </a:r>
          </a:p>
        </p:txBody>
      </p:sp>
    </p:spTree>
    <p:extLst>
      <p:ext uri="{BB962C8B-B14F-4D97-AF65-F5344CB8AC3E}">
        <p14:creationId xmlns:p14="http://schemas.microsoft.com/office/powerpoint/2010/main" val="591660290"/>
      </p:ext>
    </p:extLst>
  </p:cSl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a:solidFill>
            <a:schemeClr val="phClr">
              <a:shade val="95000"/>
              <a:satMod val="104999"/>
            </a:schemeClr>
          </a:solidFill>
          <a:prstDash val="solid"/>
        </a:ln>
        <a:ln w="25400">
          <a:solidFill>
            <a:schemeClr val="phClr"/>
          </a:solidFill>
          <a:prstDash val="solid"/>
        </a:ln>
        <a:ln w="38100">
          <a:solidFill>
            <a:schemeClr val="phClr"/>
          </a:solidFill>
          <a:prstDash val="solid"/>
        </a:ln>
      </a:lnStyleLst>
      <a:effectStyleLst>
        <a:effectStyle>
          <a:effectLst>
            <a:outerShdw blurRad="38100" dist="23000" dir="5400000" sx="100000" sy="100000" kx="0" ky="0" algn="b" rotWithShape="0">
              <a:srgbClr val="000000">
                <a:alpha val="35000"/>
              </a:srgbClr>
            </a:outerShdw>
          </a:effectLst>
        </a:effectStyle>
        <a:effectStyle>
          <a:effectLst>
            <a:outerShdw blurRad="38100" dist="23000" dir="5400000" sx="100000" sy="100000" kx="0" ky="0" algn="b" rotWithShape="0">
              <a:srgbClr val="000000">
                <a:alpha val="35000"/>
              </a:srgbClr>
            </a:outerShdw>
          </a:effectLst>
        </a:effectStyle>
        <a:effectStyle>
          <a:effectLst>
            <a:outerShdw blurRad="38100" dist="23000" dir="5400000" sx="100000" sy="100000" kx="0" ky="0" algn="b"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2026-07-16T11:52:24.2600000Z</dcterms:created>
  <dcterms:modified xsi:type="dcterms:W3CDTF">2026-07-16T11:52:24.2600000Z</dcterms:modified>
</coreProperties>
</file>