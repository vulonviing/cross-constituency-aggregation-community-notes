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7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4" y="2926077"/>
            <a:ext cx="5120647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5" y="3364991"/>
            <a:ext cx="4389127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47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47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47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47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47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4" cy="148133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6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88" cy="4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0" cy="74066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6" cy="151790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5" cy="2468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4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48" cy="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1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5" y="3550472"/>
            <a:ext cx="635009" cy="635009"/>
            <a:chOff x="0" y="0"/>
            <a:chExt cx="635007" cy="635007"/>
          </a:xfrm>
        </p:grpSpPr>
        <p:sp>
          <p:nvSpPr>
            <p:cNvPr id="148" name="Oval 19"/>
            <p:cNvSpPr/>
            <p:nvPr/>
          </p:nvSpPr>
          <p:spPr>
            <a:xfrm>
              <a:off x="0" y="0"/>
              <a:ext cx="635009" cy="635009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7"/>
              <a:ext cx="169337" cy="16933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4" cy="33867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7" cy="635007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4" cy="4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60" y="2846066"/>
            <a:ext cx="1371606" cy="4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1" y="4403166"/>
            <a:ext cx="256032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4" cy="3968501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3"/>
            <a:ext cx="6103248" cy="46945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5" cy="2468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4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48" cy="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1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5" y="3550472"/>
            <a:ext cx="635009" cy="635009"/>
            <a:chOff x="0" y="0"/>
            <a:chExt cx="635007" cy="635007"/>
          </a:xfrm>
        </p:grpSpPr>
        <p:sp>
          <p:nvSpPr>
            <p:cNvPr id="171" name="Oval 19"/>
            <p:cNvSpPr/>
            <p:nvPr/>
          </p:nvSpPr>
          <p:spPr>
            <a:xfrm>
              <a:off x="0" y="0"/>
              <a:ext cx="635009" cy="635009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7"/>
              <a:ext cx="169337" cy="16933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4" cy="33867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7" cy="635007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4" cy="4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60" y="2846066"/>
            <a:ext cx="1371606" cy="4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1" y="4403166"/>
            <a:ext cx="256032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4" cy="3968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0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0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5" cy="2468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4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48" cy="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1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5" y="3550472"/>
            <a:ext cx="635009" cy="635009"/>
            <a:chOff x="0" y="0"/>
            <a:chExt cx="635007" cy="635007"/>
          </a:xfrm>
        </p:grpSpPr>
        <p:sp>
          <p:nvSpPr>
            <p:cNvPr id="195" name="Oval 19"/>
            <p:cNvSpPr/>
            <p:nvPr/>
          </p:nvSpPr>
          <p:spPr>
            <a:xfrm>
              <a:off x="0" y="0"/>
              <a:ext cx="635009" cy="635009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7"/>
              <a:ext cx="169337" cy="16933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4" cy="33867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7" cy="635007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4" cy="4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60" y="2846066"/>
            <a:ext cx="1371606" cy="4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1" y="4403166"/>
            <a:ext cx="256032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4" cy="3968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5" cy="24689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4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48" cy="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2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1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1" y="698308"/>
            <a:ext cx="635009" cy="635009"/>
            <a:chOff x="0" y="0"/>
            <a:chExt cx="635007" cy="635007"/>
          </a:xfrm>
        </p:grpSpPr>
        <p:sp>
          <p:nvSpPr>
            <p:cNvPr id="217" name="Oval 19"/>
            <p:cNvSpPr/>
            <p:nvPr/>
          </p:nvSpPr>
          <p:spPr>
            <a:xfrm>
              <a:off x="0" y="0"/>
              <a:ext cx="635009" cy="635009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7"/>
              <a:ext cx="169337" cy="169337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4" cy="338671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7" y="698305"/>
            <a:ext cx="635009" cy="635009"/>
            <a:chOff x="-1" y="0"/>
            <a:chExt cx="635007" cy="635007"/>
          </a:xfrm>
        </p:grpSpPr>
        <p:sp>
          <p:nvSpPr>
            <p:cNvPr id="221" name="Oval 22"/>
            <p:cNvSpPr/>
            <p:nvPr/>
          </p:nvSpPr>
          <p:spPr>
            <a:xfrm>
              <a:off x="-2" y="-1"/>
              <a:ext cx="635009" cy="635009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6998" y="317500"/>
              <a:ext cx="381005" cy="4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60" y="2846066"/>
            <a:ext cx="1371606" cy="4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1" y="4403166"/>
            <a:ext cx="256032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5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88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1" cy="1920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4" cy="31684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38" cy="4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0" cy="201629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29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1" cy="7773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4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4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48" cy="4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88" cy="4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2" cy="12687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0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39" cy="8915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40" y="3090671"/>
            <a:ext cx="4734312" cy="3040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199" cy="6972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1"/>
            <a:ext cx="1661924" cy="109042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7" y="3090670"/>
            <a:ext cx="5886454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39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3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4" name="Connector 4"/>
          <p:cNvSpPr/>
          <p:nvPr/>
        </p:nvSpPr>
        <p:spPr>
          <a:xfrm flipH="1">
            <a:off x="6099047" y="1627632"/>
            <a:ext cx="3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397" name="Connector 7"/>
          <p:cNvSpPr/>
          <p:nvPr/>
        </p:nvSpPr>
        <p:spPr>
          <a:xfrm>
            <a:off x="1348738" y="2450592"/>
            <a:ext cx="3" cy="37719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8"/>
          <p:cNvSpPr/>
          <p:nvPr/>
        </p:nvSpPr>
        <p:spPr>
          <a:xfrm>
            <a:off x="1188719" y="2610611"/>
            <a:ext cx="320043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9"/>
          <p:cNvSpPr/>
          <p:nvPr/>
        </p:nvSpPr>
        <p:spPr>
          <a:xfrm flipH="1">
            <a:off x="1200149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Connector 10"/>
          <p:cNvSpPr/>
          <p:nvPr/>
        </p:nvSpPr>
        <p:spPr>
          <a:xfrm>
            <a:off x="1348738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Rounded Rectangle 11"/>
          <p:cNvSpPr/>
          <p:nvPr/>
        </p:nvSpPr>
        <p:spPr>
          <a:xfrm>
            <a:off x="3310128" y="2011677"/>
            <a:ext cx="1353315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02" name="Connector 12"/>
          <p:cNvSpPr/>
          <p:nvPr/>
        </p:nvSpPr>
        <p:spPr>
          <a:xfrm>
            <a:off x="3529584" y="2450592"/>
            <a:ext cx="914402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3"/>
          <p:cNvSpPr/>
          <p:nvPr/>
        </p:nvSpPr>
        <p:spPr>
          <a:xfrm>
            <a:off x="3529584" y="2761488"/>
            <a:ext cx="786387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Connector 14"/>
          <p:cNvSpPr/>
          <p:nvPr/>
        </p:nvSpPr>
        <p:spPr>
          <a:xfrm>
            <a:off x="3529584" y="3072383"/>
            <a:ext cx="877826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Oval 15"/>
          <p:cNvSpPr/>
          <p:nvPr/>
        </p:nvSpPr>
        <p:spPr>
          <a:xfrm>
            <a:off x="2331720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06" name="Connector 16"/>
          <p:cNvSpPr/>
          <p:nvPr/>
        </p:nvSpPr>
        <p:spPr>
          <a:xfrm>
            <a:off x="237286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Connector 17"/>
          <p:cNvSpPr/>
          <p:nvPr/>
        </p:nvSpPr>
        <p:spPr>
          <a:xfrm flipV="1">
            <a:off x="2418588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" name="TextBox 18"/>
          <p:cNvSpPr txBox="1"/>
          <p:nvPr/>
        </p:nvSpPr>
        <p:spPr>
          <a:xfrm>
            <a:off x="2103120" y="2907792"/>
            <a:ext cx="71323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9" name="Connector 19"/>
          <p:cNvSpPr/>
          <p:nvPr/>
        </p:nvSpPr>
        <p:spPr>
          <a:xfrm>
            <a:off x="1837943" y="2688333"/>
            <a:ext cx="411484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Connector 20"/>
          <p:cNvSpPr/>
          <p:nvPr/>
        </p:nvSpPr>
        <p:spPr>
          <a:xfrm>
            <a:off x="2578605" y="2688333"/>
            <a:ext cx="694947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2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3" name="Connector 24"/>
          <p:cNvSpPr/>
          <p:nvPr/>
        </p:nvSpPr>
        <p:spPr>
          <a:xfrm>
            <a:off x="2240277" y="4160520"/>
            <a:ext cx="228603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25"/>
          <p:cNvSpPr/>
          <p:nvPr/>
        </p:nvSpPr>
        <p:spPr>
          <a:xfrm>
            <a:off x="3657598" y="4160520"/>
            <a:ext cx="274324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TextBox 27"/>
          <p:cNvSpPr txBox="1"/>
          <p:nvPr/>
        </p:nvSpPr>
        <p:spPr>
          <a:xfrm>
            <a:off x="6419086" y="1572766"/>
            <a:ext cx="246888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17" name="Connector 29"/>
          <p:cNvSpPr/>
          <p:nvPr/>
        </p:nvSpPr>
        <p:spPr>
          <a:xfrm>
            <a:off x="7011619" y="2437788"/>
            <a:ext cx="3" cy="35607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0"/>
          <p:cNvSpPr/>
          <p:nvPr/>
        </p:nvSpPr>
        <p:spPr>
          <a:xfrm>
            <a:off x="6860560" y="2588847"/>
            <a:ext cx="302121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1"/>
          <p:cNvSpPr/>
          <p:nvPr/>
        </p:nvSpPr>
        <p:spPr>
          <a:xfrm flipH="1">
            <a:off x="6871350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Connector 32"/>
          <p:cNvSpPr/>
          <p:nvPr/>
        </p:nvSpPr>
        <p:spPr>
          <a:xfrm>
            <a:off x="7011619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22" name="Connector 34"/>
          <p:cNvSpPr/>
          <p:nvPr/>
        </p:nvSpPr>
        <p:spPr>
          <a:xfrm>
            <a:off x="8539781" y="2448050"/>
            <a:ext cx="914403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5"/>
          <p:cNvSpPr/>
          <p:nvPr/>
        </p:nvSpPr>
        <p:spPr>
          <a:xfrm>
            <a:off x="8539781" y="2758948"/>
            <a:ext cx="786387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Connector 36"/>
          <p:cNvSpPr/>
          <p:nvPr/>
        </p:nvSpPr>
        <p:spPr>
          <a:xfrm>
            <a:off x="8539781" y="3069843"/>
            <a:ext cx="877827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26" name="Connector 38"/>
          <p:cNvSpPr/>
          <p:nvPr/>
        </p:nvSpPr>
        <p:spPr>
          <a:xfrm>
            <a:off x="10710401" y="2441915"/>
            <a:ext cx="3" cy="35607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39"/>
          <p:cNvSpPr/>
          <p:nvPr/>
        </p:nvSpPr>
        <p:spPr>
          <a:xfrm>
            <a:off x="10559342" y="2592974"/>
            <a:ext cx="302121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0"/>
          <p:cNvSpPr/>
          <p:nvPr/>
        </p:nvSpPr>
        <p:spPr>
          <a:xfrm flipH="1">
            <a:off x="10570132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Connector 41"/>
          <p:cNvSpPr/>
          <p:nvPr/>
        </p:nvSpPr>
        <p:spPr>
          <a:xfrm>
            <a:off x="10710401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" name="Oval 42"/>
          <p:cNvSpPr/>
          <p:nvPr/>
        </p:nvSpPr>
        <p:spPr>
          <a:xfrm>
            <a:off x="7973568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31" name="Connector 43"/>
          <p:cNvSpPr/>
          <p:nvPr/>
        </p:nvSpPr>
        <p:spPr>
          <a:xfrm>
            <a:off x="801471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Connector 44"/>
          <p:cNvSpPr/>
          <p:nvPr/>
        </p:nvSpPr>
        <p:spPr>
          <a:xfrm flipV="1">
            <a:off x="8060435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" name="Oval 45"/>
          <p:cNvSpPr/>
          <p:nvPr/>
        </p:nvSpPr>
        <p:spPr>
          <a:xfrm>
            <a:off x="9737645" y="2585210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34" name="Connector 46"/>
          <p:cNvSpPr/>
          <p:nvPr/>
        </p:nvSpPr>
        <p:spPr>
          <a:xfrm>
            <a:off x="9778793" y="2694938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7"/>
          <p:cNvSpPr/>
          <p:nvPr/>
        </p:nvSpPr>
        <p:spPr>
          <a:xfrm flipV="1">
            <a:off x="9824515" y="264007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48"/>
          <p:cNvSpPr/>
          <p:nvPr/>
        </p:nvSpPr>
        <p:spPr>
          <a:xfrm>
            <a:off x="7452359" y="2688333"/>
            <a:ext cx="429770" cy="3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Connector 50"/>
          <p:cNvSpPr/>
          <p:nvPr/>
        </p:nvSpPr>
        <p:spPr>
          <a:xfrm>
            <a:off x="10042906" y="2679444"/>
            <a:ext cx="448059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40" name="TextBox 53"/>
          <p:cNvSpPr txBox="1"/>
          <p:nvPr/>
        </p:nvSpPr>
        <p:spPr>
          <a:xfrm>
            <a:off x="10241280" y="3904486"/>
            <a:ext cx="914403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1" name="Connector 54"/>
          <p:cNvSpPr/>
          <p:nvPr/>
        </p:nvSpPr>
        <p:spPr>
          <a:xfrm>
            <a:off x="8119871" y="4160520"/>
            <a:ext cx="219455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Connector 55"/>
          <p:cNvSpPr/>
          <p:nvPr/>
        </p:nvSpPr>
        <p:spPr>
          <a:xfrm>
            <a:off x="10058399" y="4160520"/>
            <a:ext cx="164596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" name="TextBox 56"/>
          <p:cNvSpPr txBox="1"/>
          <p:nvPr/>
        </p:nvSpPr>
        <p:spPr>
          <a:xfrm>
            <a:off x="6784847" y="4773167"/>
            <a:ext cx="3108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4" name="TextBox 59"/>
          <p:cNvSpPr txBox="1"/>
          <p:nvPr/>
        </p:nvSpPr>
        <p:spPr>
          <a:xfrm>
            <a:off x="6784847" y="5669279"/>
            <a:ext cx="37490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6" name="Rectangle"/>
          <p:cNvSpPr/>
          <p:nvPr/>
        </p:nvSpPr>
        <p:spPr>
          <a:xfrm>
            <a:off x="1630324" y="1436431"/>
            <a:ext cx="9768875" cy="46699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44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50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1" name="Connector 4"/>
          <p:cNvSpPr/>
          <p:nvPr/>
        </p:nvSpPr>
        <p:spPr>
          <a:xfrm flipH="1">
            <a:off x="6099047" y="1627632"/>
            <a:ext cx="3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3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54" name="Connector 7"/>
          <p:cNvSpPr/>
          <p:nvPr/>
        </p:nvSpPr>
        <p:spPr>
          <a:xfrm>
            <a:off x="1348738" y="2450592"/>
            <a:ext cx="3" cy="37719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8"/>
          <p:cNvSpPr/>
          <p:nvPr/>
        </p:nvSpPr>
        <p:spPr>
          <a:xfrm>
            <a:off x="1188719" y="2610610"/>
            <a:ext cx="320043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9"/>
          <p:cNvSpPr/>
          <p:nvPr/>
        </p:nvSpPr>
        <p:spPr>
          <a:xfrm flipH="1">
            <a:off x="1200149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Connector 10"/>
          <p:cNvSpPr/>
          <p:nvPr/>
        </p:nvSpPr>
        <p:spPr>
          <a:xfrm>
            <a:off x="1348737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" name="Rounded Rectangle 11"/>
          <p:cNvSpPr/>
          <p:nvPr/>
        </p:nvSpPr>
        <p:spPr>
          <a:xfrm>
            <a:off x="3310128" y="2011677"/>
            <a:ext cx="1353315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59" name="Connector 12"/>
          <p:cNvSpPr/>
          <p:nvPr/>
        </p:nvSpPr>
        <p:spPr>
          <a:xfrm>
            <a:off x="3529584" y="2450592"/>
            <a:ext cx="914402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3"/>
          <p:cNvSpPr/>
          <p:nvPr/>
        </p:nvSpPr>
        <p:spPr>
          <a:xfrm>
            <a:off x="3529584" y="2761487"/>
            <a:ext cx="786387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Connector 14"/>
          <p:cNvSpPr/>
          <p:nvPr/>
        </p:nvSpPr>
        <p:spPr>
          <a:xfrm>
            <a:off x="3529584" y="3072383"/>
            <a:ext cx="877826" cy="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Oval 15"/>
          <p:cNvSpPr/>
          <p:nvPr/>
        </p:nvSpPr>
        <p:spPr>
          <a:xfrm>
            <a:off x="2331720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63" name="Connector 16"/>
          <p:cNvSpPr/>
          <p:nvPr/>
        </p:nvSpPr>
        <p:spPr>
          <a:xfrm>
            <a:off x="2372865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Connector 17"/>
          <p:cNvSpPr/>
          <p:nvPr/>
        </p:nvSpPr>
        <p:spPr>
          <a:xfrm flipV="1">
            <a:off x="2418588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TextBox 18"/>
          <p:cNvSpPr txBox="1"/>
          <p:nvPr/>
        </p:nvSpPr>
        <p:spPr>
          <a:xfrm>
            <a:off x="2103120" y="2907792"/>
            <a:ext cx="71323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6" name="Connector 19"/>
          <p:cNvSpPr/>
          <p:nvPr/>
        </p:nvSpPr>
        <p:spPr>
          <a:xfrm>
            <a:off x="1837943" y="2688333"/>
            <a:ext cx="411484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Connector 20"/>
          <p:cNvSpPr/>
          <p:nvPr/>
        </p:nvSpPr>
        <p:spPr>
          <a:xfrm>
            <a:off x="2578605" y="2688334"/>
            <a:ext cx="694947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" name="TextBox 22"/>
          <p:cNvSpPr txBox="1"/>
          <p:nvPr/>
        </p:nvSpPr>
        <p:spPr>
          <a:xfrm>
            <a:off x="2487166" y="3931920"/>
            <a:ext cx="1188723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9" name="TextBox 23"/>
          <p:cNvSpPr txBox="1"/>
          <p:nvPr/>
        </p:nvSpPr>
        <p:spPr>
          <a:xfrm>
            <a:off x="3977638" y="3950208"/>
            <a:ext cx="1115569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70" name="Connector 24"/>
          <p:cNvSpPr/>
          <p:nvPr/>
        </p:nvSpPr>
        <p:spPr>
          <a:xfrm>
            <a:off x="2240277" y="4160520"/>
            <a:ext cx="228603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Connector 25"/>
          <p:cNvSpPr/>
          <p:nvPr/>
        </p:nvSpPr>
        <p:spPr>
          <a:xfrm>
            <a:off x="3657598" y="4160520"/>
            <a:ext cx="274324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" name="TextBox 27"/>
          <p:cNvSpPr txBox="1"/>
          <p:nvPr/>
        </p:nvSpPr>
        <p:spPr>
          <a:xfrm>
            <a:off x="6419086" y="1572766"/>
            <a:ext cx="246888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74" name="Connector 29"/>
          <p:cNvSpPr/>
          <p:nvPr/>
        </p:nvSpPr>
        <p:spPr>
          <a:xfrm>
            <a:off x="7011619" y="2437787"/>
            <a:ext cx="3" cy="3560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0"/>
          <p:cNvSpPr/>
          <p:nvPr/>
        </p:nvSpPr>
        <p:spPr>
          <a:xfrm>
            <a:off x="6860560" y="2588847"/>
            <a:ext cx="30212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1"/>
          <p:cNvSpPr/>
          <p:nvPr/>
        </p:nvSpPr>
        <p:spPr>
          <a:xfrm flipH="1">
            <a:off x="6871350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Connector 32"/>
          <p:cNvSpPr/>
          <p:nvPr/>
        </p:nvSpPr>
        <p:spPr>
          <a:xfrm>
            <a:off x="7011619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79" name="Connector 34"/>
          <p:cNvSpPr/>
          <p:nvPr/>
        </p:nvSpPr>
        <p:spPr>
          <a:xfrm>
            <a:off x="8539781" y="2448050"/>
            <a:ext cx="914403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5"/>
          <p:cNvSpPr/>
          <p:nvPr/>
        </p:nvSpPr>
        <p:spPr>
          <a:xfrm>
            <a:off x="8539781" y="2758947"/>
            <a:ext cx="78638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Connector 36"/>
          <p:cNvSpPr/>
          <p:nvPr/>
        </p:nvSpPr>
        <p:spPr>
          <a:xfrm>
            <a:off x="8539781" y="3069843"/>
            <a:ext cx="877827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83" name="Connector 38"/>
          <p:cNvSpPr/>
          <p:nvPr/>
        </p:nvSpPr>
        <p:spPr>
          <a:xfrm>
            <a:off x="10710401" y="2441915"/>
            <a:ext cx="3" cy="35607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39"/>
          <p:cNvSpPr/>
          <p:nvPr/>
        </p:nvSpPr>
        <p:spPr>
          <a:xfrm>
            <a:off x="10559342" y="2592974"/>
            <a:ext cx="302121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0"/>
          <p:cNvSpPr/>
          <p:nvPr/>
        </p:nvSpPr>
        <p:spPr>
          <a:xfrm flipH="1">
            <a:off x="10570132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Connector 41"/>
          <p:cNvSpPr/>
          <p:nvPr/>
        </p:nvSpPr>
        <p:spPr>
          <a:xfrm>
            <a:off x="10710401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7" name="Oval 42"/>
          <p:cNvSpPr/>
          <p:nvPr/>
        </p:nvSpPr>
        <p:spPr>
          <a:xfrm>
            <a:off x="7973568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88" name="Connector 43"/>
          <p:cNvSpPr/>
          <p:nvPr/>
        </p:nvSpPr>
        <p:spPr>
          <a:xfrm>
            <a:off x="801471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Connector 44"/>
          <p:cNvSpPr/>
          <p:nvPr/>
        </p:nvSpPr>
        <p:spPr>
          <a:xfrm flipV="1">
            <a:off x="8060435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Oval 45"/>
          <p:cNvSpPr/>
          <p:nvPr/>
        </p:nvSpPr>
        <p:spPr>
          <a:xfrm>
            <a:off x="9737645" y="2585210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491" name="Connector 46"/>
          <p:cNvSpPr/>
          <p:nvPr/>
        </p:nvSpPr>
        <p:spPr>
          <a:xfrm>
            <a:off x="9778793" y="2694938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7"/>
          <p:cNvSpPr/>
          <p:nvPr/>
        </p:nvSpPr>
        <p:spPr>
          <a:xfrm flipV="1">
            <a:off x="9824515" y="264007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48"/>
          <p:cNvSpPr/>
          <p:nvPr/>
        </p:nvSpPr>
        <p:spPr>
          <a:xfrm>
            <a:off x="7452359" y="2688333"/>
            <a:ext cx="429770" cy="3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Connector 50"/>
          <p:cNvSpPr/>
          <p:nvPr/>
        </p:nvSpPr>
        <p:spPr>
          <a:xfrm>
            <a:off x="10042906" y="2679444"/>
            <a:ext cx="448059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7" name="TextBox 53"/>
          <p:cNvSpPr txBox="1"/>
          <p:nvPr/>
        </p:nvSpPr>
        <p:spPr>
          <a:xfrm>
            <a:off x="10241280" y="3904486"/>
            <a:ext cx="914403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8" name="Connector 54"/>
          <p:cNvSpPr/>
          <p:nvPr/>
        </p:nvSpPr>
        <p:spPr>
          <a:xfrm>
            <a:off x="8119871" y="4160520"/>
            <a:ext cx="219455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Connector 55"/>
          <p:cNvSpPr/>
          <p:nvPr/>
        </p:nvSpPr>
        <p:spPr>
          <a:xfrm>
            <a:off x="10058399" y="4160520"/>
            <a:ext cx="164596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" name="TextBox 56"/>
          <p:cNvSpPr txBox="1"/>
          <p:nvPr/>
        </p:nvSpPr>
        <p:spPr>
          <a:xfrm>
            <a:off x="6784847" y="4773167"/>
            <a:ext cx="3108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1" name="TextBox 59"/>
          <p:cNvSpPr txBox="1"/>
          <p:nvPr/>
        </p:nvSpPr>
        <p:spPr>
          <a:xfrm>
            <a:off x="6784847" y="5669279"/>
            <a:ext cx="37490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3" name="Rectangle"/>
          <p:cNvSpPr/>
          <p:nvPr/>
        </p:nvSpPr>
        <p:spPr>
          <a:xfrm>
            <a:off x="1630324" y="1436431"/>
            <a:ext cx="9768875" cy="46699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4" name="TextBox 21"/>
          <p:cNvSpPr txBox="1"/>
          <p:nvPr/>
        </p:nvSpPr>
        <p:spPr>
          <a:xfrm>
            <a:off x="1051560" y="4087367"/>
            <a:ext cx="13716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5" name="TextBox 26"/>
          <p:cNvSpPr txBox="1"/>
          <p:nvPr/>
        </p:nvSpPr>
        <p:spPr>
          <a:xfrm>
            <a:off x="987551" y="4773167"/>
            <a:ext cx="32004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50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9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10" name="Connector 4"/>
          <p:cNvSpPr/>
          <p:nvPr/>
        </p:nvSpPr>
        <p:spPr>
          <a:xfrm flipH="1">
            <a:off x="6099047" y="1627632"/>
            <a:ext cx="3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13" name="Connector 7"/>
          <p:cNvSpPr/>
          <p:nvPr/>
        </p:nvSpPr>
        <p:spPr>
          <a:xfrm>
            <a:off x="1348738" y="2450592"/>
            <a:ext cx="3" cy="37719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8"/>
          <p:cNvSpPr/>
          <p:nvPr/>
        </p:nvSpPr>
        <p:spPr>
          <a:xfrm>
            <a:off x="1188719" y="2610610"/>
            <a:ext cx="320043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9"/>
          <p:cNvSpPr/>
          <p:nvPr/>
        </p:nvSpPr>
        <p:spPr>
          <a:xfrm flipH="1">
            <a:off x="1200149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Connector 10"/>
          <p:cNvSpPr/>
          <p:nvPr/>
        </p:nvSpPr>
        <p:spPr>
          <a:xfrm>
            <a:off x="1348737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7" name="Rounded Rectangle 11"/>
          <p:cNvSpPr/>
          <p:nvPr/>
        </p:nvSpPr>
        <p:spPr>
          <a:xfrm>
            <a:off x="3310128" y="2011677"/>
            <a:ext cx="1353315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18" name="Connector 12"/>
          <p:cNvSpPr/>
          <p:nvPr/>
        </p:nvSpPr>
        <p:spPr>
          <a:xfrm>
            <a:off x="3529584" y="2450592"/>
            <a:ext cx="914402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3"/>
          <p:cNvSpPr/>
          <p:nvPr/>
        </p:nvSpPr>
        <p:spPr>
          <a:xfrm>
            <a:off x="3529584" y="2761487"/>
            <a:ext cx="786387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Connector 14"/>
          <p:cNvSpPr/>
          <p:nvPr/>
        </p:nvSpPr>
        <p:spPr>
          <a:xfrm>
            <a:off x="3529584" y="3072383"/>
            <a:ext cx="877826" cy="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" name="Oval 15"/>
          <p:cNvSpPr/>
          <p:nvPr/>
        </p:nvSpPr>
        <p:spPr>
          <a:xfrm>
            <a:off x="2331720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22" name="Connector 16"/>
          <p:cNvSpPr/>
          <p:nvPr/>
        </p:nvSpPr>
        <p:spPr>
          <a:xfrm>
            <a:off x="2372865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Connector 17"/>
          <p:cNvSpPr/>
          <p:nvPr/>
        </p:nvSpPr>
        <p:spPr>
          <a:xfrm flipV="1">
            <a:off x="2418588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TextBox 18"/>
          <p:cNvSpPr txBox="1"/>
          <p:nvPr/>
        </p:nvSpPr>
        <p:spPr>
          <a:xfrm>
            <a:off x="2103120" y="2907792"/>
            <a:ext cx="71323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5" name="Connector 19"/>
          <p:cNvSpPr/>
          <p:nvPr/>
        </p:nvSpPr>
        <p:spPr>
          <a:xfrm>
            <a:off x="1837943" y="2688333"/>
            <a:ext cx="411484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Connector 20"/>
          <p:cNvSpPr/>
          <p:nvPr/>
        </p:nvSpPr>
        <p:spPr>
          <a:xfrm>
            <a:off x="2578605" y="2688334"/>
            <a:ext cx="694947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7" name="TextBox 21"/>
          <p:cNvSpPr txBox="1"/>
          <p:nvPr/>
        </p:nvSpPr>
        <p:spPr>
          <a:xfrm>
            <a:off x="1051560" y="4087367"/>
            <a:ext cx="13716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8" name="TextBox 22"/>
          <p:cNvSpPr txBox="1"/>
          <p:nvPr/>
        </p:nvSpPr>
        <p:spPr>
          <a:xfrm>
            <a:off x="2487166" y="3931920"/>
            <a:ext cx="1188723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9" name="TextBox 23"/>
          <p:cNvSpPr txBox="1"/>
          <p:nvPr/>
        </p:nvSpPr>
        <p:spPr>
          <a:xfrm>
            <a:off x="3977638" y="3950208"/>
            <a:ext cx="1115569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30" name="Connector 24"/>
          <p:cNvSpPr/>
          <p:nvPr/>
        </p:nvSpPr>
        <p:spPr>
          <a:xfrm>
            <a:off x="2240277" y="4160520"/>
            <a:ext cx="228603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Connector 25"/>
          <p:cNvSpPr/>
          <p:nvPr/>
        </p:nvSpPr>
        <p:spPr>
          <a:xfrm>
            <a:off x="3657598" y="4160520"/>
            <a:ext cx="274324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" name="TextBox 26"/>
          <p:cNvSpPr txBox="1"/>
          <p:nvPr/>
        </p:nvSpPr>
        <p:spPr>
          <a:xfrm>
            <a:off x="987551" y="4773167"/>
            <a:ext cx="32004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3" name="TextBox 27"/>
          <p:cNvSpPr txBox="1"/>
          <p:nvPr/>
        </p:nvSpPr>
        <p:spPr>
          <a:xfrm>
            <a:off x="6419086" y="1572766"/>
            <a:ext cx="246888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35" name="Connector 29"/>
          <p:cNvSpPr/>
          <p:nvPr/>
        </p:nvSpPr>
        <p:spPr>
          <a:xfrm>
            <a:off x="7011619" y="2437787"/>
            <a:ext cx="3" cy="3560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0"/>
          <p:cNvSpPr/>
          <p:nvPr/>
        </p:nvSpPr>
        <p:spPr>
          <a:xfrm>
            <a:off x="6860560" y="2588847"/>
            <a:ext cx="30212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1"/>
          <p:cNvSpPr/>
          <p:nvPr/>
        </p:nvSpPr>
        <p:spPr>
          <a:xfrm flipH="1">
            <a:off x="6871350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Connector 32"/>
          <p:cNvSpPr/>
          <p:nvPr/>
        </p:nvSpPr>
        <p:spPr>
          <a:xfrm>
            <a:off x="7011619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40" name="Connector 34"/>
          <p:cNvSpPr/>
          <p:nvPr/>
        </p:nvSpPr>
        <p:spPr>
          <a:xfrm>
            <a:off x="8539781" y="2448050"/>
            <a:ext cx="914403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5"/>
          <p:cNvSpPr/>
          <p:nvPr/>
        </p:nvSpPr>
        <p:spPr>
          <a:xfrm>
            <a:off x="8539781" y="2758947"/>
            <a:ext cx="78638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Connector 36"/>
          <p:cNvSpPr/>
          <p:nvPr/>
        </p:nvSpPr>
        <p:spPr>
          <a:xfrm>
            <a:off x="8539781" y="3069843"/>
            <a:ext cx="877827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44" name="Connector 38"/>
          <p:cNvSpPr/>
          <p:nvPr/>
        </p:nvSpPr>
        <p:spPr>
          <a:xfrm>
            <a:off x="10710401" y="2441915"/>
            <a:ext cx="3" cy="35607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39"/>
          <p:cNvSpPr/>
          <p:nvPr/>
        </p:nvSpPr>
        <p:spPr>
          <a:xfrm>
            <a:off x="10559342" y="2592974"/>
            <a:ext cx="302121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0"/>
          <p:cNvSpPr/>
          <p:nvPr/>
        </p:nvSpPr>
        <p:spPr>
          <a:xfrm flipH="1">
            <a:off x="10570132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Connector 41"/>
          <p:cNvSpPr/>
          <p:nvPr/>
        </p:nvSpPr>
        <p:spPr>
          <a:xfrm>
            <a:off x="10710401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" name="Oval 42"/>
          <p:cNvSpPr/>
          <p:nvPr/>
        </p:nvSpPr>
        <p:spPr>
          <a:xfrm>
            <a:off x="7973568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49" name="Connector 43"/>
          <p:cNvSpPr/>
          <p:nvPr/>
        </p:nvSpPr>
        <p:spPr>
          <a:xfrm>
            <a:off x="801471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Connector 44"/>
          <p:cNvSpPr/>
          <p:nvPr/>
        </p:nvSpPr>
        <p:spPr>
          <a:xfrm flipV="1">
            <a:off x="8060435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1" name="Oval 45"/>
          <p:cNvSpPr/>
          <p:nvPr/>
        </p:nvSpPr>
        <p:spPr>
          <a:xfrm>
            <a:off x="9737645" y="2585210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52" name="Connector 46"/>
          <p:cNvSpPr/>
          <p:nvPr/>
        </p:nvSpPr>
        <p:spPr>
          <a:xfrm>
            <a:off x="9778793" y="2694938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7"/>
          <p:cNvSpPr/>
          <p:nvPr/>
        </p:nvSpPr>
        <p:spPr>
          <a:xfrm flipV="1">
            <a:off x="9824515" y="264007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48"/>
          <p:cNvSpPr/>
          <p:nvPr/>
        </p:nvSpPr>
        <p:spPr>
          <a:xfrm>
            <a:off x="7452359" y="2688333"/>
            <a:ext cx="429770" cy="3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50"/>
          <p:cNvSpPr/>
          <p:nvPr/>
        </p:nvSpPr>
        <p:spPr>
          <a:xfrm>
            <a:off x="10042906" y="2679444"/>
            <a:ext cx="448059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8" name="TextBox 53"/>
          <p:cNvSpPr txBox="1"/>
          <p:nvPr/>
        </p:nvSpPr>
        <p:spPr>
          <a:xfrm>
            <a:off x="10241280" y="3904486"/>
            <a:ext cx="914403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9" name="Connector 54"/>
          <p:cNvSpPr/>
          <p:nvPr/>
        </p:nvSpPr>
        <p:spPr>
          <a:xfrm>
            <a:off x="8119871" y="4160520"/>
            <a:ext cx="219455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55"/>
          <p:cNvSpPr/>
          <p:nvPr/>
        </p:nvSpPr>
        <p:spPr>
          <a:xfrm>
            <a:off x="10058399" y="4160520"/>
            <a:ext cx="164596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TextBox 56"/>
          <p:cNvSpPr txBox="1"/>
          <p:nvPr/>
        </p:nvSpPr>
        <p:spPr>
          <a:xfrm>
            <a:off x="6784847" y="4773167"/>
            <a:ext cx="3108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2" name="Connector 57"/>
          <p:cNvSpPr/>
          <p:nvPr/>
        </p:nvSpPr>
        <p:spPr>
          <a:xfrm>
            <a:off x="749806" y="5413248"/>
            <a:ext cx="10680197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58"/>
          <p:cNvSpPr txBox="1"/>
          <p:nvPr/>
        </p:nvSpPr>
        <p:spPr>
          <a:xfrm>
            <a:off x="841245" y="5669279"/>
            <a:ext cx="411480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4" name="TextBox 59"/>
          <p:cNvSpPr txBox="1"/>
          <p:nvPr/>
        </p:nvSpPr>
        <p:spPr>
          <a:xfrm>
            <a:off x="6784847" y="5669279"/>
            <a:ext cx="37490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6" name="Rectangle"/>
          <p:cNvSpPr/>
          <p:nvPr/>
        </p:nvSpPr>
        <p:spPr>
          <a:xfrm>
            <a:off x="5919536" y="1436431"/>
            <a:ext cx="5479663" cy="46699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 1</a:t>
            </a:r>
          </a:p>
        </p:txBody>
      </p:sp>
      <p:sp>
        <p:nvSpPr>
          <p:cNvPr id="56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70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1" name="Connector 4"/>
          <p:cNvSpPr/>
          <p:nvPr/>
        </p:nvSpPr>
        <p:spPr>
          <a:xfrm flipH="1">
            <a:off x="6099047" y="1627632"/>
            <a:ext cx="3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3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74" name="Connector 7"/>
          <p:cNvSpPr/>
          <p:nvPr/>
        </p:nvSpPr>
        <p:spPr>
          <a:xfrm>
            <a:off x="1348738" y="2450592"/>
            <a:ext cx="3" cy="37719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8"/>
          <p:cNvSpPr/>
          <p:nvPr/>
        </p:nvSpPr>
        <p:spPr>
          <a:xfrm>
            <a:off x="1188719" y="2610610"/>
            <a:ext cx="320043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9"/>
          <p:cNvSpPr/>
          <p:nvPr/>
        </p:nvSpPr>
        <p:spPr>
          <a:xfrm flipH="1">
            <a:off x="1200149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Connector 10"/>
          <p:cNvSpPr/>
          <p:nvPr/>
        </p:nvSpPr>
        <p:spPr>
          <a:xfrm>
            <a:off x="1348737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Rounded Rectangle 11"/>
          <p:cNvSpPr/>
          <p:nvPr/>
        </p:nvSpPr>
        <p:spPr>
          <a:xfrm>
            <a:off x="3310128" y="2011677"/>
            <a:ext cx="1353315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79" name="Connector 12"/>
          <p:cNvSpPr/>
          <p:nvPr/>
        </p:nvSpPr>
        <p:spPr>
          <a:xfrm>
            <a:off x="3529584" y="2450592"/>
            <a:ext cx="914402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3"/>
          <p:cNvSpPr/>
          <p:nvPr/>
        </p:nvSpPr>
        <p:spPr>
          <a:xfrm>
            <a:off x="3529584" y="2761487"/>
            <a:ext cx="786387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Connector 14"/>
          <p:cNvSpPr/>
          <p:nvPr/>
        </p:nvSpPr>
        <p:spPr>
          <a:xfrm>
            <a:off x="3529584" y="3072383"/>
            <a:ext cx="877826" cy="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Oval 15"/>
          <p:cNvSpPr/>
          <p:nvPr/>
        </p:nvSpPr>
        <p:spPr>
          <a:xfrm>
            <a:off x="2331720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83" name="Connector 16"/>
          <p:cNvSpPr/>
          <p:nvPr/>
        </p:nvSpPr>
        <p:spPr>
          <a:xfrm>
            <a:off x="2372865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Connector 17"/>
          <p:cNvSpPr/>
          <p:nvPr/>
        </p:nvSpPr>
        <p:spPr>
          <a:xfrm flipV="1">
            <a:off x="2418588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" name="TextBox 18"/>
          <p:cNvSpPr txBox="1"/>
          <p:nvPr/>
        </p:nvSpPr>
        <p:spPr>
          <a:xfrm>
            <a:off x="2103120" y="2907792"/>
            <a:ext cx="71323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6" name="Connector 19"/>
          <p:cNvSpPr/>
          <p:nvPr/>
        </p:nvSpPr>
        <p:spPr>
          <a:xfrm>
            <a:off x="1837943" y="2688333"/>
            <a:ext cx="411484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Connector 20"/>
          <p:cNvSpPr/>
          <p:nvPr/>
        </p:nvSpPr>
        <p:spPr>
          <a:xfrm>
            <a:off x="2578605" y="2688334"/>
            <a:ext cx="694947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21"/>
          <p:cNvSpPr txBox="1"/>
          <p:nvPr/>
        </p:nvSpPr>
        <p:spPr>
          <a:xfrm>
            <a:off x="1051560" y="4087367"/>
            <a:ext cx="13716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9" name="TextBox 22"/>
          <p:cNvSpPr txBox="1"/>
          <p:nvPr/>
        </p:nvSpPr>
        <p:spPr>
          <a:xfrm>
            <a:off x="2487166" y="3931920"/>
            <a:ext cx="1188723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90" name="TextBox 23"/>
          <p:cNvSpPr txBox="1"/>
          <p:nvPr/>
        </p:nvSpPr>
        <p:spPr>
          <a:xfrm>
            <a:off x="3977638" y="3950208"/>
            <a:ext cx="1115569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1" name="Connector 24"/>
          <p:cNvSpPr/>
          <p:nvPr/>
        </p:nvSpPr>
        <p:spPr>
          <a:xfrm>
            <a:off x="2240277" y="4160520"/>
            <a:ext cx="228603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25"/>
          <p:cNvSpPr/>
          <p:nvPr/>
        </p:nvSpPr>
        <p:spPr>
          <a:xfrm>
            <a:off x="3657598" y="4160520"/>
            <a:ext cx="274324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TextBox 26"/>
          <p:cNvSpPr txBox="1"/>
          <p:nvPr/>
        </p:nvSpPr>
        <p:spPr>
          <a:xfrm>
            <a:off x="987551" y="4773167"/>
            <a:ext cx="32004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4" name="TextBox 27"/>
          <p:cNvSpPr txBox="1"/>
          <p:nvPr/>
        </p:nvSpPr>
        <p:spPr>
          <a:xfrm>
            <a:off x="6419086" y="1572766"/>
            <a:ext cx="246888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596" name="Connector 29"/>
          <p:cNvSpPr/>
          <p:nvPr/>
        </p:nvSpPr>
        <p:spPr>
          <a:xfrm>
            <a:off x="7011619" y="2437787"/>
            <a:ext cx="3" cy="3560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0"/>
          <p:cNvSpPr/>
          <p:nvPr/>
        </p:nvSpPr>
        <p:spPr>
          <a:xfrm>
            <a:off x="6860560" y="2588847"/>
            <a:ext cx="30212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1"/>
          <p:cNvSpPr/>
          <p:nvPr/>
        </p:nvSpPr>
        <p:spPr>
          <a:xfrm flipH="1">
            <a:off x="6871350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Connector 32"/>
          <p:cNvSpPr/>
          <p:nvPr/>
        </p:nvSpPr>
        <p:spPr>
          <a:xfrm>
            <a:off x="7011619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01" name="Connector 34"/>
          <p:cNvSpPr/>
          <p:nvPr/>
        </p:nvSpPr>
        <p:spPr>
          <a:xfrm>
            <a:off x="8539781" y="2448050"/>
            <a:ext cx="914403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5"/>
          <p:cNvSpPr/>
          <p:nvPr/>
        </p:nvSpPr>
        <p:spPr>
          <a:xfrm>
            <a:off x="8539781" y="2758947"/>
            <a:ext cx="78638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36"/>
          <p:cNvSpPr/>
          <p:nvPr/>
        </p:nvSpPr>
        <p:spPr>
          <a:xfrm>
            <a:off x="8539781" y="3069843"/>
            <a:ext cx="877827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05" name="Connector 38"/>
          <p:cNvSpPr/>
          <p:nvPr/>
        </p:nvSpPr>
        <p:spPr>
          <a:xfrm>
            <a:off x="10710401" y="2441915"/>
            <a:ext cx="3" cy="35607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39"/>
          <p:cNvSpPr/>
          <p:nvPr/>
        </p:nvSpPr>
        <p:spPr>
          <a:xfrm>
            <a:off x="10559342" y="2592974"/>
            <a:ext cx="302121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0"/>
          <p:cNvSpPr/>
          <p:nvPr/>
        </p:nvSpPr>
        <p:spPr>
          <a:xfrm flipH="1">
            <a:off x="10570132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Connector 41"/>
          <p:cNvSpPr/>
          <p:nvPr/>
        </p:nvSpPr>
        <p:spPr>
          <a:xfrm>
            <a:off x="10710401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" name="Oval 42"/>
          <p:cNvSpPr/>
          <p:nvPr/>
        </p:nvSpPr>
        <p:spPr>
          <a:xfrm>
            <a:off x="7973568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10" name="Connector 43"/>
          <p:cNvSpPr/>
          <p:nvPr/>
        </p:nvSpPr>
        <p:spPr>
          <a:xfrm>
            <a:off x="801471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4"/>
          <p:cNvSpPr/>
          <p:nvPr/>
        </p:nvSpPr>
        <p:spPr>
          <a:xfrm flipV="1">
            <a:off x="8060435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48"/>
          <p:cNvSpPr/>
          <p:nvPr/>
        </p:nvSpPr>
        <p:spPr>
          <a:xfrm>
            <a:off x="7452359" y="2688333"/>
            <a:ext cx="429770" cy="3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50"/>
          <p:cNvSpPr/>
          <p:nvPr/>
        </p:nvSpPr>
        <p:spPr>
          <a:xfrm>
            <a:off x="10042906" y="2679444"/>
            <a:ext cx="448059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6" name="TextBox 53"/>
          <p:cNvSpPr txBox="1"/>
          <p:nvPr/>
        </p:nvSpPr>
        <p:spPr>
          <a:xfrm>
            <a:off x="10241280" y="3904486"/>
            <a:ext cx="914403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7" name="Connector 54"/>
          <p:cNvSpPr/>
          <p:nvPr/>
        </p:nvSpPr>
        <p:spPr>
          <a:xfrm>
            <a:off x="8119871" y="4160520"/>
            <a:ext cx="219455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Connector 55"/>
          <p:cNvSpPr/>
          <p:nvPr/>
        </p:nvSpPr>
        <p:spPr>
          <a:xfrm>
            <a:off x="10058399" y="4160520"/>
            <a:ext cx="164596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" name="TextBox 56"/>
          <p:cNvSpPr txBox="1"/>
          <p:nvPr/>
        </p:nvSpPr>
        <p:spPr>
          <a:xfrm>
            <a:off x="6784847" y="4773167"/>
            <a:ext cx="3108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20" name="Connector 57"/>
          <p:cNvSpPr/>
          <p:nvPr/>
        </p:nvSpPr>
        <p:spPr>
          <a:xfrm>
            <a:off x="749806" y="5413248"/>
            <a:ext cx="10680197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TextBox 58"/>
          <p:cNvSpPr txBox="1"/>
          <p:nvPr/>
        </p:nvSpPr>
        <p:spPr>
          <a:xfrm>
            <a:off x="841245" y="5669279"/>
            <a:ext cx="411480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2" name="TextBox 59"/>
          <p:cNvSpPr txBox="1"/>
          <p:nvPr/>
        </p:nvSpPr>
        <p:spPr>
          <a:xfrm>
            <a:off x="6784847" y="5669279"/>
            <a:ext cx="37490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3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4" name="Rectangle"/>
          <p:cNvSpPr/>
          <p:nvPr/>
        </p:nvSpPr>
        <p:spPr>
          <a:xfrm>
            <a:off x="5919536" y="3945001"/>
            <a:ext cx="5479663" cy="21613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Rectangle"/>
          <p:cNvSpPr/>
          <p:nvPr/>
        </p:nvSpPr>
        <p:spPr>
          <a:xfrm>
            <a:off x="5994177" y="1402529"/>
            <a:ext cx="2226835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3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3" cy="37719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3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3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7" y="2827782"/>
            <a:ext cx="148594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5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2" cy="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7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6" cy="2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4" cy="3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5" y="2688334"/>
            <a:ext cx="694947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3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8" y="3950208"/>
            <a:ext cx="1115569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3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4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51" y="4773167"/>
            <a:ext cx="32004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3" cy="3560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2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50"/>
            <a:ext cx="914403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7"/>
            <a:ext cx="78638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7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3" cy="35607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1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80"/>
            <a:ext cx="140272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0" cy="3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59" cy="2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3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6" cy="3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6" y="5413248"/>
            <a:ext cx="10680197" cy="1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5" y="5669279"/>
            <a:ext cx="411480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79" cy="131679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3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6" cy="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3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3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79" cy="131679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3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6" cy="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79" cy="131677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3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6" cy="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1" cy="138260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6" y="5257800"/>
            <a:ext cx="10680196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6" y="5577840"/>
            <a:ext cx="4389125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1"/>
          <p:cNvSpPr txBox="1"/>
          <p:nvPr/>
        </p:nvSpPr>
        <p:spPr>
          <a:xfrm>
            <a:off x="603504" y="420623"/>
            <a:ext cx="118872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840" name="TextBox 2"/>
          <p:cNvSpPr txBox="1"/>
          <p:nvPr/>
        </p:nvSpPr>
        <p:spPr>
          <a:xfrm>
            <a:off x="1773933" y="420623"/>
            <a:ext cx="18288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4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2" name="TextBox 4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4" name="Oval 6"/>
          <p:cNvSpPr/>
          <p:nvPr/>
        </p:nvSpPr>
        <p:spPr>
          <a:xfrm>
            <a:off x="86868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45" name="Connector 7"/>
          <p:cNvSpPr/>
          <p:nvPr/>
        </p:nvSpPr>
        <p:spPr>
          <a:xfrm>
            <a:off x="934516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8"/>
          <p:cNvSpPr/>
          <p:nvPr/>
        </p:nvSpPr>
        <p:spPr>
          <a:xfrm>
            <a:off x="842344" y="2189805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Connector 9"/>
          <p:cNvSpPr/>
          <p:nvPr/>
        </p:nvSpPr>
        <p:spPr>
          <a:xfrm flipH="1">
            <a:off x="848928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10"/>
          <p:cNvSpPr/>
          <p:nvPr/>
        </p:nvSpPr>
        <p:spPr>
          <a:xfrm>
            <a:off x="93451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Oval 11"/>
          <p:cNvSpPr/>
          <p:nvPr/>
        </p:nvSpPr>
        <p:spPr>
          <a:xfrm>
            <a:off x="149047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50" name="Connector 12"/>
          <p:cNvSpPr/>
          <p:nvPr/>
        </p:nvSpPr>
        <p:spPr>
          <a:xfrm>
            <a:off x="155630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3"/>
          <p:cNvSpPr/>
          <p:nvPr/>
        </p:nvSpPr>
        <p:spPr>
          <a:xfrm>
            <a:off x="146413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Connector 14"/>
          <p:cNvSpPr/>
          <p:nvPr/>
        </p:nvSpPr>
        <p:spPr>
          <a:xfrm flipH="1">
            <a:off x="1470719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15"/>
          <p:cNvSpPr/>
          <p:nvPr/>
        </p:nvSpPr>
        <p:spPr>
          <a:xfrm>
            <a:off x="155630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Oval 16"/>
          <p:cNvSpPr/>
          <p:nvPr/>
        </p:nvSpPr>
        <p:spPr>
          <a:xfrm>
            <a:off x="2112264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55" name="Connector 17"/>
          <p:cNvSpPr/>
          <p:nvPr/>
        </p:nvSpPr>
        <p:spPr>
          <a:xfrm>
            <a:off x="217809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18"/>
          <p:cNvSpPr/>
          <p:nvPr/>
        </p:nvSpPr>
        <p:spPr>
          <a:xfrm>
            <a:off x="208592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Connector 19"/>
          <p:cNvSpPr/>
          <p:nvPr/>
        </p:nvSpPr>
        <p:spPr>
          <a:xfrm flipH="1">
            <a:off x="2092512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20"/>
          <p:cNvSpPr/>
          <p:nvPr/>
        </p:nvSpPr>
        <p:spPr>
          <a:xfrm>
            <a:off x="2178099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Oval 21"/>
          <p:cNvSpPr/>
          <p:nvPr/>
        </p:nvSpPr>
        <p:spPr>
          <a:xfrm>
            <a:off x="2734055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60" name="Connector 22"/>
          <p:cNvSpPr/>
          <p:nvPr/>
        </p:nvSpPr>
        <p:spPr>
          <a:xfrm>
            <a:off x="2799892" y="209763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3"/>
          <p:cNvSpPr/>
          <p:nvPr/>
        </p:nvSpPr>
        <p:spPr>
          <a:xfrm>
            <a:off x="270771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24"/>
          <p:cNvSpPr/>
          <p:nvPr/>
        </p:nvSpPr>
        <p:spPr>
          <a:xfrm flipH="1">
            <a:off x="2714304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25"/>
          <p:cNvSpPr/>
          <p:nvPr/>
        </p:nvSpPr>
        <p:spPr>
          <a:xfrm>
            <a:off x="2799892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Oval 26"/>
          <p:cNvSpPr/>
          <p:nvPr/>
        </p:nvSpPr>
        <p:spPr>
          <a:xfrm>
            <a:off x="3355847" y="1965960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65" name="Connector 27"/>
          <p:cNvSpPr/>
          <p:nvPr/>
        </p:nvSpPr>
        <p:spPr>
          <a:xfrm>
            <a:off x="3421684" y="209763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28"/>
          <p:cNvSpPr/>
          <p:nvPr/>
        </p:nvSpPr>
        <p:spPr>
          <a:xfrm>
            <a:off x="3329513" y="2189805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30"/>
          <p:cNvSpPr/>
          <p:nvPr/>
        </p:nvSpPr>
        <p:spPr>
          <a:xfrm flipH="1">
            <a:off x="3336093" y="2314893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31"/>
          <p:cNvSpPr/>
          <p:nvPr/>
        </p:nvSpPr>
        <p:spPr>
          <a:xfrm>
            <a:off x="3421684" y="2314892"/>
            <a:ext cx="85591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Oval 36"/>
          <p:cNvSpPr/>
          <p:nvPr/>
        </p:nvSpPr>
        <p:spPr>
          <a:xfrm>
            <a:off x="397764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70" name="Connector 37"/>
          <p:cNvSpPr/>
          <p:nvPr/>
        </p:nvSpPr>
        <p:spPr>
          <a:xfrm>
            <a:off x="4043475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38"/>
          <p:cNvSpPr/>
          <p:nvPr/>
        </p:nvSpPr>
        <p:spPr>
          <a:xfrm>
            <a:off x="3951304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Connector 39"/>
          <p:cNvSpPr/>
          <p:nvPr/>
        </p:nvSpPr>
        <p:spPr>
          <a:xfrm flipH="1">
            <a:off x="3957886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3" name="Connector 40"/>
          <p:cNvSpPr/>
          <p:nvPr/>
        </p:nvSpPr>
        <p:spPr>
          <a:xfrm>
            <a:off x="404347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Oval 41"/>
          <p:cNvSpPr/>
          <p:nvPr/>
        </p:nvSpPr>
        <p:spPr>
          <a:xfrm>
            <a:off x="459943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75" name="Connector 42"/>
          <p:cNvSpPr/>
          <p:nvPr/>
        </p:nvSpPr>
        <p:spPr>
          <a:xfrm>
            <a:off x="4665267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3"/>
          <p:cNvSpPr/>
          <p:nvPr/>
        </p:nvSpPr>
        <p:spPr>
          <a:xfrm>
            <a:off x="457309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Connector 44"/>
          <p:cNvSpPr/>
          <p:nvPr/>
        </p:nvSpPr>
        <p:spPr>
          <a:xfrm flipH="1">
            <a:off x="4579680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8" name="Connector 45"/>
          <p:cNvSpPr/>
          <p:nvPr/>
        </p:nvSpPr>
        <p:spPr>
          <a:xfrm>
            <a:off x="466526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Oval 46"/>
          <p:cNvSpPr/>
          <p:nvPr/>
        </p:nvSpPr>
        <p:spPr>
          <a:xfrm>
            <a:off x="1033271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0" name="Connector 47"/>
          <p:cNvSpPr/>
          <p:nvPr/>
        </p:nvSpPr>
        <p:spPr>
          <a:xfrm>
            <a:off x="1099108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48"/>
          <p:cNvSpPr/>
          <p:nvPr/>
        </p:nvSpPr>
        <p:spPr>
          <a:xfrm>
            <a:off x="100693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9"/>
          <p:cNvSpPr/>
          <p:nvPr/>
        </p:nvSpPr>
        <p:spPr>
          <a:xfrm flipH="1">
            <a:off x="1013519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3" name="Connector 50"/>
          <p:cNvSpPr/>
          <p:nvPr/>
        </p:nvSpPr>
        <p:spPr>
          <a:xfrm>
            <a:off x="109910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Oval 51"/>
          <p:cNvSpPr/>
          <p:nvPr/>
        </p:nvSpPr>
        <p:spPr>
          <a:xfrm>
            <a:off x="1655060" y="2697477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85" name="Connector 52"/>
          <p:cNvSpPr/>
          <p:nvPr/>
        </p:nvSpPr>
        <p:spPr>
          <a:xfrm>
            <a:off x="1720899" y="282915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3"/>
          <p:cNvSpPr/>
          <p:nvPr/>
        </p:nvSpPr>
        <p:spPr>
          <a:xfrm>
            <a:off x="1628729" y="2921323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Connector 55"/>
          <p:cNvSpPr/>
          <p:nvPr/>
        </p:nvSpPr>
        <p:spPr>
          <a:xfrm flipH="1">
            <a:off x="1635311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8" name="Connector 56"/>
          <p:cNvSpPr/>
          <p:nvPr/>
        </p:nvSpPr>
        <p:spPr>
          <a:xfrm>
            <a:off x="1720899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Oval 61"/>
          <p:cNvSpPr/>
          <p:nvPr/>
        </p:nvSpPr>
        <p:spPr>
          <a:xfrm>
            <a:off x="2276855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90" name="Connector 62"/>
          <p:cNvSpPr/>
          <p:nvPr/>
        </p:nvSpPr>
        <p:spPr>
          <a:xfrm>
            <a:off x="2342692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3"/>
          <p:cNvSpPr/>
          <p:nvPr/>
        </p:nvSpPr>
        <p:spPr>
          <a:xfrm>
            <a:off x="225051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64"/>
          <p:cNvSpPr/>
          <p:nvPr/>
        </p:nvSpPr>
        <p:spPr>
          <a:xfrm flipH="1">
            <a:off x="2257104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Connector 65"/>
          <p:cNvSpPr/>
          <p:nvPr/>
        </p:nvSpPr>
        <p:spPr>
          <a:xfrm>
            <a:off x="2342692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Oval 66"/>
          <p:cNvSpPr/>
          <p:nvPr/>
        </p:nvSpPr>
        <p:spPr>
          <a:xfrm>
            <a:off x="2898648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895" name="Connector 67"/>
          <p:cNvSpPr/>
          <p:nvPr/>
        </p:nvSpPr>
        <p:spPr>
          <a:xfrm>
            <a:off x="296448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68"/>
          <p:cNvSpPr/>
          <p:nvPr/>
        </p:nvSpPr>
        <p:spPr>
          <a:xfrm>
            <a:off x="2872313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69"/>
          <p:cNvSpPr/>
          <p:nvPr/>
        </p:nvSpPr>
        <p:spPr>
          <a:xfrm flipH="1">
            <a:off x="287889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Connector 70"/>
          <p:cNvSpPr/>
          <p:nvPr/>
        </p:nvSpPr>
        <p:spPr>
          <a:xfrm>
            <a:off x="2964483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Oval 71"/>
          <p:cNvSpPr/>
          <p:nvPr/>
        </p:nvSpPr>
        <p:spPr>
          <a:xfrm>
            <a:off x="3520440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00" name="Connector 72"/>
          <p:cNvSpPr/>
          <p:nvPr/>
        </p:nvSpPr>
        <p:spPr>
          <a:xfrm>
            <a:off x="3586275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3"/>
          <p:cNvSpPr/>
          <p:nvPr/>
        </p:nvSpPr>
        <p:spPr>
          <a:xfrm>
            <a:off x="3494104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74"/>
          <p:cNvSpPr/>
          <p:nvPr/>
        </p:nvSpPr>
        <p:spPr>
          <a:xfrm flipH="1">
            <a:off x="3500686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Connector 75"/>
          <p:cNvSpPr/>
          <p:nvPr/>
        </p:nvSpPr>
        <p:spPr>
          <a:xfrm>
            <a:off x="358627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Oval 76"/>
          <p:cNvSpPr/>
          <p:nvPr/>
        </p:nvSpPr>
        <p:spPr>
          <a:xfrm>
            <a:off x="4142232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05" name="Connector 77"/>
          <p:cNvSpPr/>
          <p:nvPr/>
        </p:nvSpPr>
        <p:spPr>
          <a:xfrm>
            <a:off x="4208067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78"/>
          <p:cNvSpPr/>
          <p:nvPr/>
        </p:nvSpPr>
        <p:spPr>
          <a:xfrm>
            <a:off x="411589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79"/>
          <p:cNvSpPr/>
          <p:nvPr/>
        </p:nvSpPr>
        <p:spPr>
          <a:xfrm flipH="1">
            <a:off x="4122480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Connector 80"/>
          <p:cNvSpPr/>
          <p:nvPr/>
        </p:nvSpPr>
        <p:spPr>
          <a:xfrm>
            <a:off x="420806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Oval 81"/>
          <p:cNvSpPr/>
          <p:nvPr/>
        </p:nvSpPr>
        <p:spPr>
          <a:xfrm>
            <a:off x="4764023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10" name="Connector 82"/>
          <p:cNvSpPr/>
          <p:nvPr/>
        </p:nvSpPr>
        <p:spPr>
          <a:xfrm>
            <a:off x="4829859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3"/>
          <p:cNvSpPr/>
          <p:nvPr/>
        </p:nvSpPr>
        <p:spPr>
          <a:xfrm>
            <a:off x="473768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84"/>
          <p:cNvSpPr/>
          <p:nvPr/>
        </p:nvSpPr>
        <p:spPr>
          <a:xfrm flipH="1">
            <a:off x="4744271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Connector 85"/>
          <p:cNvSpPr/>
          <p:nvPr/>
        </p:nvSpPr>
        <p:spPr>
          <a:xfrm>
            <a:off x="4829858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Oval 86"/>
          <p:cNvSpPr/>
          <p:nvPr/>
        </p:nvSpPr>
        <p:spPr>
          <a:xfrm>
            <a:off x="868680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15" name="Connector 87"/>
          <p:cNvSpPr/>
          <p:nvPr/>
        </p:nvSpPr>
        <p:spPr>
          <a:xfrm>
            <a:off x="934516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88"/>
          <p:cNvSpPr/>
          <p:nvPr/>
        </p:nvSpPr>
        <p:spPr>
          <a:xfrm>
            <a:off x="842344" y="3652844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89"/>
          <p:cNvSpPr/>
          <p:nvPr/>
        </p:nvSpPr>
        <p:spPr>
          <a:xfrm flipH="1">
            <a:off x="848928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Connector 90"/>
          <p:cNvSpPr/>
          <p:nvPr/>
        </p:nvSpPr>
        <p:spPr>
          <a:xfrm>
            <a:off x="934515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Oval 91"/>
          <p:cNvSpPr/>
          <p:nvPr/>
        </p:nvSpPr>
        <p:spPr>
          <a:xfrm>
            <a:off x="149047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20" name="Connector 92"/>
          <p:cNvSpPr/>
          <p:nvPr/>
        </p:nvSpPr>
        <p:spPr>
          <a:xfrm>
            <a:off x="155630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3"/>
          <p:cNvSpPr/>
          <p:nvPr/>
        </p:nvSpPr>
        <p:spPr>
          <a:xfrm>
            <a:off x="146413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94"/>
          <p:cNvSpPr/>
          <p:nvPr/>
        </p:nvSpPr>
        <p:spPr>
          <a:xfrm flipH="1">
            <a:off x="147071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Connector 95"/>
          <p:cNvSpPr/>
          <p:nvPr/>
        </p:nvSpPr>
        <p:spPr>
          <a:xfrm>
            <a:off x="155630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Oval 96"/>
          <p:cNvSpPr/>
          <p:nvPr/>
        </p:nvSpPr>
        <p:spPr>
          <a:xfrm>
            <a:off x="2112264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25" name="Connector 97"/>
          <p:cNvSpPr/>
          <p:nvPr/>
        </p:nvSpPr>
        <p:spPr>
          <a:xfrm>
            <a:off x="217809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98"/>
          <p:cNvSpPr/>
          <p:nvPr/>
        </p:nvSpPr>
        <p:spPr>
          <a:xfrm>
            <a:off x="208592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99"/>
          <p:cNvSpPr/>
          <p:nvPr/>
        </p:nvSpPr>
        <p:spPr>
          <a:xfrm flipH="1">
            <a:off x="209251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Connector 100"/>
          <p:cNvSpPr/>
          <p:nvPr/>
        </p:nvSpPr>
        <p:spPr>
          <a:xfrm>
            <a:off x="217809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Oval 101"/>
          <p:cNvSpPr/>
          <p:nvPr/>
        </p:nvSpPr>
        <p:spPr>
          <a:xfrm>
            <a:off x="2734055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30" name="Connector 102"/>
          <p:cNvSpPr/>
          <p:nvPr/>
        </p:nvSpPr>
        <p:spPr>
          <a:xfrm>
            <a:off x="2799892" y="3560670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3"/>
          <p:cNvSpPr/>
          <p:nvPr/>
        </p:nvSpPr>
        <p:spPr>
          <a:xfrm>
            <a:off x="270771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104"/>
          <p:cNvSpPr/>
          <p:nvPr/>
        </p:nvSpPr>
        <p:spPr>
          <a:xfrm flipH="1">
            <a:off x="271430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Connector 105"/>
          <p:cNvSpPr/>
          <p:nvPr/>
        </p:nvSpPr>
        <p:spPr>
          <a:xfrm>
            <a:off x="279989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Oval 106"/>
          <p:cNvSpPr/>
          <p:nvPr/>
        </p:nvSpPr>
        <p:spPr>
          <a:xfrm>
            <a:off x="3355847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35" name="Connector 107"/>
          <p:cNvSpPr/>
          <p:nvPr/>
        </p:nvSpPr>
        <p:spPr>
          <a:xfrm>
            <a:off x="3421684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08"/>
          <p:cNvSpPr/>
          <p:nvPr/>
        </p:nvSpPr>
        <p:spPr>
          <a:xfrm>
            <a:off x="3329513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109"/>
          <p:cNvSpPr/>
          <p:nvPr/>
        </p:nvSpPr>
        <p:spPr>
          <a:xfrm flipH="1">
            <a:off x="3336093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Connector 110"/>
          <p:cNvSpPr/>
          <p:nvPr/>
        </p:nvSpPr>
        <p:spPr>
          <a:xfrm>
            <a:off x="342168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Oval 111"/>
          <p:cNvSpPr/>
          <p:nvPr/>
        </p:nvSpPr>
        <p:spPr>
          <a:xfrm>
            <a:off x="3977640" y="3428998"/>
            <a:ext cx="131679" cy="1316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40" name="Connector 112"/>
          <p:cNvSpPr/>
          <p:nvPr/>
        </p:nvSpPr>
        <p:spPr>
          <a:xfrm>
            <a:off x="4043475" y="3560670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3"/>
          <p:cNvSpPr/>
          <p:nvPr/>
        </p:nvSpPr>
        <p:spPr>
          <a:xfrm>
            <a:off x="3951304" y="3652844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115"/>
          <p:cNvSpPr/>
          <p:nvPr/>
        </p:nvSpPr>
        <p:spPr>
          <a:xfrm flipH="1">
            <a:off x="3957886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Connector 116"/>
          <p:cNvSpPr/>
          <p:nvPr/>
        </p:nvSpPr>
        <p:spPr>
          <a:xfrm>
            <a:off x="4043475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Oval 121"/>
          <p:cNvSpPr/>
          <p:nvPr/>
        </p:nvSpPr>
        <p:spPr>
          <a:xfrm>
            <a:off x="459943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45" name="Connector 122"/>
          <p:cNvSpPr/>
          <p:nvPr/>
        </p:nvSpPr>
        <p:spPr>
          <a:xfrm>
            <a:off x="4665267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3"/>
          <p:cNvSpPr/>
          <p:nvPr/>
        </p:nvSpPr>
        <p:spPr>
          <a:xfrm>
            <a:off x="457309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124"/>
          <p:cNvSpPr/>
          <p:nvPr/>
        </p:nvSpPr>
        <p:spPr>
          <a:xfrm flipH="1">
            <a:off x="4579680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Connector 125"/>
          <p:cNvSpPr/>
          <p:nvPr/>
        </p:nvSpPr>
        <p:spPr>
          <a:xfrm>
            <a:off x="466526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Oval 126"/>
          <p:cNvSpPr/>
          <p:nvPr/>
        </p:nvSpPr>
        <p:spPr>
          <a:xfrm>
            <a:off x="1033271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50" name="Connector 127"/>
          <p:cNvSpPr/>
          <p:nvPr/>
        </p:nvSpPr>
        <p:spPr>
          <a:xfrm>
            <a:off x="1099108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28"/>
          <p:cNvSpPr/>
          <p:nvPr/>
        </p:nvSpPr>
        <p:spPr>
          <a:xfrm>
            <a:off x="100693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129"/>
          <p:cNvSpPr/>
          <p:nvPr/>
        </p:nvSpPr>
        <p:spPr>
          <a:xfrm flipH="1">
            <a:off x="101351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Connector 130"/>
          <p:cNvSpPr/>
          <p:nvPr/>
        </p:nvSpPr>
        <p:spPr>
          <a:xfrm>
            <a:off x="109910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Oval 131"/>
          <p:cNvSpPr/>
          <p:nvPr/>
        </p:nvSpPr>
        <p:spPr>
          <a:xfrm>
            <a:off x="165506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55" name="Connector 132"/>
          <p:cNvSpPr/>
          <p:nvPr/>
        </p:nvSpPr>
        <p:spPr>
          <a:xfrm>
            <a:off x="1720899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3"/>
          <p:cNvSpPr/>
          <p:nvPr/>
        </p:nvSpPr>
        <p:spPr>
          <a:xfrm>
            <a:off x="162872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134"/>
          <p:cNvSpPr/>
          <p:nvPr/>
        </p:nvSpPr>
        <p:spPr>
          <a:xfrm flipH="1">
            <a:off x="163531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Connector 135"/>
          <p:cNvSpPr/>
          <p:nvPr/>
        </p:nvSpPr>
        <p:spPr>
          <a:xfrm>
            <a:off x="172089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Oval 136"/>
          <p:cNvSpPr/>
          <p:nvPr/>
        </p:nvSpPr>
        <p:spPr>
          <a:xfrm>
            <a:off x="2276855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0" name="Connector 137"/>
          <p:cNvSpPr/>
          <p:nvPr/>
        </p:nvSpPr>
        <p:spPr>
          <a:xfrm>
            <a:off x="2342692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38"/>
          <p:cNvSpPr/>
          <p:nvPr/>
        </p:nvSpPr>
        <p:spPr>
          <a:xfrm>
            <a:off x="225051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139"/>
          <p:cNvSpPr/>
          <p:nvPr/>
        </p:nvSpPr>
        <p:spPr>
          <a:xfrm flipH="1">
            <a:off x="2257104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Connector 140"/>
          <p:cNvSpPr/>
          <p:nvPr/>
        </p:nvSpPr>
        <p:spPr>
          <a:xfrm>
            <a:off x="234269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Oval 141"/>
          <p:cNvSpPr/>
          <p:nvPr/>
        </p:nvSpPr>
        <p:spPr>
          <a:xfrm>
            <a:off x="2898648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65" name="Connector 142"/>
          <p:cNvSpPr/>
          <p:nvPr/>
        </p:nvSpPr>
        <p:spPr>
          <a:xfrm>
            <a:off x="2964482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3"/>
          <p:cNvSpPr/>
          <p:nvPr/>
        </p:nvSpPr>
        <p:spPr>
          <a:xfrm>
            <a:off x="2872313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144"/>
          <p:cNvSpPr/>
          <p:nvPr/>
        </p:nvSpPr>
        <p:spPr>
          <a:xfrm flipH="1">
            <a:off x="287889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Connector 145"/>
          <p:cNvSpPr/>
          <p:nvPr/>
        </p:nvSpPr>
        <p:spPr>
          <a:xfrm>
            <a:off x="2964483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Oval 146"/>
          <p:cNvSpPr/>
          <p:nvPr/>
        </p:nvSpPr>
        <p:spPr>
          <a:xfrm>
            <a:off x="352044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70" name="Connector 147"/>
          <p:cNvSpPr/>
          <p:nvPr/>
        </p:nvSpPr>
        <p:spPr>
          <a:xfrm>
            <a:off x="3586275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48"/>
          <p:cNvSpPr/>
          <p:nvPr/>
        </p:nvSpPr>
        <p:spPr>
          <a:xfrm>
            <a:off x="3494104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49"/>
          <p:cNvSpPr/>
          <p:nvPr/>
        </p:nvSpPr>
        <p:spPr>
          <a:xfrm flipH="1">
            <a:off x="3500686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Connector 150"/>
          <p:cNvSpPr/>
          <p:nvPr/>
        </p:nvSpPr>
        <p:spPr>
          <a:xfrm>
            <a:off x="358627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Oval 151"/>
          <p:cNvSpPr/>
          <p:nvPr/>
        </p:nvSpPr>
        <p:spPr>
          <a:xfrm>
            <a:off x="4142232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75" name="Connector 152"/>
          <p:cNvSpPr/>
          <p:nvPr/>
        </p:nvSpPr>
        <p:spPr>
          <a:xfrm>
            <a:off x="4208067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3"/>
          <p:cNvSpPr/>
          <p:nvPr/>
        </p:nvSpPr>
        <p:spPr>
          <a:xfrm>
            <a:off x="411589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54"/>
          <p:cNvSpPr/>
          <p:nvPr/>
        </p:nvSpPr>
        <p:spPr>
          <a:xfrm flipH="1">
            <a:off x="4122480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Connector 155"/>
          <p:cNvSpPr/>
          <p:nvPr/>
        </p:nvSpPr>
        <p:spPr>
          <a:xfrm>
            <a:off x="420806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Oval 156"/>
          <p:cNvSpPr/>
          <p:nvPr/>
        </p:nvSpPr>
        <p:spPr>
          <a:xfrm>
            <a:off x="4764023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80" name="Connector 157"/>
          <p:cNvSpPr/>
          <p:nvPr/>
        </p:nvSpPr>
        <p:spPr>
          <a:xfrm>
            <a:off x="4829859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58"/>
          <p:cNvSpPr/>
          <p:nvPr/>
        </p:nvSpPr>
        <p:spPr>
          <a:xfrm>
            <a:off x="473768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59"/>
          <p:cNvSpPr/>
          <p:nvPr/>
        </p:nvSpPr>
        <p:spPr>
          <a:xfrm flipH="1">
            <a:off x="474427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Connector 160"/>
          <p:cNvSpPr/>
          <p:nvPr/>
        </p:nvSpPr>
        <p:spPr>
          <a:xfrm>
            <a:off x="4829858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4" name="Connector 184"/>
          <p:cNvSpPr/>
          <p:nvPr/>
        </p:nvSpPr>
        <p:spPr>
          <a:xfrm>
            <a:off x="749806" y="5257800"/>
            <a:ext cx="10680197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TextBox 185"/>
          <p:cNvSpPr txBox="1"/>
          <p:nvPr/>
        </p:nvSpPr>
        <p:spPr>
          <a:xfrm>
            <a:off x="841246" y="5577840"/>
            <a:ext cx="438912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TextBox 1"/>
          <p:cNvSpPr txBox="1"/>
          <p:nvPr/>
        </p:nvSpPr>
        <p:spPr>
          <a:xfrm>
            <a:off x="603504" y="420623"/>
            <a:ext cx="118872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990" name="TextBox 2"/>
          <p:cNvSpPr txBox="1"/>
          <p:nvPr/>
        </p:nvSpPr>
        <p:spPr>
          <a:xfrm>
            <a:off x="1773933" y="420623"/>
            <a:ext cx="18288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92" name="TextBox 4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4" name="Oval 6"/>
          <p:cNvSpPr/>
          <p:nvPr/>
        </p:nvSpPr>
        <p:spPr>
          <a:xfrm>
            <a:off x="86868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995" name="Connector 7"/>
          <p:cNvSpPr/>
          <p:nvPr/>
        </p:nvSpPr>
        <p:spPr>
          <a:xfrm>
            <a:off x="934516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8"/>
          <p:cNvSpPr/>
          <p:nvPr/>
        </p:nvSpPr>
        <p:spPr>
          <a:xfrm>
            <a:off x="842344" y="2189805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9"/>
          <p:cNvSpPr/>
          <p:nvPr/>
        </p:nvSpPr>
        <p:spPr>
          <a:xfrm flipH="1">
            <a:off x="848928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0"/>
          <p:cNvSpPr/>
          <p:nvPr/>
        </p:nvSpPr>
        <p:spPr>
          <a:xfrm>
            <a:off x="93451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Oval 11"/>
          <p:cNvSpPr/>
          <p:nvPr/>
        </p:nvSpPr>
        <p:spPr>
          <a:xfrm>
            <a:off x="149047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00" name="Connector 12"/>
          <p:cNvSpPr/>
          <p:nvPr/>
        </p:nvSpPr>
        <p:spPr>
          <a:xfrm>
            <a:off x="155630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"/>
          <p:cNvSpPr/>
          <p:nvPr/>
        </p:nvSpPr>
        <p:spPr>
          <a:xfrm>
            <a:off x="146413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4"/>
          <p:cNvSpPr/>
          <p:nvPr/>
        </p:nvSpPr>
        <p:spPr>
          <a:xfrm flipH="1">
            <a:off x="1470719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5"/>
          <p:cNvSpPr/>
          <p:nvPr/>
        </p:nvSpPr>
        <p:spPr>
          <a:xfrm>
            <a:off x="155630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Oval 16"/>
          <p:cNvSpPr/>
          <p:nvPr/>
        </p:nvSpPr>
        <p:spPr>
          <a:xfrm>
            <a:off x="2112264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05" name="Connector 17"/>
          <p:cNvSpPr/>
          <p:nvPr/>
        </p:nvSpPr>
        <p:spPr>
          <a:xfrm>
            <a:off x="217809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8"/>
          <p:cNvSpPr/>
          <p:nvPr/>
        </p:nvSpPr>
        <p:spPr>
          <a:xfrm>
            <a:off x="208592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9"/>
          <p:cNvSpPr/>
          <p:nvPr/>
        </p:nvSpPr>
        <p:spPr>
          <a:xfrm flipH="1">
            <a:off x="2092512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0"/>
          <p:cNvSpPr/>
          <p:nvPr/>
        </p:nvSpPr>
        <p:spPr>
          <a:xfrm>
            <a:off x="2178099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Oval 21"/>
          <p:cNvSpPr/>
          <p:nvPr/>
        </p:nvSpPr>
        <p:spPr>
          <a:xfrm>
            <a:off x="2734055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10" name="Connector 22"/>
          <p:cNvSpPr/>
          <p:nvPr/>
        </p:nvSpPr>
        <p:spPr>
          <a:xfrm>
            <a:off x="2799892" y="209763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23"/>
          <p:cNvSpPr/>
          <p:nvPr/>
        </p:nvSpPr>
        <p:spPr>
          <a:xfrm>
            <a:off x="270771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24"/>
          <p:cNvSpPr/>
          <p:nvPr/>
        </p:nvSpPr>
        <p:spPr>
          <a:xfrm flipH="1">
            <a:off x="2714304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5"/>
          <p:cNvSpPr/>
          <p:nvPr/>
        </p:nvSpPr>
        <p:spPr>
          <a:xfrm>
            <a:off x="2799892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Oval 26"/>
          <p:cNvSpPr/>
          <p:nvPr/>
        </p:nvSpPr>
        <p:spPr>
          <a:xfrm>
            <a:off x="3355847" y="1965960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15" name="Connector 27"/>
          <p:cNvSpPr/>
          <p:nvPr/>
        </p:nvSpPr>
        <p:spPr>
          <a:xfrm>
            <a:off x="3421684" y="209763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28"/>
          <p:cNvSpPr/>
          <p:nvPr/>
        </p:nvSpPr>
        <p:spPr>
          <a:xfrm>
            <a:off x="3329513" y="2189805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29"/>
          <p:cNvSpPr/>
          <p:nvPr/>
        </p:nvSpPr>
        <p:spPr>
          <a:xfrm flipV="1">
            <a:off x="3474353" y="1998877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0"/>
          <p:cNvSpPr/>
          <p:nvPr/>
        </p:nvSpPr>
        <p:spPr>
          <a:xfrm flipH="1">
            <a:off x="3336093" y="2314893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1"/>
          <p:cNvSpPr/>
          <p:nvPr/>
        </p:nvSpPr>
        <p:spPr>
          <a:xfrm>
            <a:off x="3421684" y="2314892"/>
            <a:ext cx="85591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2"/>
          <p:cNvSpPr/>
          <p:nvPr/>
        </p:nvSpPr>
        <p:spPr>
          <a:xfrm>
            <a:off x="3647436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33"/>
          <p:cNvSpPr/>
          <p:nvPr/>
        </p:nvSpPr>
        <p:spPr>
          <a:xfrm>
            <a:off x="3711446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34"/>
          <p:cNvSpPr/>
          <p:nvPr/>
        </p:nvSpPr>
        <p:spPr>
          <a:xfrm>
            <a:off x="3775453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5"/>
          <p:cNvSpPr/>
          <p:nvPr/>
        </p:nvSpPr>
        <p:spPr>
          <a:xfrm>
            <a:off x="3839461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Oval 36"/>
          <p:cNvSpPr/>
          <p:nvPr/>
        </p:nvSpPr>
        <p:spPr>
          <a:xfrm>
            <a:off x="397764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25" name="Connector 37"/>
          <p:cNvSpPr/>
          <p:nvPr/>
        </p:nvSpPr>
        <p:spPr>
          <a:xfrm>
            <a:off x="4043475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38"/>
          <p:cNvSpPr/>
          <p:nvPr/>
        </p:nvSpPr>
        <p:spPr>
          <a:xfrm>
            <a:off x="3951304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39"/>
          <p:cNvSpPr/>
          <p:nvPr/>
        </p:nvSpPr>
        <p:spPr>
          <a:xfrm flipH="1">
            <a:off x="3957886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0"/>
          <p:cNvSpPr/>
          <p:nvPr/>
        </p:nvSpPr>
        <p:spPr>
          <a:xfrm>
            <a:off x="404347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Oval 41"/>
          <p:cNvSpPr/>
          <p:nvPr/>
        </p:nvSpPr>
        <p:spPr>
          <a:xfrm>
            <a:off x="459943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30" name="Connector 42"/>
          <p:cNvSpPr/>
          <p:nvPr/>
        </p:nvSpPr>
        <p:spPr>
          <a:xfrm>
            <a:off x="4665267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Connector 43"/>
          <p:cNvSpPr/>
          <p:nvPr/>
        </p:nvSpPr>
        <p:spPr>
          <a:xfrm>
            <a:off x="457309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2" name="Connector 44"/>
          <p:cNvSpPr/>
          <p:nvPr/>
        </p:nvSpPr>
        <p:spPr>
          <a:xfrm flipH="1">
            <a:off x="4579680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5"/>
          <p:cNvSpPr/>
          <p:nvPr/>
        </p:nvSpPr>
        <p:spPr>
          <a:xfrm>
            <a:off x="466526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Oval 46"/>
          <p:cNvSpPr/>
          <p:nvPr/>
        </p:nvSpPr>
        <p:spPr>
          <a:xfrm>
            <a:off x="1033271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35" name="Connector 47"/>
          <p:cNvSpPr/>
          <p:nvPr/>
        </p:nvSpPr>
        <p:spPr>
          <a:xfrm>
            <a:off x="1099108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Connector 48"/>
          <p:cNvSpPr/>
          <p:nvPr/>
        </p:nvSpPr>
        <p:spPr>
          <a:xfrm>
            <a:off x="100693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7" name="Connector 49"/>
          <p:cNvSpPr/>
          <p:nvPr/>
        </p:nvSpPr>
        <p:spPr>
          <a:xfrm flipH="1">
            <a:off x="1013519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0"/>
          <p:cNvSpPr/>
          <p:nvPr/>
        </p:nvSpPr>
        <p:spPr>
          <a:xfrm>
            <a:off x="109910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Oval 51"/>
          <p:cNvSpPr/>
          <p:nvPr/>
        </p:nvSpPr>
        <p:spPr>
          <a:xfrm>
            <a:off x="1655060" y="2697477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40" name="Connector 52"/>
          <p:cNvSpPr/>
          <p:nvPr/>
        </p:nvSpPr>
        <p:spPr>
          <a:xfrm>
            <a:off x="1720899" y="282915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3"/>
          <p:cNvSpPr/>
          <p:nvPr/>
        </p:nvSpPr>
        <p:spPr>
          <a:xfrm>
            <a:off x="1628729" y="2921323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4"/>
          <p:cNvSpPr/>
          <p:nvPr/>
        </p:nvSpPr>
        <p:spPr>
          <a:xfrm flipV="1">
            <a:off x="1773570" y="2730398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5"/>
          <p:cNvSpPr/>
          <p:nvPr/>
        </p:nvSpPr>
        <p:spPr>
          <a:xfrm flipH="1">
            <a:off x="1635311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6"/>
          <p:cNvSpPr/>
          <p:nvPr/>
        </p:nvSpPr>
        <p:spPr>
          <a:xfrm>
            <a:off x="1720899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57"/>
          <p:cNvSpPr/>
          <p:nvPr/>
        </p:nvSpPr>
        <p:spPr>
          <a:xfrm>
            <a:off x="1946655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Connector 58"/>
          <p:cNvSpPr/>
          <p:nvPr/>
        </p:nvSpPr>
        <p:spPr>
          <a:xfrm>
            <a:off x="2010661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7" name="Connector 59"/>
          <p:cNvSpPr/>
          <p:nvPr/>
        </p:nvSpPr>
        <p:spPr>
          <a:xfrm>
            <a:off x="2074672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0"/>
          <p:cNvSpPr/>
          <p:nvPr/>
        </p:nvSpPr>
        <p:spPr>
          <a:xfrm>
            <a:off x="2138677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Oval 61"/>
          <p:cNvSpPr/>
          <p:nvPr/>
        </p:nvSpPr>
        <p:spPr>
          <a:xfrm>
            <a:off x="2276855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0" name="Connector 62"/>
          <p:cNvSpPr/>
          <p:nvPr/>
        </p:nvSpPr>
        <p:spPr>
          <a:xfrm>
            <a:off x="2342692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Connector 63"/>
          <p:cNvSpPr/>
          <p:nvPr/>
        </p:nvSpPr>
        <p:spPr>
          <a:xfrm>
            <a:off x="225051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2" name="Connector 64"/>
          <p:cNvSpPr/>
          <p:nvPr/>
        </p:nvSpPr>
        <p:spPr>
          <a:xfrm flipH="1">
            <a:off x="2257104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5"/>
          <p:cNvSpPr/>
          <p:nvPr/>
        </p:nvSpPr>
        <p:spPr>
          <a:xfrm>
            <a:off x="2342692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Oval 66"/>
          <p:cNvSpPr/>
          <p:nvPr/>
        </p:nvSpPr>
        <p:spPr>
          <a:xfrm>
            <a:off x="2898648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55" name="Connector 67"/>
          <p:cNvSpPr/>
          <p:nvPr/>
        </p:nvSpPr>
        <p:spPr>
          <a:xfrm>
            <a:off x="296448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Connector 68"/>
          <p:cNvSpPr/>
          <p:nvPr/>
        </p:nvSpPr>
        <p:spPr>
          <a:xfrm>
            <a:off x="2872313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7" name="Connector 69"/>
          <p:cNvSpPr/>
          <p:nvPr/>
        </p:nvSpPr>
        <p:spPr>
          <a:xfrm flipH="1">
            <a:off x="287889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0"/>
          <p:cNvSpPr/>
          <p:nvPr/>
        </p:nvSpPr>
        <p:spPr>
          <a:xfrm>
            <a:off x="2964483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Oval 71"/>
          <p:cNvSpPr/>
          <p:nvPr/>
        </p:nvSpPr>
        <p:spPr>
          <a:xfrm>
            <a:off x="3520440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60" name="Connector 72"/>
          <p:cNvSpPr/>
          <p:nvPr/>
        </p:nvSpPr>
        <p:spPr>
          <a:xfrm>
            <a:off x="3586275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Connector 73"/>
          <p:cNvSpPr/>
          <p:nvPr/>
        </p:nvSpPr>
        <p:spPr>
          <a:xfrm>
            <a:off x="3494104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2" name="Connector 74"/>
          <p:cNvSpPr/>
          <p:nvPr/>
        </p:nvSpPr>
        <p:spPr>
          <a:xfrm flipH="1">
            <a:off x="3500686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5"/>
          <p:cNvSpPr/>
          <p:nvPr/>
        </p:nvSpPr>
        <p:spPr>
          <a:xfrm>
            <a:off x="358627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Oval 76"/>
          <p:cNvSpPr/>
          <p:nvPr/>
        </p:nvSpPr>
        <p:spPr>
          <a:xfrm>
            <a:off x="4142232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65" name="Connector 77"/>
          <p:cNvSpPr/>
          <p:nvPr/>
        </p:nvSpPr>
        <p:spPr>
          <a:xfrm>
            <a:off x="4208067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Connector 78"/>
          <p:cNvSpPr/>
          <p:nvPr/>
        </p:nvSpPr>
        <p:spPr>
          <a:xfrm>
            <a:off x="411589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7" name="Connector 79"/>
          <p:cNvSpPr/>
          <p:nvPr/>
        </p:nvSpPr>
        <p:spPr>
          <a:xfrm flipH="1">
            <a:off x="4122480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0"/>
          <p:cNvSpPr/>
          <p:nvPr/>
        </p:nvSpPr>
        <p:spPr>
          <a:xfrm>
            <a:off x="420806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Oval 81"/>
          <p:cNvSpPr/>
          <p:nvPr/>
        </p:nvSpPr>
        <p:spPr>
          <a:xfrm>
            <a:off x="4764023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70" name="Connector 82"/>
          <p:cNvSpPr/>
          <p:nvPr/>
        </p:nvSpPr>
        <p:spPr>
          <a:xfrm>
            <a:off x="4829859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Connector 83"/>
          <p:cNvSpPr/>
          <p:nvPr/>
        </p:nvSpPr>
        <p:spPr>
          <a:xfrm>
            <a:off x="473768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2" name="Connector 84"/>
          <p:cNvSpPr/>
          <p:nvPr/>
        </p:nvSpPr>
        <p:spPr>
          <a:xfrm flipH="1">
            <a:off x="4744271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5"/>
          <p:cNvSpPr/>
          <p:nvPr/>
        </p:nvSpPr>
        <p:spPr>
          <a:xfrm>
            <a:off x="4829858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Oval 86"/>
          <p:cNvSpPr/>
          <p:nvPr/>
        </p:nvSpPr>
        <p:spPr>
          <a:xfrm>
            <a:off x="868680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75" name="Connector 87"/>
          <p:cNvSpPr/>
          <p:nvPr/>
        </p:nvSpPr>
        <p:spPr>
          <a:xfrm>
            <a:off x="934516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Connector 88"/>
          <p:cNvSpPr/>
          <p:nvPr/>
        </p:nvSpPr>
        <p:spPr>
          <a:xfrm>
            <a:off x="842344" y="3652844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7" name="Connector 89"/>
          <p:cNvSpPr/>
          <p:nvPr/>
        </p:nvSpPr>
        <p:spPr>
          <a:xfrm flipH="1">
            <a:off x="848928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0"/>
          <p:cNvSpPr/>
          <p:nvPr/>
        </p:nvSpPr>
        <p:spPr>
          <a:xfrm>
            <a:off x="934515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Oval 91"/>
          <p:cNvSpPr/>
          <p:nvPr/>
        </p:nvSpPr>
        <p:spPr>
          <a:xfrm>
            <a:off x="149047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80" name="Connector 92"/>
          <p:cNvSpPr/>
          <p:nvPr/>
        </p:nvSpPr>
        <p:spPr>
          <a:xfrm>
            <a:off x="155630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Connector 93"/>
          <p:cNvSpPr/>
          <p:nvPr/>
        </p:nvSpPr>
        <p:spPr>
          <a:xfrm>
            <a:off x="146413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2" name="Connector 94"/>
          <p:cNvSpPr/>
          <p:nvPr/>
        </p:nvSpPr>
        <p:spPr>
          <a:xfrm flipH="1">
            <a:off x="147071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5"/>
          <p:cNvSpPr/>
          <p:nvPr/>
        </p:nvSpPr>
        <p:spPr>
          <a:xfrm>
            <a:off x="155630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Oval 96"/>
          <p:cNvSpPr/>
          <p:nvPr/>
        </p:nvSpPr>
        <p:spPr>
          <a:xfrm>
            <a:off x="2112264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85" name="Connector 97"/>
          <p:cNvSpPr/>
          <p:nvPr/>
        </p:nvSpPr>
        <p:spPr>
          <a:xfrm>
            <a:off x="217809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Connector 98"/>
          <p:cNvSpPr/>
          <p:nvPr/>
        </p:nvSpPr>
        <p:spPr>
          <a:xfrm>
            <a:off x="208592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7" name="Connector 99"/>
          <p:cNvSpPr/>
          <p:nvPr/>
        </p:nvSpPr>
        <p:spPr>
          <a:xfrm flipH="1">
            <a:off x="209251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0"/>
          <p:cNvSpPr/>
          <p:nvPr/>
        </p:nvSpPr>
        <p:spPr>
          <a:xfrm>
            <a:off x="217809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Oval 101"/>
          <p:cNvSpPr/>
          <p:nvPr/>
        </p:nvSpPr>
        <p:spPr>
          <a:xfrm>
            <a:off x="2734055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90" name="Connector 102"/>
          <p:cNvSpPr/>
          <p:nvPr/>
        </p:nvSpPr>
        <p:spPr>
          <a:xfrm>
            <a:off x="2799892" y="3560670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Connector 103"/>
          <p:cNvSpPr/>
          <p:nvPr/>
        </p:nvSpPr>
        <p:spPr>
          <a:xfrm>
            <a:off x="270771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2" name="Connector 104"/>
          <p:cNvSpPr/>
          <p:nvPr/>
        </p:nvSpPr>
        <p:spPr>
          <a:xfrm flipH="1">
            <a:off x="271430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5"/>
          <p:cNvSpPr/>
          <p:nvPr/>
        </p:nvSpPr>
        <p:spPr>
          <a:xfrm>
            <a:off x="279989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Oval 106"/>
          <p:cNvSpPr/>
          <p:nvPr/>
        </p:nvSpPr>
        <p:spPr>
          <a:xfrm>
            <a:off x="3355847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095" name="Connector 107"/>
          <p:cNvSpPr/>
          <p:nvPr/>
        </p:nvSpPr>
        <p:spPr>
          <a:xfrm>
            <a:off x="3421684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Connector 108"/>
          <p:cNvSpPr/>
          <p:nvPr/>
        </p:nvSpPr>
        <p:spPr>
          <a:xfrm>
            <a:off x="3329513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7" name="Connector 109"/>
          <p:cNvSpPr/>
          <p:nvPr/>
        </p:nvSpPr>
        <p:spPr>
          <a:xfrm flipH="1">
            <a:off x="3336093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0"/>
          <p:cNvSpPr/>
          <p:nvPr/>
        </p:nvSpPr>
        <p:spPr>
          <a:xfrm>
            <a:off x="342168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Oval 111"/>
          <p:cNvSpPr/>
          <p:nvPr/>
        </p:nvSpPr>
        <p:spPr>
          <a:xfrm>
            <a:off x="3977640" y="3428998"/>
            <a:ext cx="131679" cy="1316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0" name="Connector 112"/>
          <p:cNvSpPr/>
          <p:nvPr/>
        </p:nvSpPr>
        <p:spPr>
          <a:xfrm>
            <a:off x="4043475" y="3560670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3"/>
          <p:cNvSpPr/>
          <p:nvPr/>
        </p:nvSpPr>
        <p:spPr>
          <a:xfrm>
            <a:off x="3951304" y="3652844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4"/>
          <p:cNvSpPr/>
          <p:nvPr/>
        </p:nvSpPr>
        <p:spPr>
          <a:xfrm flipV="1">
            <a:off x="4096146" y="3461917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5"/>
          <p:cNvSpPr/>
          <p:nvPr/>
        </p:nvSpPr>
        <p:spPr>
          <a:xfrm flipH="1">
            <a:off x="3957886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6"/>
          <p:cNvSpPr/>
          <p:nvPr/>
        </p:nvSpPr>
        <p:spPr>
          <a:xfrm>
            <a:off x="4043475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17"/>
          <p:cNvSpPr/>
          <p:nvPr/>
        </p:nvSpPr>
        <p:spPr>
          <a:xfrm>
            <a:off x="4269232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Connector 118"/>
          <p:cNvSpPr/>
          <p:nvPr/>
        </p:nvSpPr>
        <p:spPr>
          <a:xfrm>
            <a:off x="4333240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7" name="Connector 119"/>
          <p:cNvSpPr/>
          <p:nvPr/>
        </p:nvSpPr>
        <p:spPr>
          <a:xfrm>
            <a:off x="4397247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0"/>
          <p:cNvSpPr/>
          <p:nvPr/>
        </p:nvSpPr>
        <p:spPr>
          <a:xfrm>
            <a:off x="4461254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Oval 121"/>
          <p:cNvSpPr/>
          <p:nvPr/>
        </p:nvSpPr>
        <p:spPr>
          <a:xfrm>
            <a:off x="459943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0" name="Connector 122"/>
          <p:cNvSpPr/>
          <p:nvPr/>
        </p:nvSpPr>
        <p:spPr>
          <a:xfrm>
            <a:off x="4665267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Connector 123"/>
          <p:cNvSpPr/>
          <p:nvPr/>
        </p:nvSpPr>
        <p:spPr>
          <a:xfrm>
            <a:off x="457309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2" name="Connector 124"/>
          <p:cNvSpPr/>
          <p:nvPr/>
        </p:nvSpPr>
        <p:spPr>
          <a:xfrm flipH="1">
            <a:off x="4579680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5"/>
          <p:cNvSpPr/>
          <p:nvPr/>
        </p:nvSpPr>
        <p:spPr>
          <a:xfrm>
            <a:off x="466526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Oval 126"/>
          <p:cNvSpPr/>
          <p:nvPr/>
        </p:nvSpPr>
        <p:spPr>
          <a:xfrm>
            <a:off x="1033271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5" name="Connector 127"/>
          <p:cNvSpPr/>
          <p:nvPr/>
        </p:nvSpPr>
        <p:spPr>
          <a:xfrm>
            <a:off x="1099108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Connector 128"/>
          <p:cNvSpPr/>
          <p:nvPr/>
        </p:nvSpPr>
        <p:spPr>
          <a:xfrm>
            <a:off x="100693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7" name="Connector 129"/>
          <p:cNvSpPr/>
          <p:nvPr/>
        </p:nvSpPr>
        <p:spPr>
          <a:xfrm flipH="1">
            <a:off x="101351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0"/>
          <p:cNvSpPr/>
          <p:nvPr/>
        </p:nvSpPr>
        <p:spPr>
          <a:xfrm>
            <a:off x="109910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Oval 131"/>
          <p:cNvSpPr/>
          <p:nvPr/>
        </p:nvSpPr>
        <p:spPr>
          <a:xfrm>
            <a:off x="165506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0" name="Connector 132"/>
          <p:cNvSpPr/>
          <p:nvPr/>
        </p:nvSpPr>
        <p:spPr>
          <a:xfrm>
            <a:off x="1720899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Connector 133"/>
          <p:cNvSpPr/>
          <p:nvPr/>
        </p:nvSpPr>
        <p:spPr>
          <a:xfrm>
            <a:off x="162872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2" name="Connector 134"/>
          <p:cNvSpPr/>
          <p:nvPr/>
        </p:nvSpPr>
        <p:spPr>
          <a:xfrm flipH="1">
            <a:off x="163531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5"/>
          <p:cNvSpPr/>
          <p:nvPr/>
        </p:nvSpPr>
        <p:spPr>
          <a:xfrm>
            <a:off x="172089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Oval 136"/>
          <p:cNvSpPr/>
          <p:nvPr/>
        </p:nvSpPr>
        <p:spPr>
          <a:xfrm>
            <a:off x="2276855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5" name="Connector 137"/>
          <p:cNvSpPr/>
          <p:nvPr/>
        </p:nvSpPr>
        <p:spPr>
          <a:xfrm>
            <a:off x="2342692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Connector 138"/>
          <p:cNvSpPr/>
          <p:nvPr/>
        </p:nvSpPr>
        <p:spPr>
          <a:xfrm>
            <a:off x="225051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7" name="Connector 139"/>
          <p:cNvSpPr/>
          <p:nvPr/>
        </p:nvSpPr>
        <p:spPr>
          <a:xfrm flipH="1">
            <a:off x="2257104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0"/>
          <p:cNvSpPr/>
          <p:nvPr/>
        </p:nvSpPr>
        <p:spPr>
          <a:xfrm>
            <a:off x="234269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Oval 141"/>
          <p:cNvSpPr/>
          <p:nvPr/>
        </p:nvSpPr>
        <p:spPr>
          <a:xfrm>
            <a:off x="2898648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0" name="Connector 142"/>
          <p:cNvSpPr/>
          <p:nvPr/>
        </p:nvSpPr>
        <p:spPr>
          <a:xfrm>
            <a:off x="2964482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Connector 143"/>
          <p:cNvSpPr/>
          <p:nvPr/>
        </p:nvSpPr>
        <p:spPr>
          <a:xfrm>
            <a:off x="2872313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2" name="Connector 144"/>
          <p:cNvSpPr/>
          <p:nvPr/>
        </p:nvSpPr>
        <p:spPr>
          <a:xfrm flipH="1">
            <a:off x="287889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5"/>
          <p:cNvSpPr/>
          <p:nvPr/>
        </p:nvSpPr>
        <p:spPr>
          <a:xfrm>
            <a:off x="2964483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Oval 146"/>
          <p:cNvSpPr/>
          <p:nvPr/>
        </p:nvSpPr>
        <p:spPr>
          <a:xfrm>
            <a:off x="352044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5" name="Connector 147"/>
          <p:cNvSpPr/>
          <p:nvPr/>
        </p:nvSpPr>
        <p:spPr>
          <a:xfrm>
            <a:off x="3586275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Connector 148"/>
          <p:cNvSpPr/>
          <p:nvPr/>
        </p:nvSpPr>
        <p:spPr>
          <a:xfrm>
            <a:off x="3494104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7" name="Connector 149"/>
          <p:cNvSpPr/>
          <p:nvPr/>
        </p:nvSpPr>
        <p:spPr>
          <a:xfrm flipH="1">
            <a:off x="3500686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0"/>
          <p:cNvSpPr/>
          <p:nvPr/>
        </p:nvSpPr>
        <p:spPr>
          <a:xfrm>
            <a:off x="358627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Oval 151"/>
          <p:cNvSpPr/>
          <p:nvPr/>
        </p:nvSpPr>
        <p:spPr>
          <a:xfrm>
            <a:off x="4142232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0" name="Connector 152"/>
          <p:cNvSpPr/>
          <p:nvPr/>
        </p:nvSpPr>
        <p:spPr>
          <a:xfrm>
            <a:off x="4208067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Connector 153"/>
          <p:cNvSpPr/>
          <p:nvPr/>
        </p:nvSpPr>
        <p:spPr>
          <a:xfrm>
            <a:off x="411589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2" name="Connector 154"/>
          <p:cNvSpPr/>
          <p:nvPr/>
        </p:nvSpPr>
        <p:spPr>
          <a:xfrm flipH="1">
            <a:off x="4122480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5"/>
          <p:cNvSpPr/>
          <p:nvPr/>
        </p:nvSpPr>
        <p:spPr>
          <a:xfrm>
            <a:off x="420806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Oval 156"/>
          <p:cNvSpPr/>
          <p:nvPr/>
        </p:nvSpPr>
        <p:spPr>
          <a:xfrm>
            <a:off x="4764023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5" name="Connector 157"/>
          <p:cNvSpPr/>
          <p:nvPr/>
        </p:nvSpPr>
        <p:spPr>
          <a:xfrm>
            <a:off x="4829859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58"/>
          <p:cNvSpPr/>
          <p:nvPr/>
        </p:nvSpPr>
        <p:spPr>
          <a:xfrm>
            <a:off x="473768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Connector 159"/>
          <p:cNvSpPr/>
          <p:nvPr/>
        </p:nvSpPr>
        <p:spPr>
          <a:xfrm flipH="1">
            <a:off x="474427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60"/>
          <p:cNvSpPr/>
          <p:nvPr/>
        </p:nvSpPr>
        <p:spPr>
          <a:xfrm>
            <a:off x="4829858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84"/>
          <p:cNvSpPr/>
          <p:nvPr/>
        </p:nvSpPr>
        <p:spPr>
          <a:xfrm>
            <a:off x="749806" y="5257800"/>
            <a:ext cx="10680197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TextBox 185"/>
          <p:cNvSpPr txBox="1"/>
          <p:nvPr/>
        </p:nvSpPr>
        <p:spPr>
          <a:xfrm>
            <a:off x="841246" y="5577840"/>
            <a:ext cx="438912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51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52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TextBox 1"/>
          <p:cNvSpPr txBox="1"/>
          <p:nvPr/>
        </p:nvSpPr>
        <p:spPr>
          <a:xfrm>
            <a:off x="603504" y="420623"/>
            <a:ext cx="118872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CORE PROBLEM</a:t>
            </a:r>
          </a:p>
        </p:txBody>
      </p:sp>
      <p:sp>
        <p:nvSpPr>
          <p:cNvPr id="1155" name="TextBox 2"/>
          <p:cNvSpPr txBox="1"/>
          <p:nvPr/>
        </p:nvSpPr>
        <p:spPr>
          <a:xfrm>
            <a:off x="1773933" y="420623"/>
            <a:ext cx="18288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5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7" name="TextBox 4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9" name="Oval 6"/>
          <p:cNvSpPr/>
          <p:nvPr/>
        </p:nvSpPr>
        <p:spPr>
          <a:xfrm>
            <a:off x="86868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0" name="Connector 7"/>
          <p:cNvSpPr/>
          <p:nvPr/>
        </p:nvSpPr>
        <p:spPr>
          <a:xfrm>
            <a:off x="934516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Connector 8"/>
          <p:cNvSpPr/>
          <p:nvPr/>
        </p:nvSpPr>
        <p:spPr>
          <a:xfrm>
            <a:off x="842344" y="2189805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9"/>
          <p:cNvSpPr/>
          <p:nvPr/>
        </p:nvSpPr>
        <p:spPr>
          <a:xfrm flipH="1">
            <a:off x="848928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0"/>
          <p:cNvSpPr/>
          <p:nvPr/>
        </p:nvSpPr>
        <p:spPr>
          <a:xfrm>
            <a:off x="93451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Oval 11"/>
          <p:cNvSpPr/>
          <p:nvPr/>
        </p:nvSpPr>
        <p:spPr>
          <a:xfrm>
            <a:off x="149047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5" name="Connector 12"/>
          <p:cNvSpPr/>
          <p:nvPr/>
        </p:nvSpPr>
        <p:spPr>
          <a:xfrm>
            <a:off x="155630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Connector 13"/>
          <p:cNvSpPr/>
          <p:nvPr/>
        </p:nvSpPr>
        <p:spPr>
          <a:xfrm>
            <a:off x="146413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4"/>
          <p:cNvSpPr/>
          <p:nvPr/>
        </p:nvSpPr>
        <p:spPr>
          <a:xfrm flipH="1">
            <a:off x="1470719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"/>
          <p:cNvSpPr/>
          <p:nvPr/>
        </p:nvSpPr>
        <p:spPr>
          <a:xfrm>
            <a:off x="155630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Oval 16"/>
          <p:cNvSpPr/>
          <p:nvPr/>
        </p:nvSpPr>
        <p:spPr>
          <a:xfrm>
            <a:off x="2112264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0" name="Connector 17"/>
          <p:cNvSpPr/>
          <p:nvPr/>
        </p:nvSpPr>
        <p:spPr>
          <a:xfrm>
            <a:off x="2178098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Connector 18"/>
          <p:cNvSpPr/>
          <p:nvPr/>
        </p:nvSpPr>
        <p:spPr>
          <a:xfrm>
            <a:off x="208592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19"/>
          <p:cNvSpPr/>
          <p:nvPr/>
        </p:nvSpPr>
        <p:spPr>
          <a:xfrm flipH="1">
            <a:off x="2092512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0"/>
          <p:cNvSpPr/>
          <p:nvPr/>
        </p:nvSpPr>
        <p:spPr>
          <a:xfrm>
            <a:off x="2178099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Oval 21"/>
          <p:cNvSpPr/>
          <p:nvPr/>
        </p:nvSpPr>
        <p:spPr>
          <a:xfrm>
            <a:off x="2734055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5" name="Connector 22"/>
          <p:cNvSpPr/>
          <p:nvPr/>
        </p:nvSpPr>
        <p:spPr>
          <a:xfrm>
            <a:off x="2799892" y="209763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23"/>
          <p:cNvSpPr/>
          <p:nvPr/>
        </p:nvSpPr>
        <p:spPr>
          <a:xfrm>
            <a:off x="2707719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4"/>
          <p:cNvSpPr/>
          <p:nvPr/>
        </p:nvSpPr>
        <p:spPr>
          <a:xfrm flipH="1">
            <a:off x="2714304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5"/>
          <p:cNvSpPr/>
          <p:nvPr/>
        </p:nvSpPr>
        <p:spPr>
          <a:xfrm>
            <a:off x="2799892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Oval 26"/>
          <p:cNvSpPr/>
          <p:nvPr/>
        </p:nvSpPr>
        <p:spPr>
          <a:xfrm>
            <a:off x="3355847" y="1965960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0" name="Connector 27"/>
          <p:cNvSpPr/>
          <p:nvPr/>
        </p:nvSpPr>
        <p:spPr>
          <a:xfrm>
            <a:off x="3421684" y="209763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28"/>
          <p:cNvSpPr/>
          <p:nvPr/>
        </p:nvSpPr>
        <p:spPr>
          <a:xfrm>
            <a:off x="3329513" y="2189805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29"/>
          <p:cNvSpPr/>
          <p:nvPr/>
        </p:nvSpPr>
        <p:spPr>
          <a:xfrm flipV="1">
            <a:off x="3474353" y="1998877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0"/>
          <p:cNvSpPr/>
          <p:nvPr/>
        </p:nvSpPr>
        <p:spPr>
          <a:xfrm flipH="1">
            <a:off x="3336093" y="2314893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1"/>
          <p:cNvSpPr/>
          <p:nvPr/>
        </p:nvSpPr>
        <p:spPr>
          <a:xfrm>
            <a:off x="3421684" y="2314892"/>
            <a:ext cx="85591" cy="13826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Connector 32"/>
          <p:cNvSpPr/>
          <p:nvPr/>
        </p:nvSpPr>
        <p:spPr>
          <a:xfrm>
            <a:off x="3647436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6" name="Connector 33"/>
          <p:cNvSpPr/>
          <p:nvPr/>
        </p:nvSpPr>
        <p:spPr>
          <a:xfrm>
            <a:off x="3711446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4"/>
          <p:cNvSpPr/>
          <p:nvPr/>
        </p:nvSpPr>
        <p:spPr>
          <a:xfrm>
            <a:off x="3775453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5"/>
          <p:cNvSpPr/>
          <p:nvPr/>
        </p:nvSpPr>
        <p:spPr>
          <a:xfrm>
            <a:off x="3839461" y="1993388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Oval 36"/>
          <p:cNvSpPr/>
          <p:nvPr/>
        </p:nvSpPr>
        <p:spPr>
          <a:xfrm>
            <a:off x="3977640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90" name="Connector 37"/>
          <p:cNvSpPr/>
          <p:nvPr/>
        </p:nvSpPr>
        <p:spPr>
          <a:xfrm>
            <a:off x="4043475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1" name="Connector 38"/>
          <p:cNvSpPr/>
          <p:nvPr/>
        </p:nvSpPr>
        <p:spPr>
          <a:xfrm>
            <a:off x="3951304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39"/>
          <p:cNvSpPr/>
          <p:nvPr/>
        </p:nvSpPr>
        <p:spPr>
          <a:xfrm flipH="1">
            <a:off x="3957886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0"/>
          <p:cNvSpPr/>
          <p:nvPr/>
        </p:nvSpPr>
        <p:spPr>
          <a:xfrm>
            <a:off x="4043475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Oval 41"/>
          <p:cNvSpPr/>
          <p:nvPr/>
        </p:nvSpPr>
        <p:spPr>
          <a:xfrm>
            <a:off x="4599432" y="196596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95" name="Connector 42"/>
          <p:cNvSpPr/>
          <p:nvPr/>
        </p:nvSpPr>
        <p:spPr>
          <a:xfrm>
            <a:off x="4665267" y="209763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6" name="Connector 43"/>
          <p:cNvSpPr/>
          <p:nvPr/>
        </p:nvSpPr>
        <p:spPr>
          <a:xfrm>
            <a:off x="4573096" y="2189805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4"/>
          <p:cNvSpPr/>
          <p:nvPr/>
        </p:nvSpPr>
        <p:spPr>
          <a:xfrm flipH="1">
            <a:off x="4579680" y="231489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5"/>
          <p:cNvSpPr/>
          <p:nvPr/>
        </p:nvSpPr>
        <p:spPr>
          <a:xfrm>
            <a:off x="4665267" y="2314892"/>
            <a:ext cx="85591" cy="138261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Oval 46"/>
          <p:cNvSpPr/>
          <p:nvPr/>
        </p:nvSpPr>
        <p:spPr>
          <a:xfrm>
            <a:off x="1033271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00" name="Connector 47"/>
          <p:cNvSpPr/>
          <p:nvPr/>
        </p:nvSpPr>
        <p:spPr>
          <a:xfrm>
            <a:off x="1099108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1" name="Connector 48"/>
          <p:cNvSpPr/>
          <p:nvPr/>
        </p:nvSpPr>
        <p:spPr>
          <a:xfrm>
            <a:off x="100693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49"/>
          <p:cNvSpPr/>
          <p:nvPr/>
        </p:nvSpPr>
        <p:spPr>
          <a:xfrm flipH="1">
            <a:off x="1013519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0"/>
          <p:cNvSpPr/>
          <p:nvPr/>
        </p:nvSpPr>
        <p:spPr>
          <a:xfrm>
            <a:off x="109910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Oval 51"/>
          <p:cNvSpPr/>
          <p:nvPr/>
        </p:nvSpPr>
        <p:spPr>
          <a:xfrm>
            <a:off x="1655060" y="2697477"/>
            <a:ext cx="131679" cy="13167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05" name="Connector 52"/>
          <p:cNvSpPr/>
          <p:nvPr/>
        </p:nvSpPr>
        <p:spPr>
          <a:xfrm>
            <a:off x="1720899" y="2829153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3"/>
          <p:cNvSpPr/>
          <p:nvPr/>
        </p:nvSpPr>
        <p:spPr>
          <a:xfrm>
            <a:off x="1628729" y="2921323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4"/>
          <p:cNvSpPr/>
          <p:nvPr/>
        </p:nvSpPr>
        <p:spPr>
          <a:xfrm flipV="1">
            <a:off x="1773570" y="2730398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5"/>
          <p:cNvSpPr/>
          <p:nvPr/>
        </p:nvSpPr>
        <p:spPr>
          <a:xfrm flipH="1">
            <a:off x="1635311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56"/>
          <p:cNvSpPr/>
          <p:nvPr/>
        </p:nvSpPr>
        <p:spPr>
          <a:xfrm>
            <a:off x="1720899" y="3046415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57"/>
          <p:cNvSpPr/>
          <p:nvPr/>
        </p:nvSpPr>
        <p:spPr>
          <a:xfrm>
            <a:off x="1946655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58"/>
          <p:cNvSpPr/>
          <p:nvPr/>
        </p:nvSpPr>
        <p:spPr>
          <a:xfrm>
            <a:off x="2010661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59"/>
          <p:cNvSpPr/>
          <p:nvPr/>
        </p:nvSpPr>
        <p:spPr>
          <a:xfrm>
            <a:off x="2074672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0"/>
          <p:cNvSpPr/>
          <p:nvPr/>
        </p:nvSpPr>
        <p:spPr>
          <a:xfrm>
            <a:off x="2138677" y="2724909"/>
            <a:ext cx="3" cy="100588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Oval 61"/>
          <p:cNvSpPr/>
          <p:nvPr/>
        </p:nvSpPr>
        <p:spPr>
          <a:xfrm>
            <a:off x="2276855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15" name="Connector 62"/>
          <p:cNvSpPr/>
          <p:nvPr/>
        </p:nvSpPr>
        <p:spPr>
          <a:xfrm>
            <a:off x="2342692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6" name="Connector 63"/>
          <p:cNvSpPr/>
          <p:nvPr/>
        </p:nvSpPr>
        <p:spPr>
          <a:xfrm>
            <a:off x="225051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4"/>
          <p:cNvSpPr/>
          <p:nvPr/>
        </p:nvSpPr>
        <p:spPr>
          <a:xfrm flipH="1">
            <a:off x="2257104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5"/>
          <p:cNvSpPr/>
          <p:nvPr/>
        </p:nvSpPr>
        <p:spPr>
          <a:xfrm>
            <a:off x="2342692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Oval 66"/>
          <p:cNvSpPr/>
          <p:nvPr/>
        </p:nvSpPr>
        <p:spPr>
          <a:xfrm>
            <a:off x="2898648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20" name="Connector 67"/>
          <p:cNvSpPr/>
          <p:nvPr/>
        </p:nvSpPr>
        <p:spPr>
          <a:xfrm>
            <a:off x="2964482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1" name="Connector 68"/>
          <p:cNvSpPr/>
          <p:nvPr/>
        </p:nvSpPr>
        <p:spPr>
          <a:xfrm>
            <a:off x="2872313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69"/>
          <p:cNvSpPr/>
          <p:nvPr/>
        </p:nvSpPr>
        <p:spPr>
          <a:xfrm flipH="1">
            <a:off x="287889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0"/>
          <p:cNvSpPr/>
          <p:nvPr/>
        </p:nvSpPr>
        <p:spPr>
          <a:xfrm>
            <a:off x="2964483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Oval 71"/>
          <p:cNvSpPr/>
          <p:nvPr/>
        </p:nvSpPr>
        <p:spPr>
          <a:xfrm>
            <a:off x="3520440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25" name="Connector 72"/>
          <p:cNvSpPr/>
          <p:nvPr/>
        </p:nvSpPr>
        <p:spPr>
          <a:xfrm>
            <a:off x="3586275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6" name="Connector 73"/>
          <p:cNvSpPr/>
          <p:nvPr/>
        </p:nvSpPr>
        <p:spPr>
          <a:xfrm>
            <a:off x="3494104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4"/>
          <p:cNvSpPr/>
          <p:nvPr/>
        </p:nvSpPr>
        <p:spPr>
          <a:xfrm flipH="1">
            <a:off x="3500686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5"/>
          <p:cNvSpPr/>
          <p:nvPr/>
        </p:nvSpPr>
        <p:spPr>
          <a:xfrm>
            <a:off x="3586275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Oval 76"/>
          <p:cNvSpPr/>
          <p:nvPr/>
        </p:nvSpPr>
        <p:spPr>
          <a:xfrm>
            <a:off x="4142232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30" name="Connector 77"/>
          <p:cNvSpPr/>
          <p:nvPr/>
        </p:nvSpPr>
        <p:spPr>
          <a:xfrm>
            <a:off x="4208067" y="2829153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1" name="Connector 78"/>
          <p:cNvSpPr/>
          <p:nvPr/>
        </p:nvSpPr>
        <p:spPr>
          <a:xfrm>
            <a:off x="4115896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79"/>
          <p:cNvSpPr/>
          <p:nvPr/>
        </p:nvSpPr>
        <p:spPr>
          <a:xfrm flipH="1">
            <a:off x="4122480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0"/>
          <p:cNvSpPr/>
          <p:nvPr/>
        </p:nvSpPr>
        <p:spPr>
          <a:xfrm>
            <a:off x="4208067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Oval 81"/>
          <p:cNvSpPr/>
          <p:nvPr/>
        </p:nvSpPr>
        <p:spPr>
          <a:xfrm>
            <a:off x="4764023" y="2697477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35" name="Connector 82"/>
          <p:cNvSpPr/>
          <p:nvPr/>
        </p:nvSpPr>
        <p:spPr>
          <a:xfrm>
            <a:off x="4829859" y="2829153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83"/>
          <p:cNvSpPr/>
          <p:nvPr/>
        </p:nvSpPr>
        <p:spPr>
          <a:xfrm>
            <a:off x="4737689" y="2921323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4"/>
          <p:cNvSpPr/>
          <p:nvPr/>
        </p:nvSpPr>
        <p:spPr>
          <a:xfrm flipH="1">
            <a:off x="4744271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5"/>
          <p:cNvSpPr/>
          <p:nvPr/>
        </p:nvSpPr>
        <p:spPr>
          <a:xfrm>
            <a:off x="4829858" y="3046415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Oval 86"/>
          <p:cNvSpPr/>
          <p:nvPr/>
        </p:nvSpPr>
        <p:spPr>
          <a:xfrm>
            <a:off x="868680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0" name="Connector 87"/>
          <p:cNvSpPr/>
          <p:nvPr/>
        </p:nvSpPr>
        <p:spPr>
          <a:xfrm>
            <a:off x="934516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1" name="Connector 88"/>
          <p:cNvSpPr/>
          <p:nvPr/>
        </p:nvSpPr>
        <p:spPr>
          <a:xfrm>
            <a:off x="842344" y="3652844"/>
            <a:ext cx="184347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89"/>
          <p:cNvSpPr/>
          <p:nvPr/>
        </p:nvSpPr>
        <p:spPr>
          <a:xfrm flipH="1">
            <a:off x="848928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0"/>
          <p:cNvSpPr/>
          <p:nvPr/>
        </p:nvSpPr>
        <p:spPr>
          <a:xfrm>
            <a:off x="934515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Oval 91"/>
          <p:cNvSpPr/>
          <p:nvPr/>
        </p:nvSpPr>
        <p:spPr>
          <a:xfrm>
            <a:off x="149047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45" name="Connector 92"/>
          <p:cNvSpPr/>
          <p:nvPr/>
        </p:nvSpPr>
        <p:spPr>
          <a:xfrm>
            <a:off x="155630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6" name="Connector 93"/>
          <p:cNvSpPr/>
          <p:nvPr/>
        </p:nvSpPr>
        <p:spPr>
          <a:xfrm>
            <a:off x="146413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4"/>
          <p:cNvSpPr/>
          <p:nvPr/>
        </p:nvSpPr>
        <p:spPr>
          <a:xfrm flipH="1">
            <a:off x="147071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5"/>
          <p:cNvSpPr/>
          <p:nvPr/>
        </p:nvSpPr>
        <p:spPr>
          <a:xfrm>
            <a:off x="155630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Oval 96"/>
          <p:cNvSpPr/>
          <p:nvPr/>
        </p:nvSpPr>
        <p:spPr>
          <a:xfrm>
            <a:off x="2112264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50" name="Connector 97"/>
          <p:cNvSpPr/>
          <p:nvPr/>
        </p:nvSpPr>
        <p:spPr>
          <a:xfrm>
            <a:off x="2178098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1" name="Connector 98"/>
          <p:cNvSpPr/>
          <p:nvPr/>
        </p:nvSpPr>
        <p:spPr>
          <a:xfrm>
            <a:off x="208592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99"/>
          <p:cNvSpPr/>
          <p:nvPr/>
        </p:nvSpPr>
        <p:spPr>
          <a:xfrm flipH="1">
            <a:off x="209251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0"/>
          <p:cNvSpPr/>
          <p:nvPr/>
        </p:nvSpPr>
        <p:spPr>
          <a:xfrm>
            <a:off x="2178099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Oval 101"/>
          <p:cNvSpPr/>
          <p:nvPr/>
        </p:nvSpPr>
        <p:spPr>
          <a:xfrm>
            <a:off x="2734055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55" name="Connector 102"/>
          <p:cNvSpPr/>
          <p:nvPr/>
        </p:nvSpPr>
        <p:spPr>
          <a:xfrm>
            <a:off x="2799892" y="3560670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6" name="Connector 103"/>
          <p:cNvSpPr/>
          <p:nvPr/>
        </p:nvSpPr>
        <p:spPr>
          <a:xfrm>
            <a:off x="2707719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4"/>
          <p:cNvSpPr/>
          <p:nvPr/>
        </p:nvSpPr>
        <p:spPr>
          <a:xfrm flipH="1">
            <a:off x="271430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5"/>
          <p:cNvSpPr/>
          <p:nvPr/>
        </p:nvSpPr>
        <p:spPr>
          <a:xfrm>
            <a:off x="2799892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Oval 106"/>
          <p:cNvSpPr/>
          <p:nvPr/>
        </p:nvSpPr>
        <p:spPr>
          <a:xfrm>
            <a:off x="3355847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60" name="Connector 107"/>
          <p:cNvSpPr/>
          <p:nvPr/>
        </p:nvSpPr>
        <p:spPr>
          <a:xfrm>
            <a:off x="3421684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1" name="Connector 108"/>
          <p:cNvSpPr/>
          <p:nvPr/>
        </p:nvSpPr>
        <p:spPr>
          <a:xfrm>
            <a:off x="3329513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09"/>
          <p:cNvSpPr/>
          <p:nvPr/>
        </p:nvSpPr>
        <p:spPr>
          <a:xfrm flipH="1">
            <a:off x="3336093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0"/>
          <p:cNvSpPr/>
          <p:nvPr/>
        </p:nvSpPr>
        <p:spPr>
          <a:xfrm>
            <a:off x="3421684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Oval 111"/>
          <p:cNvSpPr/>
          <p:nvPr/>
        </p:nvSpPr>
        <p:spPr>
          <a:xfrm>
            <a:off x="3977640" y="3428998"/>
            <a:ext cx="131679" cy="1316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65" name="Connector 112"/>
          <p:cNvSpPr/>
          <p:nvPr/>
        </p:nvSpPr>
        <p:spPr>
          <a:xfrm>
            <a:off x="4043475" y="3560670"/>
            <a:ext cx="3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3"/>
          <p:cNvSpPr/>
          <p:nvPr/>
        </p:nvSpPr>
        <p:spPr>
          <a:xfrm>
            <a:off x="3951304" y="3652844"/>
            <a:ext cx="184346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4"/>
          <p:cNvSpPr/>
          <p:nvPr/>
        </p:nvSpPr>
        <p:spPr>
          <a:xfrm flipV="1">
            <a:off x="4096146" y="3461917"/>
            <a:ext cx="98758" cy="190930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5"/>
          <p:cNvSpPr/>
          <p:nvPr/>
        </p:nvSpPr>
        <p:spPr>
          <a:xfrm flipH="1">
            <a:off x="3957886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16"/>
          <p:cNvSpPr/>
          <p:nvPr/>
        </p:nvSpPr>
        <p:spPr>
          <a:xfrm>
            <a:off x="4043475" y="3777934"/>
            <a:ext cx="85591" cy="13826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Connector 117"/>
          <p:cNvSpPr/>
          <p:nvPr/>
        </p:nvSpPr>
        <p:spPr>
          <a:xfrm>
            <a:off x="4269232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1" name="Connector 118"/>
          <p:cNvSpPr/>
          <p:nvPr/>
        </p:nvSpPr>
        <p:spPr>
          <a:xfrm>
            <a:off x="4333240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19"/>
          <p:cNvSpPr/>
          <p:nvPr/>
        </p:nvSpPr>
        <p:spPr>
          <a:xfrm>
            <a:off x="4397247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0"/>
          <p:cNvSpPr/>
          <p:nvPr/>
        </p:nvSpPr>
        <p:spPr>
          <a:xfrm>
            <a:off x="4461254" y="3456432"/>
            <a:ext cx="3" cy="10058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Oval 121"/>
          <p:cNvSpPr/>
          <p:nvPr/>
        </p:nvSpPr>
        <p:spPr>
          <a:xfrm>
            <a:off x="4599432" y="3428998"/>
            <a:ext cx="131679" cy="13167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75" name="Connector 122"/>
          <p:cNvSpPr/>
          <p:nvPr/>
        </p:nvSpPr>
        <p:spPr>
          <a:xfrm>
            <a:off x="4665267" y="3560670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6" name="Connector 123"/>
          <p:cNvSpPr/>
          <p:nvPr/>
        </p:nvSpPr>
        <p:spPr>
          <a:xfrm>
            <a:off x="4573096" y="365284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4"/>
          <p:cNvSpPr/>
          <p:nvPr/>
        </p:nvSpPr>
        <p:spPr>
          <a:xfrm flipH="1">
            <a:off x="4579680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5"/>
          <p:cNvSpPr/>
          <p:nvPr/>
        </p:nvSpPr>
        <p:spPr>
          <a:xfrm>
            <a:off x="4665267" y="3777934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Oval 126"/>
          <p:cNvSpPr/>
          <p:nvPr/>
        </p:nvSpPr>
        <p:spPr>
          <a:xfrm>
            <a:off x="1033271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80" name="Connector 127"/>
          <p:cNvSpPr/>
          <p:nvPr/>
        </p:nvSpPr>
        <p:spPr>
          <a:xfrm>
            <a:off x="1099108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1" name="Connector 128"/>
          <p:cNvSpPr/>
          <p:nvPr/>
        </p:nvSpPr>
        <p:spPr>
          <a:xfrm>
            <a:off x="100693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29"/>
          <p:cNvSpPr/>
          <p:nvPr/>
        </p:nvSpPr>
        <p:spPr>
          <a:xfrm flipH="1">
            <a:off x="101351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0"/>
          <p:cNvSpPr/>
          <p:nvPr/>
        </p:nvSpPr>
        <p:spPr>
          <a:xfrm>
            <a:off x="109910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Oval 131"/>
          <p:cNvSpPr/>
          <p:nvPr/>
        </p:nvSpPr>
        <p:spPr>
          <a:xfrm>
            <a:off x="165506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85" name="Connector 132"/>
          <p:cNvSpPr/>
          <p:nvPr/>
        </p:nvSpPr>
        <p:spPr>
          <a:xfrm>
            <a:off x="1720899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6" name="Connector 133"/>
          <p:cNvSpPr/>
          <p:nvPr/>
        </p:nvSpPr>
        <p:spPr>
          <a:xfrm>
            <a:off x="162872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4"/>
          <p:cNvSpPr/>
          <p:nvPr/>
        </p:nvSpPr>
        <p:spPr>
          <a:xfrm flipH="1">
            <a:off x="163531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5"/>
          <p:cNvSpPr/>
          <p:nvPr/>
        </p:nvSpPr>
        <p:spPr>
          <a:xfrm>
            <a:off x="1720899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Oval 136"/>
          <p:cNvSpPr/>
          <p:nvPr/>
        </p:nvSpPr>
        <p:spPr>
          <a:xfrm>
            <a:off x="2276855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90" name="Connector 137"/>
          <p:cNvSpPr/>
          <p:nvPr/>
        </p:nvSpPr>
        <p:spPr>
          <a:xfrm>
            <a:off x="2342692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1" name="Connector 138"/>
          <p:cNvSpPr/>
          <p:nvPr/>
        </p:nvSpPr>
        <p:spPr>
          <a:xfrm>
            <a:off x="225051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39"/>
          <p:cNvSpPr/>
          <p:nvPr/>
        </p:nvSpPr>
        <p:spPr>
          <a:xfrm flipH="1">
            <a:off x="2257104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0"/>
          <p:cNvSpPr/>
          <p:nvPr/>
        </p:nvSpPr>
        <p:spPr>
          <a:xfrm>
            <a:off x="2342692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Oval 141"/>
          <p:cNvSpPr/>
          <p:nvPr/>
        </p:nvSpPr>
        <p:spPr>
          <a:xfrm>
            <a:off x="2898648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295" name="Connector 142"/>
          <p:cNvSpPr/>
          <p:nvPr/>
        </p:nvSpPr>
        <p:spPr>
          <a:xfrm>
            <a:off x="2964482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43"/>
          <p:cNvSpPr/>
          <p:nvPr/>
        </p:nvSpPr>
        <p:spPr>
          <a:xfrm>
            <a:off x="2872313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4"/>
          <p:cNvSpPr/>
          <p:nvPr/>
        </p:nvSpPr>
        <p:spPr>
          <a:xfrm flipH="1">
            <a:off x="287889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5"/>
          <p:cNvSpPr/>
          <p:nvPr/>
        </p:nvSpPr>
        <p:spPr>
          <a:xfrm>
            <a:off x="2964483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Oval 146"/>
          <p:cNvSpPr/>
          <p:nvPr/>
        </p:nvSpPr>
        <p:spPr>
          <a:xfrm>
            <a:off x="3520440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00" name="Connector 147"/>
          <p:cNvSpPr/>
          <p:nvPr/>
        </p:nvSpPr>
        <p:spPr>
          <a:xfrm>
            <a:off x="3586275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1" name="Connector 148"/>
          <p:cNvSpPr/>
          <p:nvPr/>
        </p:nvSpPr>
        <p:spPr>
          <a:xfrm>
            <a:off x="3494104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49"/>
          <p:cNvSpPr/>
          <p:nvPr/>
        </p:nvSpPr>
        <p:spPr>
          <a:xfrm flipH="1">
            <a:off x="3500686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0"/>
          <p:cNvSpPr/>
          <p:nvPr/>
        </p:nvSpPr>
        <p:spPr>
          <a:xfrm>
            <a:off x="3586275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Oval 151"/>
          <p:cNvSpPr/>
          <p:nvPr/>
        </p:nvSpPr>
        <p:spPr>
          <a:xfrm>
            <a:off x="4142232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05" name="Connector 152"/>
          <p:cNvSpPr/>
          <p:nvPr/>
        </p:nvSpPr>
        <p:spPr>
          <a:xfrm>
            <a:off x="4208067" y="4292192"/>
            <a:ext cx="3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6" name="Connector 153"/>
          <p:cNvSpPr/>
          <p:nvPr/>
        </p:nvSpPr>
        <p:spPr>
          <a:xfrm>
            <a:off x="4115896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4"/>
          <p:cNvSpPr/>
          <p:nvPr/>
        </p:nvSpPr>
        <p:spPr>
          <a:xfrm flipH="1">
            <a:off x="4122480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5"/>
          <p:cNvSpPr/>
          <p:nvPr/>
        </p:nvSpPr>
        <p:spPr>
          <a:xfrm>
            <a:off x="4208067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Oval 156"/>
          <p:cNvSpPr/>
          <p:nvPr/>
        </p:nvSpPr>
        <p:spPr>
          <a:xfrm>
            <a:off x="4764023" y="4160520"/>
            <a:ext cx="131679" cy="13167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10" name="Connector 157"/>
          <p:cNvSpPr/>
          <p:nvPr/>
        </p:nvSpPr>
        <p:spPr>
          <a:xfrm>
            <a:off x="4829859" y="4292192"/>
            <a:ext cx="2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58"/>
          <p:cNvSpPr/>
          <p:nvPr/>
        </p:nvSpPr>
        <p:spPr>
          <a:xfrm>
            <a:off x="4737689" y="4384364"/>
            <a:ext cx="184346" cy="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59"/>
          <p:cNvSpPr/>
          <p:nvPr/>
        </p:nvSpPr>
        <p:spPr>
          <a:xfrm flipH="1">
            <a:off x="4744271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0"/>
          <p:cNvSpPr/>
          <p:nvPr/>
        </p:nvSpPr>
        <p:spPr>
          <a:xfrm>
            <a:off x="4829858" y="4509453"/>
            <a:ext cx="85591" cy="138260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1"/>
          <p:cNvSpPr/>
          <p:nvPr/>
        </p:nvSpPr>
        <p:spPr>
          <a:xfrm>
            <a:off x="6492240" y="3246119"/>
            <a:ext cx="4681731" cy="4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2"/>
          <p:cNvSpPr/>
          <p:nvPr/>
        </p:nvSpPr>
        <p:spPr>
          <a:xfrm>
            <a:off x="3767328" y="2185416"/>
            <a:ext cx="2724914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3"/>
          <p:cNvSpPr/>
          <p:nvPr/>
        </p:nvSpPr>
        <p:spPr>
          <a:xfrm>
            <a:off x="3803903" y="2249422"/>
            <a:ext cx="2688337" cy="1051563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4"/>
          <p:cNvSpPr/>
          <p:nvPr/>
        </p:nvSpPr>
        <p:spPr>
          <a:xfrm>
            <a:off x="2066543" y="2916934"/>
            <a:ext cx="4425700" cy="329186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5"/>
          <p:cNvSpPr/>
          <p:nvPr/>
        </p:nvSpPr>
        <p:spPr>
          <a:xfrm>
            <a:off x="2103120" y="2980943"/>
            <a:ext cx="4389121" cy="320044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66"/>
          <p:cNvSpPr/>
          <p:nvPr/>
        </p:nvSpPr>
        <p:spPr>
          <a:xfrm flipV="1">
            <a:off x="4389120" y="3246120"/>
            <a:ext cx="2103123" cy="402339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Connector 167"/>
          <p:cNvSpPr/>
          <p:nvPr/>
        </p:nvSpPr>
        <p:spPr>
          <a:xfrm flipV="1">
            <a:off x="4425696" y="3300984"/>
            <a:ext cx="2066547" cy="411483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1" name="Connector 168"/>
          <p:cNvSpPr/>
          <p:nvPr/>
        </p:nvSpPr>
        <p:spPr>
          <a:xfrm flipV="1">
            <a:off x="4352544" y="3374135"/>
            <a:ext cx="2139698" cy="92354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69"/>
          <p:cNvSpPr/>
          <p:nvPr/>
        </p:nvSpPr>
        <p:spPr>
          <a:xfrm>
            <a:off x="1810510" y="2834637"/>
            <a:ext cx="4681732" cy="30175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Oval 170"/>
          <p:cNvSpPr/>
          <p:nvPr/>
        </p:nvSpPr>
        <p:spPr>
          <a:xfrm>
            <a:off x="6784847" y="3063238"/>
            <a:ext cx="91445" cy="9144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4" name="Oval 171"/>
          <p:cNvSpPr/>
          <p:nvPr/>
        </p:nvSpPr>
        <p:spPr>
          <a:xfrm>
            <a:off x="7205471" y="3456432"/>
            <a:ext cx="82301" cy="8230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5" name="Oval 172"/>
          <p:cNvSpPr/>
          <p:nvPr/>
        </p:nvSpPr>
        <p:spPr>
          <a:xfrm>
            <a:off x="7626094" y="3017520"/>
            <a:ext cx="100589" cy="10058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6" name="Oval 173"/>
          <p:cNvSpPr/>
          <p:nvPr/>
        </p:nvSpPr>
        <p:spPr>
          <a:xfrm>
            <a:off x="8247888" y="3364991"/>
            <a:ext cx="73157" cy="7315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7" name="Oval 174"/>
          <p:cNvSpPr/>
          <p:nvPr/>
        </p:nvSpPr>
        <p:spPr>
          <a:xfrm>
            <a:off x="8887968" y="2926077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8" name="Oval 175"/>
          <p:cNvSpPr/>
          <p:nvPr/>
        </p:nvSpPr>
        <p:spPr>
          <a:xfrm>
            <a:off x="9290304" y="3410710"/>
            <a:ext cx="118877" cy="11887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29" name="Oval 176"/>
          <p:cNvSpPr/>
          <p:nvPr/>
        </p:nvSpPr>
        <p:spPr>
          <a:xfrm>
            <a:off x="9765792" y="2889504"/>
            <a:ext cx="146309" cy="14630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30" name="Oval 177"/>
          <p:cNvSpPr/>
          <p:nvPr/>
        </p:nvSpPr>
        <p:spPr>
          <a:xfrm>
            <a:off x="10241280" y="3310128"/>
            <a:ext cx="128021" cy="12802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31" name="Oval 178"/>
          <p:cNvSpPr/>
          <p:nvPr/>
        </p:nvSpPr>
        <p:spPr>
          <a:xfrm>
            <a:off x="10735056" y="2980944"/>
            <a:ext cx="137165" cy="13716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3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33" name="TextBox 180"/>
          <p:cNvSpPr txBox="1"/>
          <p:nvPr/>
        </p:nvSpPr>
        <p:spPr>
          <a:xfrm>
            <a:off x="7424925" y="4315967"/>
            <a:ext cx="914403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4" name="TextBox 181"/>
          <p:cNvSpPr txBox="1"/>
          <p:nvPr/>
        </p:nvSpPr>
        <p:spPr>
          <a:xfrm>
            <a:off x="8016307" y="4477014"/>
            <a:ext cx="1508763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6" name="TextBox 183"/>
          <p:cNvSpPr txBox="1"/>
          <p:nvPr/>
        </p:nvSpPr>
        <p:spPr>
          <a:xfrm>
            <a:off x="10634471" y="4489703"/>
            <a:ext cx="10515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7" name="Connector 184"/>
          <p:cNvSpPr/>
          <p:nvPr/>
        </p:nvSpPr>
        <p:spPr>
          <a:xfrm>
            <a:off x="749806" y="5257800"/>
            <a:ext cx="10680197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TextBox 185"/>
          <p:cNvSpPr txBox="1"/>
          <p:nvPr/>
        </p:nvSpPr>
        <p:spPr>
          <a:xfrm>
            <a:off x="841246" y="5577840"/>
            <a:ext cx="438912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34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34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5" name="Connector 4"/>
          <p:cNvSpPr/>
          <p:nvPr/>
        </p:nvSpPr>
        <p:spPr>
          <a:xfrm flipH="1">
            <a:off x="4160520" y="1627631"/>
            <a:ext cx="2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6" name="TextBox 5"/>
          <p:cNvSpPr txBox="1"/>
          <p:nvPr/>
        </p:nvSpPr>
        <p:spPr>
          <a:xfrm>
            <a:off x="822960" y="1664206"/>
            <a:ext cx="2011680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347" name="TextBox 6"/>
          <p:cNvSpPr txBox="1"/>
          <p:nvPr/>
        </p:nvSpPr>
        <p:spPr>
          <a:xfrm>
            <a:off x="877824" y="2212848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348" name="Oval 7"/>
          <p:cNvSpPr/>
          <p:nvPr/>
        </p:nvSpPr>
        <p:spPr>
          <a:xfrm>
            <a:off x="932688" y="2560320"/>
            <a:ext cx="128019" cy="128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49" name="Oval 8"/>
          <p:cNvSpPr/>
          <p:nvPr/>
        </p:nvSpPr>
        <p:spPr>
          <a:xfrm>
            <a:off x="1243583" y="2560320"/>
            <a:ext cx="128019" cy="128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0" name="Oval 9"/>
          <p:cNvSpPr/>
          <p:nvPr/>
        </p:nvSpPr>
        <p:spPr>
          <a:xfrm>
            <a:off x="1554480" y="2560320"/>
            <a:ext cx="128019" cy="128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1" name="Oval 10"/>
          <p:cNvSpPr/>
          <p:nvPr/>
        </p:nvSpPr>
        <p:spPr>
          <a:xfrm>
            <a:off x="1865376" y="2560320"/>
            <a:ext cx="128019" cy="12801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2" name="Oval 11"/>
          <p:cNvSpPr/>
          <p:nvPr/>
        </p:nvSpPr>
        <p:spPr>
          <a:xfrm>
            <a:off x="932688" y="2871215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3" name="Oval 12"/>
          <p:cNvSpPr/>
          <p:nvPr/>
        </p:nvSpPr>
        <p:spPr>
          <a:xfrm>
            <a:off x="1243583" y="2871215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4" name="Oval 13"/>
          <p:cNvSpPr/>
          <p:nvPr/>
        </p:nvSpPr>
        <p:spPr>
          <a:xfrm>
            <a:off x="1554480" y="2871215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5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56" name="TextBox 15"/>
          <p:cNvSpPr txBox="1"/>
          <p:nvPr/>
        </p:nvSpPr>
        <p:spPr>
          <a:xfrm>
            <a:off x="877824" y="3319271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357" name="Oval 16"/>
          <p:cNvSpPr/>
          <p:nvPr/>
        </p:nvSpPr>
        <p:spPr>
          <a:xfrm>
            <a:off x="932688" y="3666744"/>
            <a:ext cx="128019" cy="128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8" name="Oval 17"/>
          <p:cNvSpPr/>
          <p:nvPr/>
        </p:nvSpPr>
        <p:spPr>
          <a:xfrm>
            <a:off x="1243583" y="3666744"/>
            <a:ext cx="128019" cy="128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59" name="Oval 18"/>
          <p:cNvSpPr/>
          <p:nvPr/>
        </p:nvSpPr>
        <p:spPr>
          <a:xfrm>
            <a:off x="1554480" y="3666744"/>
            <a:ext cx="128019" cy="128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0" name="Oval 19"/>
          <p:cNvSpPr/>
          <p:nvPr/>
        </p:nvSpPr>
        <p:spPr>
          <a:xfrm>
            <a:off x="1865376" y="3666744"/>
            <a:ext cx="128019" cy="12801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1" name="Oval 20"/>
          <p:cNvSpPr/>
          <p:nvPr/>
        </p:nvSpPr>
        <p:spPr>
          <a:xfrm>
            <a:off x="932688" y="3977637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2" name="Oval 21"/>
          <p:cNvSpPr/>
          <p:nvPr/>
        </p:nvSpPr>
        <p:spPr>
          <a:xfrm>
            <a:off x="1243583" y="3977637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3" name="Oval 22"/>
          <p:cNvSpPr/>
          <p:nvPr/>
        </p:nvSpPr>
        <p:spPr>
          <a:xfrm>
            <a:off x="1554480" y="3977637"/>
            <a:ext cx="128019" cy="128019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4" name="Connector 23"/>
          <p:cNvSpPr/>
          <p:nvPr/>
        </p:nvSpPr>
        <p:spPr>
          <a:xfrm>
            <a:off x="2660904" y="2752344"/>
            <a:ext cx="521209" cy="301754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5" name="Connector 24"/>
          <p:cNvSpPr/>
          <p:nvPr/>
        </p:nvSpPr>
        <p:spPr>
          <a:xfrm flipV="1">
            <a:off x="2660904" y="3246120"/>
            <a:ext cx="521209" cy="576073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TextBox 28"/>
          <p:cNvSpPr txBox="1"/>
          <p:nvPr/>
        </p:nvSpPr>
        <p:spPr>
          <a:xfrm>
            <a:off x="877824" y="4590288"/>
            <a:ext cx="205740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367" name="TextBox 29"/>
          <p:cNvSpPr txBox="1"/>
          <p:nvPr/>
        </p:nvSpPr>
        <p:spPr>
          <a:xfrm>
            <a:off x="4663440" y="2048255"/>
            <a:ext cx="160020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368" name="Oval 30"/>
          <p:cNvSpPr/>
          <p:nvPr/>
        </p:nvSpPr>
        <p:spPr>
          <a:xfrm>
            <a:off x="6437376" y="2020822"/>
            <a:ext cx="246891" cy="24689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69" name="TextBox 31"/>
          <p:cNvSpPr txBox="1"/>
          <p:nvPr/>
        </p:nvSpPr>
        <p:spPr>
          <a:xfrm>
            <a:off x="6437376" y="2071116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370" name="TextBox 32"/>
          <p:cNvSpPr txBox="1"/>
          <p:nvPr/>
        </p:nvSpPr>
        <p:spPr>
          <a:xfrm>
            <a:off x="6720840" y="2057399"/>
            <a:ext cx="18288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71" name="Oval 33"/>
          <p:cNvSpPr/>
          <p:nvPr/>
        </p:nvSpPr>
        <p:spPr>
          <a:xfrm>
            <a:off x="6931152" y="2020822"/>
            <a:ext cx="246891" cy="2468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72" name="TextBox 34"/>
          <p:cNvSpPr txBox="1"/>
          <p:nvPr/>
        </p:nvSpPr>
        <p:spPr>
          <a:xfrm>
            <a:off x="6931152" y="2071116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373" name="TextBox 35"/>
          <p:cNvSpPr txBox="1"/>
          <p:nvPr/>
        </p:nvSpPr>
        <p:spPr>
          <a:xfrm>
            <a:off x="7443216" y="2029966"/>
            <a:ext cx="31089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377" name="Group"/>
          <p:cNvGrpSpPr/>
          <p:nvPr/>
        </p:nvGrpSpPr>
        <p:grpSpPr>
          <a:xfrm>
            <a:off x="7827264" y="2020822"/>
            <a:ext cx="246891" cy="246891"/>
            <a:chOff x="0" y="0"/>
            <a:chExt cx="246889" cy="246889"/>
          </a:xfrm>
        </p:grpSpPr>
        <p:sp>
          <p:nvSpPr>
            <p:cNvPr id="1374" name="Oval 36"/>
            <p:cNvSpPr/>
            <p:nvPr/>
          </p:nvSpPr>
          <p:spPr>
            <a:xfrm>
              <a:off x="0" y="0"/>
              <a:ext cx="246890" cy="246890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375" name="Connector 37"/>
            <p:cNvSpPr/>
            <p:nvPr/>
          </p:nvSpPr>
          <p:spPr>
            <a:xfrm>
              <a:off x="45718" y="118871"/>
              <a:ext cx="45722" cy="4572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376" name="Connector 38"/>
            <p:cNvSpPr/>
            <p:nvPr/>
          </p:nvSpPr>
          <p:spPr>
            <a:xfrm flipV="1">
              <a:off x="91440" y="54865"/>
              <a:ext cx="91442" cy="109730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378" name="TextBox 39"/>
          <p:cNvSpPr txBox="1"/>
          <p:nvPr/>
        </p:nvSpPr>
        <p:spPr>
          <a:xfrm>
            <a:off x="9326880" y="203911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379" name="Connector 40"/>
          <p:cNvSpPr/>
          <p:nvPr/>
        </p:nvSpPr>
        <p:spPr>
          <a:xfrm>
            <a:off x="4663440" y="2679192"/>
            <a:ext cx="6638544" cy="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0" name="TextBox 41"/>
          <p:cNvSpPr txBox="1"/>
          <p:nvPr/>
        </p:nvSpPr>
        <p:spPr>
          <a:xfrm>
            <a:off x="4663440" y="3172966"/>
            <a:ext cx="160020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381" name="Oval 42"/>
          <p:cNvSpPr/>
          <p:nvPr/>
        </p:nvSpPr>
        <p:spPr>
          <a:xfrm>
            <a:off x="6437376" y="3145534"/>
            <a:ext cx="246891" cy="24689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82" name="TextBox 43"/>
          <p:cNvSpPr txBox="1"/>
          <p:nvPr/>
        </p:nvSpPr>
        <p:spPr>
          <a:xfrm>
            <a:off x="6437376" y="3195827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383" name="TextBox 44"/>
          <p:cNvSpPr txBox="1"/>
          <p:nvPr/>
        </p:nvSpPr>
        <p:spPr>
          <a:xfrm>
            <a:off x="6720840" y="3182111"/>
            <a:ext cx="18288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84" name="Oval 45"/>
          <p:cNvSpPr/>
          <p:nvPr/>
        </p:nvSpPr>
        <p:spPr>
          <a:xfrm>
            <a:off x="6931152" y="3145534"/>
            <a:ext cx="246891" cy="246891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85" name="TextBox 46"/>
          <p:cNvSpPr txBox="1"/>
          <p:nvPr/>
        </p:nvSpPr>
        <p:spPr>
          <a:xfrm>
            <a:off x="6931152" y="3195827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386" name="TextBox 47"/>
          <p:cNvSpPr txBox="1"/>
          <p:nvPr/>
        </p:nvSpPr>
        <p:spPr>
          <a:xfrm>
            <a:off x="7214616" y="3182111"/>
            <a:ext cx="18288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87" name="Oval 48"/>
          <p:cNvSpPr/>
          <p:nvPr/>
        </p:nvSpPr>
        <p:spPr>
          <a:xfrm>
            <a:off x="7424928" y="3145534"/>
            <a:ext cx="246891" cy="2468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88" name="TextBox 49"/>
          <p:cNvSpPr txBox="1"/>
          <p:nvPr/>
        </p:nvSpPr>
        <p:spPr>
          <a:xfrm>
            <a:off x="7424928" y="3195827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389" name="TextBox 50"/>
          <p:cNvSpPr txBox="1"/>
          <p:nvPr/>
        </p:nvSpPr>
        <p:spPr>
          <a:xfrm>
            <a:off x="7936992" y="3154678"/>
            <a:ext cx="31089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90" name="Oval 51"/>
          <p:cNvSpPr/>
          <p:nvPr/>
        </p:nvSpPr>
        <p:spPr>
          <a:xfrm>
            <a:off x="8321040" y="3145534"/>
            <a:ext cx="246891" cy="24689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91" name="TextBox 52"/>
          <p:cNvSpPr txBox="1"/>
          <p:nvPr/>
        </p:nvSpPr>
        <p:spPr>
          <a:xfrm>
            <a:off x="8321040" y="3214116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392" name="TextBox 53"/>
          <p:cNvSpPr txBox="1"/>
          <p:nvPr/>
        </p:nvSpPr>
        <p:spPr>
          <a:xfrm>
            <a:off x="9326880" y="3163822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393" name="Connector 54"/>
          <p:cNvSpPr/>
          <p:nvPr/>
        </p:nvSpPr>
        <p:spPr>
          <a:xfrm>
            <a:off x="4663440" y="3803903"/>
            <a:ext cx="6638544" cy="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TextBox 55"/>
          <p:cNvSpPr txBox="1"/>
          <p:nvPr/>
        </p:nvSpPr>
        <p:spPr>
          <a:xfrm>
            <a:off x="4663440" y="4297679"/>
            <a:ext cx="160020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395" name="Oval 56"/>
          <p:cNvSpPr/>
          <p:nvPr/>
        </p:nvSpPr>
        <p:spPr>
          <a:xfrm>
            <a:off x="6437376" y="4270247"/>
            <a:ext cx="246891" cy="24689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96" name="TextBox 57"/>
          <p:cNvSpPr txBox="1"/>
          <p:nvPr/>
        </p:nvSpPr>
        <p:spPr>
          <a:xfrm>
            <a:off x="6437376" y="4320540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397" name="TextBox 58"/>
          <p:cNvSpPr txBox="1"/>
          <p:nvPr/>
        </p:nvSpPr>
        <p:spPr>
          <a:xfrm>
            <a:off x="6720840" y="4306823"/>
            <a:ext cx="18288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398" name="Oval 59"/>
          <p:cNvSpPr/>
          <p:nvPr/>
        </p:nvSpPr>
        <p:spPr>
          <a:xfrm>
            <a:off x="6931152" y="4270247"/>
            <a:ext cx="246891" cy="24689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99" name="TextBox 60"/>
          <p:cNvSpPr txBox="1"/>
          <p:nvPr/>
        </p:nvSpPr>
        <p:spPr>
          <a:xfrm>
            <a:off x="6931152" y="4320540"/>
            <a:ext cx="2468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400" name="TextBox 61"/>
          <p:cNvSpPr txBox="1"/>
          <p:nvPr/>
        </p:nvSpPr>
        <p:spPr>
          <a:xfrm>
            <a:off x="7443216" y="4279391"/>
            <a:ext cx="31089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01" name="Oval 62"/>
          <p:cNvSpPr/>
          <p:nvPr/>
        </p:nvSpPr>
        <p:spPr>
          <a:xfrm>
            <a:off x="7827264" y="4270247"/>
            <a:ext cx="246891" cy="24689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02" name="Connector 63"/>
          <p:cNvSpPr/>
          <p:nvPr/>
        </p:nvSpPr>
        <p:spPr>
          <a:xfrm>
            <a:off x="7872983" y="4389120"/>
            <a:ext cx="45722" cy="45722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4"/>
          <p:cNvSpPr/>
          <p:nvPr/>
        </p:nvSpPr>
        <p:spPr>
          <a:xfrm flipV="1">
            <a:off x="7918704" y="4325110"/>
            <a:ext cx="91442" cy="109730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405" name="Connector 66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TextBox 67"/>
          <p:cNvSpPr txBox="1"/>
          <p:nvPr/>
        </p:nvSpPr>
        <p:spPr>
          <a:xfrm>
            <a:off x="841246" y="5532120"/>
            <a:ext cx="3154684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407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408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412" name="Group"/>
          <p:cNvGrpSpPr/>
          <p:nvPr/>
        </p:nvGrpSpPr>
        <p:grpSpPr>
          <a:xfrm>
            <a:off x="3260343" y="3017772"/>
            <a:ext cx="246891" cy="246891"/>
            <a:chOff x="0" y="0"/>
            <a:chExt cx="246889" cy="246889"/>
          </a:xfrm>
        </p:grpSpPr>
        <p:sp>
          <p:nvSpPr>
            <p:cNvPr id="1409" name="Oval 36"/>
            <p:cNvSpPr/>
            <p:nvPr/>
          </p:nvSpPr>
          <p:spPr>
            <a:xfrm>
              <a:off x="0" y="0"/>
              <a:ext cx="246890" cy="246890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</a:p>
          </p:txBody>
        </p:sp>
        <p:sp>
          <p:nvSpPr>
            <p:cNvPr id="1410" name="Connector 37"/>
            <p:cNvSpPr/>
            <p:nvPr/>
          </p:nvSpPr>
          <p:spPr>
            <a:xfrm>
              <a:off x="45718" y="118871"/>
              <a:ext cx="45722" cy="4572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411" name="Connector 38"/>
            <p:cNvSpPr/>
            <p:nvPr/>
          </p:nvSpPr>
          <p:spPr>
            <a:xfrm flipV="1">
              <a:off x="91440" y="54865"/>
              <a:ext cx="91442" cy="109730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41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416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417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418" name="TextBox 5"/>
          <p:cNvSpPr txBox="1"/>
          <p:nvPr/>
        </p:nvSpPr>
        <p:spPr>
          <a:xfrm>
            <a:off x="4462271" y="1609344"/>
            <a:ext cx="27432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419" name="TextBox 6"/>
          <p:cNvSpPr txBox="1"/>
          <p:nvPr/>
        </p:nvSpPr>
        <p:spPr>
          <a:xfrm>
            <a:off x="8641080" y="1609344"/>
            <a:ext cx="27432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420" name="Connector 7"/>
          <p:cNvSpPr/>
          <p:nvPr/>
        </p:nvSpPr>
        <p:spPr>
          <a:xfrm flipH="1">
            <a:off x="1225294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8"/>
          <p:cNvSpPr/>
          <p:nvPr/>
        </p:nvSpPr>
        <p:spPr>
          <a:xfrm flipH="1">
            <a:off x="1581911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9"/>
          <p:cNvSpPr/>
          <p:nvPr/>
        </p:nvSpPr>
        <p:spPr>
          <a:xfrm flipH="1">
            <a:off x="1938527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10"/>
          <p:cNvSpPr/>
          <p:nvPr/>
        </p:nvSpPr>
        <p:spPr>
          <a:xfrm flipH="1">
            <a:off x="2295144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Connector 11"/>
          <p:cNvSpPr/>
          <p:nvPr/>
        </p:nvSpPr>
        <p:spPr>
          <a:xfrm flipH="1">
            <a:off x="2651760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2"/>
          <p:cNvSpPr/>
          <p:nvPr/>
        </p:nvSpPr>
        <p:spPr>
          <a:xfrm flipH="1">
            <a:off x="3008376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3"/>
          <p:cNvSpPr/>
          <p:nvPr/>
        </p:nvSpPr>
        <p:spPr>
          <a:xfrm flipH="1">
            <a:off x="3364991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4"/>
          <p:cNvSpPr/>
          <p:nvPr/>
        </p:nvSpPr>
        <p:spPr>
          <a:xfrm flipH="1">
            <a:off x="3721608" y="2148838"/>
            <a:ext cx="2" cy="235915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15"/>
          <p:cNvSpPr/>
          <p:nvPr/>
        </p:nvSpPr>
        <p:spPr>
          <a:xfrm>
            <a:off x="1225294" y="2148838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Connector 16"/>
          <p:cNvSpPr/>
          <p:nvPr/>
        </p:nvSpPr>
        <p:spPr>
          <a:xfrm>
            <a:off x="1225294" y="2542032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7"/>
          <p:cNvSpPr/>
          <p:nvPr/>
        </p:nvSpPr>
        <p:spPr>
          <a:xfrm>
            <a:off x="1225294" y="2935222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18"/>
          <p:cNvSpPr/>
          <p:nvPr/>
        </p:nvSpPr>
        <p:spPr>
          <a:xfrm>
            <a:off x="1225294" y="3328415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19"/>
          <p:cNvSpPr/>
          <p:nvPr/>
        </p:nvSpPr>
        <p:spPr>
          <a:xfrm>
            <a:off x="1225294" y="3721608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1"/>
          <p:cNvSpPr/>
          <p:nvPr/>
        </p:nvSpPr>
        <p:spPr>
          <a:xfrm>
            <a:off x="1225294" y="4507991"/>
            <a:ext cx="2496314" cy="2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36" name="TextBox 23"/>
          <p:cNvSpPr txBox="1"/>
          <p:nvPr/>
        </p:nvSpPr>
        <p:spPr>
          <a:xfrm>
            <a:off x="1289302" y="221742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37" name="TextBox 24"/>
          <p:cNvSpPr txBox="1"/>
          <p:nvPr/>
        </p:nvSpPr>
        <p:spPr>
          <a:xfrm>
            <a:off x="1645917" y="221742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38" name="TextBox 25"/>
          <p:cNvSpPr txBox="1"/>
          <p:nvPr/>
        </p:nvSpPr>
        <p:spPr>
          <a:xfrm>
            <a:off x="2359150" y="2217420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39" name="TextBox 26"/>
          <p:cNvSpPr txBox="1"/>
          <p:nvPr/>
        </p:nvSpPr>
        <p:spPr>
          <a:xfrm>
            <a:off x="3072383" y="221742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0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41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42" name="TextBox 29"/>
          <p:cNvSpPr txBox="1"/>
          <p:nvPr/>
        </p:nvSpPr>
        <p:spPr>
          <a:xfrm>
            <a:off x="1289302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3" name="TextBox 30"/>
          <p:cNvSpPr txBox="1"/>
          <p:nvPr/>
        </p:nvSpPr>
        <p:spPr>
          <a:xfrm>
            <a:off x="2002534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4" name="TextBox 31"/>
          <p:cNvSpPr txBox="1"/>
          <p:nvPr/>
        </p:nvSpPr>
        <p:spPr>
          <a:xfrm>
            <a:off x="2359150" y="2610611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45" name="TextBox 32"/>
          <p:cNvSpPr txBox="1"/>
          <p:nvPr/>
        </p:nvSpPr>
        <p:spPr>
          <a:xfrm>
            <a:off x="307238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6" name="TextBox 33"/>
          <p:cNvSpPr txBox="1"/>
          <p:nvPr/>
        </p:nvSpPr>
        <p:spPr>
          <a:xfrm>
            <a:off x="3429000" y="2610611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47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48" name="TextBox 35"/>
          <p:cNvSpPr txBox="1"/>
          <p:nvPr/>
        </p:nvSpPr>
        <p:spPr>
          <a:xfrm>
            <a:off x="1645917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9" name="TextBox 36"/>
          <p:cNvSpPr txBox="1"/>
          <p:nvPr/>
        </p:nvSpPr>
        <p:spPr>
          <a:xfrm>
            <a:off x="2002534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50" name="TextBox 37"/>
          <p:cNvSpPr txBox="1"/>
          <p:nvPr/>
        </p:nvSpPr>
        <p:spPr>
          <a:xfrm>
            <a:off x="2359150" y="3003804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1" name="TextBox 38"/>
          <p:cNvSpPr txBox="1"/>
          <p:nvPr/>
        </p:nvSpPr>
        <p:spPr>
          <a:xfrm>
            <a:off x="2715766" y="3003804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2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3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54" name="TextBox 41"/>
          <p:cNvSpPr txBox="1"/>
          <p:nvPr/>
        </p:nvSpPr>
        <p:spPr>
          <a:xfrm>
            <a:off x="1289302" y="3396996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5" name="TextBox 42"/>
          <p:cNvSpPr txBox="1"/>
          <p:nvPr/>
        </p:nvSpPr>
        <p:spPr>
          <a:xfrm>
            <a:off x="1645917" y="3396996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6" name="TextBox 43"/>
          <p:cNvSpPr txBox="1"/>
          <p:nvPr/>
        </p:nvSpPr>
        <p:spPr>
          <a:xfrm>
            <a:off x="2359150" y="3396996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57" name="TextBox 44"/>
          <p:cNvSpPr txBox="1"/>
          <p:nvPr/>
        </p:nvSpPr>
        <p:spPr>
          <a:xfrm>
            <a:off x="3072383" y="3396996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58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59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60" name="TextBox 47"/>
          <p:cNvSpPr txBox="1"/>
          <p:nvPr/>
        </p:nvSpPr>
        <p:spPr>
          <a:xfrm>
            <a:off x="1289302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1" name="TextBox 48"/>
          <p:cNvSpPr txBox="1"/>
          <p:nvPr/>
        </p:nvSpPr>
        <p:spPr>
          <a:xfrm>
            <a:off x="2002534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2" name="TextBox 49"/>
          <p:cNvSpPr txBox="1"/>
          <p:nvPr/>
        </p:nvSpPr>
        <p:spPr>
          <a:xfrm>
            <a:off x="2359150" y="3790188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63" name="TextBox 50"/>
          <p:cNvSpPr txBox="1"/>
          <p:nvPr/>
        </p:nvSpPr>
        <p:spPr>
          <a:xfrm>
            <a:off x="2715766" y="3790188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64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65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66" name="TextBox 53"/>
          <p:cNvSpPr txBox="1"/>
          <p:nvPr/>
        </p:nvSpPr>
        <p:spPr>
          <a:xfrm>
            <a:off x="1645917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7" name="TextBox 54"/>
          <p:cNvSpPr txBox="1"/>
          <p:nvPr/>
        </p:nvSpPr>
        <p:spPr>
          <a:xfrm>
            <a:off x="2002534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68" name="TextBox 55"/>
          <p:cNvSpPr txBox="1"/>
          <p:nvPr/>
        </p:nvSpPr>
        <p:spPr>
          <a:xfrm>
            <a:off x="2359150" y="4183379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69" name="TextBox 56"/>
          <p:cNvSpPr txBox="1"/>
          <p:nvPr/>
        </p:nvSpPr>
        <p:spPr>
          <a:xfrm>
            <a:off x="2715766" y="4183379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70" name="TextBox 57"/>
          <p:cNvSpPr txBox="1"/>
          <p:nvPr/>
        </p:nvSpPr>
        <p:spPr>
          <a:xfrm>
            <a:off x="307238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471" name="TextBox 58"/>
          <p:cNvSpPr txBox="1"/>
          <p:nvPr/>
        </p:nvSpPr>
        <p:spPr>
          <a:xfrm>
            <a:off x="832102" y="4645152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472" name="TextBox 59"/>
          <p:cNvSpPr txBox="1"/>
          <p:nvPr/>
        </p:nvSpPr>
        <p:spPr>
          <a:xfrm>
            <a:off x="2002534" y="4645152"/>
            <a:ext cx="6400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473" name="TextBox 60"/>
          <p:cNvSpPr txBox="1"/>
          <p:nvPr/>
        </p:nvSpPr>
        <p:spPr>
          <a:xfrm>
            <a:off x="3703320" y="2990088"/>
            <a:ext cx="38405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474" name="Connector 61"/>
          <p:cNvSpPr/>
          <p:nvPr/>
        </p:nvSpPr>
        <p:spPr>
          <a:xfrm flipV="1">
            <a:off x="4681728" y="2212848"/>
            <a:ext cx="521209" cy="24689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5" name="Connector 62"/>
          <p:cNvSpPr/>
          <p:nvPr/>
        </p:nvSpPr>
        <p:spPr>
          <a:xfrm>
            <a:off x="4681728" y="2459734"/>
            <a:ext cx="182882" cy="6035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63"/>
          <p:cNvSpPr/>
          <p:nvPr/>
        </p:nvSpPr>
        <p:spPr>
          <a:xfrm>
            <a:off x="5202935" y="2212848"/>
            <a:ext cx="484634" cy="3200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64"/>
          <p:cNvSpPr/>
          <p:nvPr/>
        </p:nvSpPr>
        <p:spPr>
          <a:xfrm>
            <a:off x="5202935" y="2212848"/>
            <a:ext cx="237744" cy="75895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65"/>
          <p:cNvSpPr/>
          <p:nvPr/>
        </p:nvSpPr>
        <p:spPr>
          <a:xfrm flipH="1">
            <a:off x="5440679" y="2532888"/>
            <a:ext cx="246890" cy="4389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Connector 66"/>
          <p:cNvSpPr/>
          <p:nvPr/>
        </p:nvSpPr>
        <p:spPr>
          <a:xfrm>
            <a:off x="5687567" y="2532888"/>
            <a:ext cx="256033" cy="71323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0" name="Connector 67"/>
          <p:cNvSpPr/>
          <p:nvPr/>
        </p:nvSpPr>
        <p:spPr>
          <a:xfrm flipV="1">
            <a:off x="4864608" y="2971799"/>
            <a:ext cx="576074" cy="914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68"/>
          <p:cNvSpPr/>
          <p:nvPr/>
        </p:nvSpPr>
        <p:spPr>
          <a:xfrm>
            <a:off x="5440679" y="2971799"/>
            <a:ext cx="502920" cy="27432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69"/>
          <p:cNvSpPr/>
          <p:nvPr/>
        </p:nvSpPr>
        <p:spPr>
          <a:xfrm>
            <a:off x="5943598" y="3246120"/>
            <a:ext cx="411482" cy="246890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70"/>
          <p:cNvSpPr/>
          <p:nvPr/>
        </p:nvSpPr>
        <p:spPr>
          <a:xfrm flipV="1">
            <a:off x="6355079" y="2953511"/>
            <a:ext cx="365762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Connector 71"/>
          <p:cNvSpPr/>
          <p:nvPr/>
        </p:nvSpPr>
        <p:spPr>
          <a:xfrm flipV="1">
            <a:off x="6720840" y="2514599"/>
            <a:ext cx="438914" cy="4389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5" name="Connector 72"/>
          <p:cNvSpPr/>
          <p:nvPr/>
        </p:nvSpPr>
        <p:spPr>
          <a:xfrm flipV="1">
            <a:off x="6720840" y="2743200"/>
            <a:ext cx="877826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73"/>
          <p:cNvSpPr/>
          <p:nvPr/>
        </p:nvSpPr>
        <p:spPr>
          <a:xfrm>
            <a:off x="6720840" y="2953510"/>
            <a:ext cx="219458" cy="5852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74"/>
          <p:cNvSpPr/>
          <p:nvPr/>
        </p:nvSpPr>
        <p:spPr>
          <a:xfrm>
            <a:off x="7159752" y="2514600"/>
            <a:ext cx="438914" cy="22860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75"/>
          <p:cNvSpPr/>
          <p:nvPr/>
        </p:nvSpPr>
        <p:spPr>
          <a:xfrm flipH="1">
            <a:off x="7470647" y="2743199"/>
            <a:ext cx="128018" cy="63093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Connector 76"/>
          <p:cNvSpPr/>
          <p:nvPr/>
        </p:nvSpPr>
        <p:spPr>
          <a:xfrm flipV="1">
            <a:off x="6940294" y="3374135"/>
            <a:ext cx="530354" cy="1645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77"/>
          <p:cNvSpPr/>
          <p:nvPr/>
        </p:nvSpPr>
        <p:spPr>
          <a:xfrm>
            <a:off x="6940294" y="3538727"/>
            <a:ext cx="859538" cy="27432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78"/>
          <p:cNvSpPr/>
          <p:nvPr/>
        </p:nvSpPr>
        <p:spPr>
          <a:xfrm>
            <a:off x="7470647" y="3374135"/>
            <a:ext cx="329186" cy="4389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Oval 79"/>
          <p:cNvSpPr/>
          <p:nvPr/>
        </p:nvSpPr>
        <p:spPr>
          <a:xfrm>
            <a:off x="4617720" y="2395727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3" name="Oval 80"/>
          <p:cNvSpPr/>
          <p:nvPr/>
        </p:nvSpPr>
        <p:spPr>
          <a:xfrm>
            <a:off x="5138928" y="2148838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4" name="Oval 81"/>
          <p:cNvSpPr/>
          <p:nvPr/>
        </p:nvSpPr>
        <p:spPr>
          <a:xfrm>
            <a:off x="5623559" y="2468878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5" name="Oval 82"/>
          <p:cNvSpPr/>
          <p:nvPr/>
        </p:nvSpPr>
        <p:spPr>
          <a:xfrm>
            <a:off x="4800600" y="2999232"/>
            <a:ext cx="128016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6" name="Oval 83"/>
          <p:cNvSpPr/>
          <p:nvPr/>
        </p:nvSpPr>
        <p:spPr>
          <a:xfrm>
            <a:off x="5376671" y="2907792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7" name="Oval 84"/>
          <p:cNvSpPr/>
          <p:nvPr/>
        </p:nvSpPr>
        <p:spPr>
          <a:xfrm>
            <a:off x="5879591" y="3182111"/>
            <a:ext cx="128019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8" name="Oval 85"/>
          <p:cNvSpPr/>
          <p:nvPr/>
        </p:nvSpPr>
        <p:spPr>
          <a:xfrm>
            <a:off x="6291071" y="3429000"/>
            <a:ext cx="128019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499" name="Oval 86"/>
          <p:cNvSpPr/>
          <p:nvPr/>
        </p:nvSpPr>
        <p:spPr>
          <a:xfrm>
            <a:off x="6656830" y="2889504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0" name="Oval 87"/>
          <p:cNvSpPr/>
          <p:nvPr/>
        </p:nvSpPr>
        <p:spPr>
          <a:xfrm>
            <a:off x="7095742" y="2450592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1" name="Oval 88"/>
          <p:cNvSpPr/>
          <p:nvPr/>
        </p:nvSpPr>
        <p:spPr>
          <a:xfrm>
            <a:off x="7534656" y="2679192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2" name="Oval 89"/>
          <p:cNvSpPr/>
          <p:nvPr/>
        </p:nvSpPr>
        <p:spPr>
          <a:xfrm>
            <a:off x="6876288" y="3474720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3" name="Oval 90"/>
          <p:cNvSpPr/>
          <p:nvPr/>
        </p:nvSpPr>
        <p:spPr>
          <a:xfrm>
            <a:off x="7406640" y="3310128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4" name="Oval 91"/>
          <p:cNvSpPr/>
          <p:nvPr/>
        </p:nvSpPr>
        <p:spPr>
          <a:xfrm>
            <a:off x="7735823" y="3749037"/>
            <a:ext cx="128019" cy="12801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5" name="TextBox 92"/>
          <p:cNvSpPr txBox="1"/>
          <p:nvPr/>
        </p:nvSpPr>
        <p:spPr>
          <a:xfrm>
            <a:off x="8074152" y="2990088"/>
            <a:ext cx="38405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06" name="Oval 93"/>
          <p:cNvSpPr/>
          <p:nvPr/>
        </p:nvSpPr>
        <p:spPr>
          <a:xfrm>
            <a:off x="8887968" y="2331720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7" name="Oval 94"/>
          <p:cNvSpPr/>
          <p:nvPr/>
        </p:nvSpPr>
        <p:spPr>
          <a:xfrm>
            <a:off x="9272016" y="2139694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8" name="Oval 95"/>
          <p:cNvSpPr/>
          <p:nvPr/>
        </p:nvSpPr>
        <p:spPr>
          <a:xfrm>
            <a:off x="9646918" y="2395727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09" name="Oval 96"/>
          <p:cNvSpPr/>
          <p:nvPr/>
        </p:nvSpPr>
        <p:spPr>
          <a:xfrm>
            <a:off x="9052559" y="2798064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0" name="Oval 97"/>
          <p:cNvSpPr/>
          <p:nvPr/>
        </p:nvSpPr>
        <p:spPr>
          <a:xfrm>
            <a:off x="9454894" y="2852927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1" name="Oval 98"/>
          <p:cNvSpPr/>
          <p:nvPr/>
        </p:nvSpPr>
        <p:spPr>
          <a:xfrm>
            <a:off x="9811511" y="2743199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2" name="Oval 99"/>
          <p:cNvSpPr/>
          <p:nvPr/>
        </p:nvSpPr>
        <p:spPr>
          <a:xfrm>
            <a:off x="9235440" y="3236976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3" name="Oval 100"/>
          <p:cNvSpPr/>
          <p:nvPr/>
        </p:nvSpPr>
        <p:spPr>
          <a:xfrm>
            <a:off x="9656064" y="3246120"/>
            <a:ext cx="137163" cy="13716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4" name="Oval 101"/>
          <p:cNvSpPr/>
          <p:nvPr/>
        </p:nvSpPr>
        <p:spPr>
          <a:xfrm>
            <a:off x="10286999" y="3154678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5" name="Oval 102"/>
          <p:cNvSpPr/>
          <p:nvPr/>
        </p:nvSpPr>
        <p:spPr>
          <a:xfrm>
            <a:off x="10652759" y="2962655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6" name="Oval 103"/>
          <p:cNvSpPr/>
          <p:nvPr/>
        </p:nvSpPr>
        <p:spPr>
          <a:xfrm>
            <a:off x="11018518" y="3218688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7" name="Oval 104"/>
          <p:cNvSpPr/>
          <p:nvPr/>
        </p:nvSpPr>
        <p:spPr>
          <a:xfrm>
            <a:off x="10469880" y="3602735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8" name="Oval 105"/>
          <p:cNvSpPr/>
          <p:nvPr/>
        </p:nvSpPr>
        <p:spPr>
          <a:xfrm>
            <a:off x="10844783" y="3675886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19" name="Oval 106"/>
          <p:cNvSpPr/>
          <p:nvPr/>
        </p:nvSpPr>
        <p:spPr>
          <a:xfrm>
            <a:off x="11192256" y="3584447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20" name="Oval 107"/>
          <p:cNvSpPr/>
          <p:nvPr/>
        </p:nvSpPr>
        <p:spPr>
          <a:xfrm>
            <a:off x="10634471" y="4041647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21" name="Oval 108"/>
          <p:cNvSpPr/>
          <p:nvPr/>
        </p:nvSpPr>
        <p:spPr>
          <a:xfrm>
            <a:off x="11018518" y="4050791"/>
            <a:ext cx="137163" cy="13716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522" name="TextBox 109"/>
          <p:cNvSpPr txBox="1"/>
          <p:nvPr/>
        </p:nvSpPr>
        <p:spPr>
          <a:xfrm>
            <a:off x="8668511" y="4370832"/>
            <a:ext cx="150876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523" name="TextBox 110"/>
          <p:cNvSpPr txBox="1"/>
          <p:nvPr/>
        </p:nvSpPr>
        <p:spPr>
          <a:xfrm>
            <a:off x="10058399" y="4370832"/>
            <a:ext cx="15087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524" name="Connector 111"/>
          <p:cNvSpPr/>
          <p:nvPr/>
        </p:nvSpPr>
        <p:spPr>
          <a:xfrm>
            <a:off x="749807" y="5248654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5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526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52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53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531" name="Oval 4"/>
          <p:cNvSpPr/>
          <p:nvPr/>
        </p:nvSpPr>
        <p:spPr>
          <a:xfrm>
            <a:off x="960119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"/>
          <p:cNvSpPr/>
          <p:nvPr/>
        </p:nvSpPr>
        <p:spPr>
          <a:xfrm>
            <a:off x="1344166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6"/>
          <p:cNvSpPr/>
          <p:nvPr/>
        </p:nvSpPr>
        <p:spPr>
          <a:xfrm>
            <a:off x="1728216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7"/>
          <p:cNvSpPr/>
          <p:nvPr/>
        </p:nvSpPr>
        <p:spPr>
          <a:xfrm>
            <a:off x="2112264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8"/>
          <p:cNvSpPr/>
          <p:nvPr/>
        </p:nvSpPr>
        <p:spPr>
          <a:xfrm>
            <a:off x="2496310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9"/>
          <p:cNvSpPr/>
          <p:nvPr/>
        </p:nvSpPr>
        <p:spPr>
          <a:xfrm>
            <a:off x="2880360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Oval 10"/>
          <p:cNvSpPr/>
          <p:nvPr/>
        </p:nvSpPr>
        <p:spPr>
          <a:xfrm>
            <a:off x="3264408" y="182879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8" name="Oval 11"/>
          <p:cNvSpPr/>
          <p:nvPr/>
        </p:nvSpPr>
        <p:spPr>
          <a:xfrm>
            <a:off x="1088136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9" name="Oval 12"/>
          <p:cNvSpPr/>
          <p:nvPr/>
        </p:nvSpPr>
        <p:spPr>
          <a:xfrm>
            <a:off x="1472183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0" name="Oval 13"/>
          <p:cNvSpPr/>
          <p:nvPr/>
        </p:nvSpPr>
        <p:spPr>
          <a:xfrm>
            <a:off x="1856232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1" name="Oval 14"/>
          <p:cNvSpPr/>
          <p:nvPr/>
        </p:nvSpPr>
        <p:spPr>
          <a:xfrm>
            <a:off x="2240277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2" name="Oval 15"/>
          <p:cNvSpPr/>
          <p:nvPr/>
        </p:nvSpPr>
        <p:spPr>
          <a:xfrm>
            <a:off x="2624327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3" name="Oval 16"/>
          <p:cNvSpPr/>
          <p:nvPr/>
        </p:nvSpPr>
        <p:spPr>
          <a:xfrm>
            <a:off x="3008376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4" name="Oval 17"/>
          <p:cNvSpPr/>
          <p:nvPr/>
        </p:nvSpPr>
        <p:spPr>
          <a:xfrm>
            <a:off x="3392423" y="2240277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5" name="Oval 18"/>
          <p:cNvSpPr/>
          <p:nvPr/>
        </p:nvSpPr>
        <p:spPr>
          <a:xfrm>
            <a:off x="960119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6" name="Oval 19"/>
          <p:cNvSpPr/>
          <p:nvPr/>
        </p:nvSpPr>
        <p:spPr>
          <a:xfrm>
            <a:off x="1344166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7" name="Oval 20"/>
          <p:cNvSpPr/>
          <p:nvPr/>
        </p:nvSpPr>
        <p:spPr>
          <a:xfrm>
            <a:off x="1728216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8" name="Oval 21"/>
          <p:cNvSpPr/>
          <p:nvPr/>
        </p:nvSpPr>
        <p:spPr>
          <a:xfrm>
            <a:off x="2112264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9" name="Oval 22"/>
          <p:cNvSpPr/>
          <p:nvPr/>
        </p:nvSpPr>
        <p:spPr>
          <a:xfrm>
            <a:off x="2496310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0" name="Oval 23"/>
          <p:cNvSpPr/>
          <p:nvPr/>
        </p:nvSpPr>
        <p:spPr>
          <a:xfrm>
            <a:off x="2880360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1" name="Oval 24"/>
          <p:cNvSpPr/>
          <p:nvPr/>
        </p:nvSpPr>
        <p:spPr>
          <a:xfrm>
            <a:off x="3264408" y="265176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2" name="Oval 25"/>
          <p:cNvSpPr/>
          <p:nvPr/>
        </p:nvSpPr>
        <p:spPr>
          <a:xfrm>
            <a:off x="1088136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3" name="Oval 26"/>
          <p:cNvSpPr/>
          <p:nvPr/>
        </p:nvSpPr>
        <p:spPr>
          <a:xfrm>
            <a:off x="1472183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Oval 27"/>
          <p:cNvSpPr/>
          <p:nvPr/>
        </p:nvSpPr>
        <p:spPr>
          <a:xfrm>
            <a:off x="1856232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5" name="Oval 28"/>
          <p:cNvSpPr/>
          <p:nvPr/>
        </p:nvSpPr>
        <p:spPr>
          <a:xfrm>
            <a:off x="2240277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6" name="Oval 29"/>
          <p:cNvSpPr/>
          <p:nvPr/>
        </p:nvSpPr>
        <p:spPr>
          <a:xfrm>
            <a:off x="2624327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7" name="Oval 30"/>
          <p:cNvSpPr/>
          <p:nvPr/>
        </p:nvSpPr>
        <p:spPr>
          <a:xfrm>
            <a:off x="3008376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8" name="Oval 31"/>
          <p:cNvSpPr/>
          <p:nvPr/>
        </p:nvSpPr>
        <p:spPr>
          <a:xfrm>
            <a:off x="3392423" y="306323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9" name="Oval 32"/>
          <p:cNvSpPr/>
          <p:nvPr/>
        </p:nvSpPr>
        <p:spPr>
          <a:xfrm>
            <a:off x="960119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0" name="Oval 33"/>
          <p:cNvSpPr/>
          <p:nvPr/>
        </p:nvSpPr>
        <p:spPr>
          <a:xfrm>
            <a:off x="1344166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1" name="Oval 34"/>
          <p:cNvSpPr/>
          <p:nvPr/>
        </p:nvSpPr>
        <p:spPr>
          <a:xfrm>
            <a:off x="1728216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2112264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2496310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2880360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3264408" y="3474720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1088136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1472183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1856232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2240277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2624327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Oval 44"/>
          <p:cNvSpPr/>
          <p:nvPr/>
        </p:nvSpPr>
        <p:spPr>
          <a:xfrm>
            <a:off x="3008376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2" name="Oval 45"/>
          <p:cNvSpPr/>
          <p:nvPr/>
        </p:nvSpPr>
        <p:spPr>
          <a:xfrm>
            <a:off x="3392423" y="3886198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3" name="Oval 46"/>
          <p:cNvSpPr/>
          <p:nvPr/>
        </p:nvSpPr>
        <p:spPr>
          <a:xfrm>
            <a:off x="960119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4" name="Oval 47"/>
          <p:cNvSpPr/>
          <p:nvPr/>
        </p:nvSpPr>
        <p:spPr>
          <a:xfrm>
            <a:off x="1344166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1728216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2112264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2496310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2880360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3264408" y="4297679"/>
            <a:ext cx="91447" cy="9144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7909559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8293606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8677656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9061704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4" name="Oval 57"/>
          <p:cNvSpPr/>
          <p:nvPr/>
        </p:nvSpPr>
        <p:spPr>
          <a:xfrm>
            <a:off x="9445752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5" name="Oval 58"/>
          <p:cNvSpPr/>
          <p:nvPr/>
        </p:nvSpPr>
        <p:spPr>
          <a:xfrm>
            <a:off x="9829799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6" name="Oval 59"/>
          <p:cNvSpPr/>
          <p:nvPr/>
        </p:nvSpPr>
        <p:spPr>
          <a:xfrm>
            <a:off x="10213847" y="182879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7" name="Oval 60"/>
          <p:cNvSpPr/>
          <p:nvPr/>
        </p:nvSpPr>
        <p:spPr>
          <a:xfrm>
            <a:off x="8037576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61"/>
          <p:cNvSpPr/>
          <p:nvPr/>
        </p:nvSpPr>
        <p:spPr>
          <a:xfrm>
            <a:off x="8421623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62"/>
          <p:cNvSpPr/>
          <p:nvPr/>
        </p:nvSpPr>
        <p:spPr>
          <a:xfrm>
            <a:off x="8805671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63"/>
          <p:cNvSpPr/>
          <p:nvPr/>
        </p:nvSpPr>
        <p:spPr>
          <a:xfrm>
            <a:off x="9189718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64"/>
          <p:cNvSpPr/>
          <p:nvPr/>
        </p:nvSpPr>
        <p:spPr>
          <a:xfrm>
            <a:off x="9573768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65"/>
          <p:cNvSpPr/>
          <p:nvPr/>
        </p:nvSpPr>
        <p:spPr>
          <a:xfrm>
            <a:off x="9957816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66"/>
          <p:cNvSpPr/>
          <p:nvPr/>
        </p:nvSpPr>
        <p:spPr>
          <a:xfrm>
            <a:off x="10341864" y="2240277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67"/>
          <p:cNvSpPr/>
          <p:nvPr/>
        </p:nvSpPr>
        <p:spPr>
          <a:xfrm>
            <a:off x="7909559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68"/>
          <p:cNvSpPr/>
          <p:nvPr/>
        </p:nvSpPr>
        <p:spPr>
          <a:xfrm>
            <a:off x="8293606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69"/>
          <p:cNvSpPr/>
          <p:nvPr/>
        </p:nvSpPr>
        <p:spPr>
          <a:xfrm>
            <a:off x="8677656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Oval 70"/>
          <p:cNvSpPr/>
          <p:nvPr/>
        </p:nvSpPr>
        <p:spPr>
          <a:xfrm>
            <a:off x="9061704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8" name="Oval 71"/>
          <p:cNvSpPr/>
          <p:nvPr/>
        </p:nvSpPr>
        <p:spPr>
          <a:xfrm>
            <a:off x="9445752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9" name="Oval 72"/>
          <p:cNvSpPr/>
          <p:nvPr/>
        </p:nvSpPr>
        <p:spPr>
          <a:xfrm>
            <a:off x="9829799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0" name="Oval 73"/>
          <p:cNvSpPr/>
          <p:nvPr/>
        </p:nvSpPr>
        <p:spPr>
          <a:xfrm>
            <a:off x="10213847" y="265176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74"/>
          <p:cNvSpPr/>
          <p:nvPr/>
        </p:nvSpPr>
        <p:spPr>
          <a:xfrm>
            <a:off x="8037576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75"/>
          <p:cNvSpPr/>
          <p:nvPr/>
        </p:nvSpPr>
        <p:spPr>
          <a:xfrm>
            <a:off x="8421623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76"/>
          <p:cNvSpPr/>
          <p:nvPr/>
        </p:nvSpPr>
        <p:spPr>
          <a:xfrm>
            <a:off x="8805671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77"/>
          <p:cNvSpPr/>
          <p:nvPr/>
        </p:nvSpPr>
        <p:spPr>
          <a:xfrm>
            <a:off x="9189718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78"/>
          <p:cNvSpPr/>
          <p:nvPr/>
        </p:nvSpPr>
        <p:spPr>
          <a:xfrm>
            <a:off x="9573768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79"/>
          <p:cNvSpPr/>
          <p:nvPr/>
        </p:nvSpPr>
        <p:spPr>
          <a:xfrm>
            <a:off x="9957816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80"/>
          <p:cNvSpPr/>
          <p:nvPr/>
        </p:nvSpPr>
        <p:spPr>
          <a:xfrm>
            <a:off x="10341864" y="306323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81"/>
          <p:cNvSpPr/>
          <p:nvPr/>
        </p:nvSpPr>
        <p:spPr>
          <a:xfrm>
            <a:off x="7909559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82"/>
          <p:cNvSpPr/>
          <p:nvPr/>
        </p:nvSpPr>
        <p:spPr>
          <a:xfrm>
            <a:off x="8293606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Oval 83"/>
          <p:cNvSpPr/>
          <p:nvPr/>
        </p:nvSpPr>
        <p:spPr>
          <a:xfrm>
            <a:off x="8677656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1" name="Oval 84"/>
          <p:cNvSpPr/>
          <p:nvPr/>
        </p:nvSpPr>
        <p:spPr>
          <a:xfrm>
            <a:off x="9061704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2" name="Oval 85"/>
          <p:cNvSpPr/>
          <p:nvPr/>
        </p:nvSpPr>
        <p:spPr>
          <a:xfrm>
            <a:off x="9445752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3" name="Oval 86"/>
          <p:cNvSpPr/>
          <p:nvPr/>
        </p:nvSpPr>
        <p:spPr>
          <a:xfrm>
            <a:off x="9829799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4" name="Oval 87"/>
          <p:cNvSpPr/>
          <p:nvPr/>
        </p:nvSpPr>
        <p:spPr>
          <a:xfrm>
            <a:off x="10213847" y="3474720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5" name="Oval 88"/>
          <p:cNvSpPr/>
          <p:nvPr/>
        </p:nvSpPr>
        <p:spPr>
          <a:xfrm>
            <a:off x="8037576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6" name="Oval 89"/>
          <p:cNvSpPr/>
          <p:nvPr/>
        </p:nvSpPr>
        <p:spPr>
          <a:xfrm>
            <a:off x="8421623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7" name="Oval 90"/>
          <p:cNvSpPr/>
          <p:nvPr/>
        </p:nvSpPr>
        <p:spPr>
          <a:xfrm>
            <a:off x="8805671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8" name="Oval 91"/>
          <p:cNvSpPr/>
          <p:nvPr/>
        </p:nvSpPr>
        <p:spPr>
          <a:xfrm>
            <a:off x="9189718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9" name="Oval 92"/>
          <p:cNvSpPr/>
          <p:nvPr/>
        </p:nvSpPr>
        <p:spPr>
          <a:xfrm>
            <a:off x="9573768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0" name="Oval 93"/>
          <p:cNvSpPr/>
          <p:nvPr/>
        </p:nvSpPr>
        <p:spPr>
          <a:xfrm>
            <a:off x="9957816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1" name="Oval 94"/>
          <p:cNvSpPr/>
          <p:nvPr/>
        </p:nvSpPr>
        <p:spPr>
          <a:xfrm>
            <a:off x="10341864" y="3886198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2" name="Oval 95"/>
          <p:cNvSpPr/>
          <p:nvPr/>
        </p:nvSpPr>
        <p:spPr>
          <a:xfrm>
            <a:off x="7909559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3" name="Oval 96"/>
          <p:cNvSpPr/>
          <p:nvPr/>
        </p:nvSpPr>
        <p:spPr>
          <a:xfrm>
            <a:off x="8293606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4" name="Oval 97"/>
          <p:cNvSpPr/>
          <p:nvPr/>
        </p:nvSpPr>
        <p:spPr>
          <a:xfrm>
            <a:off x="8677656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5" name="Oval 98"/>
          <p:cNvSpPr/>
          <p:nvPr/>
        </p:nvSpPr>
        <p:spPr>
          <a:xfrm>
            <a:off x="9061704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6" name="Oval 99"/>
          <p:cNvSpPr/>
          <p:nvPr/>
        </p:nvSpPr>
        <p:spPr>
          <a:xfrm>
            <a:off x="9445752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Oval 100"/>
          <p:cNvSpPr/>
          <p:nvPr/>
        </p:nvSpPr>
        <p:spPr>
          <a:xfrm>
            <a:off x="9829799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8" name="Oval 101"/>
          <p:cNvSpPr/>
          <p:nvPr/>
        </p:nvSpPr>
        <p:spPr>
          <a:xfrm>
            <a:off x="10213847" y="4297679"/>
            <a:ext cx="91447" cy="914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9" name="Rounded Rectangle 102"/>
          <p:cNvSpPr/>
          <p:nvPr/>
        </p:nvSpPr>
        <p:spPr>
          <a:xfrm>
            <a:off x="5413247" y="2304288"/>
            <a:ext cx="1371604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0" name="Connector 103"/>
          <p:cNvSpPr/>
          <p:nvPr/>
        </p:nvSpPr>
        <p:spPr>
          <a:xfrm>
            <a:off x="5669279" y="2788920"/>
            <a:ext cx="868682" cy="4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1" name="Connector 104"/>
          <p:cNvSpPr/>
          <p:nvPr/>
        </p:nvSpPr>
        <p:spPr>
          <a:xfrm>
            <a:off x="5669279" y="3108960"/>
            <a:ext cx="731524" cy="4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2" name="Connector 105"/>
          <p:cNvSpPr/>
          <p:nvPr/>
        </p:nvSpPr>
        <p:spPr>
          <a:xfrm>
            <a:off x="5669279" y="3429000"/>
            <a:ext cx="822964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3" name="Connector 106"/>
          <p:cNvSpPr/>
          <p:nvPr/>
        </p:nvSpPr>
        <p:spPr>
          <a:xfrm flipV="1">
            <a:off x="3310128" y="2907792"/>
            <a:ext cx="2103124" cy="143561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4" name="Connector 107"/>
          <p:cNvSpPr/>
          <p:nvPr/>
        </p:nvSpPr>
        <p:spPr>
          <a:xfrm flipH="1">
            <a:off x="6784847" y="1874516"/>
            <a:ext cx="1170436" cy="1033277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1636" name="TextBox 109"/>
          <p:cNvSpPr txBox="1"/>
          <p:nvPr/>
        </p:nvSpPr>
        <p:spPr>
          <a:xfrm>
            <a:off x="4700013" y="5193791"/>
            <a:ext cx="2377445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1637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1638" name="TextBox 111"/>
          <p:cNvSpPr txBox="1"/>
          <p:nvPr/>
        </p:nvSpPr>
        <p:spPr>
          <a:xfrm>
            <a:off x="3035804" y="5806440"/>
            <a:ext cx="6217927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1639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PHILOSOPHY</a:t>
            </a:r>
          </a:p>
        </p:txBody>
      </p:sp>
      <p:sp>
        <p:nvSpPr>
          <p:cNvPr id="164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164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644" name="Connector 4"/>
          <p:cNvSpPr/>
          <p:nvPr/>
        </p:nvSpPr>
        <p:spPr>
          <a:xfrm flipH="1">
            <a:off x="1298447" y="1709925"/>
            <a:ext cx="4" cy="4023364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5" name="Oval 5"/>
          <p:cNvSpPr/>
          <p:nvPr/>
        </p:nvSpPr>
        <p:spPr>
          <a:xfrm>
            <a:off x="1216149" y="1901949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6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1647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1648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1649" name="Oval 9"/>
          <p:cNvSpPr/>
          <p:nvPr/>
        </p:nvSpPr>
        <p:spPr>
          <a:xfrm>
            <a:off x="1216149" y="2871216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0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651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1652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1653" name="Oval 13"/>
          <p:cNvSpPr/>
          <p:nvPr/>
        </p:nvSpPr>
        <p:spPr>
          <a:xfrm>
            <a:off x="1216149" y="3840479"/>
            <a:ext cx="164599" cy="164599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4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655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1656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1657" name="Oval 17"/>
          <p:cNvSpPr/>
          <p:nvPr/>
        </p:nvSpPr>
        <p:spPr>
          <a:xfrm>
            <a:off x="1216149" y="4809744"/>
            <a:ext cx="164599" cy="16459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8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659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1660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16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1664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65" name="Connector 4"/>
          <p:cNvSpPr/>
          <p:nvPr/>
        </p:nvSpPr>
        <p:spPr>
          <a:xfrm flipH="1">
            <a:off x="1298447" y="1664207"/>
            <a:ext cx="4" cy="362102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Oval 5"/>
          <p:cNvSpPr/>
          <p:nvPr/>
        </p:nvSpPr>
        <p:spPr>
          <a:xfrm>
            <a:off x="1216149" y="1810511"/>
            <a:ext cx="164599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7" name="TextBox 6"/>
          <p:cNvSpPr txBox="1"/>
          <p:nvPr/>
        </p:nvSpPr>
        <p:spPr>
          <a:xfrm>
            <a:off x="1700783" y="172821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1668" name="TextBox 7"/>
          <p:cNvSpPr txBox="1"/>
          <p:nvPr/>
        </p:nvSpPr>
        <p:spPr>
          <a:xfrm>
            <a:off x="2359149" y="1682494"/>
            <a:ext cx="26974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1669" name="TextBox 8"/>
          <p:cNvSpPr txBox="1"/>
          <p:nvPr/>
        </p:nvSpPr>
        <p:spPr>
          <a:xfrm>
            <a:off x="5120640" y="1709927"/>
            <a:ext cx="2331724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1670" name="Oval 9"/>
          <p:cNvSpPr/>
          <p:nvPr/>
        </p:nvSpPr>
        <p:spPr>
          <a:xfrm>
            <a:off x="1216149" y="2633472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1" name="TextBox 10"/>
          <p:cNvSpPr txBox="1"/>
          <p:nvPr/>
        </p:nvSpPr>
        <p:spPr>
          <a:xfrm>
            <a:off x="1700783" y="255117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1672" name="TextBox 11"/>
          <p:cNvSpPr txBox="1"/>
          <p:nvPr/>
        </p:nvSpPr>
        <p:spPr>
          <a:xfrm>
            <a:off x="2359149" y="2505455"/>
            <a:ext cx="26974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1673" name="TextBox 12"/>
          <p:cNvSpPr txBox="1"/>
          <p:nvPr/>
        </p:nvSpPr>
        <p:spPr>
          <a:xfrm>
            <a:off x="5120640" y="2532888"/>
            <a:ext cx="2331724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1674" name="Oval 13"/>
          <p:cNvSpPr/>
          <p:nvPr/>
        </p:nvSpPr>
        <p:spPr>
          <a:xfrm>
            <a:off x="1216149" y="3456432"/>
            <a:ext cx="164599" cy="164599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5" name="TextBox 14"/>
          <p:cNvSpPr txBox="1"/>
          <p:nvPr/>
        </p:nvSpPr>
        <p:spPr>
          <a:xfrm>
            <a:off x="1700783" y="3374135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1676" name="TextBox 15"/>
          <p:cNvSpPr txBox="1"/>
          <p:nvPr/>
        </p:nvSpPr>
        <p:spPr>
          <a:xfrm>
            <a:off x="2359149" y="3328415"/>
            <a:ext cx="26974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1677" name="TextBox 16"/>
          <p:cNvSpPr txBox="1"/>
          <p:nvPr/>
        </p:nvSpPr>
        <p:spPr>
          <a:xfrm>
            <a:off x="5120640" y="3355847"/>
            <a:ext cx="2331724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1678" name="Oval 17"/>
          <p:cNvSpPr/>
          <p:nvPr/>
        </p:nvSpPr>
        <p:spPr>
          <a:xfrm>
            <a:off x="1216149" y="4279391"/>
            <a:ext cx="164599" cy="16459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9" name="TextBox 18"/>
          <p:cNvSpPr txBox="1"/>
          <p:nvPr/>
        </p:nvSpPr>
        <p:spPr>
          <a:xfrm>
            <a:off x="1700783" y="4197096"/>
            <a:ext cx="54864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1680" name="TextBox 19"/>
          <p:cNvSpPr txBox="1"/>
          <p:nvPr/>
        </p:nvSpPr>
        <p:spPr>
          <a:xfrm>
            <a:off x="2359149" y="4151376"/>
            <a:ext cx="269748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1681" name="TextBox 20"/>
          <p:cNvSpPr txBox="1"/>
          <p:nvPr/>
        </p:nvSpPr>
        <p:spPr>
          <a:xfrm>
            <a:off x="5120640" y="4178808"/>
            <a:ext cx="2331724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1682" name="TextBox 21"/>
          <p:cNvSpPr txBox="1"/>
          <p:nvPr/>
        </p:nvSpPr>
        <p:spPr>
          <a:xfrm>
            <a:off x="7845552" y="1965960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1683" name="TextBox 22"/>
          <p:cNvSpPr txBox="1"/>
          <p:nvPr/>
        </p:nvSpPr>
        <p:spPr>
          <a:xfrm>
            <a:off x="8759952" y="1984248"/>
            <a:ext cx="310900" cy="310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684" name="TextBox 23"/>
          <p:cNvSpPr txBox="1"/>
          <p:nvPr/>
        </p:nvSpPr>
        <p:spPr>
          <a:xfrm>
            <a:off x="9125711" y="1965960"/>
            <a:ext cx="914404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1685" name="TextBox 24"/>
          <p:cNvSpPr txBox="1"/>
          <p:nvPr/>
        </p:nvSpPr>
        <p:spPr>
          <a:xfrm>
            <a:off x="10058400" y="1984248"/>
            <a:ext cx="3291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86" name="TextBox 25"/>
          <p:cNvSpPr txBox="1"/>
          <p:nvPr/>
        </p:nvSpPr>
        <p:spPr>
          <a:xfrm>
            <a:off x="10469880" y="1920238"/>
            <a:ext cx="914404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1687" name="TextBox 26"/>
          <p:cNvSpPr txBox="1"/>
          <p:nvPr/>
        </p:nvSpPr>
        <p:spPr>
          <a:xfrm>
            <a:off x="8705088" y="2816349"/>
            <a:ext cx="219456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not 50%</a:t>
            </a:r>
          </a:p>
        </p:txBody>
      </p:sp>
      <p:sp>
        <p:nvSpPr>
          <p:cNvPr id="1688" name="Connector 27"/>
          <p:cNvSpPr/>
          <p:nvPr/>
        </p:nvSpPr>
        <p:spPr>
          <a:xfrm>
            <a:off x="7882125" y="3794759"/>
            <a:ext cx="3364994" cy="4"/>
          </a:xfrm>
          <a:prstGeom prst="line">
            <a:avLst/>
          </a:prstGeom>
          <a:ln w="1524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TextBox 28"/>
          <p:cNvSpPr txBox="1"/>
          <p:nvPr/>
        </p:nvSpPr>
        <p:spPr>
          <a:xfrm>
            <a:off x="7845552" y="4087367"/>
            <a:ext cx="3520443" cy="40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100k notes  →  200k raters  →  &gt; .5  →  Gabriel</a:t>
            </a:r>
          </a:p>
        </p:txBody>
      </p:sp>
      <p:sp>
        <p:nvSpPr>
          <p:cNvPr id="1690" name="TextBox 2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69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hidden to validated</a:t>
            </a:r>
          </a:p>
        </p:txBody>
      </p:sp>
      <p:sp>
        <p:nvSpPr>
          <p:cNvPr id="1694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95" name="Connector 4"/>
          <p:cNvSpPr/>
          <p:nvPr/>
        </p:nvSpPr>
        <p:spPr>
          <a:xfrm>
            <a:off x="1234437" y="3063238"/>
            <a:ext cx="9464046" cy="4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Oval 5"/>
          <p:cNvSpPr/>
          <p:nvPr/>
        </p:nvSpPr>
        <p:spPr>
          <a:xfrm>
            <a:off x="1371600" y="2980944"/>
            <a:ext cx="164594" cy="1645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7" name="TextBox 6"/>
          <p:cNvSpPr txBox="1"/>
          <p:nvPr/>
        </p:nvSpPr>
        <p:spPr>
          <a:xfrm>
            <a:off x="841247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1698" name="TextBox 7"/>
          <p:cNvSpPr txBox="1"/>
          <p:nvPr/>
        </p:nvSpPr>
        <p:spPr>
          <a:xfrm>
            <a:off x="795527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1699" name="Oval 8"/>
          <p:cNvSpPr/>
          <p:nvPr/>
        </p:nvSpPr>
        <p:spPr>
          <a:xfrm>
            <a:off x="4325110" y="2980944"/>
            <a:ext cx="164599" cy="1645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0" name="TextBox 9"/>
          <p:cNvSpPr txBox="1"/>
          <p:nvPr/>
        </p:nvSpPr>
        <p:spPr>
          <a:xfrm>
            <a:off x="3794759" y="1975104"/>
            <a:ext cx="1325882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1701" name="TextBox 10"/>
          <p:cNvSpPr txBox="1"/>
          <p:nvPr/>
        </p:nvSpPr>
        <p:spPr>
          <a:xfrm>
            <a:off x="374904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1702" name="Oval 11"/>
          <p:cNvSpPr/>
          <p:nvPr/>
        </p:nvSpPr>
        <p:spPr>
          <a:xfrm>
            <a:off x="7342630" y="2980944"/>
            <a:ext cx="164599" cy="1645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3" name="TextBox 12"/>
          <p:cNvSpPr txBox="1"/>
          <p:nvPr/>
        </p:nvSpPr>
        <p:spPr>
          <a:xfrm>
            <a:off x="6812280" y="1975104"/>
            <a:ext cx="1325884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1704" name="TextBox 13"/>
          <p:cNvSpPr txBox="1"/>
          <p:nvPr/>
        </p:nvSpPr>
        <p:spPr>
          <a:xfrm>
            <a:off x="6766559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1705" name="Oval 14"/>
          <p:cNvSpPr/>
          <p:nvPr/>
        </p:nvSpPr>
        <p:spPr>
          <a:xfrm>
            <a:off x="10131552" y="2980944"/>
            <a:ext cx="164599" cy="16459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6" name="TextBox 15"/>
          <p:cNvSpPr txBox="1"/>
          <p:nvPr/>
        </p:nvSpPr>
        <p:spPr>
          <a:xfrm>
            <a:off x="9601200" y="1975104"/>
            <a:ext cx="1325881" cy="42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1707" name="TextBox 16"/>
          <p:cNvSpPr txBox="1"/>
          <p:nvPr/>
        </p:nvSpPr>
        <p:spPr>
          <a:xfrm>
            <a:off x="9555480" y="3456432"/>
            <a:ext cx="178308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validated</a:t>
            </a:r>
          </a:p>
        </p:txBody>
      </p:sp>
      <p:sp>
        <p:nvSpPr>
          <p:cNvPr id="1708" name="TextBox 17"/>
          <p:cNvSpPr txBox="1"/>
          <p:nvPr/>
        </p:nvSpPr>
        <p:spPr>
          <a:xfrm>
            <a:off x="2971800" y="2798064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09" name="TextBox 18"/>
          <p:cNvSpPr txBox="1"/>
          <p:nvPr/>
        </p:nvSpPr>
        <p:spPr>
          <a:xfrm>
            <a:off x="6016752" y="2788920"/>
            <a:ext cx="274324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710" name="TextBox 19"/>
          <p:cNvSpPr txBox="1"/>
          <p:nvPr/>
        </p:nvSpPr>
        <p:spPr>
          <a:xfrm>
            <a:off x="8869680" y="2798064"/>
            <a:ext cx="329188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11" name="TextBox 20"/>
          <p:cNvSpPr txBox="1"/>
          <p:nvPr/>
        </p:nvSpPr>
        <p:spPr>
          <a:xfrm>
            <a:off x="914398" y="4846320"/>
            <a:ext cx="402336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46% potential before validation</a:t>
            </a:r>
          </a:p>
        </p:txBody>
      </p:sp>
      <p:sp>
        <p:nvSpPr>
          <p:cNvPr id="1712" name="TextBox 21"/>
          <p:cNvSpPr txBox="1"/>
          <p:nvPr/>
        </p:nvSpPr>
        <p:spPr>
          <a:xfrm>
            <a:off x="6812280" y="4846320"/>
            <a:ext cx="320040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3,896 pass Gabriel</a:t>
            </a:r>
          </a:p>
        </p:txBody>
      </p:sp>
      <p:sp>
        <p:nvSpPr>
          <p:cNvPr id="1713" name="TextBox 2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results · two camps · behavioral ≠ demographic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TAKEAWAY</a:t>
            </a:r>
          </a:p>
        </p:txBody>
      </p:sp>
      <p:sp>
        <p:nvSpPr>
          <p:cNvPr id="171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aggregation problem</a:t>
            </a:r>
          </a:p>
        </p:txBody>
      </p:sp>
      <p:sp>
        <p:nvSpPr>
          <p:cNvPr id="1717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718" name="Oval 4"/>
          <p:cNvSpPr/>
          <p:nvPr/>
        </p:nvSpPr>
        <p:spPr>
          <a:xfrm>
            <a:off x="868680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9" name="Oval 5"/>
          <p:cNvSpPr/>
          <p:nvPr/>
        </p:nvSpPr>
        <p:spPr>
          <a:xfrm>
            <a:off x="1252727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0" name="Oval 6"/>
          <p:cNvSpPr/>
          <p:nvPr/>
        </p:nvSpPr>
        <p:spPr>
          <a:xfrm>
            <a:off x="1636776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1" name="Oval 7"/>
          <p:cNvSpPr/>
          <p:nvPr/>
        </p:nvSpPr>
        <p:spPr>
          <a:xfrm>
            <a:off x="2020822" y="1828799"/>
            <a:ext cx="86872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2" name="Oval 8"/>
          <p:cNvSpPr/>
          <p:nvPr/>
        </p:nvSpPr>
        <p:spPr>
          <a:xfrm>
            <a:off x="2404872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3" name="Oval 9"/>
          <p:cNvSpPr/>
          <p:nvPr/>
        </p:nvSpPr>
        <p:spPr>
          <a:xfrm>
            <a:off x="2788920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4" name="Oval 10"/>
          <p:cNvSpPr/>
          <p:nvPr/>
        </p:nvSpPr>
        <p:spPr>
          <a:xfrm>
            <a:off x="3172966" y="182879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5" name="Oval 11"/>
          <p:cNvSpPr/>
          <p:nvPr/>
        </p:nvSpPr>
        <p:spPr>
          <a:xfrm>
            <a:off x="996694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6" name="Oval 12"/>
          <p:cNvSpPr/>
          <p:nvPr/>
        </p:nvSpPr>
        <p:spPr>
          <a:xfrm>
            <a:off x="1380743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7" name="Oval 13"/>
          <p:cNvSpPr/>
          <p:nvPr/>
        </p:nvSpPr>
        <p:spPr>
          <a:xfrm>
            <a:off x="1764792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8" name="Oval 14"/>
          <p:cNvSpPr/>
          <p:nvPr/>
        </p:nvSpPr>
        <p:spPr>
          <a:xfrm>
            <a:off x="2148838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9" name="Oval 15"/>
          <p:cNvSpPr/>
          <p:nvPr/>
        </p:nvSpPr>
        <p:spPr>
          <a:xfrm>
            <a:off x="2532888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0" name="Oval 16"/>
          <p:cNvSpPr/>
          <p:nvPr/>
        </p:nvSpPr>
        <p:spPr>
          <a:xfrm>
            <a:off x="2916932" y="2240277"/>
            <a:ext cx="86876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1" name="Oval 17"/>
          <p:cNvSpPr/>
          <p:nvPr/>
        </p:nvSpPr>
        <p:spPr>
          <a:xfrm>
            <a:off x="3300984" y="2240277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2" name="Oval 18"/>
          <p:cNvSpPr/>
          <p:nvPr/>
        </p:nvSpPr>
        <p:spPr>
          <a:xfrm>
            <a:off x="868680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3" name="Oval 19"/>
          <p:cNvSpPr/>
          <p:nvPr/>
        </p:nvSpPr>
        <p:spPr>
          <a:xfrm>
            <a:off x="1252727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4" name="Oval 20"/>
          <p:cNvSpPr/>
          <p:nvPr/>
        </p:nvSpPr>
        <p:spPr>
          <a:xfrm>
            <a:off x="1636776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5" name="Oval 21"/>
          <p:cNvSpPr/>
          <p:nvPr/>
        </p:nvSpPr>
        <p:spPr>
          <a:xfrm>
            <a:off x="2020822" y="2651760"/>
            <a:ext cx="86872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6" name="Oval 22"/>
          <p:cNvSpPr/>
          <p:nvPr/>
        </p:nvSpPr>
        <p:spPr>
          <a:xfrm>
            <a:off x="2404872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7" name="Oval 23"/>
          <p:cNvSpPr/>
          <p:nvPr/>
        </p:nvSpPr>
        <p:spPr>
          <a:xfrm>
            <a:off x="2788920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8" name="Oval 24"/>
          <p:cNvSpPr/>
          <p:nvPr/>
        </p:nvSpPr>
        <p:spPr>
          <a:xfrm>
            <a:off x="3172966" y="265176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9" name="Oval 25"/>
          <p:cNvSpPr/>
          <p:nvPr/>
        </p:nvSpPr>
        <p:spPr>
          <a:xfrm>
            <a:off x="996694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0" name="Oval 26"/>
          <p:cNvSpPr/>
          <p:nvPr/>
        </p:nvSpPr>
        <p:spPr>
          <a:xfrm>
            <a:off x="1380743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1" name="Oval 27"/>
          <p:cNvSpPr/>
          <p:nvPr/>
        </p:nvSpPr>
        <p:spPr>
          <a:xfrm>
            <a:off x="1764792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2" name="Oval 28"/>
          <p:cNvSpPr/>
          <p:nvPr/>
        </p:nvSpPr>
        <p:spPr>
          <a:xfrm>
            <a:off x="2148838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3" name="Oval 29"/>
          <p:cNvSpPr/>
          <p:nvPr/>
        </p:nvSpPr>
        <p:spPr>
          <a:xfrm>
            <a:off x="2532888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4" name="Oval 30"/>
          <p:cNvSpPr/>
          <p:nvPr/>
        </p:nvSpPr>
        <p:spPr>
          <a:xfrm>
            <a:off x="2916932" y="3063238"/>
            <a:ext cx="86876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5" name="Oval 31"/>
          <p:cNvSpPr/>
          <p:nvPr/>
        </p:nvSpPr>
        <p:spPr>
          <a:xfrm>
            <a:off x="3300984" y="306323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6" name="Oval 32"/>
          <p:cNvSpPr/>
          <p:nvPr/>
        </p:nvSpPr>
        <p:spPr>
          <a:xfrm>
            <a:off x="868680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7" name="Oval 33"/>
          <p:cNvSpPr/>
          <p:nvPr/>
        </p:nvSpPr>
        <p:spPr>
          <a:xfrm>
            <a:off x="1252727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8" name="Oval 34"/>
          <p:cNvSpPr/>
          <p:nvPr/>
        </p:nvSpPr>
        <p:spPr>
          <a:xfrm>
            <a:off x="1636776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9" name="Oval 35"/>
          <p:cNvSpPr/>
          <p:nvPr/>
        </p:nvSpPr>
        <p:spPr>
          <a:xfrm>
            <a:off x="2020822" y="3474720"/>
            <a:ext cx="86872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0" name="Oval 36"/>
          <p:cNvSpPr/>
          <p:nvPr/>
        </p:nvSpPr>
        <p:spPr>
          <a:xfrm>
            <a:off x="2404872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1" name="Oval 37"/>
          <p:cNvSpPr/>
          <p:nvPr/>
        </p:nvSpPr>
        <p:spPr>
          <a:xfrm>
            <a:off x="2788920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2" name="Oval 38"/>
          <p:cNvSpPr/>
          <p:nvPr/>
        </p:nvSpPr>
        <p:spPr>
          <a:xfrm>
            <a:off x="3172966" y="3474720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3" name="Oval 39"/>
          <p:cNvSpPr/>
          <p:nvPr/>
        </p:nvSpPr>
        <p:spPr>
          <a:xfrm>
            <a:off x="996694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4" name="Oval 40"/>
          <p:cNvSpPr/>
          <p:nvPr/>
        </p:nvSpPr>
        <p:spPr>
          <a:xfrm>
            <a:off x="1380743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5" name="Oval 41"/>
          <p:cNvSpPr/>
          <p:nvPr/>
        </p:nvSpPr>
        <p:spPr>
          <a:xfrm>
            <a:off x="1764792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6" name="Oval 42"/>
          <p:cNvSpPr/>
          <p:nvPr/>
        </p:nvSpPr>
        <p:spPr>
          <a:xfrm>
            <a:off x="2148838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7" name="Oval 43"/>
          <p:cNvSpPr/>
          <p:nvPr/>
        </p:nvSpPr>
        <p:spPr>
          <a:xfrm>
            <a:off x="2532888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8" name="Oval 44"/>
          <p:cNvSpPr/>
          <p:nvPr/>
        </p:nvSpPr>
        <p:spPr>
          <a:xfrm>
            <a:off x="2916932" y="3886198"/>
            <a:ext cx="86876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9" name="Oval 45"/>
          <p:cNvSpPr/>
          <p:nvPr/>
        </p:nvSpPr>
        <p:spPr>
          <a:xfrm>
            <a:off x="3300984" y="3886198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0" name="Oval 46"/>
          <p:cNvSpPr/>
          <p:nvPr/>
        </p:nvSpPr>
        <p:spPr>
          <a:xfrm>
            <a:off x="868680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1" name="Oval 47"/>
          <p:cNvSpPr/>
          <p:nvPr/>
        </p:nvSpPr>
        <p:spPr>
          <a:xfrm>
            <a:off x="1252727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2" name="Oval 48"/>
          <p:cNvSpPr/>
          <p:nvPr/>
        </p:nvSpPr>
        <p:spPr>
          <a:xfrm>
            <a:off x="1636776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3" name="Oval 49"/>
          <p:cNvSpPr/>
          <p:nvPr/>
        </p:nvSpPr>
        <p:spPr>
          <a:xfrm>
            <a:off x="2020822" y="4297679"/>
            <a:ext cx="86872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4" name="Oval 50"/>
          <p:cNvSpPr/>
          <p:nvPr/>
        </p:nvSpPr>
        <p:spPr>
          <a:xfrm>
            <a:off x="2404872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5" name="Oval 51"/>
          <p:cNvSpPr/>
          <p:nvPr/>
        </p:nvSpPr>
        <p:spPr>
          <a:xfrm>
            <a:off x="2788920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6" name="Oval 52"/>
          <p:cNvSpPr/>
          <p:nvPr/>
        </p:nvSpPr>
        <p:spPr>
          <a:xfrm>
            <a:off x="3172966" y="4297679"/>
            <a:ext cx="86875" cy="86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7" name="Oval 53"/>
          <p:cNvSpPr/>
          <p:nvPr/>
        </p:nvSpPr>
        <p:spPr>
          <a:xfrm>
            <a:off x="7955277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8" name="Oval 54"/>
          <p:cNvSpPr/>
          <p:nvPr/>
        </p:nvSpPr>
        <p:spPr>
          <a:xfrm>
            <a:off x="8339325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9" name="Oval 55"/>
          <p:cNvSpPr/>
          <p:nvPr/>
        </p:nvSpPr>
        <p:spPr>
          <a:xfrm>
            <a:off x="8723376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0" name="Oval 56"/>
          <p:cNvSpPr/>
          <p:nvPr/>
        </p:nvSpPr>
        <p:spPr>
          <a:xfrm>
            <a:off x="9107423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1" name="Oval 57"/>
          <p:cNvSpPr/>
          <p:nvPr/>
        </p:nvSpPr>
        <p:spPr>
          <a:xfrm>
            <a:off x="9491471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2" name="Oval 58"/>
          <p:cNvSpPr/>
          <p:nvPr/>
        </p:nvSpPr>
        <p:spPr>
          <a:xfrm>
            <a:off x="9875518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3" name="Oval 59"/>
          <p:cNvSpPr/>
          <p:nvPr/>
        </p:nvSpPr>
        <p:spPr>
          <a:xfrm>
            <a:off x="10259566" y="182879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4" name="Oval 60"/>
          <p:cNvSpPr/>
          <p:nvPr/>
        </p:nvSpPr>
        <p:spPr>
          <a:xfrm>
            <a:off x="8083294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5" name="Oval 61"/>
          <p:cNvSpPr/>
          <p:nvPr/>
        </p:nvSpPr>
        <p:spPr>
          <a:xfrm>
            <a:off x="8467342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6" name="Oval 62"/>
          <p:cNvSpPr/>
          <p:nvPr/>
        </p:nvSpPr>
        <p:spPr>
          <a:xfrm>
            <a:off x="8851392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7" name="Oval 63"/>
          <p:cNvSpPr/>
          <p:nvPr/>
        </p:nvSpPr>
        <p:spPr>
          <a:xfrm>
            <a:off x="9235440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8" name="Oval 64"/>
          <p:cNvSpPr/>
          <p:nvPr/>
        </p:nvSpPr>
        <p:spPr>
          <a:xfrm>
            <a:off x="9619488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9" name="Oval 65"/>
          <p:cNvSpPr/>
          <p:nvPr/>
        </p:nvSpPr>
        <p:spPr>
          <a:xfrm>
            <a:off x="10003535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0" name="Oval 66"/>
          <p:cNvSpPr/>
          <p:nvPr/>
        </p:nvSpPr>
        <p:spPr>
          <a:xfrm>
            <a:off x="10387583" y="2240277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1" name="Oval 67"/>
          <p:cNvSpPr/>
          <p:nvPr/>
        </p:nvSpPr>
        <p:spPr>
          <a:xfrm>
            <a:off x="7955277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2" name="Oval 68"/>
          <p:cNvSpPr/>
          <p:nvPr/>
        </p:nvSpPr>
        <p:spPr>
          <a:xfrm>
            <a:off x="8339325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3" name="Oval 69"/>
          <p:cNvSpPr/>
          <p:nvPr/>
        </p:nvSpPr>
        <p:spPr>
          <a:xfrm>
            <a:off x="8723376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4" name="Oval 70"/>
          <p:cNvSpPr/>
          <p:nvPr/>
        </p:nvSpPr>
        <p:spPr>
          <a:xfrm>
            <a:off x="9107423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5" name="Oval 71"/>
          <p:cNvSpPr/>
          <p:nvPr/>
        </p:nvSpPr>
        <p:spPr>
          <a:xfrm>
            <a:off x="9491471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6" name="Oval 72"/>
          <p:cNvSpPr/>
          <p:nvPr/>
        </p:nvSpPr>
        <p:spPr>
          <a:xfrm>
            <a:off x="9875518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7" name="Oval 73"/>
          <p:cNvSpPr/>
          <p:nvPr/>
        </p:nvSpPr>
        <p:spPr>
          <a:xfrm>
            <a:off x="10259566" y="265176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8" name="Oval 74"/>
          <p:cNvSpPr/>
          <p:nvPr/>
        </p:nvSpPr>
        <p:spPr>
          <a:xfrm>
            <a:off x="8083294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9" name="Oval 75"/>
          <p:cNvSpPr/>
          <p:nvPr/>
        </p:nvSpPr>
        <p:spPr>
          <a:xfrm>
            <a:off x="8467342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0" name="Oval 76"/>
          <p:cNvSpPr/>
          <p:nvPr/>
        </p:nvSpPr>
        <p:spPr>
          <a:xfrm>
            <a:off x="8851392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1" name="Oval 77"/>
          <p:cNvSpPr/>
          <p:nvPr/>
        </p:nvSpPr>
        <p:spPr>
          <a:xfrm>
            <a:off x="9235440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2" name="Oval 78"/>
          <p:cNvSpPr/>
          <p:nvPr/>
        </p:nvSpPr>
        <p:spPr>
          <a:xfrm>
            <a:off x="9619488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3" name="Oval 79"/>
          <p:cNvSpPr/>
          <p:nvPr/>
        </p:nvSpPr>
        <p:spPr>
          <a:xfrm>
            <a:off x="10003535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4" name="Oval 80"/>
          <p:cNvSpPr/>
          <p:nvPr/>
        </p:nvSpPr>
        <p:spPr>
          <a:xfrm>
            <a:off x="10387583" y="306323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5" name="Oval 81"/>
          <p:cNvSpPr/>
          <p:nvPr/>
        </p:nvSpPr>
        <p:spPr>
          <a:xfrm>
            <a:off x="7955277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6" name="Oval 82"/>
          <p:cNvSpPr/>
          <p:nvPr/>
        </p:nvSpPr>
        <p:spPr>
          <a:xfrm>
            <a:off x="8339325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7" name="Oval 83"/>
          <p:cNvSpPr/>
          <p:nvPr/>
        </p:nvSpPr>
        <p:spPr>
          <a:xfrm>
            <a:off x="8723376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8" name="Oval 84"/>
          <p:cNvSpPr/>
          <p:nvPr/>
        </p:nvSpPr>
        <p:spPr>
          <a:xfrm>
            <a:off x="9107423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9" name="Oval 85"/>
          <p:cNvSpPr/>
          <p:nvPr/>
        </p:nvSpPr>
        <p:spPr>
          <a:xfrm>
            <a:off x="9491471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0" name="Oval 86"/>
          <p:cNvSpPr/>
          <p:nvPr/>
        </p:nvSpPr>
        <p:spPr>
          <a:xfrm>
            <a:off x="9875518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1" name="Oval 87"/>
          <p:cNvSpPr/>
          <p:nvPr/>
        </p:nvSpPr>
        <p:spPr>
          <a:xfrm>
            <a:off x="10259566" y="3474720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2" name="Oval 88"/>
          <p:cNvSpPr/>
          <p:nvPr/>
        </p:nvSpPr>
        <p:spPr>
          <a:xfrm>
            <a:off x="8083294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3" name="Oval 89"/>
          <p:cNvSpPr/>
          <p:nvPr/>
        </p:nvSpPr>
        <p:spPr>
          <a:xfrm>
            <a:off x="8467342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4" name="Oval 90"/>
          <p:cNvSpPr/>
          <p:nvPr/>
        </p:nvSpPr>
        <p:spPr>
          <a:xfrm>
            <a:off x="8851392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5" name="Oval 91"/>
          <p:cNvSpPr/>
          <p:nvPr/>
        </p:nvSpPr>
        <p:spPr>
          <a:xfrm>
            <a:off x="9235440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6" name="Oval 92"/>
          <p:cNvSpPr/>
          <p:nvPr/>
        </p:nvSpPr>
        <p:spPr>
          <a:xfrm>
            <a:off x="9619488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7" name="Oval 93"/>
          <p:cNvSpPr/>
          <p:nvPr/>
        </p:nvSpPr>
        <p:spPr>
          <a:xfrm>
            <a:off x="10003535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8" name="Oval 94"/>
          <p:cNvSpPr/>
          <p:nvPr/>
        </p:nvSpPr>
        <p:spPr>
          <a:xfrm>
            <a:off x="10387583" y="3886198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9" name="Oval 95"/>
          <p:cNvSpPr/>
          <p:nvPr/>
        </p:nvSpPr>
        <p:spPr>
          <a:xfrm>
            <a:off x="7955277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0" name="Oval 96"/>
          <p:cNvSpPr/>
          <p:nvPr/>
        </p:nvSpPr>
        <p:spPr>
          <a:xfrm>
            <a:off x="8339325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1" name="Oval 97"/>
          <p:cNvSpPr/>
          <p:nvPr/>
        </p:nvSpPr>
        <p:spPr>
          <a:xfrm>
            <a:off x="8723376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2" name="Oval 98"/>
          <p:cNvSpPr/>
          <p:nvPr/>
        </p:nvSpPr>
        <p:spPr>
          <a:xfrm>
            <a:off x="9107423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3" name="Oval 99"/>
          <p:cNvSpPr/>
          <p:nvPr/>
        </p:nvSpPr>
        <p:spPr>
          <a:xfrm>
            <a:off x="9491471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4" name="Oval 100"/>
          <p:cNvSpPr/>
          <p:nvPr/>
        </p:nvSpPr>
        <p:spPr>
          <a:xfrm>
            <a:off x="9875518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5" name="Oval 101"/>
          <p:cNvSpPr/>
          <p:nvPr/>
        </p:nvSpPr>
        <p:spPr>
          <a:xfrm>
            <a:off x="10259566" y="4297679"/>
            <a:ext cx="86875" cy="86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6" name="Rounded Rectangle 102"/>
          <p:cNvSpPr/>
          <p:nvPr/>
        </p:nvSpPr>
        <p:spPr>
          <a:xfrm>
            <a:off x="5468110" y="2286000"/>
            <a:ext cx="1298452" cy="1737362"/>
          </a:xfrm>
          <a:prstGeom prst="roundRect">
            <a:avLst>
              <a:gd name="adj" fmla="val 16667"/>
            </a:avLst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7" name="Connector 103"/>
          <p:cNvSpPr/>
          <p:nvPr/>
        </p:nvSpPr>
        <p:spPr>
          <a:xfrm>
            <a:off x="5714998" y="2788920"/>
            <a:ext cx="795532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Connector 104"/>
          <p:cNvSpPr/>
          <p:nvPr/>
        </p:nvSpPr>
        <p:spPr>
          <a:xfrm>
            <a:off x="5714998" y="3108960"/>
            <a:ext cx="667517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9" name="Connector 105"/>
          <p:cNvSpPr/>
          <p:nvPr/>
        </p:nvSpPr>
        <p:spPr>
          <a:xfrm>
            <a:off x="5714998" y="3429000"/>
            <a:ext cx="758957" cy="0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0" name="Connector 106"/>
          <p:cNvSpPr/>
          <p:nvPr/>
        </p:nvSpPr>
        <p:spPr>
          <a:xfrm flipV="1">
            <a:off x="3216400" y="2907792"/>
            <a:ext cx="2251714" cy="143332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1" name="Connector 107"/>
          <p:cNvSpPr/>
          <p:nvPr/>
        </p:nvSpPr>
        <p:spPr>
          <a:xfrm flipH="1">
            <a:off x="6766559" y="1872232"/>
            <a:ext cx="1232154" cy="10355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TextBox 108"/>
          <p:cNvSpPr txBox="1"/>
          <p:nvPr/>
        </p:nvSpPr>
        <p:spPr>
          <a:xfrm>
            <a:off x="896111" y="5230367"/>
            <a:ext cx="27432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Make groups explicit</a:t>
            </a:r>
          </a:p>
        </p:txBody>
      </p:sp>
      <p:sp>
        <p:nvSpPr>
          <p:cNvPr id="1823" name="TextBox 109"/>
          <p:cNvSpPr txBox="1"/>
          <p:nvPr/>
        </p:nvSpPr>
        <p:spPr>
          <a:xfrm>
            <a:off x="4297679" y="5230367"/>
            <a:ext cx="347472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Require cross-group support</a:t>
            </a:r>
          </a:p>
        </p:txBody>
      </p:sp>
      <p:sp>
        <p:nvSpPr>
          <p:cNvPr id="1824" name="TextBox 110"/>
          <p:cNvSpPr txBox="1"/>
          <p:nvPr/>
        </p:nvSpPr>
        <p:spPr>
          <a:xfrm>
            <a:off x="8302752" y="5230367"/>
            <a:ext cx="3200404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Validate content separately</a:t>
            </a:r>
          </a:p>
        </p:txBody>
      </p:sp>
      <p:sp>
        <p:nvSpPr>
          <p:cNvPr id="1825" name="TextBox 111"/>
          <p:cNvSpPr txBox="1"/>
          <p:nvPr/>
        </p:nvSpPr>
        <p:spPr>
          <a:xfrm>
            <a:off x="2770632" y="5961888"/>
            <a:ext cx="6720842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PRESERVE DISAGREEMENT BEFORE AGGREGATING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